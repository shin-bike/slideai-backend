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21.png" ContentType="image/png"/>
  <Override PartName="/ppt/media/image19.png" ContentType="image/png"/>
  <Override PartName="/ppt/media/image5.png" ContentType="image/png"/>
  <Override PartName="/ppt/media/image14.png" ContentType="image/png"/>
  <Override PartName="/ppt/media/image15.png" ContentType="image/png"/>
  <Override PartName="/ppt/media/image6.png" ContentType="image/png"/>
  <Override PartName="/ppt/media/image10.png" ContentType="image/png"/>
  <Override PartName="/ppt/media/image1.png" ContentType="image/png"/>
  <Override PartName="/ppt/media/image16.png" ContentType="image/png"/>
  <Override PartName="/ppt/media/image7.png" ContentType="image/png"/>
  <Override PartName="/ppt/media/image2.png" ContentType="image/png"/>
  <Override PartName="/ppt/media/image11.png" ContentType="image/png"/>
  <Override PartName="/ppt/media/image8.png" ContentType="image/png"/>
  <Override PartName="/ppt/media/image1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slides/_rels/slide189.xml.rels" ContentType="application/vnd.openxmlformats-package.relationships+xml"/>
  <Override PartName="/ppt/slides/_rels/slide22.xml.rels" ContentType="application/vnd.openxmlformats-package.relationships+xml"/>
  <Override PartName="/ppt/slides/_rels/slide188.xml.rels" ContentType="application/vnd.openxmlformats-package.relationships+xml"/>
  <Override PartName="/ppt/slides/_rels/slide21.xml.rels" ContentType="application/vnd.openxmlformats-package.relationships+xml"/>
  <Override PartName="/ppt/slides/_rels/slide179.xml.rels" ContentType="application/vnd.openxmlformats-package.relationships+xml"/>
  <Override PartName="/ppt/slides/_rels/slide12.xml.rels" ContentType="application/vnd.openxmlformats-package.relationships+xml"/>
  <Override PartName="/ppt/slides/_rels/slide178.xml.rels" ContentType="application/vnd.openxmlformats-package.relationships+xml"/>
  <Override PartName="/ppt/slides/_rels/slide11.xml.rels" ContentType="application/vnd.openxmlformats-package.relationships+xml"/>
  <Override PartName="/ppt/slides/_rels/slide169.xml.rels" ContentType="application/vnd.openxmlformats-package.relationships+xml"/>
  <Override PartName="/ppt/slides/_rels/slide168.xml.rels" ContentType="application/vnd.openxmlformats-package.relationships+xml"/>
  <Override PartName="/ppt/slides/_rels/slide167.xml.rels" ContentType="application/vnd.openxmlformats-package.relationships+xml"/>
  <Override PartName="/ppt/slides/_rels/slide166.xml.rels" ContentType="application/vnd.openxmlformats-package.relationships+xml"/>
  <Override PartName="/ppt/slides/_rels/slide165.xml.rels" ContentType="application/vnd.openxmlformats-package.relationships+xml"/>
  <Override PartName="/ppt/slides/_rels/slide164.xml.rels" ContentType="application/vnd.openxmlformats-package.relationships+xml"/>
  <Override PartName="/ppt/slides/_rels/slide163.xml.rels" ContentType="application/vnd.openxmlformats-package.relationships+xml"/>
  <Override PartName="/ppt/slides/_rels/slide159.xml.rels" ContentType="application/vnd.openxmlformats-package.relationships+xml"/>
  <Override PartName="/ppt/slides/_rels/slide158.xml.rels" ContentType="application/vnd.openxmlformats-package.relationships+xml"/>
  <Override PartName="/ppt/slides/_rels/slide157.xml.rels" ContentType="application/vnd.openxmlformats-package.relationships+xml"/>
  <Override PartName="/ppt/slides/_rels/slide156.xml.rels" ContentType="application/vnd.openxmlformats-package.relationships+xml"/>
  <Override PartName="/ppt/slides/_rels/slide155.xml.rels" ContentType="application/vnd.openxmlformats-package.relationships+xml"/>
  <Override PartName="/ppt/slides/_rels/slide154.xml.rels" ContentType="application/vnd.openxmlformats-package.relationships+xml"/>
  <Override PartName="/ppt/slides/_rels/slide153.xml.rels" ContentType="application/vnd.openxmlformats-package.relationships+xml"/>
  <Override PartName="/ppt/slides/_rels/slide84.xml.rels" ContentType="application/vnd.openxmlformats-package.relationships+xml"/>
  <Override PartName="/ppt/slides/_rels/slide149.xml.rels" ContentType="application/vnd.openxmlformats-package.relationships+xml"/>
  <Override PartName="/ppt/slides/_rels/slide148.xml.rels" ContentType="application/vnd.openxmlformats-package.relationships+xml"/>
  <Override PartName="/ppt/slides/_rels/slide147.xml.rels" ContentType="application/vnd.openxmlformats-package.relationships+xml"/>
  <Override PartName="/ppt/slides/_rels/slide146.xml.rels" ContentType="application/vnd.openxmlformats-package.relationships+xml"/>
  <Override PartName="/ppt/slides/_rels/slide145.xml.rels" ContentType="application/vnd.openxmlformats-package.relationships+xml"/>
  <Override PartName="/ppt/slides/_rels/slide99.xml.rels" ContentType="application/vnd.openxmlformats-package.relationships+xml"/>
  <Override PartName="/ppt/slides/_rels/slide144.xml.rels" ContentType="application/vnd.openxmlformats-package.relationships+xml"/>
  <Override PartName="/ppt/slides/_rels/slide98.xml.rels" ContentType="application/vnd.openxmlformats-package.relationships+xml"/>
  <Override PartName="/ppt/slides/_rels/slide143.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139.xml.rels" ContentType="application/vnd.openxmlformats-package.relationships+xml"/>
  <Override PartName="/ppt/slides/_rels/slide138.xml.rels" ContentType="application/vnd.openxmlformats-package.relationships+xml"/>
  <Override PartName="/ppt/slides/_rels/slide137.xml.rels" ContentType="application/vnd.openxmlformats-package.relationships+xml"/>
  <Override PartName="/ppt/slides/_rels/slide136.xml.rels" ContentType="application/vnd.openxmlformats-package.relationships+xml"/>
  <Override PartName="/ppt/slides/_rels/slide135.xml.rels" ContentType="application/vnd.openxmlformats-package.relationships+xml"/>
  <Override PartName="/ppt/slides/_rels/slide89.xml.rels" ContentType="application/vnd.openxmlformats-package.relationships+xml"/>
  <Override PartName="/ppt/slides/_rels/slide134.xml.rels" ContentType="application/vnd.openxmlformats-package.relationships+xml"/>
  <Override PartName="/ppt/slides/_rels/slide88.xml.rels" ContentType="application/vnd.openxmlformats-package.relationships+xml"/>
  <Override PartName="/ppt/slides/_rels/slide133.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85.xml.rels" ContentType="application/vnd.openxmlformats-package.relationships+xml"/>
  <Override PartName="/ppt/slides/_rels/slide130.xml.rels" ContentType="application/vnd.openxmlformats-package.relationships+xml"/>
  <Override PartName="/ppt/slides/_rels/slide61.xml.rels" ContentType="application/vnd.openxmlformats-package.relationships+xml"/>
  <Override PartName="/ppt/slides/_rels/slide294.xml.rels" ContentType="application/vnd.openxmlformats-package.relationships+xml"/>
  <Override PartName="/ppt/slides/_rels/slide129.xml.rels" ContentType="application/vnd.openxmlformats-package.relationships+xml"/>
  <Override PartName="/ppt/slides/_rels/slide196.xml.rels" ContentType="application/vnd.openxmlformats-package.relationships+xml"/>
  <Override PartName="/ppt/slides/_rels/slide193.xml.rels" ContentType="application/vnd.openxmlformats-package.relationships+xml"/>
  <Override PartName="/ppt/slides/_rels/slide276.xml.rels" ContentType="application/vnd.openxmlformats-package.relationships+xml"/>
  <Override PartName="/ppt/slides/_rels/slide208.xml.rels" ContentType="application/vnd.openxmlformats-package.relationships+xml"/>
  <Override PartName="/ppt/slides/_rels/slide79.xml.rels" ContentType="application/vnd.openxmlformats-package.relationships+xml"/>
  <Override PartName="/ppt/slides/_rels/slide192.xml.rels" ContentType="application/vnd.openxmlformats-package.relationships+xml"/>
  <Override PartName="/ppt/slides/_rels/slide124.xml.rels" ContentType="application/vnd.openxmlformats-package.relationships+xml"/>
  <Override PartName="/ppt/slides/_rels/slide49.xml.rels" ContentType="application/vnd.openxmlformats-package.relationships+xml"/>
  <Override PartName="/ppt/slides/_rels/slide162.xml.rels" ContentType="application/vnd.openxmlformats-package.relationships+xml"/>
  <Override PartName="/ppt/slides/_rels/slide195.xml.rels" ContentType="application/vnd.openxmlformats-package.relationships+xml"/>
  <Override PartName="/ppt/slides/_rels/slide275.xml.rels" ContentType="application/vnd.openxmlformats-package.relationships+xml"/>
  <Override PartName="/ppt/slides/_rels/slide207.xml.rels" ContentType="application/vnd.openxmlformats-package.relationships+xml"/>
  <Override PartName="/ppt/slides/_rels/slide311.xml.rels" ContentType="application/vnd.openxmlformats-package.relationships+xml"/>
  <Override PartName="/ppt/slides/_rels/slide269.xml.rels" ContentType="application/vnd.openxmlformats-package.relationships+xml"/>
  <Override PartName="/ppt/slides/_rels/slide268.xml.rels" ContentType="application/vnd.openxmlformats-package.relationships+xml"/>
  <Override PartName="/ppt/slides/_rels/slide267.xml.rels" ContentType="application/vnd.openxmlformats-package.relationships+xml"/>
  <Override PartName="/ppt/slides/_rels/slide266.xml.rels" ContentType="application/vnd.openxmlformats-package.relationships+xml"/>
  <Override PartName="/ppt/slides/_rels/slide302.xml.rels" ContentType="application/vnd.openxmlformats-package.relationships+xml"/>
  <Override PartName="/ppt/slides/_rels/slide69.xml.rels" ContentType="application/vnd.openxmlformats-package.relationships+xml"/>
  <Override PartName="/ppt/slides/_rels/slide182.xml.rels" ContentType="application/vnd.openxmlformats-package.relationships+xml"/>
  <Override PartName="/ppt/slides/_rels/slide185.xml.rels" ContentType="application/vnd.openxmlformats-package.relationships+xml"/>
  <Override PartName="/ppt/slides/_rels/slide39.xml.rels" ContentType="application/vnd.openxmlformats-package.relationships+xml"/>
  <Override PartName="/ppt/slides/_rels/slide152.xml.rels" ContentType="application/vnd.openxmlformats-package.relationships+xml"/>
  <Override PartName="/ppt/slides/_rels/slide299.xml.rels" ContentType="application/vnd.openxmlformats-package.relationships+xml"/>
  <Override PartName="/ppt/slides/_rels/slide301.xml.rels" ContentType="application/vnd.openxmlformats-package.relationships+xml"/>
  <Override PartName="/ppt/slides/_rels/slide265.xml.rels" ContentType="application/vnd.openxmlformats-package.relationships+xml"/>
  <Override PartName="/ppt/slides/_rels/slide257.xml.rels" ContentType="application/vnd.openxmlformats-package.relationships+xml"/>
  <Override PartName="/ppt/slides/_rels/slide15.xml.rels" ContentType="application/vnd.openxmlformats-package.relationships+xml"/>
  <Override PartName="/ppt/slides/_rels/slide83.xml.rels" ContentType="application/vnd.openxmlformats-package.relationships+xml"/>
  <Override PartName="/ppt/slides/_rels/slide80.xml.rels" ContentType="application/vnd.openxmlformats-package.relationships+xml"/>
  <Override PartName="/ppt/slides/_rels/slide131.xml.rels" ContentType="application/vnd.openxmlformats-package.relationships+xml"/>
  <Override PartName="/ppt/slides/_rels/slide18.xml.rels" ContentType="application/vnd.openxmlformats-package.relationships+xml"/>
  <Override PartName="/ppt/slides/_rels/slide86.xml.rels" ContentType="application/vnd.openxmlformats-package.relationships+xml"/>
  <Override PartName="/ppt/slides/_rels/slide252.xml.rels" ContentType="application/vnd.openxmlformats-package.relationships+xml"/>
  <Override PartName="/ppt/slides/_rels/slide186.xml.rels" ContentType="application/vnd.openxmlformats-package.relationships+xml"/>
  <Override PartName="/ppt/slides/_rels/slide183.xml.rels" ContentType="application/vnd.openxmlformats-package.relationships+xml"/>
  <Override PartName="/ppt/slides/_rels/slide150.xml.rels" ContentType="application/vnd.openxmlformats-package.relationships+xml"/>
  <Override PartName="/ppt/slides/_rels/slide37.xml.rels" ContentType="application/vnd.openxmlformats-package.relationships+xml"/>
  <Override PartName="/ppt/slides/_rels/slide46.xml.rels" ContentType="application/vnd.openxmlformats-package.relationships+xml"/>
  <Override PartName="/ppt/slides/_rels/slide200.xml.rels" ContentType="application/vnd.openxmlformats-package.relationships+xml"/>
  <Override PartName="/ppt/slides/_rels/slide2.xml.rels" ContentType="application/vnd.openxmlformats-package.relationships+xml"/>
  <Override PartName="/ppt/slides/_rels/slide173.xml.rels" ContentType="application/vnd.openxmlformats-package.relationships+xml"/>
  <Override PartName="/ppt/slides/_rels/slide176.xml.rels" ContentType="application/vnd.openxmlformats-package.relationships+xml"/>
  <Override PartName="/ppt/slides/_rels/slide87.xml.rels" ContentType="application/vnd.openxmlformats-package.relationships+xml"/>
  <Override PartName="/ppt/slides/_rels/slide132.xml.rels" ContentType="application/vnd.openxmlformats-package.relationships+xml"/>
  <Override PartName="/ppt/slides/_rels/slide19.xml.rels" ContentType="application/vnd.openxmlformats-package.relationships+xml"/>
  <Override PartName="/ppt/slides/_rels/slide253.xml.rels" ContentType="application/vnd.openxmlformats-package.relationships+xml"/>
  <Override PartName="/ppt/slides/_rels/slide254.xml.rels" ContentType="application/vnd.openxmlformats-package.relationships+xml"/>
  <Override PartName="/ppt/slides/_rels/slide170.xml.rels" ContentType="application/vnd.openxmlformats-package.relationships+xml"/>
  <Override PartName="/ppt/slides/_rels/slide57.xml.rels" ContentType="application/vnd.openxmlformats-package.relationships+xml"/>
  <Override PartName="/ppt/slides/_rels/slide102.xml.rels" ContentType="application/vnd.openxmlformats-package.relationships+xml"/>
  <Override PartName="/ppt/slides/_rels/slide255.xml.rels" ContentType="application/vnd.openxmlformats-package.relationships+xml"/>
  <Override PartName="/ppt/slides/_rels/slide171.xml.rels" ContentType="application/vnd.openxmlformats-package.relationships+xml"/>
  <Override PartName="/ppt/slides/_rels/slide58.xml.rels" ContentType="application/vnd.openxmlformats-package.relationships+xml"/>
  <Override PartName="/ppt/slides/_rels/slide103.xml.rels" ContentType="application/vnd.openxmlformats-package.relationships+xml"/>
  <Override PartName="/ppt/slides/_rels/slide225.xml.rels" ContentType="application/vnd.openxmlformats-package.relationships+xml"/>
  <Override PartName="/ppt/slides/_rels/slide226.xml.rels" ContentType="application/vnd.openxmlformats-package.relationships+xml"/>
  <Override PartName="/ppt/slides/_rels/slide127.xml.rels" ContentType="application/vnd.openxmlformats-package.relationships+xml"/>
  <Override PartName="/ppt/slides/_rels/slide292.xml.rels" ContentType="application/vnd.openxmlformats-package.relationships+xml"/>
  <Override PartName="/ppt/slides/_rels/slide224.xml.rels" ContentType="application/vnd.openxmlformats-package.relationships+xml"/>
  <Override PartName="/ppt/slides/_rels/slide227.xml.rels" ContentType="application/vnd.openxmlformats-package.relationships+xml"/>
  <Override PartName="/ppt/slides/_rels/slide295.xml.rels" ContentType="application/vnd.openxmlformats-package.relationships+xml"/>
  <Override PartName="/ppt/slides/_rels/slide228.xml.rels" ContentType="application/vnd.openxmlformats-package.relationships+xml"/>
  <Override PartName="/ppt/slides/_rels/slide296.xml.rels" ContentType="application/vnd.openxmlformats-package.relationships+xml"/>
  <Override PartName="/ppt/slides/_rels/slide230.xml.rels" ContentType="application/vnd.openxmlformats-package.relationships+xml"/>
  <Override PartName="/ppt/slides/_rels/slide229.xml.rels" ContentType="application/vnd.openxmlformats-package.relationships+xml"/>
  <Override PartName="/ppt/slides/_rels/slide297.xml.rels" ContentType="application/vnd.openxmlformats-package.relationships+xml"/>
  <Override PartName="/ppt/slides/_rels/slide231.xml.rels" ContentType="application/vnd.openxmlformats-package.relationships+xml"/>
  <Override PartName="/ppt/slides/_rels/slide232.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233.xml.rels" ContentType="application/vnd.openxmlformats-package.relationships+xml"/>
  <Override PartName="/ppt/slides/_rels/slide82.xml.rels" ContentType="application/vnd.openxmlformats-package.relationships+xml"/>
  <Override PartName="/ppt/slides/_rels/slide14.xml.rels" ContentType="application/vnd.openxmlformats-package.relationships+xml"/>
  <Override PartName="/ppt/slides/_rels/slide160.xml.rels" ContentType="application/vnd.openxmlformats-package.relationships+xml"/>
  <Override PartName="/ppt/slides/_rels/slide47.xml.rels" ContentType="application/vnd.openxmlformats-package.relationships+xml"/>
  <Override PartName="/ppt/slides/_rels/slide17.xml.rels" ContentType="application/vnd.openxmlformats-package.relationships+xml"/>
  <Override PartName="/ppt/slides/_rels/slide234.xml.rels" ContentType="application/vnd.openxmlformats-package.relationships+xml"/>
  <Override PartName="/ppt/slides/_rels/slide235.xml.rels" ContentType="application/vnd.openxmlformats-package.relationships+xml"/>
  <Override PartName="/ppt/slides/_rels/slide236.xml.rels" ContentType="application/vnd.openxmlformats-package.relationships+xml"/>
  <Override PartName="/ppt/slides/_rels/slide237.xml.rels" ContentType="application/vnd.openxmlformats-package.relationships+xml"/>
  <Override PartName="/ppt/slides/_rels/slide238.xml.rels" ContentType="application/vnd.openxmlformats-package.relationships+xml"/>
  <Override PartName="/ppt/slides/_rels/slide240.xml.rels" ContentType="application/vnd.openxmlformats-package.relationships+xml"/>
  <Override PartName="/ppt/slides/_rels/slide251.xml.rels" ContentType="application/vnd.openxmlformats-package.relationships+xml"/>
  <Override PartName="/ppt/slides/_rels/slide277.xml.rels" ContentType="application/vnd.openxmlformats-package.relationships+xml"/>
  <Override PartName="/ppt/slides/_rels/slide35.xml.rels" ContentType="application/vnd.openxmlformats-package.relationships+xml"/>
  <Override PartName="/ppt/slides/_rels/slide249.xml.rels" ContentType="application/vnd.openxmlformats-package.relationships+xml"/>
  <Override PartName="/ppt/slides/_rels/slide212.xml.rels" ContentType="application/vnd.openxmlformats-package.relationships+xml"/>
  <Override PartName="/ppt/slides/_rels/slide250.xml.rels" ContentType="application/vnd.openxmlformats-package.relationships+xml"/>
  <Override PartName="/ppt/slides/_rels/slide108.xml.rels" ContentType="application/vnd.openxmlformats-package.relationships+xml"/>
  <Override PartName="/ppt/slides/_rels/slide273.xml.rels" ContentType="application/vnd.openxmlformats-package.relationships+xml"/>
  <Override PartName="/ppt/slides/_rels/slide205.xml.rels" ContentType="application/vnd.openxmlformats-package.relationships+xml"/>
  <Override PartName="/ppt/slides/_rels/slide23.xml.rels" ContentType="application/vnd.openxmlformats-package.relationships+xml"/>
  <Override PartName="/ppt/slides/_rels/slide248.xml.rels" ContentType="application/vnd.openxmlformats-package.relationships+xml"/>
  <Override PartName="/ppt/slides/_rels/slide91.xml.rels" ContentType="application/vnd.openxmlformats-package.relationships+xml"/>
  <Override PartName="/ppt/slides/_rels/slide4.xml.rels" ContentType="application/vnd.openxmlformats-package.relationships+xml"/>
  <Override PartName="/ppt/slides/_rels/slide202.xml.rels" ContentType="application/vnd.openxmlformats-package.relationships+xml"/>
  <Override PartName="/ppt/slides/_rels/slide105.xml.rels" ContentType="application/vnd.openxmlformats-package.relationships+xml"/>
  <Override PartName="/ppt/slides/_rels/slide270.xml.rels" ContentType="application/vnd.openxmlformats-package.relationships+xml"/>
  <Override PartName="/ppt/slides/_rels/slide211.xml.rels" ContentType="application/vnd.openxmlformats-package.relationships+xml"/>
  <Override PartName="/ppt/slides/_rels/slide247.xml.rels" ContentType="application/vnd.openxmlformats-package.relationships+xml"/>
  <Override PartName="/ppt/slides/_rels/slide210.xml.rels" ContentType="application/vnd.openxmlformats-package.relationships+xml"/>
  <Override PartName="/ppt/slides/_rels/slide246.xml.rels" ContentType="application/vnd.openxmlformats-package.relationships+xml"/>
  <Override PartName="/ppt/slides/_rels/slide245.xml.rels" ContentType="application/vnd.openxmlformats-package.relationships+xml"/>
  <Override PartName="/ppt/slides/_rels/slide244.xml.rels" ContentType="application/vnd.openxmlformats-package.relationships+xml"/>
  <Override PartName="/ppt/slides/_rels/slide243.xml.rels" ContentType="application/vnd.openxmlformats-package.relationships+xml"/>
  <Override PartName="/ppt/slides/_rels/slide242.xml.rels" ContentType="application/vnd.openxmlformats-package.relationships+xml"/>
  <Override PartName="/ppt/slides/_rels/slide239.xml.rels" ContentType="application/vnd.openxmlformats-package.relationships+xml"/>
  <Override PartName="/ppt/slides/_rels/slide241.xml.rels" ContentType="application/vnd.openxmlformats-package.relationships+xml"/>
  <Override PartName="/ppt/slides/_rels/slide223.xml.rels" ContentType="application/vnd.openxmlformats-package.relationships+xml"/>
  <Override PartName="/ppt/slides/_rels/slide222.xml.rels" ContentType="application/vnd.openxmlformats-package.relationships+xml"/>
  <Override PartName="/ppt/slides/_rels/slide125.xml.rels" ContentType="application/vnd.openxmlformats-package.relationships+xml"/>
  <Override PartName="/ppt/slides/_rels/slide290.xml.rels" ContentType="application/vnd.openxmlformats-package.relationships+xml"/>
  <Override PartName="/ppt/slides/_rels/slide221.xml.rels" ContentType="application/vnd.openxmlformats-package.relationships+xml"/>
  <Override PartName="/ppt/slides/_rels/slide220.xml.rels" ContentType="application/vnd.openxmlformats-package.relationships+xml"/>
  <Override PartName="/ppt/slides/_rels/slide287.xml.rels" ContentType="application/vnd.openxmlformats-package.relationships+xml"/>
  <Override PartName="/ppt/slides/_rels/slide219.xml.rels" ContentType="application/vnd.openxmlformats-package.relationships+xml"/>
  <Override PartName="/ppt/slides/_rels/slide190.xml.rels" ContentType="application/vnd.openxmlformats-package.relationships+xml"/>
  <Override PartName="/ppt/slides/_rels/slide122.xml.rels" ContentType="application/vnd.openxmlformats-package.relationships+xml"/>
  <Override PartName="/ppt/slides/_rels/slide77.xml.rels" ContentType="application/vnd.openxmlformats-package.relationships+xml"/>
  <Override PartName="/ppt/slides/_rels/slide118.xml.rels" ContentType="application/vnd.openxmlformats-package.relationships+xml"/>
  <Override PartName="/ppt/slides/_rels/slide283.xml.rels" ContentType="application/vnd.openxmlformats-package.relationships+xml"/>
  <Override PartName="/ppt/slides/_rels/slide215.xml.rels" ContentType="application/vnd.openxmlformats-package.relationships+xml"/>
  <Override PartName="/ppt/slides/_rels/slide218.xml.rels" ContentType="application/vnd.openxmlformats-package.relationships+xml"/>
  <Override PartName="/ppt/slides/_rels/slide286.xml.rels" ContentType="application/vnd.openxmlformats-package.relationships+xml"/>
  <Override PartName="/ppt/slides/_rels/slide117.xml.rels" ContentType="application/vnd.openxmlformats-package.relationships+xml"/>
  <Override PartName="/ppt/slides/_rels/slide282.xml.rels" ContentType="application/vnd.openxmlformats-package.relationships+xml"/>
  <Override PartName="/ppt/slides/_rels/slide214.xml.rels" ContentType="application/vnd.openxmlformats-package.relationships+xml"/>
  <Override PartName="/ppt/slides/_rels/slide217.xml.rels" ContentType="application/vnd.openxmlformats-package.relationships+xml"/>
  <Override PartName="/ppt/slides/_rels/slide285.xml.rels" ContentType="application/vnd.openxmlformats-package.relationships+xml"/>
  <Override PartName="/ppt/slides/_rels/slide216.xml.rels" ContentType="application/vnd.openxmlformats-package.relationships+xml"/>
  <Override PartName="/ppt/slides/_rels/slide213.xml.rels" ContentType="application/vnd.openxmlformats-package.relationships+xml"/>
  <Override PartName="/ppt/slides/_rels/slide209.xml.rels" ContentType="application/vnd.openxmlformats-package.relationships+xml"/>
  <Override PartName="/ppt/slides/_rels/slide180.xml.rels" ContentType="application/vnd.openxmlformats-package.relationships+xml"/>
  <Override PartName="/ppt/slides/_rels/slide67.xml.rels" ContentType="application/vnd.openxmlformats-package.relationships+xml"/>
  <Override PartName="/ppt/slides/_rels/slide206.xml.rels" ContentType="application/vnd.openxmlformats-package.relationships+xml"/>
  <Override PartName="/ppt/slides/_rels/slide204.xml.rels" ContentType="application/vnd.openxmlformats-package.relationships+xml"/>
  <Override PartName="/ppt/slides/_rels/slide203.xml.rels" ContentType="application/vnd.openxmlformats-package.relationships+xml"/>
  <Override PartName="/ppt/slides/_rels/slide36.xml.rels" ContentType="application/vnd.openxmlformats-package.relationships+xml"/>
  <Override PartName="/ppt/slides/_rels/slide256.xml.rels" ContentType="application/vnd.openxmlformats-package.relationships+xml"/>
  <Override PartName="/ppt/slides/_rels/slide194.xml.rels" ContentType="application/vnd.openxmlformats-package.relationships+xml"/>
  <Override PartName="/ppt/slides/_rels/slide291.xml.rels" ContentType="application/vnd.openxmlformats-package.relationships+xml"/>
  <Override PartName="/ppt/slides/_rels/slide126.xml.rels" ContentType="application/vnd.openxmlformats-package.relationships+xml"/>
  <Override PartName="/ppt/slides/_rels/slide24.xml.rels" ContentType="application/vnd.openxmlformats-package.relationships+xml"/>
  <Override PartName="/ppt/slides/_rels/slide5.xml.rels" ContentType="application/vnd.openxmlformats-package.relationships+xml"/>
  <Override PartName="/ppt/slides/_rels/slide92.xml.rels" ContentType="application/vnd.openxmlformats-package.relationships+xml"/>
  <Override PartName="/ppt/slides/_rels/slide278.xml.rels" ContentType="application/vnd.openxmlformats-package.relationships+xml"/>
  <Override PartName="/ppt/slides/_rels/slide25.xml.rels" ContentType="application/vnd.openxmlformats-package.relationships+xml"/>
  <Override PartName="/ppt/slides/_rels/slide6.xml.rels" ContentType="application/vnd.openxmlformats-package.relationships+xml"/>
  <Override PartName="/ppt/slides/_rels/slide93.xml.rels" ContentType="application/vnd.openxmlformats-package.relationships+xml"/>
  <Override PartName="/ppt/slides/_rels/slide298.xml.rels" ContentType="application/vnd.openxmlformats-package.relationships+xml"/>
  <Override PartName="/ppt/slides/_rels/slide300.xml.rels" ContentType="application/vnd.openxmlformats-package.relationships+xml"/>
  <Override PartName="/ppt/slides/_rels/slide261.xml.rels" ContentType="application/vnd.openxmlformats-package.relationships+xml"/>
  <Override PartName="/ppt/slides/_rels/slide260.xml.rels" ContentType="application/vnd.openxmlformats-package.relationships+xml"/>
  <Override PartName="/ppt/slides/_rels/slide184.xml.rels" ContentType="application/vnd.openxmlformats-package.relationships+xml"/>
  <Override PartName="/ppt/slides/_rels/slide281.xml.rels" ContentType="application/vnd.openxmlformats-package.relationships+xml"/>
  <Override PartName="/ppt/slides/_rels/slide116.xml.rels" ContentType="application/vnd.openxmlformats-package.relationships+xml"/>
  <Override PartName="/ppt/slides/_rels/slide284.xml.rels" ContentType="application/vnd.openxmlformats-package.relationships+xml"/>
  <Override PartName="/ppt/slides/_rels/slide119.xml.rels" ContentType="application/vnd.openxmlformats-package.relationships+xml"/>
  <Override PartName="/ppt/slides/_rels/slide187.xml.rels" ContentType="application/vnd.openxmlformats-package.relationships+xml"/>
  <Override PartName="/ppt/slides/_rels/slide20.xml.rels" ContentType="application/vnd.openxmlformats-package.relationships+xml"/>
  <Override PartName="/ppt/slides/_rels/slide271.xml.rels" ContentType="application/vnd.openxmlformats-package.relationships+xml"/>
  <Override PartName="/ppt/slides/_rels/slide106.xml.rels" ContentType="application/vnd.openxmlformats-package.relationships+xml"/>
  <Override PartName="/ppt/slides/_rels/slide174.xml.rels" ContentType="application/vnd.openxmlformats-package.relationships+xml"/>
  <Override PartName="/ppt/slides/_rels/slide28.xml.rels" ContentType="application/vnd.openxmlformats-package.relationships+xml"/>
  <Override PartName="/ppt/slides/_rels/slide141.xml.rels" ContentType="application/vnd.openxmlformats-package.relationships+xml"/>
  <Override PartName="/ppt/slides/_rels/slide9.xml.rels" ContentType="application/vnd.openxmlformats-package.relationships+xml"/>
  <Override PartName="/ppt/slides/_rels/slide96.xml.rels" ContentType="application/vnd.openxmlformats-package.relationships+xml"/>
  <Override PartName="/ppt/slides/_rels/slide264.xml.rels" ContentType="application/vnd.openxmlformats-package.relationships+xml"/>
  <Override PartName="/ppt/slides/_rels/slide38.xml.rels" ContentType="application/vnd.openxmlformats-package.relationships+xml"/>
  <Override PartName="/ppt/slides/_rels/slide151.xml.rels" ContentType="application/vnd.openxmlformats-package.relationships+xml"/>
  <Override PartName="/ppt/slides/_rels/slide181.xml.rels" ContentType="application/vnd.openxmlformats-package.relationships+xml"/>
  <Override PartName="/ppt/slides/_rels/slide68.xml.rels" ContentType="application/vnd.openxmlformats-package.relationships+xml"/>
  <Override PartName="/ppt/slides/_rels/slide262.xml.rels" ContentType="application/vnd.openxmlformats-package.relationships+xml"/>
  <Override PartName="/ppt/slides/_rels/slide34.xml.rels" ContentType="application/vnd.openxmlformats-package.relationships+xml"/>
  <Override PartName="/ppt/slides/_rels/slide259.xml.rels" ContentType="application/vnd.openxmlformats-package.relationships+xml"/>
  <Override PartName="/ppt/slides/_rels/slide258.xml.rels" ContentType="application/vnd.openxmlformats-package.relationships+xml"/>
  <Override PartName="/ppt/slides/_rels/slide175.xml.rels" ContentType="application/vnd.openxmlformats-package.relationships+xml"/>
  <Override PartName="/ppt/slides/_rels/slide272.xml.rels" ContentType="application/vnd.openxmlformats-package.relationships+xml"/>
  <Override PartName="/ppt/slides/_rels/slide107.xml.rels" ContentType="application/vnd.openxmlformats-package.relationships+xml"/>
  <Override PartName="/ppt/slides/_rels/slide70.xml.rels" ContentType="application/vnd.openxmlformats-package.relationships+xml"/>
  <Override PartName="/ppt/slides/_rels/slide289.xml.rels" ContentType="application/vnd.openxmlformats-package.relationships+xml"/>
  <Override PartName="/ppt/slides/_rels/slide288.xml.rels" ContentType="application/vnd.openxmlformats-package.relationships+xml"/>
  <Override PartName="/ppt/slides/_rels/slide279.xml.rels" ContentType="application/vnd.openxmlformats-package.relationships+xml"/>
  <Override PartName="/ppt/slides/_rels/slide104.xml.rels" ContentType="application/vnd.openxmlformats-package.relationships+xml"/>
  <Override PartName="/ppt/slides/_rels/slide172.xml.rels" ContentType="application/vnd.openxmlformats-package.relationships+xml"/>
  <Override PartName="/ppt/slides/_rels/slide59.xml.rels" ContentType="application/vnd.openxmlformats-package.relationships+xml"/>
  <Override PartName="/ppt/slides/_rels/slide26.xml.rels" ContentType="application/vnd.openxmlformats-package.relationships+xml"/>
  <Override PartName="/ppt/slides/_rels/slide7.xml.rels" ContentType="application/vnd.openxmlformats-package.relationships+xml"/>
  <Override PartName="/ppt/slides/_rels/slide94.xml.rels" ContentType="application/vnd.openxmlformats-package.relationships+xml"/>
  <Override PartName="/ppt/slides/_rels/slide310.xml.rels" ContentType="application/vnd.openxmlformats-package.relationships+xml"/>
  <Override PartName="/ppt/slides/_rels/slide48.xml.rels" ContentType="application/vnd.openxmlformats-package.relationships+xml"/>
  <Override PartName="/ppt/slides/_rels/slide161.xml.rels" ContentType="application/vnd.openxmlformats-package.relationships+xml"/>
  <Override PartName="/ppt/slides/_rels/slide115.xml.rels" ContentType="application/vnd.openxmlformats-package.relationships+xml"/>
  <Override PartName="/ppt/slides/_rels/slide280.xml.rels" ContentType="application/vnd.openxmlformats-package.relationships+xml"/>
  <Override PartName="/ppt/slides/_rels/slide309.xml.rels" ContentType="application/vnd.openxmlformats-package.relationships+xml"/>
  <Override PartName="/ppt/slides/_rels/slide191.xml.rels" ContentType="application/vnd.openxmlformats-package.relationships+xml"/>
  <Override PartName="/ppt/slides/_rels/slide123.xml.rels" ContentType="application/vnd.openxmlformats-package.relationships+xml"/>
  <Override PartName="/ppt/slides/_rels/slide78.xml.rels" ContentType="application/vnd.openxmlformats-package.relationships+xml"/>
  <Override PartName="/ppt/slides/_rels/slide60.xml.rels" ContentType="application/vnd.openxmlformats-package.relationships+xml"/>
  <Override PartName="/ppt/slides/_rels/slide10.xml.rels" ContentType="application/vnd.openxmlformats-package.relationships+xml"/>
  <Override PartName="/ppt/slides/_rels/slide177.xml.rels" ContentType="application/vnd.openxmlformats-package.relationships+xml"/>
  <Override PartName="/ppt/slides/_rels/slide274.xml.rels" ContentType="application/vnd.openxmlformats-package.relationships+xml"/>
  <Override PartName="/ppt/slides/_rels/slide109.xml.rels" ContentType="application/vnd.openxmlformats-package.relationships+xml"/>
  <Override PartName="/ppt/slides/_rels/slide90.xml.rels" ContentType="application/vnd.openxmlformats-package.relationships+xml"/>
  <Override PartName="/ppt/slides/_rels/slide3.xml.rels" ContentType="application/vnd.openxmlformats-package.relationships+xml"/>
  <Override PartName="/ppt/slides/_rels/slide201.xml.rels" ContentType="application/vnd.openxmlformats-package.relationships+xml"/>
  <Override PartName="/ppt/slides/_rels/slide27.xml.rels" ContentType="application/vnd.openxmlformats-package.relationships+xml"/>
  <Override PartName="/ppt/slides/_rels/slide140.xml.rels" ContentType="application/vnd.openxmlformats-package.relationships+xml"/>
  <Override PartName="/ppt/slides/_rels/slide8.xml.rels" ContentType="application/vnd.openxmlformats-package.relationships+xml"/>
  <Override PartName="/ppt/slides/_rels/slide95.xml.rels" ContentType="application/vnd.openxmlformats-package.relationships+xml"/>
  <Override PartName="/ppt/slides/_rels/slide263.xml.rels" ContentType="application/vnd.openxmlformats-package.relationships+xml"/>
  <Override PartName="/ppt/slides/_rels/slide1.xml.rels" ContentType="application/vnd.openxmlformats-package.relationships+xml"/>
  <Override PartName="/ppt/slides/_rels/slide197.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142.xml.rels" ContentType="application/vnd.openxmlformats-package.relationships+xml"/>
  <Override PartName="/ppt/slides/_rels/slide97.xml.rels" ContentType="application/vnd.openxmlformats-package.relationships+xml"/>
  <Override PartName="/ppt/slides/_rels/slide303.xml.rels" ContentType="application/vnd.openxmlformats-package.relationships+xml"/>
  <Override PartName="/ppt/slides/_rels/slide40.xml.rels" ContentType="application/vnd.openxmlformats-package.relationships+xml"/>
  <Override PartName="/ppt/slides/_rels/slide304.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41.xml.rels" ContentType="application/vnd.openxmlformats-package.relationships+xml"/>
  <Override PartName="/ppt/slides/_rels/slide305.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42.xml.rels" ContentType="application/vnd.openxmlformats-package.relationships+xml"/>
  <Override PartName="/ppt/slides/_rels/slide112.xml.rels" ContentType="application/vnd.openxmlformats-package.relationships+xml"/>
  <Override PartName="/ppt/slides/_rels/slide306.xml.rels" ContentType="application/vnd.openxmlformats-package.relationships+xml"/>
  <Override PartName="/ppt/slides/_rels/slide43.xml.rels" ContentType="application/vnd.openxmlformats-package.relationships+xml"/>
  <Override PartName="/ppt/slides/_rels/slide113.xml.rels" ContentType="application/vnd.openxmlformats-package.relationships+xml"/>
  <Override PartName="/ppt/slides/_rels/slide307.xml.rels" ContentType="application/vnd.openxmlformats-package.relationships+xml"/>
  <Override PartName="/ppt/slides/_rels/slide44.xml.rels" ContentType="application/vnd.openxmlformats-package.relationships+xml"/>
  <Override PartName="/ppt/slides/_rels/slide114.xml.rels" ContentType="application/vnd.openxmlformats-package.relationships+xml"/>
  <Override PartName="/ppt/slides/_rels/slide308.xml.rels" ContentType="application/vnd.openxmlformats-package.relationships+xml"/>
  <Override PartName="/ppt/slides/_rels/slide45.xml.rels" ContentType="application/vnd.openxmlformats-package.relationships+xml"/>
  <Override PartName="/ppt/slides/_rels/slide50.xml.rels" ContentType="application/vnd.openxmlformats-package.relationships+xml"/>
  <Override PartName="/ppt/slides/_rels/slide120.xml.rels" ContentType="application/vnd.openxmlformats-package.relationships+xml"/>
  <Override PartName="/ppt/slides/_rels/slide75.xml.rels" ContentType="application/vnd.openxmlformats-package.relationships+xml"/>
  <Override PartName="/ppt/slides/_rels/slide51.xml.rels" ContentType="application/vnd.openxmlformats-package.relationships+xml"/>
  <Override PartName="/ppt/slides/_rels/slide121.xml.rels" ContentType="application/vnd.openxmlformats-package.relationships+xml"/>
  <Override PartName="/ppt/slides/_rels/slide76.xml.rels" ContentType="application/vnd.openxmlformats-package.relationships+xml"/>
  <Override PartName="/ppt/slides/_rels/slide52.xml.rels" ContentType="application/vnd.openxmlformats-package.relationships+xml"/>
  <Override PartName="/ppt/slides/_rels/slide53.xml.rels" ContentType="application/vnd.openxmlformats-package.relationships+xml"/>
  <Override PartName="/ppt/slides/_rels/slide198.xml.rels" ContentType="application/vnd.openxmlformats-package.relationships+xml"/>
  <Override PartName="/ppt/slides/_rels/slide31.xml.rels" ContentType="application/vnd.openxmlformats-package.relationships+xml"/>
  <Override PartName="/ppt/slides/_rels/slide100.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199.xml.rels" ContentType="application/vnd.openxmlformats-package.relationships+xml"/>
  <Override PartName="/ppt/slides/_rels/slide32.xml.rels" ContentType="application/vnd.openxmlformats-package.relationships+xml"/>
  <Override PartName="/ppt/slides/_rels/slide101.xml.rels" ContentType="application/vnd.openxmlformats-package.relationships+xml"/>
  <Override PartName="/ppt/slides/_rels/slide56.xml.rels" ContentType="application/vnd.openxmlformats-package.relationships+xml"/>
  <Override PartName="/ppt/slides/_rels/slide33.xml.rels" ContentType="application/vnd.openxmlformats-package.relationships+xml"/>
  <Override PartName="/ppt/slides/_rels/slide293.xml.rels" ContentType="application/vnd.openxmlformats-package.relationships+xml"/>
  <Override PartName="/ppt/slides/_rels/slide128.xml.rels" ContentType="application/vnd.openxmlformats-package.relationships+xml"/>
  <Override PartName="/ppt/slides/slide251.xml" ContentType="application/vnd.openxmlformats-officedocument.presentationml.slide+xml"/>
  <Override PartName="/ppt/slides/slide17.xml" ContentType="application/vnd.openxmlformats-officedocument.presentationml.slide+xml"/>
  <Override PartName="/ppt/slides/slide250.xml" ContentType="application/vnd.openxmlformats-officedocument.presentationml.slide+xml"/>
  <Override PartName="/ppt/slides/slide16.xml" ContentType="application/vnd.openxmlformats-officedocument.presentationml.slide+xml"/>
  <Override PartName="/ppt/slides/slide249.xml" ContentType="application/vnd.openxmlformats-officedocument.presentationml.slide+xml"/>
  <Override PartName="/ppt/slides/slide248.xml" ContentType="application/vnd.openxmlformats-officedocument.presentationml.slide+xml"/>
  <Override PartName="/ppt/slides/slide247.xml" ContentType="application/vnd.openxmlformats-officedocument.presentationml.slide+xml"/>
  <Override PartName="/ppt/slides/slide246.xml" ContentType="application/vnd.openxmlformats-officedocument.presentationml.slide+xml"/>
  <Override PartName="/ppt/slides/slide245.xml" ContentType="application/vnd.openxmlformats-officedocument.presentationml.slide+xml"/>
  <Override PartName="/ppt/slides/slide244.xml" ContentType="application/vnd.openxmlformats-officedocument.presentationml.slide+xml"/>
  <Override PartName="/ppt/slides/slide243.xml" ContentType="application/vnd.openxmlformats-officedocument.presentationml.slide+xml"/>
  <Override PartName="/ppt/slides/slide242.xml" ContentType="application/vnd.openxmlformats-officedocument.presentationml.slide+xml"/>
  <Override PartName="/ppt/slides/slide241.xml" ContentType="application/vnd.openxmlformats-officedocument.presentationml.slide+xml"/>
  <Override PartName="/ppt/slides/slide240.xml" ContentType="application/vnd.openxmlformats-officedocument.presentationml.slide+xml"/>
  <Override PartName="/ppt/slides/slide239.xml" ContentType="application/vnd.openxmlformats-officedocument.presentationml.slide+xml"/>
  <Override PartName="/ppt/slides/slide238.xml" ContentType="application/vnd.openxmlformats-officedocument.presentationml.slide+xml"/>
  <Override PartName="/ppt/slides/slide237.xml" ContentType="application/vnd.openxmlformats-officedocument.presentationml.slide+xml"/>
  <Override PartName="/ppt/slides/slide236.xml" ContentType="application/vnd.openxmlformats-officedocument.presentationml.slide+xml"/>
  <Override PartName="/ppt/slides/slide235.xml" ContentType="application/vnd.openxmlformats-officedocument.presentationml.slide+xml"/>
  <Override PartName="/ppt/slides/slide234.xml" ContentType="application/vnd.openxmlformats-officedocument.presentationml.slide+xml"/>
  <Override PartName="/ppt/slides/slide233.xml" ContentType="application/vnd.openxmlformats-officedocument.presentationml.slide+xml"/>
  <Override PartName="/ppt/slides/slide232.xml" ContentType="application/vnd.openxmlformats-officedocument.presentationml.slide+xml"/>
  <Override PartName="/ppt/slides/slide231.xml" ContentType="application/vnd.openxmlformats-officedocument.presentationml.slide+xml"/>
  <Override PartName="/ppt/slides/slide230.xml" ContentType="application/vnd.openxmlformats-officedocument.presentationml.slide+xml"/>
  <Override PartName="/ppt/slides/slide229.xml" ContentType="application/vnd.openxmlformats-officedocument.presentationml.slide+xml"/>
  <Override PartName="/ppt/slides/slide228.xml" ContentType="application/vnd.openxmlformats-officedocument.presentationml.slide+xml"/>
  <Override PartName="/ppt/slides/slide227.xml" ContentType="application/vnd.openxmlformats-officedocument.presentationml.slide+xml"/>
  <Override PartName="/ppt/slides/slide226.xml" ContentType="application/vnd.openxmlformats-officedocument.presentationml.slide+xml"/>
  <Override PartName="/ppt/slides/slide225.xml" ContentType="application/vnd.openxmlformats-officedocument.presentationml.slide+xml"/>
  <Override PartName="/ppt/slides/slide224.xml" ContentType="application/vnd.openxmlformats-officedocument.presentationml.slide+xml"/>
  <Override PartName="/ppt/slides/slide223.xml" ContentType="application/vnd.openxmlformats-officedocument.presentationml.slide+xml"/>
  <Override PartName="/ppt/slides/slide222.xml" ContentType="application/vnd.openxmlformats-officedocument.presentationml.slide+xml"/>
  <Override PartName="/ppt/slides/slide221.xml" ContentType="application/vnd.openxmlformats-officedocument.presentationml.slide+xml"/>
  <Override PartName="/ppt/slides/slide220.xml" ContentType="application/vnd.openxmlformats-officedocument.presentationml.slide+xml"/>
  <Override PartName="/ppt/slides/slide219.xml" ContentType="application/vnd.openxmlformats-officedocument.presentationml.slide+xml"/>
  <Override PartName="/ppt/slides/slide190.xml" ContentType="application/vnd.openxmlformats-officedocument.presentationml.slide+xml"/>
  <Override PartName="/ppt/slides/slide218.xml" ContentType="application/vnd.openxmlformats-officedocument.presentationml.slide+xml"/>
  <Override PartName="/ppt/slides/slide217.xml" ContentType="application/vnd.openxmlformats-officedocument.presentationml.slide+xml"/>
  <Override PartName="/ppt/slides/slide216.xml" ContentType="application/vnd.openxmlformats-officedocument.presentationml.slide+xml"/>
  <Override PartName="/ppt/slides/slide215.xml" ContentType="application/vnd.openxmlformats-officedocument.presentationml.slide+xml"/>
  <Override PartName="/ppt/slides/slide214.xml" ContentType="application/vnd.openxmlformats-officedocument.presentationml.slide+xml"/>
  <Override PartName="/ppt/slides/slide213.xml" ContentType="application/vnd.openxmlformats-officedocument.presentationml.slide+xml"/>
  <Override PartName="/ppt/slides/slide212.xml" ContentType="application/vnd.openxmlformats-officedocument.presentationml.slide+xml"/>
  <Override PartName="/ppt/slides/slide211.xml" ContentType="application/vnd.openxmlformats-officedocument.presentationml.slide+xml"/>
  <Override PartName="/ppt/slides/slide210.xml" ContentType="application/vnd.openxmlformats-officedocument.presentationml.slide+xml"/>
  <Override PartName="/ppt/slides/slide209.xml" ContentType="application/vnd.openxmlformats-officedocument.presentationml.slide+xml"/>
  <Override PartName="/ppt/slides/slide180.xml" ContentType="application/vnd.openxmlformats-officedocument.presentationml.slide+xml"/>
  <Override PartName="/ppt/slides/slide208.xml" ContentType="application/vnd.openxmlformats-officedocument.presentationml.slide+xml"/>
  <Override PartName="/ppt/slides/slide207.xml" ContentType="application/vnd.openxmlformats-officedocument.presentationml.slide+xml"/>
  <Override PartName="/ppt/slides/slide206.xml" ContentType="application/vnd.openxmlformats-officedocument.presentationml.slide+xml"/>
  <Override PartName="/ppt/slides/slide205.xml" ContentType="application/vnd.openxmlformats-officedocument.presentationml.slide+xml"/>
  <Override PartName="/ppt/slides/slide204.xml" ContentType="application/vnd.openxmlformats-officedocument.presentationml.slide+xml"/>
  <Override PartName="/ppt/slides/slide203.xml" ContentType="application/vnd.openxmlformats-officedocument.presentationml.slide+xml"/>
  <Override PartName="/ppt/slides/slide202.xml" ContentType="application/vnd.openxmlformats-officedocument.presentationml.slide+xml"/>
  <Override PartName="/ppt/slides/slide173.xml" ContentType="application/vnd.openxmlformats-officedocument.presentationml.slide+xml"/>
  <Override PartName="/ppt/slides/slide176.xml" ContentType="application/vnd.openxmlformats-officedocument.presentationml.slide+xml"/>
  <Override PartName="/ppt/slides/slide256.xml" ContentType="application/vnd.openxmlformats-officedocument.presentationml.slide+xml"/>
  <Override PartName="/ppt/slides/slide5.xml" ContentType="application/vnd.openxmlformats-officedocument.presentationml.slide+xml"/>
  <Override PartName="/ppt/slides/slide35.xml" ContentType="application/vnd.openxmlformats-officedocument.presentationml.slide+xml"/>
  <Override PartName="/ppt/slides/slide104.xml" ContentType="application/vnd.openxmlformats-officedocument.presentationml.slide+xml"/>
  <Override PartName="/ppt/slides/slide172.xml" ContentType="application/vnd.openxmlformats-officedocument.presentationml.slide+xml"/>
  <Override PartName="/ppt/slides/slide175.xml" ContentType="application/vnd.openxmlformats-officedocument.presentationml.slide+xml"/>
  <Override PartName="/ppt/slides/slide21.xml" ContentType="application/vnd.openxmlformats-officedocument.presentationml.slide+xml"/>
  <Override PartName="/ppt/slides/slide255.xml" ContentType="application/vnd.openxmlformats-officedocument.presentationml.slide+xml"/>
  <Override PartName="/ppt/slides/slide4.xml" ContentType="application/vnd.openxmlformats-officedocument.presentationml.slide+xml"/>
  <Override PartName="/ppt/slides/slide34.xml" ContentType="application/vnd.openxmlformats-officedocument.presentationml.slide+xml"/>
  <Override PartName="/ppt/slides/slide103.xml" ContentType="application/vnd.openxmlformats-officedocument.presentationml.slide+xml"/>
  <Override PartName="/ppt/slides/slide171.xml" ContentType="application/vnd.openxmlformats-officedocument.presentationml.slide+xml"/>
  <Override PartName="/ppt/slides/slide174.xml" ContentType="application/vnd.openxmlformats-officedocument.presentationml.slide+xml"/>
  <Override PartName="/ppt/slides/slide11.xml" ContentType="application/vnd.openxmlformats-officedocument.presentationml.slide+xml"/>
  <Override PartName="/ppt/slides/slide25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259.xml" ContentType="application/vnd.openxmlformats-officedocument.presentationml.slide+xml"/>
  <Override PartName="/ppt/slides/slide13.xml" ContentType="application/vnd.openxmlformats-officedocument.presentationml.slide+xml"/>
  <Override PartName="/ppt/slides/slide183.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1.xml" ContentType="application/vnd.openxmlformats-officedocument.presentationml.slide+xml"/>
  <Override PartName="/ppt/slides/slide258.xml" ContentType="application/vnd.openxmlformats-officedocument.presentationml.slide+xml"/>
  <Override PartName="/ppt/slides/slide36.xml" ContentType="application/vnd.openxmlformats-officedocument.presentationml.slide+xml"/>
  <Override PartName="/ppt/slides/slide105.xml" ContentType="application/vnd.openxmlformats-officedocument.presentationml.slide+xml"/>
  <Override PartName="/ppt/slides/slide270.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257.xml" ContentType="application/vnd.openxmlformats-officedocument.presentationml.slide+xml"/>
  <Override PartName="/ppt/slides/slide7.xml" ContentType="application/vnd.openxmlformats-officedocument.presentationml.slide+xml"/>
  <Override PartName="/ppt/slides/slide301.xml" ContentType="application/vnd.openxmlformats-officedocument.presentationml.slide+xml"/>
  <Override PartName="/ppt/slides/slide299.xml" ContentType="application/vnd.openxmlformats-officedocument.presentationml.slide+xml"/>
  <Override PartName="/ppt/slides/slide265.xml" ContentType="application/vnd.openxmlformats-officedocument.presentationml.slide+xml"/>
  <Override PartName="/ppt/slides/slide185.xml" ContentType="application/vnd.openxmlformats-officedocument.presentationml.slide+xml"/>
  <Override PartName="/ppt/slides/slide182.xml" ContentType="application/vnd.openxmlformats-officedocument.presentationml.slide+xml"/>
  <Override PartName="/ppt/slides/slide8.xml" ContentType="application/vnd.openxmlformats-officedocument.presentationml.slide+xml"/>
  <Override PartName="/ppt/slides/slide302.xml" ContentType="application/vnd.openxmlformats-officedocument.presentationml.slide+xml"/>
  <Override PartName="/ppt/slides/slide266.xml" ContentType="application/vnd.openxmlformats-officedocument.presentationml.slide+xml"/>
  <Override PartName="/ppt/slides/slide18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311.xml" ContentType="application/vnd.openxmlformats-officedocument.presentationml.slide+xml"/>
  <Override PartName="/ppt/slides/slide275.xml" ContentType="application/vnd.openxmlformats-officedocument.presentationml.slide+xml"/>
  <Override PartName="/ppt/slides/slide58.xml" ContentType="application/vnd.openxmlformats-officedocument.presentationml.slide+xml"/>
  <Override PartName="/ppt/slides/slide292.xml" ContentType="application/vnd.openxmlformats-officedocument.presentationml.slide+xml"/>
  <Override PartName="/ppt/slides/slide127.xml" ContentType="application/vnd.openxmlformats-officedocument.presentationml.slide+xml"/>
  <Override PartName="/ppt/slides/slide195.xml" ContentType="application/vnd.openxmlformats-officedocument.presentationml.slide+xml"/>
  <Override PartName="/ppt/slides/slide192.xml" ContentType="application/vnd.openxmlformats-officedocument.presentationml.slide+xml"/>
  <Override PartName="/ppt/slides/slide252.xml" ContentType="application/vnd.openxmlformats-officedocument.presentationml.slide+xml"/>
  <Override PartName="/ppt/slides/slide18.xml" ContentType="application/vnd.openxmlformats-officedocument.presentationml.slide+xml"/>
  <Override PartName="/ppt/slides/slide276.xml" ContentType="application/vnd.openxmlformats-officedocument.presentationml.slide+xml"/>
  <Override PartName="/ppt/slides/slide193.xml" ContentType="application/vnd.openxmlformats-officedocument.presentationml.slide+xml"/>
  <Override PartName="/ppt/slides/slide253.xml" ContentType="application/vnd.openxmlformats-officedocument.presentationml.slide+xml"/>
  <Override PartName="/ppt/slides/slide19.xml" ContentType="application/vnd.openxmlformats-officedocument.presentationml.slide+xml"/>
  <Override PartName="/ppt/slides/slide277.xml" ContentType="application/vnd.openxmlformats-officedocument.presentationml.slide+xml"/>
  <Override PartName="/ppt/slides/slide194.xml" ContentType="application/vnd.openxmlformats-officedocument.presentationml.slide+xml"/>
  <Override PartName="/ppt/slides/slide57.xml" ContentType="application/vnd.openxmlformats-officedocument.presentationml.slide+xml"/>
  <Override PartName="/ppt/slides/slide291.xml" ContentType="application/vnd.openxmlformats-officedocument.presentationml.slide+xml"/>
  <Override PartName="/ppt/slides/slide126.xml" ContentType="application/vnd.openxmlformats-officedocument.presentationml.slide+xml"/>
  <Override PartName="/ppt/slides/slide278.xml" ContentType="application/vnd.openxmlformats-officedocument.presentationml.slide+xml"/>
  <Override PartName="/ppt/slides/slide298.xml" ContentType="application/vnd.openxmlformats-officedocument.presentationml.slide+xml"/>
  <Override PartName="/ppt/slides/slide6.xml" ContentType="application/vnd.openxmlformats-officedocument.presentationml.slide+xml"/>
  <Override PartName="/ppt/slides/slide300.xml" ContentType="application/vnd.openxmlformats-officedocument.presentationml.slide+xml"/>
  <Override PartName="/ppt/slides/slide108.xml" ContentType="application/vnd.openxmlformats-officedocument.presentationml.slide+xml"/>
  <Override PartName="/ppt/slides/slide273.xml" ContentType="application/vnd.openxmlformats-officedocument.presentationml.slide+xml"/>
  <Override PartName="/ppt/slides/slide39.xml" ContentType="application/vnd.openxmlformats-officedocument.presentationml.slide+xml"/>
  <Override PartName="/ppt/slides/slide297.xml" ContentType="application/vnd.openxmlformats-officedocument.presentationml.slide+xml"/>
  <Override PartName="/ppt/slides/slide184.xml" ContentType="application/vnd.openxmlformats-officedocument.presentationml.slide+xml"/>
  <Override PartName="/ppt/slides/slide187.xml" ContentType="application/vnd.openxmlformats-officedocument.presentationml.slide+xml"/>
  <Override PartName="/ppt/slides/slide60.xml" ContentType="application/vnd.openxmlformats-officedocument.presentationml.slide+xml"/>
  <Override PartName="/ppt/slides/slide264.xml" ContentType="application/vnd.openxmlformats-officedocument.presentationml.slide+xml"/>
  <Override PartName="/ppt/slides/slide181.xml" ContentType="application/vnd.openxmlformats-officedocument.presentationml.slide+xml"/>
  <Override PartName="/ppt/slides/slide296.xml" ContentType="application/vnd.openxmlformats-officedocument.presentationml.slide+xml"/>
  <Override PartName="/ppt/slides/slide287.xml" ContentType="application/vnd.openxmlformats-officedocument.presentationml.slide+xml"/>
  <Override PartName="/ppt/slides/slide106.xml" ContentType="application/vnd.openxmlformats-officedocument.presentationml.slide+xml"/>
  <Override PartName="/ppt/slides/slide271.xml" ContentType="application/vnd.openxmlformats-officedocument.presentationml.slide+xml"/>
  <Override PartName="/ppt/slides/slide37.xml" ContentType="application/vnd.openxmlformats-officedocument.presentationml.slide+xml"/>
  <Override PartName="/ppt/slides/slide295.xml" ContentType="application/vnd.openxmlformats-officedocument.presentationml.slide+xml"/>
  <Override PartName="/ppt/slides/slide286.xml" ContentType="application/vnd.openxmlformats-officedocument.presentationml.slide+xml"/>
  <Override PartName="/ppt/slides/slide262.xml" ContentType="application/vnd.openxmlformats-officedocument.presentationml.slide+xml"/>
  <Override PartName="/ppt/slides/slide28.xml" ContentType="application/vnd.openxmlformats-officedocument.presentationml.slide+xml"/>
  <Override PartName="/ppt/slides/slide289.xml" ContentType="application/vnd.openxmlformats-officedocument.presentationml.slide+xml"/>
  <Override PartName="/ppt/slides/slide288.xml" ContentType="application/vnd.openxmlformats-officedocument.presentationml.slide+xml"/>
  <Override PartName="/ppt/slides/slide279.xml" ContentType="application/vnd.openxmlformats-officedocument.presentationml.slide+xml"/>
  <Override PartName="/ppt/slides/slide30.xml" ContentType="application/vnd.openxmlformats-officedocument.presentationml.slide+xml"/>
  <Override PartName="/ppt/slides/slide310.xml" ContentType="application/vnd.openxmlformats-officedocument.presentationml.slide+xml"/>
  <Override PartName="/ppt/slides/slide46.xml" ContentType="application/vnd.openxmlformats-officedocument.presentationml.slide+xml"/>
  <Override PartName="/ppt/slides/slide115.xml" ContentType="application/vnd.openxmlformats-officedocument.presentationml.slide+xml"/>
  <Override PartName="/ppt/slides/slide280.xml" ContentType="application/vnd.openxmlformats-officedocument.presentationml.slide+xml"/>
  <Override PartName="/ppt/slides/slide309.xml" ContentType="application/vnd.openxmlformats-officedocument.presentationml.slide+xml"/>
  <Override PartName="/ppt/slides/slide191.xml" ContentType="application/vnd.openxmlformats-officedocument.presentationml.slide+xml"/>
  <Override PartName="/ppt/slides/slide20.xml" ContentType="application/vnd.openxmlformats-officedocument.presentationml.slide+xml"/>
  <Override PartName="/ppt/slides/slide177.xml" ContentType="application/vnd.openxmlformats-officedocument.presentationml.slide+xml"/>
  <Override PartName="/ppt/slides/slide274.xml" ContentType="application/vnd.openxmlformats-officedocument.presentationml.slide+xml"/>
  <Override PartName="/ppt/slides/slide109.xml" ContentType="application/vnd.openxmlformats-officedocument.presentationml.slide+xml"/>
  <Override PartName="/ppt/slides/slide285.xml" ContentType="application/vnd.openxmlformats-officedocument.presentationml.slide+xml"/>
  <Override PartName="/ppt/slides/slide261.xml" ContentType="application/vnd.openxmlformats-officedocument.presentationml.slide+xml"/>
  <Override PartName="/ppt/slides/slide27.xml" ContentType="application/vnd.openxmlformats-officedocument.presentationml.slide+xml"/>
  <Override PartName="/ppt/slides/slide119.xml" ContentType="application/vnd.openxmlformats-officedocument.presentationml.slide+xml"/>
  <Override PartName="/ppt/slides/slide284.xml" ContentType="application/vnd.openxmlformats-officedocument.presentationml.slide+xml"/>
  <Override PartName="/ppt/slides/slide260.xml" ContentType="application/vnd.openxmlformats-officedocument.presentationml.slide+xml"/>
  <Override PartName="/ppt/slides/slide26.xml" ContentType="application/vnd.openxmlformats-officedocument.presentationml.slide+xml"/>
  <Override PartName="/ppt/slides/slide70.xml" ContentType="application/vnd.openxmlformats-officedocument.presentationml.slide+xml"/>
  <Override PartName="/ppt/slides/slide29.xml" ContentType="application/vnd.openxmlformats-officedocument.presentationml.slide+xml"/>
  <Override PartName="/ppt/slides/slide263.xml" ContentType="application/vnd.openxmlformats-officedocument.presentationml.slide+xml"/>
  <Override PartName="/ppt/slides/slide49.xml" ContentType="application/vnd.openxmlformats-officedocument.presentationml.slide+xml"/>
  <Override PartName="/ppt/slides/slide118.xml" ContentType="application/vnd.openxmlformats-officedocument.presentationml.slide+xml"/>
  <Override PartName="/ppt/slides/slide283.xml" ContentType="application/vnd.openxmlformats-officedocument.presentationml.slide+xml"/>
  <Override PartName="/ppt/slides/slide25.xml" ContentType="application/vnd.openxmlformats-officedocument.presentationml.slide+xml"/>
  <Override PartName="/ppt/slides/slide48.xml" ContentType="application/vnd.openxmlformats-officedocument.presentationml.slide+xml"/>
  <Override PartName="/ppt/slides/slide117.xml" ContentType="application/vnd.openxmlformats-officedocument.presentationml.slide+xml"/>
  <Override PartName="/ppt/slides/slide282.xml" ContentType="application/vnd.openxmlformats-officedocument.presentationml.slide+xml"/>
  <Override PartName="/ppt/slides/slide24.xml" ContentType="application/vnd.openxmlformats-officedocument.presentationml.slide+xml"/>
  <Override PartName="/ppt/slides/slide47.xml" ContentType="application/vnd.openxmlformats-officedocument.presentationml.slide+xml"/>
  <Override PartName="/ppt/slides/slide116.xml" ContentType="application/vnd.openxmlformats-officedocument.presentationml.slide+xml"/>
  <Override PartName="/ppt/slides/slide281.xml" ContentType="application/vnd.openxmlformats-officedocument.presentationml.slide+xml"/>
  <Override PartName="/ppt/slides/slide23.xml" ContentType="application/vnd.openxmlformats-officedocument.presentationml.slide+xml"/>
  <Override PartName="/ppt/slides/slide107.xml" ContentType="application/vnd.openxmlformats-officedocument.presentationml.slide+xml"/>
  <Override PartName="/ppt/slides/slide38.xml" ContentType="application/vnd.openxmlformats-officedocument.presentationml.slide+xml"/>
  <Override PartName="/ppt/slides/slide272.xml" ContentType="application/vnd.openxmlformats-officedocument.presentationml.slide+xml"/>
  <Override PartName="/ppt/slides/slide14.xml" ContentType="application/vnd.openxmlformats-officedocument.presentationml.slide+xml"/>
  <Override PartName="/ppt/slides/slide303.xml" ContentType="application/vnd.openxmlformats-officedocument.presentationml.slide+xml"/>
  <Override PartName="/ppt/slides/slide9.xml" ContentType="application/vnd.openxmlformats-officedocument.presentationml.slide+xml"/>
  <Override PartName="/ppt/slides/slide40.xml" ContentType="application/vnd.openxmlformats-officedocument.presentationml.slide+xml"/>
  <Override PartName="/ppt/slides/slide304.xml" ContentType="application/vnd.openxmlformats-officedocument.presentationml.slide+xml"/>
  <Override PartName="/ppt/slides/slide110.xml" ContentType="application/vnd.openxmlformats-officedocument.presentationml.slide+xml"/>
  <Override PartName="/ppt/slides/slide41.xml" ContentType="application/vnd.openxmlformats-officedocument.presentationml.slide+xml"/>
  <Override PartName="/ppt/slides/slide305.xml" ContentType="application/vnd.openxmlformats-officedocument.presentationml.slide+xml"/>
  <Override PartName="/ppt/slides/slide111.xml" ContentType="application/vnd.openxmlformats-officedocument.presentationml.slide+xml"/>
  <Override PartName="/ppt/slides/slide42.xml" ContentType="application/vnd.openxmlformats-officedocument.presentationml.slide+xml"/>
  <Override PartName="/ppt/slides/slide306.xml" ContentType="application/vnd.openxmlformats-officedocument.presentationml.slide+xml"/>
  <Override PartName="/ppt/slides/slide112.xml" ContentType="application/vnd.openxmlformats-officedocument.presentationml.slide+xml"/>
  <Override PartName="/ppt/slides/slide43.xml" ContentType="application/vnd.openxmlformats-officedocument.presentationml.slide+xml"/>
  <Override PartName="/ppt/slides/slide113.xml" ContentType="application/vnd.openxmlformats-officedocument.presentationml.slide+xml"/>
  <Override PartName="/ppt/slides/slide307.xml" ContentType="application/vnd.openxmlformats-officedocument.presentationml.slide+xml"/>
  <Override PartName="/ppt/slides/slide44.xml" ContentType="application/vnd.openxmlformats-officedocument.presentationml.slide+xml"/>
  <Override PartName="/ppt/slides/slide308.xml" ContentType="application/vnd.openxmlformats-officedocument.presentationml.slide+xml"/>
  <Override PartName="/ppt/slides/slide11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120.xml" ContentType="application/vnd.openxmlformats-officedocument.presentationml.slide+xml"/>
  <Override PartName="/ppt/slides/slide51.xml" ContentType="application/vnd.openxmlformats-officedocument.presentationml.slide+xml"/>
  <Override PartName="/ppt/slides/slide121.xml" ContentType="application/vnd.openxmlformats-officedocument.presentationml.slide+xml"/>
  <Override PartName="/ppt/slides/slide52.xml" ContentType="application/vnd.openxmlformats-officedocument.presentationml.slide+xml"/>
  <Override PartName="/ppt/slides/slide122.xml" ContentType="application/vnd.openxmlformats-officedocument.presentationml.slide+xml"/>
  <Override PartName="/ppt/slides/slide53.xml" ContentType="application/vnd.openxmlformats-officedocument.presentationml.slide+xml"/>
  <Override PartName="/ppt/slides/slide31.xml" ContentType="application/vnd.openxmlformats-officedocument.presentationml.slide+xml"/>
  <Override PartName="/ppt/slides/slide100.xml" ContentType="application/vnd.openxmlformats-officedocument.presentationml.slide+xml"/>
  <Override PartName="/ppt/slides/slide123.xml" ContentType="application/vnd.openxmlformats-officedocument.presentationml.slide+xml"/>
  <Override PartName="/ppt/slides/slide54.xml" ContentType="application/vnd.openxmlformats-officedocument.presentationml.slide+xml"/>
  <Override PartName="/ppt/slides/slide32.xml" ContentType="application/vnd.openxmlformats-officedocument.presentationml.slide+xml"/>
  <Override PartName="/ppt/slides/slide101.xml" ContentType="application/vnd.openxmlformats-officedocument.presentationml.slide+xml"/>
  <Override PartName="/ppt/slides/slide124.xml" ContentType="application/vnd.openxmlformats-officedocument.presentationml.slide+xml"/>
  <Override PartName="/ppt/slides/slide55.xml" ContentType="application/vnd.openxmlformats-officedocument.presentationml.slide+xml"/>
  <Override PartName="/ppt/slides/slide33.xml" ContentType="application/vnd.openxmlformats-officedocument.presentationml.slide+xml"/>
  <Override PartName="/ppt/slides/slide102.xml" ContentType="application/vnd.openxmlformats-officedocument.presentationml.slide+xml"/>
  <Override PartName="/ppt/slides/slide170.xml" ContentType="application/vnd.openxmlformats-officedocument.presentationml.slide+xml"/>
  <Override PartName="/ppt/slides/slide125.xml" ContentType="application/vnd.openxmlformats-officedocument.presentationml.slide+xml"/>
  <Override PartName="/ppt/slides/slide290.xml" ContentType="application/vnd.openxmlformats-officedocument.presentationml.slide+xml"/>
  <Override PartName="/ppt/slides/slide56.xml" ContentType="application/vnd.openxmlformats-officedocument.presentationml.slide+xml"/>
  <Override PartName="/ppt/slides/slide293.xml" ContentType="application/vnd.openxmlformats-officedocument.presentationml.slide+xml"/>
  <Override PartName="/ppt/slides/slide59.xml" ContentType="application/vnd.openxmlformats-officedocument.presentationml.slide+xml"/>
  <Override PartName="/ppt/slides/slide128.xml" ContentType="application/vnd.openxmlformats-officedocument.presentationml.slide+xml"/>
  <Override PartName="/ppt/slides/slide196.xml" ContentType="application/vnd.openxmlformats-officedocument.presentationml.slide+xml"/>
  <Override PartName="/ppt/slides/slide294.xml" ContentType="application/vnd.openxmlformats-officedocument.presentationml.slide+xml"/>
  <Override PartName="/ppt/slides/slide129.xml" ContentType="application/vnd.openxmlformats-officedocument.presentationml.slide+xml"/>
  <Override PartName="/ppt/slides/slide197.xml" ContentType="application/vnd.openxmlformats-officedocument.presentationml.slide+xml"/>
  <Override PartName="/ppt/slides/slide61.xml" ContentType="application/vnd.openxmlformats-officedocument.presentationml.slide+xml"/>
  <Override PartName="/ppt/slides/slide130.xml" ContentType="application/vnd.openxmlformats-officedocument.presentationml.slide+xml"/>
  <Override PartName="/ppt/slides/slide62.xml" ContentType="application/vnd.openxmlformats-officedocument.presentationml.slide+xml"/>
  <Override PartName="/ppt/slides/slide131.xml" ContentType="application/vnd.openxmlformats-officedocument.presentationml.slide+xml"/>
  <Override PartName="/ppt/slides/slide63.xml" ContentType="application/vnd.openxmlformats-officedocument.presentationml.slide+xml"/>
  <Override PartName="/ppt/slides/slide132.xml" ContentType="application/vnd.openxmlformats-officedocument.presentationml.slide+xml"/>
  <Override PartName="/ppt/slides/slide64.xml" ContentType="application/vnd.openxmlformats-officedocument.presentationml.slide+xml"/>
  <Override PartName="/ppt/slides/slide133.xml" ContentType="application/vnd.openxmlformats-officedocument.presentationml.slide+xml"/>
  <Override PartName="/ppt/slides/slide65.xml" ContentType="application/vnd.openxmlformats-officedocument.presentationml.slide+xml"/>
  <Override PartName="/ppt/slides/slide134.xml" ContentType="application/vnd.openxmlformats-officedocument.presentationml.slide+xml"/>
  <Override PartName="/ppt/slides/slide66.xml" ContentType="application/vnd.openxmlformats-officedocument.presentationml.slide+xml"/>
  <Override PartName="/ppt/slides/slide135.xml" ContentType="application/vnd.openxmlformats-officedocument.presentationml.slide+xml"/>
  <Override PartName="/ppt/slides/slide67.xml" ContentType="application/vnd.openxmlformats-officedocument.presentationml.slide+xml"/>
  <Override PartName="/ppt/slides/slide136.xml" ContentType="application/vnd.openxmlformats-officedocument.presentationml.slide+xml"/>
  <Override PartName="/ppt/slides/slide68.xml" ContentType="application/vnd.openxmlformats-officedocument.presentationml.slide+xml"/>
  <Override PartName="/ppt/slides/slide137.xml" ContentType="application/vnd.openxmlformats-officedocument.presentationml.slide+xml"/>
  <Override PartName="/ppt/slides/slide69.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71.xml" ContentType="application/vnd.openxmlformats-officedocument.presentationml.slide+xml"/>
  <Override PartName="/ppt/slides/slide140.xml" ContentType="application/vnd.openxmlformats-officedocument.presentationml.slide+xml"/>
  <Override PartName="/ppt/slides/slide72.xml" ContentType="application/vnd.openxmlformats-officedocument.presentationml.slide+xml"/>
  <Override PartName="/ppt/slides/slide141.xml" ContentType="application/vnd.openxmlformats-officedocument.presentationml.slide+xml"/>
  <Override PartName="/ppt/slides/slide73.xml" ContentType="application/vnd.openxmlformats-officedocument.presentationml.slide+xml"/>
  <Override PartName="/ppt/slides/slide142.xml" ContentType="application/vnd.openxmlformats-officedocument.presentationml.slide+xml"/>
  <Override PartName="/ppt/slides/slide74.xml" ContentType="application/vnd.openxmlformats-officedocument.presentationml.slide+xml"/>
  <Override PartName="/ppt/slides/slide143.xml" ContentType="application/vnd.openxmlformats-officedocument.presentationml.slide+xml"/>
  <Override PartName="/ppt/slides/slide75.xml" ContentType="application/vnd.openxmlformats-officedocument.presentationml.slide+xml"/>
  <Override PartName="/ppt/slides/slide144.xml" ContentType="application/vnd.openxmlformats-officedocument.presentationml.slide+xml"/>
  <Override PartName="/ppt/slides/slide76.xml" ContentType="application/vnd.openxmlformats-officedocument.presentationml.slide+xml"/>
  <Override PartName="/ppt/slides/slide145.xml" ContentType="application/vnd.openxmlformats-officedocument.presentationml.slide+xml"/>
  <Override PartName="/ppt/slides/slide77.xml" ContentType="application/vnd.openxmlformats-officedocument.presentationml.slide+xml"/>
  <Override PartName="/ppt/slides/slide146.xml" ContentType="application/vnd.openxmlformats-officedocument.presentationml.slide+xml"/>
  <Override PartName="/ppt/slides/slide78.xml" ContentType="application/vnd.openxmlformats-officedocument.presentationml.slide+xml"/>
  <Override PartName="/ppt/slides/slide147.xml" ContentType="application/vnd.openxmlformats-officedocument.presentationml.slide+xml"/>
  <Override PartName="/ppt/slides/slide79.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81.xml" ContentType="application/vnd.openxmlformats-officedocument.presentationml.slide+xml"/>
  <Override PartName="/ppt/slides/slide150.xml" ContentType="application/vnd.openxmlformats-officedocument.presentationml.slide+xml"/>
  <Override PartName="/ppt/slides/slide82.xml" ContentType="application/vnd.openxmlformats-officedocument.presentationml.slide+xml"/>
  <Override PartName="/ppt/slides/slide151.xml" ContentType="application/vnd.openxmlformats-officedocument.presentationml.slide+xml"/>
  <Override PartName="/ppt/slides/slide83.xml" ContentType="application/vnd.openxmlformats-officedocument.presentationml.slide+xml"/>
  <Override PartName="/ppt/slides/slide152.xml" ContentType="application/vnd.openxmlformats-officedocument.presentationml.slide+xml"/>
  <Override PartName="/ppt/slides/slide84.xml" ContentType="application/vnd.openxmlformats-officedocument.presentationml.slide+xml"/>
  <Override PartName="/ppt/slides/slide153.xml" ContentType="application/vnd.openxmlformats-officedocument.presentationml.slide+xml"/>
  <Override PartName="/ppt/slides/slide85.xml" ContentType="application/vnd.openxmlformats-officedocument.presentationml.slide+xml"/>
  <Override PartName="/ppt/slides/slide154.xml" ContentType="application/vnd.openxmlformats-officedocument.presentationml.slide+xml"/>
  <Override PartName="/ppt/slides/slide86.xml" ContentType="application/vnd.openxmlformats-officedocument.presentationml.slide+xml"/>
  <Override PartName="/ppt/slides/slide155.xml" ContentType="application/vnd.openxmlformats-officedocument.presentationml.slide+xml"/>
  <Override PartName="/ppt/slides/slide87.xml" ContentType="application/vnd.openxmlformats-officedocument.presentationml.slide+xml"/>
  <Override PartName="/ppt/slides/slide156.xml" ContentType="application/vnd.openxmlformats-officedocument.presentationml.slide+xml"/>
  <Override PartName="/ppt/slides/slide88.xml" ContentType="application/vnd.openxmlformats-officedocument.presentationml.slide+xml"/>
  <Override PartName="/ppt/slides/slide157.xml" ContentType="application/vnd.openxmlformats-officedocument.presentationml.slide+xml"/>
  <Override PartName="/ppt/slides/slide89.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91.xml" ContentType="application/vnd.openxmlformats-officedocument.presentationml.slide+xml"/>
  <Override PartName="/ppt/slides/slide160.xml" ContentType="application/vnd.openxmlformats-officedocument.presentationml.slide+xml"/>
  <Override PartName="/ppt/slides/slide92.xml" ContentType="application/vnd.openxmlformats-officedocument.presentationml.slide+xml"/>
  <Override PartName="/ppt/slides/slide161.xml" ContentType="application/vnd.openxmlformats-officedocument.presentationml.slide+xml"/>
  <Override PartName="/ppt/slides/slide93.xml" ContentType="application/vnd.openxmlformats-officedocument.presentationml.slide+xml"/>
  <Override PartName="/ppt/slides/slide162.xml" ContentType="application/vnd.openxmlformats-officedocument.presentationml.slide+xml"/>
  <Override PartName="/ppt/slides/slide94.xml" ContentType="application/vnd.openxmlformats-officedocument.presentationml.slide+xml"/>
  <Override PartName="/ppt/slides/slide163.xml" ContentType="application/vnd.openxmlformats-officedocument.presentationml.slide+xml"/>
  <Override PartName="/ppt/slides/slide95.xml" ContentType="application/vnd.openxmlformats-officedocument.presentationml.slide+xml"/>
  <Override PartName="/ppt/slides/slide164.xml" ContentType="application/vnd.openxmlformats-officedocument.presentationml.slide+xml"/>
  <Override PartName="/ppt/slides/slide96.xml" ContentType="application/vnd.openxmlformats-officedocument.presentationml.slide+xml"/>
  <Override PartName="/ppt/slides/slide165.xml" ContentType="application/vnd.openxmlformats-officedocument.presentationml.slide+xml"/>
  <Override PartName="/ppt/slides/slide97.xml" ContentType="application/vnd.openxmlformats-officedocument.presentationml.slide+xml"/>
  <Override PartName="/ppt/slides/slide166.xml" ContentType="application/vnd.openxmlformats-officedocument.presentationml.slide+xml"/>
  <Override PartName="/ppt/slides/slide98.xml" ContentType="application/vnd.openxmlformats-officedocument.presentationml.slide+xml"/>
  <Override PartName="/ppt/slides/slide167.xml" ContentType="application/vnd.openxmlformats-officedocument.presentationml.slide+xml"/>
  <Override PartName="/ppt/slides/slide99.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8.xml" ContentType="application/vnd.openxmlformats-officedocument.presentationml.slide+xml"/>
  <Override PartName="/ppt/slides/slide200.xml" ContentType="application/vnd.openxmlformats-officedocument.presentationml.slide+xml"/>
  <Override PartName="/ppt/slides/slide199.xml" ContentType="application/vnd.openxmlformats-officedocument.presentationml.slide+xml"/>
  <Override PartName="/ppt/slides/slide201.xml" ContentType="application/vnd.openxmlformats-officedocument.presentationml.slide+xml"/>
  <Override PartName="/ppt/notesSlides/_rels/notesSlide38.xml.rels" ContentType="application/vnd.openxmlformats-package.relationships+xml"/>
  <Override PartName="/ppt/notesSlides/_rels/notesSlide37.xml.rels" ContentType="application/vnd.openxmlformats-package.relationships+xml"/>
  <Override PartName="/ppt/notesSlides/_rels/notesSlide162.xml.rels" ContentType="application/vnd.openxmlformats-package.relationships+xml"/>
  <Override PartName="/ppt/notesSlides/_rels/notesSlide161.xml.rels" ContentType="application/vnd.openxmlformats-package.relationships+xml"/>
  <Override PartName="/ppt/notesSlides/_rels/notesSlide160.xml.rels" ContentType="application/vnd.openxmlformats-package.relationships+xml"/>
  <Override PartName="/ppt/notesSlides/_rels/notesSlide281.xml.rels" ContentType="application/vnd.openxmlformats-package.relationships+xml"/>
  <Override PartName="/ppt/notesSlides/_rels/notesSlide116.xml.rels" ContentType="application/vnd.openxmlformats-package.relationships+xml"/>
  <Override PartName="/ppt/notesSlides/_rels/notesSlide31.xml.rels" ContentType="application/vnd.openxmlformats-package.relationships+xml"/>
  <Override PartName="/ppt/notesSlides/_rels/notesSlide134.xml.rels" ContentType="application/vnd.openxmlformats-package.relationships+xml"/>
  <Override PartName="/ppt/notesSlides/_rels/notesSlide39.xml.rels" ContentType="application/vnd.openxmlformats-package.relationships+xml"/>
  <Override PartName="/ppt/notesSlides/_rels/notesSlide280.xml.rels" ContentType="application/vnd.openxmlformats-package.relationships+xml"/>
  <Override PartName="/ppt/notesSlides/_rels/notesSlide309.xml.rels" ContentType="application/vnd.openxmlformats-package.relationships+xml"/>
  <Override PartName="/ppt/notesSlides/_rels/notesSlide115.xml.rels" ContentType="application/vnd.openxmlformats-package.relationships+xml"/>
  <Override PartName="/ppt/notesSlides/_rels/notesSlide30.xml.rels" ContentType="application/vnd.openxmlformats-package.relationships+xml"/>
  <Override PartName="/ppt/notesSlides/_rels/notesSlide133.xml.rels" ContentType="application/vnd.openxmlformats-package.relationships+xml"/>
  <Override PartName="/ppt/notesSlides/_rels/notesSlide140.xml.rels" ContentType="application/vnd.openxmlformats-package.relationships+xml"/>
  <Override PartName="/ppt/notesSlides/_rels/notesSlide183.xml.rels" ContentType="application/vnd.openxmlformats-package.relationships+xml"/>
  <Override PartName="/ppt/notesSlides/_rels/notesSlide12.xml.rels" ContentType="application/vnd.openxmlformats-package.relationships+xml"/>
  <Override PartName="/ppt/notesSlides/_rels/notesSlide80.xml.rels" ContentType="application/vnd.openxmlformats-package.relationships+xml"/>
  <Override PartName="/ppt/notesSlides/_rels/notesSlide141.xml.rels" ContentType="application/vnd.openxmlformats-package.relationships+xml"/>
  <Override PartName="/ppt/notesSlides/_rels/notesSlide184.xml.rels" ContentType="application/vnd.openxmlformats-package.relationships+xml"/>
  <Override PartName="/ppt/notesSlides/_rels/notesSlide13.xml.rels" ContentType="application/vnd.openxmlformats-package.relationships+xml"/>
  <Override PartName="/ppt/notesSlides/_rels/notesSlide81.xml.rels" ContentType="application/vnd.openxmlformats-package.relationships+xml"/>
  <Override PartName="/ppt/notesSlides/_rels/notesSlide220.xml.rels" ContentType="application/vnd.openxmlformats-package.relationships+xml"/>
  <Override PartName="/ppt/notesSlides/_rels/notesSlide142.xml.rels" ContentType="application/vnd.openxmlformats-package.relationships+xml"/>
  <Override PartName="/ppt/notesSlides/_rels/notesSlide14.xml.rels" ContentType="application/vnd.openxmlformats-package.relationships+xml"/>
  <Override PartName="/ppt/notesSlides/_rels/notesSlide82.xml.rels" ContentType="application/vnd.openxmlformats-package.relationships+xml"/>
  <Override PartName="/ppt/notesSlides/_rels/notesSlide221.xml.rels" ContentType="application/vnd.openxmlformats-package.relationships+xml"/>
  <Override PartName="/ppt/notesSlides/_rels/notesSlide185.xml.rels" ContentType="application/vnd.openxmlformats-package.relationships+xml"/>
  <Override PartName="/ppt/notesSlides/_rels/notesSlide117.xml.rels" ContentType="application/vnd.openxmlformats-package.relationships+xml"/>
  <Override PartName="/ppt/notesSlides/_rels/notesSlide282.xml.rels" ContentType="application/vnd.openxmlformats-package.relationships+xml"/>
  <Override PartName="/ppt/notesSlides/_rels/notesSlide57.xml.rels" ContentType="application/vnd.openxmlformats-package.relationships+xml"/>
  <Override PartName="/ppt/notesSlides/_rels/notesSlide32.xml.rels" ContentType="application/vnd.openxmlformats-package.relationships+xml"/>
  <Override PartName="/ppt/notesSlides/_rels/notesSlide135.xml.rels" ContentType="application/vnd.openxmlformats-package.relationships+xml"/>
  <Override PartName="/ppt/notesSlides/_rels/notesSlide178.xml.rels" ContentType="application/vnd.openxmlformats-package.relationships+xml"/>
  <Override PartName="/ppt/notesSlides/_rels/notesSlide75.xml.rels" ContentType="application/vnd.openxmlformats-package.relationships+xml"/>
  <Override PartName="/ppt/notesSlides/_rels/notesSlide214.xml.rels" ContentType="application/vnd.openxmlformats-package.relationships+xml"/>
  <Override PartName="/ppt/notesSlides/_rels/notesSlide15.xml.rels" ContentType="application/vnd.openxmlformats-package.relationships+xml"/>
  <Override PartName="/ppt/notesSlides/_rels/notesSlide83.xml.rels" ContentType="application/vnd.openxmlformats-package.relationships+xml"/>
  <Override PartName="/ppt/notesSlides/_rels/notesSlide222.xml.rels" ContentType="application/vnd.openxmlformats-package.relationships+xml"/>
  <Override PartName="/ppt/notesSlides/_rels/notesSlide186.xml.rels" ContentType="application/vnd.openxmlformats-package.relationships+xml"/>
  <Override PartName="/ppt/notesSlides/_rels/notesSlide118.xml.rels" ContentType="application/vnd.openxmlformats-package.relationships+xml"/>
  <Override PartName="/ppt/notesSlides/_rels/notesSlide283.xml.rels" ContentType="application/vnd.openxmlformats-package.relationships+xml"/>
  <Override PartName="/ppt/notesSlides/_rels/notesSlide58.xml.rels" ContentType="application/vnd.openxmlformats-package.relationships+xml"/>
  <Override PartName="/ppt/notesSlides/_rels/notesSlide243.xml.rels" ContentType="application/vnd.openxmlformats-package.relationships+xml"/>
  <Override PartName="/ppt/notesSlides/_rels/notesSlide33.xml.rels" ContentType="application/vnd.openxmlformats-package.relationships+xml"/>
  <Override PartName="/ppt/notesSlides/_rels/notesSlide136.xml.rels" ContentType="application/vnd.openxmlformats-package.relationships+xml"/>
  <Override PartName="/ppt/notesSlides/_rels/notesSlide179.xml.rels" ContentType="application/vnd.openxmlformats-package.relationships+xml"/>
  <Override PartName="/ppt/notesSlides/_rels/notesSlide76.xml.rels" ContentType="application/vnd.openxmlformats-package.relationships+xml"/>
  <Override PartName="/ppt/notesSlides/_rels/notesSlide215.xml.rels" ContentType="application/vnd.openxmlformats-package.relationships+xml"/>
  <Override PartName="/ppt/notesSlides/_rels/notesSlide16.xml.rels" ContentType="application/vnd.openxmlformats-package.relationships+xml"/>
  <Override PartName="/ppt/notesSlides/_rels/notesSlide84.xml.rels" ContentType="application/vnd.openxmlformats-package.relationships+xml"/>
  <Override PartName="/ppt/notesSlides/_rels/notesSlide223.xml.rels" ContentType="application/vnd.openxmlformats-package.relationships+xml"/>
  <Override PartName="/ppt/notesSlides/_rels/notesSlide187.xml.rels" ContentType="application/vnd.openxmlformats-package.relationships+xml"/>
  <Override PartName="/ppt/notesSlides/_rels/notesSlide130.xml.rels" ContentType="application/vnd.openxmlformats-package.relationships+xml"/>
  <Override PartName="/ppt/notesSlides/_rels/notesSlide199.xml.rels" ContentType="application/vnd.openxmlformats-package.relationships+xml"/>
  <Override PartName="/ppt/notesSlides/_rels/notesSlide28.xml.rels" ContentType="application/vnd.openxmlformats-package.relationships+xml"/>
  <Override PartName="/ppt/notesSlides/_rels/notesSlide164.xml.rels" ContentType="application/vnd.openxmlformats-package.relationships+xml"/>
  <Override PartName="/ppt/notesSlides/_rels/notesSlide61.xml.rels" ContentType="application/vnd.openxmlformats-package.relationships+xml"/>
  <Override PartName="/ppt/notesSlides/_rels/notesSlide200.xml.rels" ContentType="application/vnd.openxmlformats-package.relationships+xml"/>
  <Override PartName="/ppt/notesSlides/_rels/notesSlide198.xml.rels" ContentType="application/vnd.openxmlformats-package.relationships+xml"/>
  <Override PartName="/ppt/notesSlides/_rels/notesSlide27.xml.rels" ContentType="application/vnd.openxmlformats-package.relationships+xml"/>
  <Override PartName="/ppt/notesSlides/_rels/notesSlide10.xml.rels" ContentType="application/vnd.openxmlformats-package.relationships+xml"/>
  <Override PartName="/ppt/notesSlides/_rels/notesSlide181.xml.rels" ContentType="application/vnd.openxmlformats-package.relationships+xml"/>
  <Override PartName="/ppt/notesSlides/_rels/notesSlide163.xml.rels" ContentType="application/vnd.openxmlformats-package.relationships+xml"/>
  <Override PartName="/ppt/notesSlides/_rels/notesSlide60.xml.rels" ContentType="application/vnd.openxmlformats-package.relationships+xml"/>
  <Override PartName="/ppt/notesSlides/_rels/notesSlide124.xml.rels" ContentType="application/vnd.openxmlformats-package.relationships+xml"/>
  <Override PartName="/ppt/notesSlides/_rels/notesSlide192.xml.rels" ContentType="application/vnd.openxmlformats-package.relationships+xml"/>
  <Override PartName="/ppt/notesSlides/_rels/notesSlide21.xml.rels" ContentType="application/vnd.openxmlformats-package.relationships+xml"/>
  <Override PartName="/ppt/notesSlides/_rels/notesSlide154.xml.rels" ContentType="application/vnd.openxmlformats-package.relationships+xml"/>
  <Override PartName="/ppt/notesSlides/_rels/notesSlide51.xml.rels" ContentType="application/vnd.openxmlformats-package.relationships+xml"/>
  <Override PartName="/ppt/notesSlides/_rels/notesSlide11.xml.rels" ContentType="application/vnd.openxmlformats-package.relationships+xml"/>
  <Override PartName="/ppt/notesSlides/_rels/notesSlide182.xml.rels" ContentType="application/vnd.openxmlformats-package.relationships+xml"/>
  <Override PartName="/ppt/notesSlides/_rels/notesSlide95.xml.rels" ContentType="application/vnd.openxmlformats-package.relationships+xml"/>
  <Override PartName="/ppt/notesSlides/_rels/notesSlide234.xml.rels" ContentType="application/vnd.openxmlformats-package.relationships+xml"/>
  <Override PartName="/ppt/notesSlides/_rels/notesSlide153.xml.rels" ContentType="application/vnd.openxmlformats-package.relationships+xml"/>
  <Override PartName="/ppt/notesSlides/_rels/notesSlide50.xml.rels" ContentType="application/vnd.openxmlformats-package.relationships+xml"/>
  <Override PartName="/ppt/notesSlides/_rels/notesSlide177.xml.rels" ContentType="application/vnd.openxmlformats-package.relationships+xml"/>
  <Override PartName="/ppt/notesSlides/_rels/notesSlide213.xml.rels" ContentType="application/vnd.openxmlformats-package.relationships+xml"/>
  <Override PartName="/ppt/notesSlides/_rels/notesSlide74.xml.rels" ContentType="application/vnd.openxmlformats-package.relationships+xml"/>
  <Override PartName="/ppt/notesSlides/_rels/notesSlide176.xml.rels" ContentType="application/vnd.openxmlformats-package.relationships+xml"/>
  <Override PartName="/ppt/notesSlides/_rels/notesSlide212.xml.rels" ContentType="application/vnd.openxmlformats-package.relationships+xml"/>
  <Override PartName="/ppt/notesSlides/_rels/notesSlide73.xml.rels" ContentType="application/vnd.openxmlformats-package.relationships+xml"/>
  <Override PartName="/ppt/notesSlides/_rels/notesSlide99.xml.rels" ContentType="application/vnd.openxmlformats-package.relationships+xml"/>
  <Override PartName="/ppt/notesSlides/_rels/notesSlide238.xml.rels" ContentType="application/vnd.openxmlformats-package.relationships+xml"/>
  <Override PartName="/ppt/notesSlides/_rels/notesSlide262.xml.rels" ContentType="application/vnd.openxmlformats-package.relationships+xml"/>
  <Override PartName="/ppt/notesSlides/_rels/notesSlide89.xml.rels" ContentType="application/vnd.openxmlformats-package.relationships+xml"/>
  <Override PartName="/ppt/notesSlides/_rels/notesSlide228.xml.rels" ContentType="application/vnd.openxmlformats-package.relationships+xml"/>
  <Override PartName="/ppt/notesSlides/_rels/notesSlide296.xml.rels" ContentType="application/vnd.openxmlformats-package.relationships+xml"/>
  <Override PartName="/ppt/notesSlides/_rels/notesSlide144.xml.rels" ContentType="application/vnd.openxmlformats-package.relationships+xml"/>
  <Override PartName="/ppt/notesSlides/_rels/notesSlide41.xml.rels" ContentType="application/vnd.openxmlformats-package.relationships+xml"/>
  <Override PartName="/ppt/notesSlides/_rels/notesSlide261.xml.rels" ContentType="application/vnd.openxmlformats-package.relationships+xml"/>
  <Override PartName="/ppt/notesSlides/_rels/notesSlide88.xml.rels" ContentType="application/vnd.openxmlformats-package.relationships+xml"/>
  <Override PartName="/ppt/notesSlides/_rels/notesSlide227.xml.rels" ContentType="application/vnd.openxmlformats-package.relationships+xml"/>
  <Override PartName="/ppt/notesSlides/_rels/notesSlide295.xml.rels" ContentType="application/vnd.openxmlformats-package.relationships+xml"/>
  <Override PartName="/ppt/notesSlides/_rels/notesSlide143.xml.rels" ContentType="application/vnd.openxmlformats-package.relationships+xml"/>
  <Override PartName="/ppt/notesSlides/_rels/notesSlide40.xml.rels" ContentType="application/vnd.openxmlformats-package.relationships+xml"/>
  <Override PartName="/ppt/notesSlides/_rels/notesSlide272.xml.rels" ContentType="application/vnd.openxmlformats-package.relationships+xml"/>
  <Override PartName="/ppt/notesSlides/_rels/notesSlide107.xml.rels" ContentType="application/vnd.openxmlformats-package.relationships+xml"/>
  <Override PartName="/ppt/notesSlides/_rels/notesSlide175.xml.rels" ContentType="application/vnd.openxmlformats-package.relationships+xml"/>
  <Override PartName="/ppt/notesSlides/_rels/notesSlide172.xml.rels" ContentType="application/vnd.openxmlformats-package.relationships+xml"/>
  <Override PartName="/ppt/notesSlides/_rels/notesSlide104.xml.rels" ContentType="application/vnd.openxmlformats-package.relationships+xml"/>
  <Override PartName="/ppt/notesSlides/_rels/notesSlide271.xml.rels" ContentType="application/vnd.openxmlformats-package.relationships+xml"/>
  <Override PartName="/ppt/notesSlides/_rels/notesSlide106.xml.rels" ContentType="application/vnd.openxmlformats-package.relationships+xml"/>
  <Override PartName="/ppt/notesSlides/_rels/notesSlide174.xml.rels" ContentType="application/vnd.openxmlformats-package.relationships+xml"/>
  <Override PartName="/ppt/notesSlides/_rels/notesSlide171.xml.rels" ContentType="application/vnd.openxmlformats-package.relationships+xml"/>
  <Override PartName="/ppt/notesSlides/_rels/notesSlide103.xml.rels" ContentType="application/vnd.openxmlformats-package.relationships+xml"/>
  <Override PartName="/ppt/notesSlides/_rels/notesSlide260.xml.rels" ContentType="application/vnd.openxmlformats-package.relationships+xml"/>
  <Override PartName="/ppt/notesSlides/_rels/notesSlide19.xml.rels" ContentType="application/vnd.openxmlformats-package.relationships+xml"/>
  <Override PartName="/ppt/notesSlides/_rels/notesSlide87.xml.rels" ContentType="application/vnd.openxmlformats-package.relationships+xml"/>
  <Override PartName="/ppt/notesSlides/_rels/notesSlide226.xml.rels" ContentType="application/vnd.openxmlformats-package.relationships+xml"/>
  <Override PartName="/ppt/notesSlides/_rels/notesSlide189.xml.rels" ContentType="application/vnd.openxmlformats-package.relationships+xml"/>
  <Override PartName="/ppt/notesSlides/_rels/notesSlide18.xml.rels" ContentType="application/vnd.openxmlformats-package.relationships+xml"/>
  <Override PartName="/ppt/notesSlides/_rels/notesSlide86.xml.rels" ContentType="application/vnd.openxmlformats-package.relationships+xml"/>
  <Override PartName="/ppt/notesSlides/_rels/notesSlide225.xml.rels" ContentType="application/vnd.openxmlformats-package.relationships+xml"/>
  <Override PartName="/ppt/notesSlides/_rels/notesSlide98.xml.rels" ContentType="application/vnd.openxmlformats-package.relationships+xml"/>
  <Override PartName="/ppt/notesSlides/_rels/notesSlide237.xml.rels" ContentType="application/vnd.openxmlformats-package.relationships+xml"/>
  <Override PartName="/ppt/notesSlides/_rels/notesSlide173.xml.rels" ContentType="application/vnd.openxmlformats-package.relationships+xml"/>
  <Override PartName="/ppt/notesSlides/_rels/notesSlide70.xml.rels" ContentType="application/vnd.openxmlformats-package.relationships+xml"/>
  <Override PartName="/ppt/notesSlides/_rels/notesSlide96.xml.rels" ContentType="application/vnd.openxmlformats-package.relationships+xml"/>
  <Override PartName="/ppt/notesSlides/_rels/notesSlide235.xml.rels" ContentType="application/vnd.openxmlformats-package.relationships+xml"/>
  <Override PartName="/ppt/notesSlides/_rels/notesSlide29.xml.rels" ContentType="application/vnd.openxmlformats-package.relationships+xml"/>
  <Override PartName="/ppt/notesSlides/_rels/notesSlide105.xml.rels" ContentType="application/vnd.openxmlformats-package.relationships+xml"/>
  <Override PartName="/ppt/notesSlides/_rels/notesSlide270.xml.rels" ContentType="application/vnd.openxmlformats-package.relationships+xml"/>
  <Override PartName="/ppt/notesSlides/_rels/notesSlide188.xml.rels" ContentType="application/vnd.openxmlformats-package.relationships+xml"/>
  <Override PartName="/ppt/notesSlides/_rels/notesSlide17.xml.rels" ContentType="application/vnd.openxmlformats-package.relationships+xml"/>
  <Override PartName="/ppt/notesSlides/_rels/notesSlide251.xml.rels" ContentType="application/vnd.openxmlformats-package.relationships+xml"/>
  <Override PartName="/ppt/notesSlides/_rels/notesSlide122.xml.rels" ContentType="application/vnd.openxmlformats-package.relationships+xml"/>
  <Override PartName="/ppt/notesSlides/_rels/notesSlide256.xml.rels" ContentType="application/vnd.openxmlformats-package.relationships+xml"/>
  <Override PartName="/ppt/notesSlides/_rels/notesSlide7.xml.rels" ContentType="application/vnd.openxmlformats-package.relationships+xml"/>
  <Override PartName="/ppt/notesSlides/_rels/notesSlide148.xml.rels" ContentType="application/vnd.openxmlformats-package.relationships+xml"/>
  <Override PartName="/ppt/notesSlides/_rels/notesSlide45.xml.rels" ContentType="application/vnd.openxmlformats-package.relationships+xml"/>
  <Override PartName="/ppt/notesSlides/_rels/notesSlide147.xml.rels" ContentType="application/vnd.openxmlformats-package.relationships+xml"/>
  <Override PartName="/ppt/notesSlides/_rels/notesSlide44.xml.rels" ContentType="application/vnd.openxmlformats-package.relationships+xml"/>
  <Override PartName="/ppt/notesSlides/_rels/notesSlide71.xml.rels" ContentType="application/vnd.openxmlformats-package.relationships+xml"/>
  <Override PartName="/ppt/notesSlides/_rels/notesSlide210.xml.rels" ContentType="application/vnd.openxmlformats-package.relationships+xml"/>
  <Override PartName="/ppt/notesSlides/_rels/notesSlide42.xml.rels" ContentType="application/vnd.openxmlformats-package.relationships+xml"/>
  <Override PartName="/ppt/notesSlides/_rels/notesSlide145.xml.rels" ContentType="application/vnd.openxmlformats-package.relationships+xml"/>
  <Override PartName="/ppt/notesSlides/_rels/notesSlide229.xml.rels" ContentType="application/vnd.openxmlformats-package.relationships+xml"/>
  <Override PartName="/ppt/notesSlides/_rels/notesSlide297.xml.rels" ContentType="application/vnd.openxmlformats-package.relationships+xml"/>
  <Override PartName="/ppt/notesSlides/_rels/notesSlide146.xml.rels" ContentType="application/vnd.openxmlformats-package.relationships+xml"/>
  <Override PartName="/ppt/notesSlides/_rels/notesSlide43.xml.rels" ContentType="application/vnd.openxmlformats-package.relationships+xml"/>
  <Override PartName="/ppt/notesSlides/_rels/notesSlide6.xml.rels" ContentType="application/vnd.openxmlformats-package.relationships+xml"/>
  <Override PartName="/ppt/notesSlides/_rels/notesSlide114.xml.rels" ContentType="application/vnd.openxmlformats-package.relationships+xml"/>
  <Override PartName="/ppt/notesSlides/_rels/notesSlide308.xml.rels" ContentType="application/vnd.openxmlformats-package.relationships+xml"/>
  <Override PartName="/ppt/notesSlides/_rels/notesSlide255.xml.rels" ContentType="application/vnd.openxmlformats-package.relationships+xml"/>
  <Override PartName="/ppt/notesSlides/_rels/notesSlide5.xml.rels" ContentType="application/vnd.openxmlformats-package.relationships+xml"/>
  <Override PartName="/ppt/notesSlides/_rels/notesSlide113.xml.rels" ContentType="application/vnd.openxmlformats-package.relationships+xml"/>
  <Override PartName="/ppt/notesSlides/_rels/notesSlide307.xml.rels" ContentType="application/vnd.openxmlformats-package.relationships+xml"/>
  <Override PartName="/ppt/notesSlides/_rels/notesSlide254.xml.rels" ContentType="application/vnd.openxmlformats-package.relationships+xml"/>
  <Override PartName="/ppt/notesSlides/_rels/notesSlide4.xml.rels" ContentType="application/vnd.openxmlformats-package.relationships+xml"/>
  <Override PartName="/ppt/notesSlides/_rels/notesSlide253.xml.rels" ContentType="application/vnd.openxmlformats-package.relationships+xml"/>
  <Override PartName="/ppt/notesSlides/_rels/notesSlide3.xml.rels" ContentType="application/vnd.openxmlformats-package.relationships+xml"/>
  <Override PartName="/ppt/notesSlides/_rels/notesSlide252.xml.rels" ContentType="application/vnd.openxmlformats-package.relationships+xml"/>
  <Override PartName="/ppt/notesSlides/_rels/notesSlide239.xml.rels" ContentType="application/vnd.openxmlformats-package.relationships+xml"/>
  <Override PartName="/ppt/notesSlides/_rels/notesSlide156.xml.rels" ContentType="application/vnd.openxmlformats-package.relationships+xml"/>
  <Override PartName="/ppt/notesSlides/_rels/notesSlide53.xml.rels" ContentType="application/vnd.openxmlformats-package.relationships+xml"/>
  <Override PartName="/ppt/notesSlides/_rels/notesSlide102.xml.rels" ContentType="application/vnd.openxmlformats-package.relationships+xml"/>
  <Override PartName="/ppt/notesSlides/_rels/notesSlide170.xml.rels" ContentType="application/vnd.openxmlformats-package.relationships+xml"/>
  <Override PartName="/ppt/notesSlides/_rels/notesSlide249.xml.rels" ContentType="application/vnd.openxmlformats-package.relationships+xml"/>
  <Override PartName="/ppt/notesSlides/_rels/notesSlide9.xml.rels" ContentType="application/vnd.openxmlformats-package.relationships+xml"/>
  <Override PartName="/ppt/notesSlides/_rels/notesSlide306.xml.rels" ContentType="application/vnd.openxmlformats-package.relationships+xml"/>
  <Override PartName="/ppt/notesSlides/_rels/notesSlide112.xml.rels" ContentType="application/vnd.openxmlformats-package.relationships+xml"/>
  <Override PartName="/ppt/notesSlides/_rels/notesSlide101.xml.rels" ContentType="application/vnd.openxmlformats-package.relationships+xml"/>
  <Override PartName="/ppt/notesSlides/_rels/notesSlide257.xml.rels" ContentType="application/vnd.openxmlformats-package.relationships+xml"/>
  <Override PartName="/ppt/notesSlides/_rels/notesSlide8.xml.rels" ContentType="application/vnd.openxmlformats-package.relationships+xml"/>
  <Override PartName="/ppt/notesSlides/_rels/notesSlide250.xml.rels" ContentType="application/vnd.openxmlformats-package.relationships+xml"/>
  <Override PartName="/ppt/notesSlides/_rels/notesSlide149.xml.rels" ContentType="application/vnd.openxmlformats-package.relationships+xml"/>
  <Override PartName="/ppt/notesSlides/_rels/notesSlide46.xml.rels" ContentType="application/vnd.openxmlformats-package.relationships+xml"/>
  <Override PartName="/ppt/notesSlides/_rels/notesSlide72.xml.rels" ContentType="application/vnd.openxmlformats-package.relationships+xml"/>
  <Override PartName="/ppt/notesSlides/_rels/notesSlide211.xml.rels" ContentType="application/vnd.openxmlformats-package.relationships+xml"/>
  <Override PartName="/ppt/notesSlides/_rels/notesSlide108.xml.rels" ContentType="application/vnd.openxmlformats-package.relationships+xml"/>
  <Override PartName="/ppt/notesSlides/_rels/notesSlide273.xml.rels" ContentType="application/vnd.openxmlformats-package.relationships+xml"/>
  <Override PartName="/ppt/notesSlides/_rels/notesSlide180.xml.rels" ContentType="application/vnd.openxmlformats-package.relationships+xml"/>
  <Override PartName="/ppt/notesSlides/_rels/notesSlide209.xml.rels" ContentType="application/vnd.openxmlformats-package.relationships+xml"/>
  <Override PartName="/ppt/notesSlides/_rels/notesSlide277.xml.rels" ContentType="application/vnd.openxmlformats-package.relationships+xml"/>
  <Override PartName="/ppt/notesSlides/_rels/notesSlide275.xml.rels" ContentType="application/vnd.openxmlformats-package.relationships+xml"/>
  <Override PartName="/ppt/notesSlides/_rels/notesSlide311.xml.rels" ContentType="application/vnd.openxmlformats-package.relationships+xml"/>
  <Override PartName="/ppt/notesSlides/_rels/notesSlide276.xml.rels" ContentType="application/vnd.openxmlformats-package.relationships+xml"/>
  <Override PartName="/ppt/notesSlides/_rels/notesSlide155.xml.rels" ContentType="application/vnd.openxmlformats-package.relationships+xml"/>
  <Override PartName="/ppt/notesSlides/_rels/notesSlide52.xml.rels" ContentType="application/vnd.openxmlformats-package.relationships+xml"/>
  <Override PartName="/ppt/notesSlides/_rels/notesSlide157.xml.rels" ContentType="application/vnd.openxmlformats-package.relationships+xml"/>
  <Override PartName="/ppt/notesSlides/_rels/notesSlide54.xml.rels" ContentType="application/vnd.openxmlformats-package.relationships+xml"/>
  <Override PartName="/ppt/notesSlides/_rels/notesSlide190.xml.rels" ContentType="application/vnd.openxmlformats-package.relationships+xml"/>
  <Override PartName="/ppt/notesSlides/_rels/notesSlide219.xml.rels" ContentType="application/vnd.openxmlformats-package.relationships+xml"/>
  <Override PartName="/ppt/notesSlides/_rels/notesSlide287.xml.rels" ContentType="application/vnd.openxmlformats-package.relationships+xml"/>
  <Override PartName="/ppt/notesSlides/_rels/notesSlide97.xml.rels" ContentType="application/vnd.openxmlformats-package.relationships+xml"/>
  <Override PartName="/ppt/notesSlides/_rels/notesSlide236.xml.rels" ContentType="application/vnd.openxmlformats-package.relationships+xml"/>
  <Override PartName="/ppt/notesSlides/_rels/notesSlide158.xml.rels" ContentType="application/vnd.openxmlformats-package.relationships+xml"/>
  <Override PartName="/ppt/notesSlides/_rels/notesSlide55.xml.rels" ContentType="application/vnd.openxmlformats-package.relationships+xml"/>
  <Override PartName="/ppt/notesSlides/_rels/notesSlide85.xml.rels" ContentType="application/vnd.openxmlformats-package.relationships+xml"/>
  <Override PartName="/ppt/notesSlides/_rels/notesSlide224.xml.rels" ContentType="application/vnd.openxmlformats-package.relationships+xml"/>
  <Override PartName="/ppt/notesSlides/_rels/notesSlide100.xml.rels" ContentType="application/vnd.openxmlformats-package.relationships+xml"/>
  <Override PartName="/ppt/notesSlides/_rels/notesSlide47.xml.rels" ContentType="application/vnd.openxmlformats-package.relationships+xml"/>
  <Override PartName="/ppt/notesSlides/_rels/notesSlide201.xml.rels" ContentType="application/vnd.openxmlformats-package.relationships+xml"/>
  <Override PartName="/ppt/notesSlides/_rels/notesSlide62.xml.rels" ContentType="application/vnd.openxmlformats-package.relationships+xml"/>
  <Override PartName="/ppt/notesSlides/_rels/notesSlide165.xml.rels" ContentType="application/vnd.openxmlformats-package.relationships+xml"/>
  <Override PartName="/ppt/notesSlides/_rels/notesSlide285.xml.rels" ContentType="application/vnd.openxmlformats-package.relationships+xml"/>
  <Override PartName="/ppt/notesSlides/_rels/notesSlide78.xml.rels" ContentType="application/vnd.openxmlformats-package.relationships+xml"/>
  <Override PartName="/ppt/notesSlides/_rels/notesSlide217.xml.rels" ContentType="application/vnd.openxmlformats-package.relationships+xml"/>
  <Override PartName="/ppt/notesSlides/_rels/notesSlide286.xml.rels" ContentType="application/vnd.openxmlformats-package.relationships+xml"/>
  <Override PartName="/ppt/notesSlides/_rels/notesSlide79.xml.rels" ContentType="application/vnd.openxmlformats-package.relationships+xml"/>
  <Override PartName="/ppt/notesSlides/_rels/notesSlide218.xml.rels" ContentType="application/vnd.openxmlformats-package.relationships+xml"/>
  <Override PartName="/ppt/notesSlides/_rels/notesSlide263.xml.rels" ContentType="application/vnd.openxmlformats-package.relationships+xml"/>
  <Override PartName="/ppt/notesSlides/_rels/notesSlide298.xml.rels" ContentType="application/vnd.openxmlformats-package.relationships+xml"/>
  <Override PartName="/ppt/notesSlides/_rels/notesSlide300.xml.rels" ContentType="application/vnd.openxmlformats-package.relationships+xml"/>
  <Override PartName="/ppt/notesSlides/_rels/notesSlide299.xml.rels" ContentType="application/vnd.openxmlformats-package.relationships+xml"/>
  <Override PartName="/ppt/notesSlides/_rels/notesSlide301.xml.rels" ContentType="application/vnd.openxmlformats-package.relationships+xml"/>
  <Override PartName="/ppt/notesSlides/_rels/notesSlide159.xml.rels" ContentType="application/vnd.openxmlformats-package.relationships+xml"/>
  <Override PartName="/ppt/notesSlides/_rels/notesSlide56.xml.rels" ContentType="application/vnd.openxmlformats-package.relationships+xml"/>
  <Override PartName="/ppt/notesSlides/_rels/notesSlide266.xml.rels" ContentType="application/vnd.openxmlformats-package.relationships+xml"/>
  <Override PartName="/ppt/notesSlides/_rels/notesSlide302.xml.rels" ContentType="application/vnd.openxmlformats-package.relationships+xml"/>
  <Override PartName="/ppt/notesSlides/_rels/notesSlide289.xml.rels" ContentType="application/vnd.openxmlformats-package.relationships+xml"/>
  <Override PartName="/ppt/notesSlides/_rels/notesSlide132.xml.rels" ContentType="application/vnd.openxmlformats-package.relationships+xml"/>
  <Override PartName="/ppt/notesSlides/_rels/notesSlide49.xml.rels" ContentType="application/vnd.openxmlformats-package.relationships+xml"/>
  <Override PartName="/ppt/notesSlides/_rels/notesSlide279.xml.rels" ContentType="application/vnd.openxmlformats-package.relationships+xml"/>
  <Override PartName="/ppt/notesSlides/_rels/notesSlide203.xml.rels" ContentType="application/vnd.openxmlformats-package.relationships+xml"/>
  <Override PartName="/ppt/notesSlides/_rels/notesSlide64.xml.rels" ContentType="application/vnd.openxmlformats-package.relationships+xml"/>
  <Override PartName="/ppt/notesSlides/_rels/notesSlide167.xml.rels" ContentType="application/vnd.openxmlformats-package.relationships+xml"/>
  <Override PartName="/ppt/notesSlides/_rels/notesSlide265.xml.rels" ContentType="application/vnd.openxmlformats-package.relationships+xml"/>
  <Override PartName="/ppt/notesSlides/_rels/notesSlide109.xml.rels" ContentType="application/vnd.openxmlformats-package.relationships+xml"/>
  <Override PartName="/ppt/notesSlides/_rels/notesSlide274.xml.rels" ContentType="application/vnd.openxmlformats-package.relationships+xml"/>
  <Override PartName="/ppt/notesSlides/_rels/notesSlide310.xml.rels" ContentType="application/vnd.openxmlformats-package.relationships+xml"/>
  <Override PartName="/ppt/notesSlides/_rels/notesSlide288.xml.rels" ContentType="application/vnd.openxmlformats-package.relationships+xml"/>
  <Override PartName="/ppt/notesSlides/_rels/notesSlide131.xml.rels" ContentType="application/vnd.openxmlformats-package.relationships+xml"/>
  <Override PartName="/ppt/notesSlides/_rels/notesSlide48.xml.rels" ContentType="application/vnd.openxmlformats-package.relationships+xml"/>
  <Override PartName="/ppt/notesSlides/_rels/notesSlide278.xml.rels" ContentType="application/vnd.openxmlformats-package.relationships+xml"/>
  <Override PartName="/ppt/notesSlides/_rels/notesSlide202.xml.rels" ContentType="application/vnd.openxmlformats-package.relationships+xml"/>
  <Override PartName="/ppt/notesSlides/_rels/notesSlide63.xml.rels" ContentType="application/vnd.openxmlformats-package.relationships+xml"/>
  <Override PartName="/ppt/notesSlides/_rels/notesSlide166.xml.rels" ContentType="application/vnd.openxmlformats-package.relationships+xml"/>
  <Override PartName="/ppt/notesSlides/_rels/notesSlide264.xml.rels" ContentType="application/vnd.openxmlformats-package.relationships+xml"/>
  <Override PartName="/ppt/notesSlides/_rels/notesSlide191.xml.rels" ContentType="application/vnd.openxmlformats-package.relationships+xml"/>
  <Override PartName="/ppt/notesSlides/_rels/notesSlide123.xml.rels" ContentType="application/vnd.openxmlformats-package.relationships+xml"/>
  <Override PartName="/ppt/notesSlides/_rels/notesSlide20.xml.rels" ContentType="application/vnd.openxmlformats-package.relationships+xml"/>
  <Override PartName="/ppt/notesSlides/_rels/notesSlide259.xml.rels" ContentType="application/vnd.openxmlformats-package.relationships+xml"/>
  <Override PartName="/ppt/notesSlides/_rels/notesSlide269.xml.rels" ContentType="application/vnd.openxmlformats-package.relationships+xml"/>
  <Override PartName="/ppt/notesSlides/_rels/notesSlide110.xml.rels" ContentType="application/vnd.openxmlformats-package.relationships+xml"/>
  <Override PartName="/ppt/notesSlides/_rels/notesSlide304.xml.rels" ContentType="application/vnd.openxmlformats-package.relationships+xml"/>
  <Override PartName="/ppt/notesSlides/_rels/notesSlide2.xml.rels" ContentType="application/vnd.openxmlformats-package.relationships+xml"/>
  <Override PartName="/ppt/notesSlides/_rels/notesSlide268.xml.rels" ContentType="application/vnd.openxmlformats-package.relationships+xml"/>
  <Override PartName="/ppt/notesSlides/_rels/notesSlide121.xml.rels" ContentType="application/vnd.openxmlformats-package.relationships+xml"/>
  <Override PartName="/ppt/notesSlides/_rels/notesSlide267.xml.rels" ContentType="application/vnd.openxmlformats-package.relationships+xml"/>
  <Override PartName="/ppt/notesSlides/_rels/notesSlide303.xml.rels" ContentType="application/vnd.openxmlformats-package.relationships+xml"/>
  <Override PartName="/ppt/notesSlides/_rels/notesSlide1.xml.rels" ContentType="application/vnd.openxmlformats-package.relationships+xml"/>
  <Override PartName="/ppt/notesSlides/_rels/notesSlide120.xml.rels" ContentType="application/vnd.openxmlformats-package.relationships+xml"/>
  <Override PartName="/ppt/notesSlides/_rels/notesSlide258.xml.rels" ContentType="application/vnd.openxmlformats-package.relationships+xml"/>
  <Override PartName="/ppt/notesSlides/_rels/notesSlide305.xml.rels" ContentType="application/vnd.openxmlformats-package.relationships+xml"/>
  <Override PartName="/ppt/notesSlides/_rels/notesSlide111.xml.rels" ContentType="application/vnd.openxmlformats-package.relationships+xml"/>
  <Override PartName="/ppt/notesSlides/_rels/notesSlide208.xml.rels" ContentType="application/vnd.openxmlformats-package.relationships+xml"/>
  <Override PartName="/ppt/notesSlides/_rels/notesSlide69.xml.rels" ContentType="application/vnd.openxmlformats-package.relationships+xml"/>
  <Override PartName="/ppt/notesSlides/_rels/notesSlide242.xml.rels" ContentType="application/vnd.openxmlformats-package.relationships+xml"/>
  <Override PartName="/ppt/notesSlides/_rels/notesSlide294.xml.rels" ContentType="application/vnd.openxmlformats-package.relationships+xml"/>
  <Override PartName="/ppt/notesSlides/_rels/notesSlide129.xml.rels" ContentType="application/vnd.openxmlformats-package.relationships+xml"/>
  <Override PartName="/ppt/notesSlides/_rels/notesSlide197.xml.rels" ContentType="application/vnd.openxmlformats-package.relationships+xml"/>
  <Override PartName="/ppt/notesSlides/_rels/notesSlide26.xml.rels" ContentType="application/vnd.openxmlformats-package.relationships+xml"/>
  <Override PartName="/ppt/notesSlides/_rels/notesSlide94.xml.rels" ContentType="application/vnd.openxmlformats-package.relationships+xml"/>
  <Override PartName="/ppt/notesSlides/_rels/notesSlide233.xml.rels" ContentType="application/vnd.openxmlformats-package.relationships+xml"/>
  <Override PartName="/ppt/notesSlides/_rels/notesSlide207.xml.rels" ContentType="application/vnd.openxmlformats-package.relationships+xml"/>
  <Override PartName="/ppt/notesSlides/_rels/notesSlide68.xml.rels" ContentType="application/vnd.openxmlformats-package.relationships+xml"/>
  <Override PartName="/ppt/notesSlides/_rels/notesSlide241.xml.rels" ContentType="application/vnd.openxmlformats-package.relationships+xml"/>
  <Override PartName="/ppt/notesSlides/_rels/notesSlide293.xml.rels" ContentType="application/vnd.openxmlformats-package.relationships+xml"/>
  <Override PartName="/ppt/notesSlides/_rels/notesSlide128.xml.rels" ContentType="application/vnd.openxmlformats-package.relationships+xml"/>
  <Override PartName="/ppt/notesSlides/_rels/notesSlide196.xml.rels" ContentType="application/vnd.openxmlformats-package.relationships+xml"/>
  <Override PartName="/ppt/notesSlides/_rels/notesSlide25.xml.rels" ContentType="application/vnd.openxmlformats-package.relationships+xml"/>
  <Override PartName="/ppt/notesSlides/_rels/notesSlide93.xml.rels" ContentType="application/vnd.openxmlformats-package.relationships+xml"/>
  <Override PartName="/ppt/notesSlides/_rels/notesSlide232.xml.rels" ContentType="application/vnd.openxmlformats-package.relationships+xml"/>
  <Override PartName="/ppt/notesSlides/_rels/notesSlide59.xml.rels" ContentType="application/vnd.openxmlformats-package.relationships+xml"/>
  <Override PartName="/ppt/notesSlides/_rels/notesSlide206.xml.rels" ContentType="application/vnd.openxmlformats-package.relationships+xml"/>
  <Override PartName="/ppt/notesSlides/_rels/notesSlide67.xml.rels" ContentType="application/vnd.openxmlformats-package.relationships+xml"/>
  <Override PartName="/ppt/notesSlides/_rels/notesSlide240.xml.rels" ContentType="application/vnd.openxmlformats-package.relationships+xml"/>
  <Override PartName="/ppt/notesSlides/_rels/notesSlide292.xml.rels" ContentType="application/vnd.openxmlformats-package.relationships+xml"/>
  <Override PartName="/ppt/notesSlides/_rels/notesSlide127.xml.rels" ContentType="application/vnd.openxmlformats-package.relationships+xml"/>
  <Override PartName="/ppt/notesSlides/_rels/notesSlide195.xml.rels" ContentType="application/vnd.openxmlformats-package.relationships+xml"/>
  <Override PartName="/ppt/notesSlides/_rels/notesSlide24.xml.rels" ContentType="application/vnd.openxmlformats-package.relationships+xml"/>
  <Override PartName="/ppt/notesSlides/_rels/notesSlide92.xml.rels" ContentType="application/vnd.openxmlformats-package.relationships+xml"/>
  <Override PartName="/ppt/notesSlides/_rels/notesSlide231.xml.rels" ContentType="application/vnd.openxmlformats-package.relationships+xml"/>
  <Override PartName="/ppt/notesSlides/_rels/notesSlide205.xml.rels" ContentType="application/vnd.openxmlformats-package.relationships+xml"/>
  <Override PartName="/ppt/notesSlides/_rels/notesSlide66.xml.rels" ContentType="application/vnd.openxmlformats-package.relationships+xml"/>
  <Override PartName="/ppt/notesSlides/_rels/notesSlide169.xml.rels" ContentType="application/vnd.openxmlformats-package.relationships+xml"/>
  <Override PartName="/ppt/notesSlides/_rels/notesSlide291.xml.rels" ContentType="application/vnd.openxmlformats-package.relationships+xml"/>
  <Override PartName="/ppt/notesSlides/_rels/notesSlide126.xml.rels" ContentType="application/vnd.openxmlformats-package.relationships+xml"/>
  <Override PartName="/ppt/notesSlides/_rels/notesSlide194.xml.rels" ContentType="application/vnd.openxmlformats-package.relationships+xml"/>
  <Override PartName="/ppt/notesSlides/_rels/notesSlide23.xml.rels" ContentType="application/vnd.openxmlformats-package.relationships+xml"/>
  <Override PartName="/ppt/notesSlides/_rels/notesSlide91.xml.rels" ContentType="application/vnd.openxmlformats-package.relationships+xml"/>
  <Override PartName="/ppt/notesSlides/_rels/notesSlide230.xml.rels" ContentType="application/vnd.openxmlformats-package.relationships+xml"/>
  <Override PartName="/ppt/notesSlides/_rels/notesSlide204.xml.rels" ContentType="application/vnd.openxmlformats-package.relationships+xml"/>
  <Override PartName="/ppt/notesSlides/_rels/notesSlide65.xml.rels" ContentType="application/vnd.openxmlformats-package.relationships+xml"/>
  <Override PartName="/ppt/notesSlides/_rels/notesSlide168.xml.rels" ContentType="application/vnd.openxmlformats-package.relationships+xml"/>
  <Override PartName="/ppt/notesSlides/_rels/notesSlide290.xml.rels" ContentType="application/vnd.openxmlformats-package.relationships+xml"/>
  <Override PartName="/ppt/notesSlides/_rels/notesSlide125.xml.rels" ContentType="application/vnd.openxmlformats-package.relationships+xml"/>
  <Override PartName="/ppt/notesSlides/_rels/notesSlide193.xml.rels" ContentType="application/vnd.openxmlformats-package.relationships+xml"/>
  <Override PartName="/ppt/notesSlides/_rels/notesSlide90.xml.rels" ContentType="application/vnd.openxmlformats-package.relationships+xml"/>
  <Override PartName="/ppt/notesSlides/_rels/notesSlide22.xml.rels" ContentType="application/vnd.openxmlformats-package.relationships+xml"/>
  <Override PartName="/ppt/notesSlides/_rels/notesSlide151.xml.rels" ContentType="application/vnd.openxmlformats-package.relationships+xml"/>
  <Override PartName="/ppt/notesSlides/_rels/notesSlide248.xml.rels" ContentType="application/vnd.openxmlformats-package.relationships+xml"/>
  <Override PartName="/ppt/notesSlides/_rels/notesSlide150.xml.rels" ContentType="application/vnd.openxmlformats-package.relationships+xml"/>
  <Override PartName="/ppt/notesSlides/_rels/notesSlide247.xml.rels" ContentType="application/vnd.openxmlformats-package.relationships+xml"/>
  <Override PartName="/ppt/notesSlides/_rels/notesSlide152.xml.rels" ContentType="application/vnd.openxmlformats-package.relationships+xml"/>
  <Override PartName="/ppt/notesSlides/_rels/notesSlide139.xml.rels" ContentType="application/vnd.openxmlformats-package.relationships+xml"/>
  <Override PartName="/ppt/notesSlides/_rels/notesSlide36.xml.rels" ContentType="application/vnd.openxmlformats-package.relationships+xml"/>
  <Override PartName="/ppt/notesSlides/_rels/notesSlide246.xml.rels" ContentType="application/vnd.openxmlformats-package.relationships+xml"/>
  <Override PartName="/ppt/notesSlides/_rels/notesSlide138.xml.rels" ContentType="application/vnd.openxmlformats-package.relationships+xml"/>
  <Override PartName="/ppt/notesSlides/_rels/notesSlide35.xml.rels" ContentType="application/vnd.openxmlformats-package.relationships+xml"/>
  <Override PartName="/ppt/notesSlides/_rels/notesSlide245.xml.rels" ContentType="application/vnd.openxmlformats-package.relationships+xml"/>
  <Override PartName="/ppt/notesSlides/_rels/notesSlide77.xml.rels" ContentType="application/vnd.openxmlformats-package.relationships+xml"/>
  <Override PartName="/ppt/notesSlides/_rels/notesSlide216.xml.rels" ContentType="application/vnd.openxmlformats-package.relationships+xml"/>
  <Override PartName="/ppt/notesSlides/_rels/notesSlide137.xml.rels" ContentType="application/vnd.openxmlformats-package.relationships+xml"/>
  <Override PartName="/ppt/notesSlides/_rels/notesSlide34.xml.rels" ContentType="application/vnd.openxmlformats-package.relationships+xml"/>
  <Override PartName="/ppt/notesSlides/_rels/notesSlide244.xml.rels" ContentType="application/vnd.openxmlformats-package.relationships+xml"/>
  <Override PartName="/ppt/notesSlides/_rels/notesSlide284.xml.rels" ContentType="application/vnd.openxmlformats-package.relationships+xml"/>
  <Override PartName="/ppt/notesSlides/_rels/notesSlide119.xml.rels" ContentType="application/vnd.openxmlformats-package.relationships+xml"/>
  <Override PartName="/ppt/notesSlides/notesSlide257.xml" ContentType="application/vnd.openxmlformats-officedocument.presentationml.notesSlide+xml"/>
  <Override PartName="/ppt/notesSlides/notesSlide256.xml" ContentType="application/vnd.openxmlformats-officedocument.presentationml.notesSlide+xml"/>
  <Override PartName="/ppt/notesSlides/notesSlide255.xml" ContentType="application/vnd.openxmlformats-officedocument.presentationml.notesSlide+xml"/>
  <Override PartName="/ppt/notesSlides/notesSlide254.xml" ContentType="application/vnd.openxmlformats-officedocument.presentationml.notesSlide+xml"/>
  <Override PartName="/ppt/notesSlides/notesSlide253.xml" ContentType="application/vnd.openxmlformats-officedocument.presentationml.notesSlide+xml"/>
  <Override PartName="/ppt/notesSlides/notesSlide252.xml" ContentType="application/vnd.openxmlformats-officedocument.presentationml.notesSlide+xml"/>
  <Override PartName="/ppt/notesSlides/notesSlide251.xml" ContentType="application/vnd.openxmlformats-officedocument.presentationml.notesSlide+xml"/>
  <Override PartName="/ppt/notesSlides/notesSlide250.xml" ContentType="application/vnd.openxmlformats-officedocument.presentationml.notesSlide+xml"/>
  <Override PartName="/ppt/notesSlides/notesSlide249.xml" ContentType="application/vnd.openxmlformats-officedocument.presentationml.notesSlide+xml"/>
  <Override PartName="/ppt/notesSlides/notesSlide239.xml" ContentType="application/vnd.openxmlformats-officedocument.presentationml.notesSlide+xml"/>
  <Override PartName="/ppt/notesSlides/notesSlide238.xml" ContentType="application/vnd.openxmlformats-officedocument.presentationml.notesSlide+xml"/>
  <Override PartName="/ppt/notesSlides/notesSlide237.xml" ContentType="application/vnd.openxmlformats-officedocument.presentationml.notesSlide+xml"/>
  <Override PartName="/ppt/notesSlides/notesSlide236.xml" ContentType="application/vnd.openxmlformats-officedocument.presentationml.notesSlide+xml"/>
  <Override PartName="/ppt/notesSlides/notesSlide235.xml" ContentType="application/vnd.openxmlformats-officedocument.presentationml.notesSlide+xml"/>
  <Override PartName="/ppt/notesSlides/notesSlide234.xml" ContentType="application/vnd.openxmlformats-officedocument.presentationml.notesSlide+xml"/>
  <Override PartName="/ppt/notesSlides/notesSlide233.xml" ContentType="application/vnd.openxmlformats-officedocument.presentationml.notesSlide+xml"/>
  <Override PartName="/ppt/notesSlides/notesSlide232.xml" ContentType="application/vnd.openxmlformats-officedocument.presentationml.notesSlide+xml"/>
  <Override PartName="/ppt/notesSlides/notesSlide231.xml" ContentType="application/vnd.openxmlformats-officedocument.presentationml.notesSlide+xml"/>
  <Override PartName="/ppt/notesSlides/notesSlide230.xml" ContentType="application/vnd.openxmlformats-officedocument.presentationml.notesSlide+xml"/>
  <Override PartName="/ppt/notesSlides/notesSlide229.xml" ContentType="application/vnd.openxmlformats-officedocument.presentationml.notesSlide+xml"/>
  <Override PartName="/ppt/notesSlides/notesSlide228.xml" ContentType="application/vnd.openxmlformats-officedocument.presentationml.notesSlide+xml"/>
  <Override PartName="/ppt/notesSlides/notesSlide227.xml" ContentType="application/vnd.openxmlformats-officedocument.presentationml.notesSlide+xml"/>
  <Override PartName="/ppt/notesSlides/notesSlide226.xml" ContentType="application/vnd.openxmlformats-officedocument.presentationml.notesSlide+xml"/>
  <Override PartName="/ppt/notesSlides/notesSlide9.xml" ContentType="application/vnd.openxmlformats-officedocument.presentationml.notesSlide+xml"/>
  <Override PartName="/ppt/notesSlides/notesSlide225.xml" ContentType="application/vnd.openxmlformats-officedocument.presentationml.notesSlide+xml"/>
  <Override PartName="/ppt/notesSlides/notesSlide8.xml" ContentType="application/vnd.openxmlformats-officedocument.presentationml.notesSlide+xml"/>
  <Override PartName="/ppt/notesSlides/notesSlide224.xml" ContentType="application/vnd.openxmlformats-officedocument.presentationml.notesSlide+xml"/>
  <Override PartName="/ppt/notesSlides/notesSlide7.xml" ContentType="application/vnd.openxmlformats-officedocument.presentationml.notesSlide+xml"/>
  <Override PartName="/ppt/notesSlides/notesSlide223.xml" ContentType="application/vnd.openxmlformats-officedocument.presentationml.notesSlide+xml"/>
  <Override PartName="/ppt/notesSlides/notesSlide6.xml" ContentType="application/vnd.openxmlformats-officedocument.presentationml.notesSlide+xml"/>
  <Override PartName="/ppt/notesSlides/notesSlide222.xml" ContentType="application/vnd.openxmlformats-officedocument.presentationml.notesSlide+xml"/>
  <Override PartName="/ppt/notesSlides/notesSlide5.xml" ContentType="application/vnd.openxmlformats-officedocument.presentationml.notesSlide+xml"/>
  <Override PartName="/ppt/notesSlides/notesSlide221.xml" ContentType="application/vnd.openxmlformats-officedocument.presentationml.notesSlide+xml"/>
  <Override PartName="/ppt/notesSlides/notesSlide4.xml" ContentType="application/vnd.openxmlformats-officedocument.presentationml.notesSlide+xml"/>
  <Override PartName="/ppt/notesSlides/notesSlide220.xml" ContentType="application/vnd.openxmlformats-officedocument.presentationml.notesSlide+xml"/>
  <Override PartName="/ppt/notesSlides/notesSlide3.xml" ContentType="application/vnd.openxmlformats-officedocument.presentationml.notesSlide+xml"/>
  <Override PartName="/ppt/notesSlides/notesSlide219.xml" ContentType="application/vnd.openxmlformats-officedocument.presentationml.notesSlide+xml"/>
  <Override PartName="/ppt/notesSlides/notesSlide190.xml" ContentType="application/vnd.openxmlformats-officedocument.presentationml.notesSlide+xml"/>
  <Override PartName="/ppt/notesSlides/notesSlide218.xml" ContentType="application/vnd.openxmlformats-officedocument.presentationml.notesSlide+xml"/>
  <Override PartName="/ppt/notesSlides/notesSlide217.xml" ContentType="application/vnd.openxmlformats-officedocument.presentationml.notesSlide+xml"/>
  <Override PartName="/ppt/notesSlides/notesSlide216.xml" ContentType="application/vnd.openxmlformats-officedocument.presentationml.notesSlide+xml"/>
  <Override PartName="/ppt/notesSlides/notesSlide215.xml" ContentType="application/vnd.openxmlformats-officedocument.presentationml.notesSlide+xml"/>
  <Override PartName="/ppt/notesSlides/notesSlide214.xml" ContentType="application/vnd.openxmlformats-officedocument.presentationml.notesSlide+xml"/>
  <Override PartName="/ppt/notesSlides/notesSlide213.xml" ContentType="application/vnd.openxmlformats-officedocument.presentationml.notesSlide+xml"/>
  <Override PartName="/ppt/notesSlides/notesSlide212.xml" ContentType="application/vnd.openxmlformats-officedocument.presentationml.notesSlide+xml"/>
  <Override PartName="/ppt/notesSlides/notesSlide211.xml" ContentType="application/vnd.openxmlformats-officedocument.presentationml.notesSlide+xml"/>
  <Override PartName="/ppt/notesSlides/notesSlide210.xml" ContentType="application/vnd.openxmlformats-officedocument.presentationml.notesSlide+xml"/>
  <Override PartName="/ppt/notesSlides/notesSlide209.xml" ContentType="application/vnd.openxmlformats-officedocument.presentationml.notesSlide+xml"/>
  <Override PartName="/ppt/notesSlides/notesSlide180.xml" ContentType="application/vnd.openxmlformats-officedocument.presentationml.notesSlide+xml"/>
  <Override PartName="/ppt/notesSlides/notesSlide208.xml" ContentType="application/vnd.openxmlformats-officedocument.presentationml.notesSlide+xml"/>
  <Override PartName="/ppt/notesSlides/notesSlide207.xml" ContentType="application/vnd.openxmlformats-officedocument.presentationml.notesSlide+xml"/>
  <Override PartName="/ppt/notesSlides/notesSlide206.xml" ContentType="application/vnd.openxmlformats-officedocument.presentationml.notesSlide+xml"/>
  <Override PartName="/ppt/notesSlides/notesSlide205.xml" ContentType="application/vnd.openxmlformats-officedocument.presentationml.notesSlide+xml"/>
  <Override PartName="/ppt/notesSlides/notesSlide204.xml" ContentType="application/vnd.openxmlformats-officedocument.presentationml.notesSlide+xml"/>
  <Override PartName="/ppt/notesSlides/notesSlide17.xml" ContentType="application/vnd.openxmlformats-officedocument.presentationml.notesSlide+xml"/>
  <Override PartName="/ppt/notesSlides/notesSlide85.xml" ContentType="application/vnd.openxmlformats-officedocument.presentationml.notesSlide+xml"/>
  <Override PartName="/ppt/notesSlides/notesSlide145.xml" ContentType="application/vnd.openxmlformats-officedocument.presentationml.notesSlide+xml"/>
  <Override PartName="/ppt/notesSlides/notesSlide18.xml" ContentType="application/vnd.openxmlformats-officedocument.presentationml.notesSlide+xml"/>
  <Override PartName="/ppt/notesSlides/notesSlide86.xml" ContentType="application/vnd.openxmlformats-officedocument.presentationml.notesSlide+xml"/>
  <Override PartName="/ppt/notesSlides/notesSlide146.xml" ContentType="application/vnd.openxmlformats-officedocument.presentationml.notesSlide+xml"/>
  <Override PartName="/ppt/notesSlides/notesSlide19.xml" ContentType="application/vnd.openxmlformats-officedocument.presentationml.notesSlide+xml"/>
  <Override PartName="/ppt/notesSlides/notesSlide87.xml" ContentType="application/vnd.openxmlformats-officedocument.presentationml.notesSlide+xml"/>
  <Override PartName="/ppt/notesSlides/notesSlide147.xml" ContentType="application/vnd.openxmlformats-officedocument.presentationml.notesSlide+xml"/>
  <Override PartName="/ppt/notesSlides/notesSlide88.xml" ContentType="application/vnd.openxmlformats-officedocument.presentationml.notesSlide+xml"/>
  <Override PartName="/ppt/notesSlides/notesSlide148.xml" ContentType="application/vnd.openxmlformats-officedocument.presentationml.notesSlide+xml"/>
  <Override PartName="/ppt/notesSlides/notesSlide27.xml" ContentType="application/vnd.openxmlformats-officedocument.presentationml.notesSlide+xml"/>
  <Override PartName="/ppt/notesSlides/notesSlide95.xml" ContentType="application/vnd.openxmlformats-officedocument.presentationml.notesSlide+xml"/>
  <Override PartName="/ppt/notesSlides/notesSlide155.xml" ContentType="application/vnd.openxmlformats-officedocument.presentationml.notesSlide+xml"/>
  <Override PartName="/ppt/notesSlides/notesSlide28.xml" ContentType="application/vnd.openxmlformats-officedocument.presentationml.notesSlide+xml"/>
  <Override PartName="/ppt/notesSlides/notesSlide96.xml" ContentType="application/vnd.openxmlformats-officedocument.presentationml.notesSlide+xml"/>
  <Override PartName="/ppt/notesSlides/notesSlide156.xml" ContentType="application/vnd.openxmlformats-officedocument.presentationml.notesSlide+xml"/>
  <Override PartName="/ppt/notesSlides/notesSlide29.xml" ContentType="application/vnd.openxmlformats-officedocument.presentationml.notesSlide+xml"/>
  <Override PartName="/ppt/notesSlides/notesSlide97.xml" ContentType="application/vnd.openxmlformats-officedocument.presentationml.notesSlide+xml"/>
  <Override PartName="/ppt/notesSlides/notesSlide157.xml" ContentType="application/vnd.openxmlformats-officedocument.presentationml.notesSlide+xml"/>
  <Override PartName="/ppt/notesSlides/notesSlide98.xml" ContentType="application/vnd.openxmlformats-officedocument.presentationml.notesSlide+xml"/>
  <Override PartName="/ppt/notesSlides/notesSlide158.xml" ContentType="application/vnd.openxmlformats-officedocument.presentationml.notesSlide+xml"/>
  <Override PartName="/ppt/notesSlides/notesSlide99.xml" ContentType="application/vnd.openxmlformats-officedocument.presentationml.notesSlide+xml"/>
  <Override PartName="/ppt/notesSlides/notesSlide159.xml" ContentType="application/vnd.openxmlformats-officedocument.presentationml.notesSlide+xml"/>
  <Override PartName="/ppt/notesSlides/notesSlide40.xml" ContentType="application/vnd.openxmlformats-officedocument.presentationml.notesSlide+xml"/>
  <Override PartName="/ppt/notesSlides/notesSlide100.xml" ContentType="application/vnd.openxmlformats-officedocument.presentationml.notesSlide+xml"/>
  <Override PartName="/ppt/notesSlides/notesSlide41.xml" ContentType="application/vnd.openxmlformats-officedocument.presentationml.notesSlide+xml"/>
  <Override PartName="/ppt/notesSlides/notesSlide101.xml" ContentType="application/vnd.openxmlformats-officedocument.presentationml.notesSlide+xml"/>
  <Override PartName="/ppt/notesSlides/notesSlide42.xml" ContentType="application/vnd.openxmlformats-officedocument.presentationml.notesSlide+xml"/>
  <Override PartName="/ppt/notesSlides/notesSlide102.xml" ContentType="application/vnd.openxmlformats-officedocument.presentationml.notesSlide+xml"/>
  <Override PartName="/ppt/notesSlides/notesSlide170.xml" ContentType="application/vnd.openxmlformats-officedocument.presentationml.notesSlide+xml"/>
  <Override PartName="/ppt/notesSlides/notesSlide43.xml" ContentType="application/vnd.openxmlformats-officedocument.presentationml.notesSlide+xml"/>
  <Override PartName="/ppt/notesSlides/notesSlide103.xml" ContentType="application/vnd.openxmlformats-officedocument.presentationml.notesSlide+xml"/>
  <Override PartName="/ppt/notesSlides/notesSlide171.xml" ContentType="application/vnd.openxmlformats-officedocument.presentationml.notesSlide+xml"/>
  <Override PartName="/ppt/notesSlides/notesSlide149.xml" ContentType="application/vnd.openxmlformats-officedocument.presentationml.notesSlide+xml"/>
  <Override PartName="/ppt/notesSlides/notesSlide89.xml" ContentType="application/vnd.openxmlformats-officedocument.presentationml.notesSlide+xml"/>
  <Override PartName="/ppt/notesSlides/notesSlide44.xml" ContentType="application/vnd.openxmlformats-officedocument.presentationml.notesSlide+xml"/>
  <Override PartName="/ppt/notesSlides/notesSlide104.xml" ContentType="application/vnd.openxmlformats-officedocument.presentationml.notesSlide+xml"/>
  <Override PartName="/ppt/notesSlides/notesSlide172.xml" ContentType="application/vnd.openxmlformats-officedocument.presentationml.notesSlide+xml"/>
  <Override PartName="/ppt/notesSlides/notesSlide45.xml" ContentType="application/vnd.openxmlformats-officedocument.presentationml.notesSlide+xml"/>
  <Override PartName="/ppt/notesSlides/notesSlide173.xml" ContentType="application/vnd.openxmlformats-officedocument.presentationml.notesSlide+xml"/>
  <Override PartName="/ppt/notesSlides/notesSlide46.xml" ContentType="application/vnd.openxmlformats-officedocument.presentationml.notesSlide+xml"/>
  <Override PartName="/ppt/notesSlides/notesSlide174.xml" ContentType="application/vnd.openxmlformats-officedocument.presentationml.notesSlide+xml"/>
  <Override PartName="/ppt/notesSlides/notesSlide106.xml" ContentType="application/vnd.openxmlformats-officedocument.presentationml.notesSlide+xml"/>
  <Override PartName="/ppt/notesSlides/notesSlide271.xml" ContentType="application/vnd.openxmlformats-officedocument.presentationml.notesSlide+xml"/>
  <Override PartName="/ppt/notesSlides/notesSlide203.xml" ContentType="application/vnd.openxmlformats-officedocument.presentationml.notesSlide+xml"/>
  <Override PartName="/ppt/notesSlides/notesSlide70.xml" ContentType="application/vnd.openxmlformats-officedocument.presentationml.notesSlide+xml"/>
  <Override PartName="/ppt/notesSlides/notesSlide130.xml" ContentType="application/vnd.openxmlformats-officedocument.presentationml.notesSlide+xml"/>
  <Override PartName="/ppt/notesSlides/notesSlide175.xml" ContentType="application/vnd.openxmlformats-officedocument.presentationml.notesSlide+xml"/>
  <Override PartName="/ppt/notesSlides/notesSlide47.xml" ContentType="application/vnd.openxmlformats-officedocument.presentationml.notesSlide+xml"/>
  <Override PartName="/ppt/notesSlides/notesSlide107.xml" ContentType="application/vnd.openxmlformats-officedocument.presentationml.notesSlide+xml"/>
  <Override PartName="/ppt/notesSlides/notesSlide272.xml" ContentType="application/vnd.openxmlformats-officedocument.presentationml.notesSlide+xml"/>
  <Override PartName="/ppt/notesSlides/notesSlide71.xml" ContentType="application/vnd.openxmlformats-officedocument.presentationml.notesSlide+xml"/>
  <Override PartName="/ppt/notesSlides/notesSlide131.xml" ContentType="application/vnd.openxmlformats-officedocument.presentationml.notesSlide+xml"/>
  <Override PartName="/ppt/notesSlides/notesSlide176.xml" ContentType="application/vnd.openxmlformats-officedocument.presentationml.notesSlide+xml"/>
  <Override PartName="/ppt/notesSlides/notesSlide48.xml" ContentType="application/vnd.openxmlformats-officedocument.presentationml.notesSlide+xml"/>
  <Override PartName="/ppt/notesSlides/notesSlide108.xml" ContentType="application/vnd.openxmlformats-officedocument.presentationml.notesSlide+xml"/>
  <Override PartName="/ppt/notesSlides/notesSlide273.xml" ContentType="application/vnd.openxmlformats-officedocument.presentationml.notesSlide+xml"/>
  <Override PartName="/ppt/notesSlides/notesSlide72.xml" ContentType="application/vnd.openxmlformats-officedocument.presentationml.notesSlide+xml"/>
  <Override PartName="/ppt/notesSlides/notesSlide132.xml" ContentType="application/vnd.openxmlformats-officedocument.presentationml.notesSlide+xml"/>
  <Override PartName="/ppt/notesSlides/notesSlide177.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182.xml" ContentType="application/vnd.openxmlformats-officedocument.presentationml.notesSlide+xml"/>
  <Override PartName="/ppt/notesSlides/notesSlide54.xml" ContentType="application/vnd.openxmlformats-officedocument.presentationml.notesSlide+xml"/>
  <Override PartName="/ppt/notesSlides/notesSlide311.xml" ContentType="application/vnd.openxmlformats-officedocument.presentationml.notesSlide+xml"/>
  <Override PartName="/ppt/notesSlides/notesSlide275.xml" ContentType="application/vnd.openxmlformats-officedocument.presentationml.notesSlide+xml"/>
  <Override PartName="/ppt/notesSlides/notesSlide192.xml" ContentType="application/vnd.openxmlformats-officedocument.presentationml.notesSlide+xml"/>
  <Override PartName="/ppt/notesSlides/notesSlide64.xml" ContentType="application/vnd.openxmlformats-officedocument.presentationml.notesSlide+xml"/>
  <Override PartName="/ppt/notesSlides/notesSlide124.xml" ContentType="application/vnd.openxmlformats-officedocument.presentationml.notesSlide+xml"/>
  <Override PartName="/ppt/notesSlides/notesSlide181.xml" ContentType="application/vnd.openxmlformats-officedocument.presentationml.notesSlide+xml"/>
  <Override PartName="/ppt/notesSlides/notesSlide53.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85.xml" ContentType="application/vnd.openxmlformats-officedocument.presentationml.notesSlide+xml"/>
  <Override PartName="/ppt/notesSlides/notesSlide105.xml" ContentType="application/vnd.openxmlformats-officedocument.presentationml.notesSlide+xml"/>
  <Override PartName="/ppt/notesSlides/notesSlide270.xml" ContentType="application/vnd.openxmlformats-officedocument.presentationml.notesSlide+xml"/>
  <Override PartName="/ppt/notesSlides/notesSlide202.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63.xml" ContentType="application/vnd.openxmlformats-officedocument.presentationml.notesSlide+xml"/>
  <Override PartName="/ppt/notesSlides/notesSlide298.xml" ContentType="application/vnd.openxmlformats-officedocument.presentationml.notesSlide+xml"/>
  <Override PartName="/ppt/notesSlides/notesSlide30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99.xml" ContentType="application/vnd.openxmlformats-officedocument.presentationml.notesSlide+xml"/>
  <Override PartName="/ppt/notesSlides/notesSlide301.xml" ContentType="application/vnd.openxmlformats-officedocument.presentationml.notesSlide+xml"/>
  <Override PartName="/ppt/notesSlides/notesSlide297.xml" ContentType="application/vnd.openxmlformats-officedocument.presentationml.notesSlide+xml"/>
  <Override PartName="/ppt/notesSlides/notesSlide260.xml" ContentType="application/vnd.openxmlformats-officedocument.presentationml.notesSlide+xml"/>
  <Override PartName="/ppt/notesSlides/notesSlide266.xml" ContentType="application/vnd.openxmlformats-officedocument.presentationml.notesSlide+xml"/>
  <Override PartName="/ppt/notesSlides/notesSlide302.xml" ContentType="application/vnd.openxmlformats-officedocument.presentationml.notesSlide+xml"/>
  <Override PartName="/ppt/notesSlides/notesSlide289.xml" ContentType="application/vnd.openxmlformats-officedocument.presentationml.notesSlide+xml"/>
  <Override PartName="/ppt/notesSlides/notesSlide279.xml" ContentType="application/vnd.openxmlformats-officedocument.presentationml.notesSlide+xml"/>
  <Override PartName="/ppt/notesSlides/notesSlide265.xml" ContentType="application/vnd.openxmlformats-officedocument.presentationml.notesSlide+xml"/>
  <Override PartName="/ppt/notesSlides/notesSlide109.xml" ContentType="application/vnd.openxmlformats-officedocument.presentationml.notesSlide+xml"/>
  <Override PartName="/ppt/notesSlides/notesSlide274.xml" ContentType="application/vnd.openxmlformats-officedocument.presentationml.notesSlide+xml"/>
  <Override PartName="/ppt/notesSlides/notesSlide310.xml" ContentType="application/vnd.openxmlformats-officedocument.presentationml.notesSlide+xml"/>
  <Override PartName="/ppt/notesSlides/notesSlide288.xml" ContentType="application/vnd.openxmlformats-officedocument.presentationml.notesSlide+xml"/>
  <Override PartName="/ppt/notesSlides/notesSlide278.xml" ContentType="application/vnd.openxmlformats-officedocument.presentationml.notesSlide+xml"/>
  <Override PartName="/ppt/notesSlides/notesSlide264.xml" ContentType="application/vnd.openxmlformats-officedocument.presentationml.notesSlide+xml"/>
  <Override PartName="/ppt/notesSlides/notesSlide296.xml" ContentType="application/vnd.openxmlformats-officedocument.presentationml.notesSlide+xml"/>
  <Override PartName="/ppt/notesSlides/notesSlide295.xml" ContentType="application/vnd.openxmlformats-officedocument.presentationml.notesSlide+xml"/>
  <Override PartName="/ppt/notesSlides/notesSlide63.xml" ContentType="application/vnd.openxmlformats-officedocument.presentationml.notesSlide+xml"/>
  <Override PartName="/ppt/notesSlides/notesSlide191.xml" ContentType="application/vnd.openxmlformats-officedocument.presentationml.notesSlide+xml"/>
  <Override PartName="/ppt/notesSlides/notesSlide123.xml" ContentType="application/vnd.openxmlformats-officedocument.presentationml.notesSlide+xml"/>
  <Override PartName="/ppt/notesSlides/notesSlide269.xml" ContentType="application/vnd.openxmlformats-officedocument.presentationml.notesSlide+xml"/>
  <Override PartName="/ppt/notesSlides/notesSlide122.xml" ContentType="application/vnd.openxmlformats-officedocument.presentationml.notesSlide+xml"/>
  <Override PartName="/ppt/notesSlides/notesSlide62.xml" ContentType="application/vnd.openxmlformats-officedocument.presentationml.notesSlide+xml"/>
  <Override PartName="/ppt/notesSlides/notesSlide259.xml" ContentType="application/vnd.openxmlformats-officedocument.presentationml.notesSlide+xml"/>
  <Override PartName="/ppt/notesSlides/notesSlide52.xml" ContentType="application/vnd.openxmlformats-officedocument.presentationml.notesSlide+xml"/>
  <Override PartName="/ppt/notesSlides/notesSlide110.xml" ContentType="application/vnd.openxmlformats-officedocument.presentationml.notesSlide+xml"/>
  <Override PartName="/ppt/notesSlides/notesSlide304.xml" ContentType="application/vnd.openxmlformats-officedocument.presentationml.notesSlide+xml"/>
  <Override PartName="/ppt/notesSlides/notesSlide268.xml" ContentType="application/vnd.openxmlformats-officedocument.presentationml.notesSlide+xml"/>
  <Override PartName="/ppt/notesSlides/notesSlide121.xml" ContentType="application/vnd.openxmlformats-officedocument.presentationml.notesSlide+xml"/>
  <Override PartName="/ppt/notesSlides/notesSlide61.xml" ContentType="application/vnd.openxmlformats-officedocument.presentationml.notesSlide+xml"/>
  <Override PartName="/ppt/notesSlides/notesSlide267.xml" ContentType="application/vnd.openxmlformats-officedocument.presentationml.notesSlide+xml"/>
  <Override PartName="/ppt/notesSlides/notesSlide303.xml" ContentType="application/vnd.openxmlformats-officedocument.presentationml.notesSlide+xml"/>
  <Override PartName="/ppt/notesSlides/notesSlide120.xml" ContentType="application/vnd.openxmlformats-officedocument.presentationml.notesSlide+xml"/>
  <Override PartName="/ppt/notesSlides/notesSlide60.xml" ContentType="application/vnd.openxmlformats-officedocument.presentationml.notesSlide+xml"/>
  <Override PartName="/ppt/notesSlides/notesSlide114.xml" ContentType="application/vnd.openxmlformats-officedocument.presentationml.notesSlide+xml"/>
  <Override PartName="/ppt/notesSlides/notesSlide308.xml" ContentType="application/vnd.openxmlformats-officedocument.presentationml.notesSlide+xml"/>
  <Override PartName="/ppt/notesSlides/notesSlide113.xml" ContentType="application/vnd.openxmlformats-officedocument.presentationml.notesSlide+xml"/>
  <Override PartName="/ppt/notesSlides/notesSlide307.xml" ContentType="application/vnd.openxmlformats-officedocument.presentationml.notesSlide+xml"/>
  <Override PartName="/ppt/notesSlides/notesSlide112.xml" ContentType="application/vnd.openxmlformats-officedocument.presentationml.notesSlide+xml"/>
  <Override PartName="/ppt/notesSlides/notesSlide306.xml" ContentType="application/vnd.openxmlformats-officedocument.presentationml.notesSlide+xml"/>
  <Override PartName="/ppt/notesSlides/notesSlide258.xml" ContentType="application/vnd.openxmlformats-officedocument.presentationml.notesSlide+xml"/>
  <Override PartName="/ppt/notesSlides/notesSlide305.xml" ContentType="application/vnd.openxmlformats-officedocument.presentationml.notesSlide+xml"/>
  <Override PartName="/ppt/notesSlides/notesSlide111.xml" ContentType="application/vnd.openxmlformats-officedocument.presentationml.notesSlide+xml"/>
  <Override PartName="/ppt/notesSlides/notesSlide51.xml" ContentType="application/vnd.openxmlformats-officedocument.presentationml.notesSlide+xml"/>
  <Override PartName="/ppt/notesSlides/notesSlide69.xml" ContentType="application/vnd.openxmlformats-officedocument.presentationml.notesSlide+xml"/>
  <Override PartName="/ppt/notesSlides/notesSlide197.xml" ContentType="application/vnd.openxmlformats-officedocument.presentationml.notesSlide+xml"/>
  <Override PartName="/ppt/notesSlides/notesSlide129.xml" ContentType="application/vnd.openxmlformats-officedocument.presentationml.notesSlide+xml"/>
  <Override PartName="/ppt/notesSlides/notesSlide294.xml" ContentType="application/vnd.openxmlformats-officedocument.presentationml.notesSlide+xml"/>
  <Override PartName="/ppt/notesSlides/notesSlide68.xml" ContentType="application/vnd.openxmlformats-officedocument.presentationml.notesSlide+xml"/>
  <Override PartName="/ppt/notesSlides/notesSlide196.xml" ContentType="application/vnd.openxmlformats-officedocument.presentationml.notesSlide+xml"/>
  <Override PartName="/ppt/notesSlides/notesSlide128.xml" ContentType="application/vnd.openxmlformats-officedocument.presentationml.notesSlide+xml"/>
  <Override PartName="/ppt/notesSlides/notesSlide293.xml" ContentType="application/vnd.openxmlformats-officedocument.presentationml.notesSlide+xml"/>
  <Override PartName="/ppt/notesSlides/notesSlide67.xml" ContentType="application/vnd.openxmlformats-officedocument.presentationml.notesSlide+xml"/>
  <Override PartName="/ppt/notesSlides/notesSlide195.xml" ContentType="application/vnd.openxmlformats-officedocument.presentationml.notesSlide+xml"/>
  <Override PartName="/ppt/notesSlides/notesSlide127.xml" ContentType="application/vnd.openxmlformats-officedocument.presentationml.notesSlide+xml"/>
  <Override PartName="/ppt/notesSlides/notesSlide292.xml" ContentType="application/vnd.openxmlformats-officedocument.presentationml.notesSlide+xml"/>
  <Override PartName="/ppt/notesSlides/notesSlide66.xml" ContentType="application/vnd.openxmlformats-officedocument.presentationml.notesSlide+xml"/>
  <Override PartName="/ppt/notesSlides/notesSlide194.xml" ContentType="application/vnd.openxmlformats-officedocument.presentationml.notesSlide+xml"/>
  <Override PartName="/ppt/notesSlides/notesSlide126.xml" ContentType="application/vnd.openxmlformats-officedocument.presentationml.notesSlide+xml"/>
  <Override PartName="/ppt/notesSlides/notesSlide291.xml" ContentType="application/vnd.openxmlformats-officedocument.presentationml.notesSlide+xml"/>
  <Override PartName="/ppt/notesSlides/notesSlide65.xml" ContentType="application/vnd.openxmlformats-officedocument.presentationml.notesSlide+xml"/>
  <Override PartName="/ppt/notesSlides/notesSlide193.xml" ContentType="application/vnd.openxmlformats-officedocument.presentationml.notesSlide+xml"/>
  <Override PartName="/ppt/notesSlides/notesSlide125.xml" ContentType="application/vnd.openxmlformats-officedocument.presentationml.notesSlide+xml"/>
  <Override PartName="/ppt/notesSlides/notesSlide290.xml" ContentType="application/vnd.openxmlformats-officedocument.presentationml.notesSlide+xml"/>
  <Override PartName="/ppt/notesSlides/notesSlide91.xml" ContentType="application/vnd.openxmlformats-officedocument.presentationml.notesSlide+xml"/>
  <Override PartName="/ppt/notesSlides/notesSlide23.xml" ContentType="application/vnd.openxmlformats-officedocument.presentationml.notesSlide+xml"/>
  <Override PartName="/ppt/notesSlides/notesSlide151.xml" ContentType="application/vnd.openxmlformats-officedocument.presentationml.notesSlide+xml"/>
  <Override PartName="/ppt/notesSlides/notesSlide26.xml" ContentType="application/vnd.openxmlformats-officedocument.presentationml.notesSlide+xml"/>
  <Override PartName="/ppt/notesSlides/notesSlide94.xml" ContentType="application/vnd.openxmlformats-officedocument.presentationml.notesSlide+xml"/>
  <Override PartName="/ppt/notesSlides/notesSlide154.xml" ContentType="application/vnd.openxmlformats-officedocument.presentationml.notesSlide+xml"/>
  <Override PartName="/ppt/notesSlides/notesSlide248.xml" ContentType="application/vnd.openxmlformats-officedocument.presentationml.notesSlide+xml"/>
  <Override PartName="/ppt/notesSlides/notesSlide90.xml" ContentType="application/vnd.openxmlformats-officedocument.presentationml.notesSlide+xml"/>
  <Override PartName="/ppt/notesSlides/notesSlide22.xml" ContentType="application/vnd.openxmlformats-officedocument.presentationml.notesSlide+xml"/>
  <Override PartName="/ppt/notesSlides/notesSlide150.xml" ContentType="application/vnd.openxmlformats-officedocument.presentationml.notesSlide+xml"/>
  <Override PartName="/ppt/notesSlides/notesSlide25.xml" ContentType="application/vnd.openxmlformats-officedocument.presentationml.notesSlide+xml"/>
  <Override PartName="/ppt/notesSlides/notesSlide93.xml" ContentType="application/vnd.openxmlformats-officedocument.presentationml.notesSlide+xml"/>
  <Override PartName="/ppt/notesSlides/notesSlide153.xml" ContentType="application/vnd.openxmlformats-officedocument.presentationml.notesSlide+xml"/>
  <Override PartName="/ppt/notesSlides/notesSlide247.xml" ContentType="application/vnd.openxmlformats-officedocument.presentationml.notesSlide+xml"/>
  <Override PartName="/ppt/notesSlides/notesSlide24.xml" ContentType="application/vnd.openxmlformats-officedocument.presentationml.notesSlide+xml"/>
  <Override PartName="/ppt/notesSlides/notesSlide92.xml" ContentType="application/vnd.openxmlformats-officedocument.presentationml.notesSlide+xml"/>
  <Override PartName="/ppt/notesSlides/notesSlide152.xml" ContentType="application/vnd.openxmlformats-officedocument.presentationml.notesSlide+xml"/>
  <Override PartName="/ppt/notesSlides/notesSlide79.xml" ContentType="application/vnd.openxmlformats-officedocument.presentationml.notesSlide+xml"/>
  <Override PartName="/ppt/notesSlides/notesSlide139.xml" ContentType="application/vnd.openxmlformats-officedocument.presentationml.notesSlide+xml"/>
  <Override PartName="/ppt/notesSlides/notesSlide246.xml" ContentType="application/vnd.openxmlformats-officedocument.presentationml.notesSlide+xml"/>
  <Override PartName="/ppt/notesSlides/notesSlide78.xml" ContentType="application/vnd.openxmlformats-officedocument.presentationml.notesSlide+xml"/>
  <Override PartName="/ppt/notesSlides/notesSlide138.xml" ContentType="application/vnd.openxmlformats-officedocument.presentationml.notesSlide+xml"/>
  <Override PartName="/ppt/notesSlides/notesSlide245.xml" ContentType="application/vnd.openxmlformats-officedocument.presentationml.notesSlide+xml"/>
  <Override PartName="/ppt/notesSlides/notesSlide77.xml" ContentType="application/vnd.openxmlformats-officedocument.presentationml.notesSlide+xml"/>
  <Override PartName="/ppt/notesSlides/notesSlide137.xml" ContentType="application/vnd.openxmlformats-officedocument.presentationml.notesSlide+xml"/>
  <Override PartName="/ppt/notesSlides/notesSlide244.xml" ContentType="application/vnd.openxmlformats-officedocument.presentationml.notesSlide+xml"/>
  <Override PartName="/ppt/notesSlides/notesSlide59.xml" ContentType="application/vnd.openxmlformats-officedocument.presentationml.notesSlide+xml"/>
  <Override PartName="/ppt/notesSlides/notesSlide187.xml" ContentType="application/vnd.openxmlformats-officedocument.presentationml.notesSlide+xml"/>
  <Override PartName="/ppt/notesSlides/notesSlide119.xml" ContentType="application/vnd.openxmlformats-officedocument.presentationml.notesSlide+xml"/>
  <Override PartName="/ppt/notesSlides/notesSlide284.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136.xml" ContentType="application/vnd.openxmlformats-officedocument.presentationml.notesSlide+xml"/>
  <Override PartName="/ppt/notesSlides/notesSlide243.xml" ContentType="application/vnd.openxmlformats-officedocument.presentationml.notesSlide+xml"/>
  <Override PartName="/ppt/notesSlides/notesSlide58.xml" ContentType="application/vnd.openxmlformats-officedocument.presentationml.notesSlide+xml"/>
  <Override PartName="/ppt/notesSlides/notesSlide186.xml" ContentType="application/vnd.openxmlformats-officedocument.presentationml.notesSlide+xml"/>
  <Override PartName="/ppt/notesSlides/notesSlide118.xml" ContentType="application/vnd.openxmlformats-officedocument.presentationml.notesSlide+xml"/>
  <Override PartName="/ppt/notesSlides/notesSlide283.xml" ContentType="application/vnd.openxmlformats-officedocument.presentationml.notesSlide+xml"/>
  <Override PartName="/ppt/notesSlides/notesSlide84.xml" ContentType="application/vnd.openxmlformats-officedocument.presentationml.notesSlide+xml"/>
  <Override PartName="/ppt/notesSlides/notesSlide16.xml" ContentType="application/vnd.openxmlformats-officedocument.presentationml.notesSlide+xml"/>
  <Override PartName="/ppt/notesSlides/notesSlide144.xml" ContentType="application/vnd.openxmlformats-officedocument.presentationml.notesSlide+xml"/>
  <Override PartName="/ppt/notesSlides/notesSlide20.xml" ContentType="application/vnd.openxmlformats-officedocument.presentationml.notesSlide+xml"/>
  <Override PartName="/ppt/notesSlides/notesSlide75.xml" ContentType="application/vnd.openxmlformats-officedocument.presentationml.notesSlide+xml"/>
  <Override PartName="/ppt/notesSlides/notesSlide135.xml" ContentType="application/vnd.openxmlformats-officedocument.presentationml.notesSlide+xml"/>
  <Override PartName="/ppt/notesSlides/notesSlide242.xml" ContentType="application/vnd.openxmlformats-officedocument.presentationml.notesSlide+xml"/>
  <Override PartName="/ppt/notesSlides/notesSlide57.xml" ContentType="application/vnd.openxmlformats-officedocument.presentationml.notesSlide+xml"/>
  <Override PartName="/ppt/notesSlides/notesSlide185.xml" ContentType="application/vnd.openxmlformats-officedocument.presentationml.notesSlide+xml"/>
  <Override PartName="/ppt/notesSlides/notesSlide117.xml" ContentType="application/vnd.openxmlformats-officedocument.presentationml.notesSlide+xml"/>
  <Override PartName="/ppt/notesSlides/notesSlide282.xml" ContentType="application/vnd.openxmlformats-officedocument.presentationml.notesSlide+xml"/>
  <Override PartName="/ppt/notesSlides/notesSlide83.xml" ContentType="application/vnd.openxmlformats-officedocument.presentationml.notesSlide+xml"/>
  <Override PartName="/ppt/notesSlides/notesSlide15.xml" ContentType="application/vnd.openxmlformats-officedocument.presentationml.notesSlide+xml"/>
  <Override PartName="/ppt/notesSlides/notesSlide143.xml" ContentType="application/vnd.openxmlformats-officedocument.presentationml.notesSlide+xml"/>
  <Override PartName="/ppt/notesSlides/notesSlide82.xml" ContentType="application/vnd.openxmlformats-officedocument.presentationml.notesSlide+xml"/>
  <Override PartName="/ppt/notesSlides/notesSlide14.xml" ContentType="application/vnd.openxmlformats-officedocument.presentationml.notesSlide+xml"/>
  <Override PartName="/ppt/notesSlides/notesSlide142.xml" ContentType="application/vnd.openxmlformats-officedocument.presentationml.notesSlide+xml"/>
  <Override PartName="/ppt/notesSlides/notesSlide81.xml" ContentType="application/vnd.openxmlformats-officedocument.presentationml.notesSlide+xml"/>
  <Override PartName="/ppt/notesSlides/notesSlide13.xml" ContentType="application/vnd.openxmlformats-officedocument.presentationml.notesSlide+xml"/>
  <Override PartName="/ppt/notesSlides/notesSlide141.xml" ContentType="application/vnd.openxmlformats-officedocument.presentationml.notesSlide+xml"/>
  <Override PartName="/ppt/notesSlides/notesSlide80.xml" ContentType="application/vnd.openxmlformats-officedocument.presentationml.notesSlide+xml"/>
  <Override PartName="/ppt/notesSlides/notesSlide12.xml" ContentType="application/vnd.openxmlformats-officedocument.presentationml.notesSlide+xml"/>
  <Override PartName="/ppt/notesSlides/notesSlide140.xml" ContentType="application/vnd.openxmlformats-officedocument.presentationml.notesSlide+xml"/>
  <Override PartName="/ppt/notesSlides/notesSlide73.xml" ContentType="application/vnd.openxmlformats-officedocument.presentationml.notesSlide+xml"/>
  <Override PartName="/ppt/notesSlides/notesSlide133.xml" ContentType="application/vnd.openxmlformats-officedocument.presentationml.notesSlide+xml"/>
  <Override PartName="/ppt/notesSlides/notesSlide1.xml" ContentType="application/vnd.openxmlformats-officedocument.presentationml.notesSlide+xml"/>
  <Override PartName="/ppt/notesSlides/notesSlide240.xml" ContentType="application/vnd.openxmlformats-officedocument.presentationml.notesSlide+xml"/>
  <Override PartName="/ppt/notesSlides/notesSlide55.xml" ContentType="application/vnd.openxmlformats-officedocument.presentationml.notesSlide+xml"/>
  <Override PartName="/ppt/notesSlides/notesSlide183.xml" ContentType="application/vnd.openxmlformats-officedocument.presentationml.notesSlide+xml"/>
  <Override PartName="/ppt/notesSlides/notesSlide115.xml" ContentType="application/vnd.openxmlformats-officedocument.presentationml.notesSlide+xml"/>
  <Override PartName="/ppt/notesSlides/notesSlide309.xml" ContentType="application/vnd.openxmlformats-officedocument.presentationml.notesSlide+xml"/>
  <Override PartName="/ppt/notesSlides/notesSlide280.xml" ContentType="application/vnd.openxmlformats-officedocument.presentationml.notesSlide+xml"/>
  <Override PartName="/ppt/notesSlides/notesSlide74.xml" ContentType="application/vnd.openxmlformats-officedocument.presentationml.notesSlide+xml"/>
  <Override PartName="/ppt/notesSlides/notesSlide134.xml" ContentType="application/vnd.openxmlformats-officedocument.presentationml.notesSlide+xml"/>
  <Override PartName="/ppt/notesSlides/notesSlide2.xml" ContentType="application/vnd.openxmlformats-officedocument.presentationml.notesSlide+xml"/>
  <Override PartName="/ppt/notesSlides/notesSlide241.xml" ContentType="application/vnd.openxmlformats-officedocument.presentationml.notesSlide+xml"/>
  <Override PartName="/ppt/notesSlides/notesSlide56.xml" ContentType="application/vnd.openxmlformats-officedocument.presentationml.notesSlide+xml"/>
  <Override PartName="/ppt/notesSlides/notesSlide184.xml" ContentType="application/vnd.openxmlformats-officedocument.presentationml.notesSlide+xml"/>
  <Override PartName="/ppt/notesSlides/notesSlide116.xml" ContentType="application/vnd.openxmlformats-officedocument.presentationml.notesSlide+xml"/>
  <Override PartName="/ppt/notesSlides/notesSlide28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160.xml" ContentType="application/vnd.openxmlformats-officedocument.presentationml.notesSlide+xml"/>
  <Override PartName="/ppt/notesSlides/notesSlide33.xml" ContentType="application/vnd.openxmlformats-officedocument.presentationml.notesSlide+xml"/>
  <Override PartName="/ppt/notesSlides/notesSlide161.xml" ContentType="application/vnd.openxmlformats-officedocument.presentationml.notesSlide+xml"/>
  <Override PartName="/ppt/notesSlides/notesSlide34.xml" ContentType="application/vnd.openxmlformats-officedocument.presentationml.notesSlide+xml"/>
  <Override PartName="/ppt/notesSlides/notesSlide162.xml" ContentType="application/vnd.openxmlformats-officedocument.presentationml.notesSlide+xml"/>
  <Override PartName="/ppt/notesSlides/notesSlide35.xml" ContentType="application/vnd.openxmlformats-officedocument.presentationml.notesSlide+xml"/>
  <Override PartName="/ppt/notesSlides/notesSlide163.xml" ContentType="application/vnd.openxmlformats-officedocument.presentationml.notesSlide+xml"/>
  <Override PartName="/ppt/notesSlides/notesSlide36.xml" ContentType="application/vnd.openxmlformats-officedocument.presentationml.notesSlide+xml"/>
  <Override PartName="/ppt/notesSlides/notesSlide164.xml" ContentType="application/vnd.openxmlformats-officedocument.presentationml.notesSlide+xml"/>
  <Override PartName="/ppt/notesSlides/notesSlide37.xml" ContentType="application/vnd.openxmlformats-officedocument.presentationml.notesSlide+xml"/>
  <Override PartName="/ppt/notesSlides/notesSlide165.xml" ContentType="application/vnd.openxmlformats-officedocument.presentationml.notesSlide+xml"/>
  <Override PartName="/ppt/notesSlides/notesSlide38.xml" ContentType="application/vnd.openxmlformats-officedocument.presentationml.notesSlide+xml"/>
  <Override PartName="/ppt/notesSlides/notesSlide166.xml" ContentType="application/vnd.openxmlformats-officedocument.presentationml.notesSlide+xml"/>
  <Override PartName="/ppt/notesSlides/notesSlide39.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8.xml" ContentType="application/vnd.openxmlformats-officedocument.presentationml.notesSlide+xml"/>
  <Override PartName="/ppt/notesSlides/notesSlide200.xml" ContentType="application/vnd.openxmlformats-officedocument.presentationml.notesSlide+xml"/>
  <Override PartName="/ppt/notesSlides/notesSlide199.xml" ContentType="application/vnd.openxmlformats-officedocument.presentationml.notesSlide+xml"/>
  <Override PartName="/ppt/notesSlides/notesSlide20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 id="507" r:id="rId257"/>
    <p:sldId id="508" r:id="rId258"/>
    <p:sldId id="509" r:id="rId259"/>
    <p:sldId id="510" r:id="rId260"/>
    <p:sldId id="511" r:id="rId261"/>
    <p:sldId id="512" r:id="rId262"/>
    <p:sldId id="513" r:id="rId263"/>
    <p:sldId id="514" r:id="rId264"/>
    <p:sldId id="515" r:id="rId265"/>
    <p:sldId id="516" r:id="rId266"/>
    <p:sldId id="517" r:id="rId267"/>
    <p:sldId id="518" r:id="rId268"/>
    <p:sldId id="519" r:id="rId269"/>
    <p:sldId id="520" r:id="rId270"/>
    <p:sldId id="521" r:id="rId271"/>
    <p:sldId id="522" r:id="rId272"/>
    <p:sldId id="523" r:id="rId273"/>
    <p:sldId id="524" r:id="rId274"/>
    <p:sldId id="525" r:id="rId275"/>
    <p:sldId id="526" r:id="rId276"/>
    <p:sldId id="527" r:id="rId277"/>
    <p:sldId id="528" r:id="rId278"/>
    <p:sldId id="529" r:id="rId279"/>
    <p:sldId id="530" r:id="rId280"/>
    <p:sldId id="531" r:id="rId281"/>
    <p:sldId id="532" r:id="rId282"/>
    <p:sldId id="533" r:id="rId283"/>
    <p:sldId id="534" r:id="rId284"/>
    <p:sldId id="535" r:id="rId285"/>
    <p:sldId id="536" r:id="rId286"/>
    <p:sldId id="537" r:id="rId287"/>
    <p:sldId id="538" r:id="rId288"/>
    <p:sldId id="539" r:id="rId289"/>
    <p:sldId id="540" r:id="rId290"/>
    <p:sldId id="541" r:id="rId291"/>
    <p:sldId id="542" r:id="rId292"/>
    <p:sldId id="543" r:id="rId293"/>
    <p:sldId id="544" r:id="rId294"/>
    <p:sldId id="545" r:id="rId295"/>
    <p:sldId id="546" r:id="rId296"/>
    <p:sldId id="547" r:id="rId297"/>
    <p:sldId id="548" r:id="rId298"/>
    <p:sldId id="549" r:id="rId299"/>
    <p:sldId id="550" r:id="rId300"/>
    <p:sldId id="551" r:id="rId301"/>
    <p:sldId id="552" r:id="rId302"/>
    <p:sldId id="553" r:id="rId303"/>
    <p:sldId id="554" r:id="rId304"/>
    <p:sldId id="555" r:id="rId305"/>
    <p:sldId id="556" r:id="rId306"/>
    <p:sldId id="557" r:id="rId307"/>
    <p:sldId id="558" r:id="rId308"/>
    <p:sldId id="559" r:id="rId309"/>
    <p:sldId id="560" r:id="rId310"/>
    <p:sldId id="561" r:id="rId311"/>
    <p:sldId id="562" r:id="rId312"/>
    <p:sldId id="563" r:id="rId313"/>
    <p:sldId id="564" r:id="rId314"/>
    <p:sldId id="565" r:id="rId315"/>
    <p:sldId id="566" r:id="rId316"/>
  </p:sldIdLst>
  <p:sldSz cx="9144000" cy="6858000"/>
  <p:notesSz cx="10047288" cy="69199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 Id="rId195" Type="http://schemas.openxmlformats.org/officeDocument/2006/relationships/slide" Target="slides/slide190.xml"/><Relationship Id="rId196" Type="http://schemas.openxmlformats.org/officeDocument/2006/relationships/slide" Target="slides/slide191.xml"/><Relationship Id="rId197" Type="http://schemas.openxmlformats.org/officeDocument/2006/relationships/slide" Target="slides/slide192.xml"/><Relationship Id="rId198" Type="http://schemas.openxmlformats.org/officeDocument/2006/relationships/slide" Target="slides/slide193.xml"/><Relationship Id="rId199" Type="http://schemas.openxmlformats.org/officeDocument/2006/relationships/slide" Target="slides/slide194.xml"/><Relationship Id="rId200" Type="http://schemas.openxmlformats.org/officeDocument/2006/relationships/slide" Target="slides/slide195.xml"/><Relationship Id="rId201" Type="http://schemas.openxmlformats.org/officeDocument/2006/relationships/slide" Target="slides/slide196.xml"/><Relationship Id="rId202" Type="http://schemas.openxmlformats.org/officeDocument/2006/relationships/slide" Target="slides/slide197.xml"/><Relationship Id="rId203" Type="http://schemas.openxmlformats.org/officeDocument/2006/relationships/slide" Target="slides/slide198.xml"/><Relationship Id="rId204" Type="http://schemas.openxmlformats.org/officeDocument/2006/relationships/slide" Target="slides/slide199.xml"/><Relationship Id="rId205" Type="http://schemas.openxmlformats.org/officeDocument/2006/relationships/slide" Target="slides/slide200.xml"/><Relationship Id="rId206" Type="http://schemas.openxmlformats.org/officeDocument/2006/relationships/slide" Target="slides/slide201.xml"/><Relationship Id="rId207" Type="http://schemas.openxmlformats.org/officeDocument/2006/relationships/slide" Target="slides/slide202.xml"/><Relationship Id="rId208" Type="http://schemas.openxmlformats.org/officeDocument/2006/relationships/slide" Target="slides/slide203.xml"/><Relationship Id="rId209" Type="http://schemas.openxmlformats.org/officeDocument/2006/relationships/slide" Target="slides/slide204.xml"/><Relationship Id="rId210" Type="http://schemas.openxmlformats.org/officeDocument/2006/relationships/slide" Target="slides/slide205.xml"/><Relationship Id="rId211" Type="http://schemas.openxmlformats.org/officeDocument/2006/relationships/slide" Target="slides/slide206.xml"/><Relationship Id="rId212" Type="http://schemas.openxmlformats.org/officeDocument/2006/relationships/slide" Target="slides/slide207.xml"/><Relationship Id="rId213" Type="http://schemas.openxmlformats.org/officeDocument/2006/relationships/slide" Target="slides/slide208.xml"/><Relationship Id="rId214" Type="http://schemas.openxmlformats.org/officeDocument/2006/relationships/slide" Target="slides/slide209.xml"/><Relationship Id="rId215" Type="http://schemas.openxmlformats.org/officeDocument/2006/relationships/slide" Target="slides/slide210.xml"/><Relationship Id="rId216" Type="http://schemas.openxmlformats.org/officeDocument/2006/relationships/slide" Target="slides/slide211.xml"/><Relationship Id="rId217" Type="http://schemas.openxmlformats.org/officeDocument/2006/relationships/slide" Target="slides/slide212.xml"/><Relationship Id="rId218" Type="http://schemas.openxmlformats.org/officeDocument/2006/relationships/slide" Target="slides/slide213.xml"/><Relationship Id="rId219" Type="http://schemas.openxmlformats.org/officeDocument/2006/relationships/slide" Target="slides/slide214.xml"/><Relationship Id="rId220" Type="http://schemas.openxmlformats.org/officeDocument/2006/relationships/slide" Target="slides/slide215.xml"/><Relationship Id="rId221" Type="http://schemas.openxmlformats.org/officeDocument/2006/relationships/slide" Target="slides/slide216.xml"/><Relationship Id="rId222" Type="http://schemas.openxmlformats.org/officeDocument/2006/relationships/slide" Target="slides/slide217.xml"/><Relationship Id="rId223" Type="http://schemas.openxmlformats.org/officeDocument/2006/relationships/slide" Target="slides/slide218.xml"/><Relationship Id="rId224" Type="http://schemas.openxmlformats.org/officeDocument/2006/relationships/slide" Target="slides/slide219.xml"/><Relationship Id="rId225" Type="http://schemas.openxmlformats.org/officeDocument/2006/relationships/slide" Target="slides/slide220.xml"/><Relationship Id="rId226" Type="http://schemas.openxmlformats.org/officeDocument/2006/relationships/slide" Target="slides/slide221.xml"/><Relationship Id="rId227" Type="http://schemas.openxmlformats.org/officeDocument/2006/relationships/slide" Target="slides/slide222.xml"/><Relationship Id="rId228" Type="http://schemas.openxmlformats.org/officeDocument/2006/relationships/slide" Target="slides/slide223.xml"/><Relationship Id="rId229" Type="http://schemas.openxmlformats.org/officeDocument/2006/relationships/slide" Target="slides/slide224.xml"/><Relationship Id="rId230" Type="http://schemas.openxmlformats.org/officeDocument/2006/relationships/slide" Target="slides/slide225.xml"/><Relationship Id="rId231" Type="http://schemas.openxmlformats.org/officeDocument/2006/relationships/slide" Target="slides/slide226.xml"/><Relationship Id="rId232" Type="http://schemas.openxmlformats.org/officeDocument/2006/relationships/slide" Target="slides/slide227.xml"/><Relationship Id="rId233" Type="http://schemas.openxmlformats.org/officeDocument/2006/relationships/slide" Target="slides/slide228.xml"/><Relationship Id="rId234" Type="http://schemas.openxmlformats.org/officeDocument/2006/relationships/slide" Target="slides/slide229.xml"/><Relationship Id="rId235" Type="http://schemas.openxmlformats.org/officeDocument/2006/relationships/slide" Target="slides/slide230.xml"/><Relationship Id="rId236" Type="http://schemas.openxmlformats.org/officeDocument/2006/relationships/slide" Target="slides/slide231.xml"/><Relationship Id="rId237" Type="http://schemas.openxmlformats.org/officeDocument/2006/relationships/slide" Target="slides/slide232.xml"/><Relationship Id="rId238" Type="http://schemas.openxmlformats.org/officeDocument/2006/relationships/slide" Target="slides/slide233.xml"/><Relationship Id="rId239" Type="http://schemas.openxmlformats.org/officeDocument/2006/relationships/slide" Target="slides/slide234.xml"/><Relationship Id="rId240" Type="http://schemas.openxmlformats.org/officeDocument/2006/relationships/slide" Target="slides/slide235.xml"/><Relationship Id="rId241" Type="http://schemas.openxmlformats.org/officeDocument/2006/relationships/slide" Target="slides/slide236.xml"/><Relationship Id="rId242" Type="http://schemas.openxmlformats.org/officeDocument/2006/relationships/slide" Target="slides/slide237.xml"/><Relationship Id="rId243" Type="http://schemas.openxmlformats.org/officeDocument/2006/relationships/slide" Target="slides/slide238.xml"/><Relationship Id="rId244" Type="http://schemas.openxmlformats.org/officeDocument/2006/relationships/slide" Target="slides/slide239.xml"/><Relationship Id="rId245" Type="http://schemas.openxmlformats.org/officeDocument/2006/relationships/slide" Target="slides/slide240.xml"/><Relationship Id="rId246" Type="http://schemas.openxmlformats.org/officeDocument/2006/relationships/slide" Target="slides/slide241.xml"/><Relationship Id="rId247" Type="http://schemas.openxmlformats.org/officeDocument/2006/relationships/slide" Target="slides/slide242.xml"/><Relationship Id="rId248" Type="http://schemas.openxmlformats.org/officeDocument/2006/relationships/slide" Target="slides/slide243.xml"/><Relationship Id="rId249" Type="http://schemas.openxmlformats.org/officeDocument/2006/relationships/slide" Target="slides/slide244.xml"/><Relationship Id="rId250" Type="http://schemas.openxmlformats.org/officeDocument/2006/relationships/slide" Target="slides/slide245.xml"/><Relationship Id="rId251" Type="http://schemas.openxmlformats.org/officeDocument/2006/relationships/slide" Target="slides/slide246.xml"/><Relationship Id="rId252" Type="http://schemas.openxmlformats.org/officeDocument/2006/relationships/slide" Target="slides/slide247.xml"/><Relationship Id="rId253" Type="http://schemas.openxmlformats.org/officeDocument/2006/relationships/slide" Target="slides/slide248.xml"/><Relationship Id="rId254" Type="http://schemas.openxmlformats.org/officeDocument/2006/relationships/slide" Target="slides/slide249.xml"/><Relationship Id="rId255" Type="http://schemas.openxmlformats.org/officeDocument/2006/relationships/slide" Target="slides/slide250.xml"/><Relationship Id="rId256" Type="http://schemas.openxmlformats.org/officeDocument/2006/relationships/slide" Target="slides/slide251.xml"/><Relationship Id="rId257" Type="http://schemas.openxmlformats.org/officeDocument/2006/relationships/slide" Target="slides/slide252.xml"/><Relationship Id="rId258" Type="http://schemas.openxmlformats.org/officeDocument/2006/relationships/slide" Target="slides/slide253.xml"/><Relationship Id="rId259" Type="http://schemas.openxmlformats.org/officeDocument/2006/relationships/slide" Target="slides/slide254.xml"/><Relationship Id="rId260" Type="http://schemas.openxmlformats.org/officeDocument/2006/relationships/slide" Target="slides/slide255.xml"/><Relationship Id="rId261" Type="http://schemas.openxmlformats.org/officeDocument/2006/relationships/slide" Target="slides/slide256.xml"/><Relationship Id="rId262" Type="http://schemas.openxmlformats.org/officeDocument/2006/relationships/slide" Target="slides/slide257.xml"/><Relationship Id="rId263" Type="http://schemas.openxmlformats.org/officeDocument/2006/relationships/slide" Target="slides/slide258.xml"/><Relationship Id="rId264" Type="http://schemas.openxmlformats.org/officeDocument/2006/relationships/slide" Target="slides/slide259.xml"/><Relationship Id="rId265" Type="http://schemas.openxmlformats.org/officeDocument/2006/relationships/slide" Target="slides/slide260.xml"/><Relationship Id="rId266" Type="http://schemas.openxmlformats.org/officeDocument/2006/relationships/slide" Target="slides/slide261.xml"/><Relationship Id="rId267" Type="http://schemas.openxmlformats.org/officeDocument/2006/relationships/slide" Target="slides/slide262.xml"/><Relationship Id="rId268" Type="http://schemas.openxmlformats.org/officeDocument/2006/relationships/slide" Target="slides/slide263.xml"/><Relationship Id="rId269" Type="http://schemas.openxmlformats.org/officeDocument/2006/relationships/slide" Target="slides/slide264.xml"/><Relationship Id="rId270" Type="http://schemas.openxmlformats.org/officeDocument/2006/relationships/slide" Target="slides/slide265.xml"/><Relationship Id="rId271" Type="http://schemas.openxmlformats.org/officeDocument/2006/relationships/slide" Target="slides/slide266.xml"/><Relationship Id="rId272" Type="http://schemas.openxmlformats.org/officeDocument/2006/relationships/slide" Target="slides/slide267.xml"/><Relationship Id="rId273" Type="http://schemas.openxmlformats.org/officeDocument/2006/relationships/slide" Target="slides/slide268.xml"/><Relationship Id="rId274" Type="http://schemas.openxmlformats.org/officeDocument/2006/relationships/slide" Target="slides/slide269.xml"/><Relationship Id="rId275" Type="http://schemas.openxmlformats.org/officeDocument/2006/relationships/slide" Target="slides/slide270.xml"/><Relationship Id="rId276" Type="http://schemas.openxmlformats.org/officeDocument/2006/relationships/slide" Target="slides/slide271.xml"/><Relationship Id="rId277" Type="http://schemas.openxmlformats.org/officeDocument/2006/relationships/slide" Target="slides/slide272.xml"/><Relationship Id="rId278" Type="http://schemas.openxmlformats.org/officeDocument/2006/relationships/slide" Target="slides/slide273.xml"/><Relationship Id="rId279" Type="http://schemas.openxmlformats.org/officeDocument/2006/relationships/slide" Target="slides/slide274.xml"/><Relationship Id="rId280" Type="http://schemas.openxmlformats.org/officeDocument/2006/relationships/slide" Target="slides/slide275.xml"/><Relationship Id="rId281" Type="http://schemas.openxmlformats.org/officeDocument/2006/relationships/slide" Target="slides/slide276.xml"/><Relationship Id="rId282" Type="http://schemas.openxmlformats.org/officeDocument/2006/relationships/slide" Target="slides/slide277.xml"/><Relationship Id="rId283" Type="http://schemas.openxmlformats.org/officeDocument/2006/relationships/slide" Target="slides/slide278.xml"/><Relationship Id="rId284" Type="http://schemas.openxmlformats.org/officeDocument/2006/relationships/slide" Target="slides/slide279.xml"/><Relationship Id="rId285" Type="http://schemas.openxmlformats.org/officeDocument/2006/relationships/slide" Target="slides/slide280.xml"/><Relationship Id="rId286" Type="http://schemas.openxmlformats.org/officeDocument/2006/relationships/slide" Target="slides/slide281.xml"/><Relationship Id="rId287" Type="http://schemas.openxmlformats.org/officeDocument/2006/relationships/slide" Target="slides/slide282.xml"/><Relationship Id="rId288" Type="http://schemas.openxmlformats.org/officeDocument/2006/relationships/slide" Target="slides/slide283.xml"/><Relationship Id="rId289" Type="http://schemas.openxmlformats.org/officeDocument/2006/relationships/slide" Target="slides/slide284.xml"/><Relationship Id="rId290" Type="http://schemas.openxmlformats.org/officeDocument/2006/relationships/slide" Target="slides/slide285.xml"/><Relationship Id="rId291" Type="http://schemas.openxmlformats.org/officeDocument/2006/relationships/slide" Target="slides/slide286.xml"/><Relationship Id="rId292" Type="http://schemas.openxmlformats.org/officeDocument/2006/relationships/slide" Target="slides/slide287.xml"/><Relationship Id="rId293" Type="http://schemas.openxmlformats.org/officeDocument/2006/relationships/slide" Target="slides/slide288.xml"/><Relationship Id="rId294" Type="http://schemas.openxmlformats.org/officeDocument/2006/relationships/slide" Target="slides/slide289.xml"/><Relationship Id="rId295" Type="http://schemas.openxmlformats.org/officeDocument/2006/relationships/slide" Target="slides/slide290.xml"/><Relationship Id="rId296" Type="http://schemas.openxmlformats.org/officeDocument/2006/relationships/slide" Target="slides/slide291.xml"/><Relationship Id="rId297" Type="http://schemas.openxmlformats.org/officeDocument/2006/relationships/slide" Target="slides/slide292.xml"/><Relationship Id="rId298" Type="http://schemas.openxmlformats.org/officeDocument/2006/relationships/slide" Target="slides/slide293.xml"/><Relationship Id="rId299" Type="http://schemas.openxmlformats.org/officeDocument/2006/relationships/slide" Target="slides/slide294.xml"/><Relationship Id="rId300" Type="http://schemas.openxmlformats.org/officeDocument/2006/relationships/slide" Target="slides/slide295.xml"/><Relationship Id="rId301" Type="http://schemas.openxmlformats.org/officeDocument/2006/relationships/slide" Target="slides/slide296.xml"/><Relationship Id="rId302" Type="http://schemas.openxmlformats.org/officeDocument/2006/relationships/slide" Target="slides/slide297.xml"/><Relationship Id="rId303" Type="http://schemas.openxmlformats.org/officeDocument/2006/relationships/slide" Target="slides/slide298.xml"/><Relationship Id="rId304" Type="http://schemas.openxmlformats.org/officeDocument/2006/relationships/slide" Target="slides/slide299.xml"/><Relationship Id="rId305" Type="http://schemas.openxmlformats.org/officeDocument/2006/relationships/slide" Target="slides/slide300.xml"/><Relationship Id="rId306" Type="http://schemas.openxmlformats.org/officeDocument/2006/relationships/slide" Target="slides/slide301.xml"/><Relationship Id="rId307" Type="http://schemas.openxmlformats.org/officeDocument/2006/relationships/slide" Target="slides/slide302.xml"/><Relationship Id="rId308" Type="http://schemas.openxmlformats.org/officeDocument/2006/relationships/slide" Target="slides/slide303.xml"/><Relationship Id="rId309" Type="http://schemas.openxmlformats.org/officeDocument/2006/relationships/slide" Target="slides/slide304.xml"/><Relationship Id="rId310" Type="http://schemas.openxmlformats.org/officeDocument/2006/relationships/slide" Target="slides/slide305.xml"/><Relationship Id="rId311" Type="http://schemas.openxmlformats.org/officeDocument/2006/relationships/slide" Target="slides/slide306.xml"/><Relationship Id="rId312" Type="http://schemas.openxmlformats.org/officeDocument/2006/relationships/slide" Target="slides/slide307.xml"/><Relationship Id="rId313" Type="http://schemas.openxmlformats.org/officeDocument/2006/relationships/slide" Target="slides/slide308.xml"/><Relationship Id="rId314" Type="http://schemas.openxmlformats.org/officeDocument/2006/relationships/slide" Target="slides/slide309.xml"/><Relationship Id="rId315" Type="http://schemas.openxmlformats.org/officeDocument/2006/relationships/slide" Target="slides/slide310.xml"/><Relationship Id="rId316" Type="http://schemas.openxmlformats.org/officeDocument/2006/relationships/slide" Target="slides/slide311.xml"/><Relationship Id="rId3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
          <p:cNvSpPr/>
          <p:nvPr/>
        </p:nvSpPr>
        <p:spPr>
          <a:xfrm>
            <a:off x="0" y="0"/>
            <a:ext cx="10047600" cy="6919200"/>
          </a:xfrm>
          <a:prstGeom prst="rect">
            <a:avLst/>
          </a:prstGeom>
          <a:solidFill>
            <a:srgbClr val="ffffff"/>
          </a:solidFill>
          <a:ln w="0">
            <a:noFill/>
          </a:ln>
        </p:spPr>
        <p:txBody>
          <a:bodyPr lIns="90000" rIns="90000" tIns="45000" bIns="45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0" name="PlaceHolder 1"/>
          <p:cNvSpPr>
            <a:spLocks noGrp="1"/>
          </p:cNvSpPr>
          <p:nvPr>
            <p:ph type="hdr"/>
          </p:nvPr>
        </p:nvSpPr>
        <p:spPr>
          <a:xfrm>
            <a:off x="-360" y="-360"/>
            <a:ext cx="4359240" cy="338040"/>
          </a:xfrm>
          <a:prstGeom prst="rect">
            <a:avLst/>
          </a:prstGeom>
          <a:noFill/>
          <a:ln w="0">
            <a:noFill/>
          </a:ln>
        </p:spPr>
        <p:txBody>
          <a:bodyPr lIns="92520" rIns="92520" tIns="46440" bIns="46440" anchor="t">
            <a:noAutofit/>
          </a:bodyPr>
          <a:p>
            <a:pPr indent="0" algn="ctr">
              <a:lnSpc>
                <a:spcPct val="9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 name="PlaceHolder 2"/>
          <p:cNvSpPr>
            <a:spLocks noGrp="1"/>
          </p:cNvSpPr>
          <p:nvPr>
            <p:ph type="dt" idx="5"/>
          </p:nvPr>
        </p:nvSpPr>
        <p:spPr>
          <a:xfrm>
            <a:off x="5689440" y="-360"/>
            <a:ext cx="4359600" cy="338040"/>
          </a:xfrm>
          <a:prstGeom prst="rect">
            <a:avLst/>
          </a:prstGeom>
          <a:noFill/>
          <a:ln w="0">
            <a:noFill/>
          </a:ln>
        </p:spPr>
        <p:txBody>
          <a:bodyPr lIns="92520" rIns="92520" tIns="46440" bIns="46440" anchor="t">
            <a:noAutofit/>
          </a:bodyPr>
          <a:p>
            <a:pPr indent="0" algn="ctr">
              <a:lnSpc>
                <a:spcPct val="9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 name="PlaceHolder 3"/>
          <p:cNvSpPr>
            <a:spLocks noGrp="1"/>
          </p:cNvSpPr>
          <p:nvPr>
            <p:ph type="sldImg"/>
          </p:nvPr>
        </p:nvSpPr>
        <p:spPr>
          <a:xfrm>
            <a:off x="3301560" y="527040"/>
            <a:ext cx="3459240" cy="2594160"/>
          </a:xfrm>
          <a:prstGeom prst="rect">
            <a:avLst/>
          </a:prstGeom>
          <a:noFill/>
          <a:ln w="9360">
            <a:solidFill>
              <a:srgbClr val="000000"/>
            </a:solidFill>
            <a:miter/>
          </a:ln>
        </p:spPr>
        <p:txBody>
          <a:bodyPr lIns="90000" rIns="90000" tIns="46800" bIns="46800" anchor="ctr">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Click to move the slide</a:t>
            </a:r>
            <a:endParaRPr b="1" lang="en-US" sz="1600" spc="-1" strike="noStrike">
              <a:solidFill>
                <a:srgbClr val="000000"/>
              </a:solidFill>
              <a:latin typeface="Arial"/>
            </a:endParaRPr>
          </a:p>
        </p:txBody>
      </p:sp>
      <p:sp>
        <p:nvSpPr>
          <p:cNvPr id="23" name="PlaceHolder 4"/>
          <p:cNvSpPr>
            <a:spLocks noGrp="1"/>
          </p:cNvSpPr>
          <p:nvPr>
            <p:ph type="body"/>
          </p:nvPr>
        </p:nvSpPr>
        <p:spPr>
          <a:xfrm>
            <a:off x="1360080" y="3290400"/>
            <a:ext cx="7327800" cy="3100680"/>
          </a:xfrm>
          <a:prstGeom prst="rect">
            <a:avLst/>
          </a:prstGeom>
          <a:noFill/>
          <a:ln w="0">
            <a:noFill/>
          </a:ln>
        </p:spPr>
        <p:txBody>
          <a:bodyPr lIns="92520" rIns="92520" tIns="46440" bIns="4644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Times New Roman"/>
              </a:rPr>
              <a:t>Click to edit the notes format</a:t>
            </a:r>
            <a:endParaRPr b="0" lang="en-US" sz="1200" spc="-1" strike="noStrike">
              <a:solidFill>
                <a:srgbClr val="000000"/>
              </a:solidFill>
              <a:latin typeface="Times New Roman"/>
            </a:endParaRPr>
          </a:p>
        </p:txBody>
      </p:sp>
      <p:sp>
        <p:nvSpPr>
          <p:cNvPr id="24" name="PlaceHolder 5"/>
          <p:cNvSpPr>
            <a:spLocks noGrp="1"/>
          </p:cNvSpPr>
          <p:nvPr>
            <p:ph type="ftr" idx="6"/>
          </p:nvPr>
        </p:nvSpPr>
        <p:spPr>
          <a:xfrm>
            <a:off x="-360" y="6580080"/>
            <a:ext cx="4359240" cy="338400"/>
          </a:xfrm>
          <a:prstGeom prst="rect">
            <a:avLst/>
          </a:prstGeom>
          <a:noFill/>
          <a:ln w="0">
            <a:noFill/>
          </a:ln>
        </p:spPr>
        <p:txBody>
          <a:bodyPr lIns="92520" rIns="92520" tIns="46440" bIns="46440" anchor="b">
            <a:noAutofit/>
          </a:bodyPr>
          <a:p>
            <a:pPr indent="0" algn="ctr">
              <a:lnSpc>
                <a:spcPct val="9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 name="PlaceHolder 6"/>
          <p:cNvSpPr>
            <a:spLocks noGrp="1"/>
          </p:cNvSpPr>
          <p:nvPr>
            <p:ph type="sldNum" idx="7"/>
          </p:nvPr>
        </p:nvSpPr>
        <p:spPr>
          <a:xfrm>
            <a:off x="5689440" y="6580080"/>
            <a:ext cx="4359600" cy="338400"/>
          </a:xfrm>
          <a:prstGeom prst="rect">
            <a:avLst/>
          </a:prstGeom>
          <a:noFill/>
          <a:ln w="0">
            <a:noFill/>
          </a:ln>
        </p:spPr>
        <p:txBody>
          <a:bodyPr lIns="92520" rIns="92520" tIns="46440" bIns="46440" anchor="b">
            <a:noAutofit/>
          </a:bodyPr>
          <a:lstStyle>
            <a:lvl1pPr indent="0" algn="r">
              <a:lnSpc>
                <a:spcPct val="100000"/>
              </a:lnSpc>
              <a:buNone/>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defRPr b="0" lang="ja-JP" sz="1800" spc="-1" strike="noStrike">
                <a:solidFill>
                  <a:srgbClr val="000000"/>
                </a:solidFill>
                <a:latin typeface="Arial"/>
              </a:defRPr>
            </a:lvl1pPr>
          </a:lstStyle>
          <a:p>
            <a:pPr indent="0" algn="r">
              <a:lnSpc>
                <a:spcPct val="100000"/>
              </a:lnSpc>
              <a:buNone/>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77A9099-B8E1-49D9-A55D-3E3B73E9897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7.xml.rels><?xml version="1.0" encoding="UTF-8"?>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
</Relationships>
</file>

<file path=ppt/notesSlides/_rels/notesSlide148.xml.rels><?xml version="1.0" encoding="UTF-8"?>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
</Relationships>
</file>

<file path=ppt/notesSlides/_rels/notesSlide149.xml.rels><?xml version="1.0" encoding="UTF-8"?>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_rels/notesSlide151.xml.rels><?xml version="1.0" encoding="UTF-8"?>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
</Relationships>
</file>

<file path=ppt/notesSlides/_rels/notesSlide152.xml.rels><?xml version="1.0" encoding="UTF-8"?>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
</Relationships>
</file>

<file path=ppt/notesSlides/_rels/notesSlide153.xml.rels><?xml version="1.0" encoding="UTF-8"?>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55.xml.rels><?xml version="1.0" encoding="UTF-8"?>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
</Relationships>
</file>

<file path=ppt/notesSlides/_rels/notesSlide156.xml.rels><?xml version="1.0" encoding="UTF-8"?>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
</Relationships>
</file>

<file path=ppt/notesSlides/_rels/notesSlide157.xml.rels><?xml version="1.0" encoding="UTF-8"?>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
</Relationships>
</file>

<file path=ppt/notesSlides/_rels/notesSlide158.xml.rels><?xml version="1.0" encoding="UTF-8"?>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
</Relationships>
</file>

<file path=ppt/notesSlides/_rels/notesSlide159.xml.rels><?xml version="1.0" encoding="UTF-8"?>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
</Relationships>
</file>

<file path=ppt/notesSlides/_rels/notesSlide160.xml.rels><?xml version="1.0" encoding="UTF-8"?>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
</Relationships>
</file>

<file path=ppt/notesSlides/_rels/notesSlide161.xml.rels><?xml version="1.0" encoding="UTF-8"?>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
</Relationships>
</file>

<file path=ppt/notesSlides/_rels/notesSlide162.xml.rels><?xml version="1.0" encoding="UTF-8"?>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
</Relationships>
</file>

<file path=ppt/notesSlides/_rels/notesSlide163.xml.rels><?xml version="1.0" encoding="UTF-8"?>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
</Relationships>
</file>

<file path=ppt/notesSlides/_rels/notesSlide164.xml.rels><?xml version="1.0" encoding="UTF-8"?>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
</Relationships>
</file>

<file path=ppt/notesSlides/_rels/notesSlide165.xml.rels><?xml version="1.0" encoding="UTF-8"?>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67.xml.rels><?xml version="1.0" encoding="UTF-8"?>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
</Relationships>
</file>

<file path=ppt/notesSlides/_rels/notesSlide168.xml.rels><?xml version="1.0" encoding="UTF-8"?>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
</Relationships>
</file>

<file path=ppt/notesSlides/_rels/notesSlide169.xml.rels><?xml version="1.0" encoding="UTF-8"?>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
</Relationships>
</file>

<file path=ppt/notesSlides/_rels/notesSlide170.xml.rels><?xml version="1.0" encoding="UTF-8"?>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
</Relationships>
</file>

<file path=ppt/notesSlides/_rels/notesSlide171.xml.rels><?xml version="1.0" encoding="UTF-8"?>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
</Relationships>
</file>

<file path=ppt/notesSlides/_rels/notesSlide172.xml.rels><?xml version="1.0" encoding="UTF-8"?>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5.xml.rels><?xml version="1.0" encoding="UTF-8"?>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_rels/notesSlide177.xml.rels><?xml version="1.0" encoding="UTF-8"?>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
</Relationships>
</file>

<file path=ppt/notesSlides/_rels/notesSlide178.xml.rels><?xml version="1.0" encoding="UTF-8"?>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0.xml.rels><?xml version="1.0" encoding="UTF-8"?>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
</Relationships>
</file>

<file path=ppt/notesSlides/_rels/notesSlide181.xml.rels><?xml version="1.0" encoding="UTF-8"?>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
</Relationships>
</file>

<file path=ppt/notesSlides/_rels/notesSlide182.xml.rels><?xml version="1.0" encoding="UTF-8"?>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
</Relationships>
</file>

<file path=ppt/notesSlides/_rels/notesSlide183.xml.rels><?xml version="1.0" encoding="UTF-8"?>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
</Relationships>
</file>

<file path=ppt/notesSlides/_rels/notesSlide184.xml.rels><?xml version="1.0" encoding="UTF-8"?>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
</Relationships>
</file>

<file path=ppt/notesSlides/_rels/notesSlide185.xml.rels><?xml version="1.0" encoding="UTF-8"?>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
</Relationships>
</file>

<file path=ppt/notesSlides/_rels/notesSlide186.xml.rels><?xml version="1.0" encoding="UTF-8"?>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
</Relationships>
</file>

<file path=ppt/notesSlides/_rels/notesSlide187.xml.rels><?xml version="1.0" encoding="UTF-8"?>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89.xml.rels><?xml version="1.0" encoding="UTF-8"?>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1.xml.rels><?xml version="1.0" encoding="UTF-8"?>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
</Relationships>
</file>

<file path=ppt/notesSlides/_rels/notesSlide192.xml.rels><?xml version="1.0" encoding="UTF-8"?>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
</Relationships>
</file>

<file path=ppt/notesSlides/_rels/notesSlide193.xml.rels><?xml version="1.0" encoding="UTF-8"?>
<Relationships xmlns="http://schemas.openxmlformats.org/package/2006/relationships"><Relationship Id="rId1" Type="http://schemas.openxmlformats.org/officeDocument/2006/relationships/slide" Target="../slides/slide193.xml"/><Relationship Id="rId2" Type="http://schemas.openxmlformats.org/officeDocument/2006/relationships/notesMaster" Target="../notesMasters/notesMaster1.xml"/>
</Relationships>
</file>

<file path=ppt/notesSlides/_rels/notesSlide194.xml.rels><?xml version="1.0" encoding="UTF-8"?>
<Relationships xmlns="http://schemas.openxmlformats.org/package/2006/relationships"><Relationship Id="rId1" Type="http://schemas.openxmlformats.org/officeDocument/2006/relationships/slide" Target="../slides/slide194.xml"/><Relationship Id="rId2" Type="http://schemas.openxmlformats.org/officeDocument/2006/relationships/notesMaster" Target="../notesMasters/notesMaster1.xml"/>
</Relationships>
</file>

<file path=ppt/notesSlides/_rels/notesSlide195.xml.rels><?xml version="1.0" encoding="UTF-8"?>
<Relationships xmlns="http://schemas.openxmlformats.org/package/2006/relationships"><Relationship Id="rId1" Type="http://schemas.openxmlformats.org/officeDocument/2006/relationships/slide" Target="../slides/slide195.xml"/><Relationship Id="rId2" Type="http://schemas.openxmlformats.org/officeDocument/2006/relationships/notesMaster" Target="../notesMasters/notesMaster1.xml"/>
</Relationships>
</file>

<file path=ppt/notesSlides/_rels/notesSlide196.xml.rels><?xml version="1.0" encoding="UTF-8"?>
<Relationships xmlns="http://schemas.openxmlformats.org/package/2006/relationships"><Relationship Id="rId1" Type="http://schemas.openxmlformats.org/officeDocument/2006/relationships/slide" Target="../slides/slide196.xml"/><Relationship Id="rId2" Type="http://schemas.openxmlformats.org/officeDocument/2006/relationships/notesMaster" Target="../notesMasters/notesMaster1.xml"/>
</Relationships>
</file>

<file path=ppt/notesSlides/_rels/notesSlide197.xml.rels><?xml version="1.0" encoding="UTF-8"?>
<Relationships xmlns="http://schemas.openxmlformats.org/package/2006/relationships"><Relationship Id="rId1" Type="http://schemas.openxmlformats.org/officeDocument/2006/relationships/slide" Target="../slides/slide197.xml"/><Relationship Id="rId2" Type="http://schemas.openxmlformats.org/officeDocument/2006/relationships/notesMaster" Target="../notesMasters/notesMaster1.xml"/>
</Relationships>
</file>

<file path=ppt/notesSlides/_rels/notesSlide198.xml.rels><?xml version="1.0" encoding="UTF-8"?>
<Relationships xmlns="http://schemas.openxmlformats.org/package/2006/relationships"><Relationship Id="rId1" Type="http://schemas.openxmlformats.org/officeDocument/2006/relationships/slide" Target="../slides/slide198.xml"/><Relationship Id="rId2" Type="http://schemas.openxmlformats.org/officeDocument/2006/relationships/notesMaster" Target="../notesMasters/notesMaster1.xml"/>
</Relationships>
</file>

<file path=ppt/notesSlides/_rels/notesSlide199.xml.rels><?xml version="1.0" encoding="UTF-8"?>
<Relationships xmlns="http://schemas.openxmlformats.org/package/2006/relationships"><Relationship Id="rId1" Type="http://schemas.openxmlformats.org/officeDocument/2006/relationships/slide" Target="../slides/slide199.xml"/><Relationship Id="rId2" Type="http://schemas.openxmlformats.org/officeDocument/2006/relationships/notesMaster" Target="../notesMasters/notesMaster1.xml"/>
</Relationships>
</file>

<file path=ppt/notesSlides/_rels/notesSlide200.xml.rels><?xml version="1.0" encoding="UTF-8"?>
<Relationships xmlns="http://schemas.openxmlformats.org/package/2006/relationships"><Relationship Id="rId1" Type="http://schemas.openxmlformats.org/officeDocument/2006/relationships/slide" Target="../slides/slide200.xml"/><Relationship Id="rId2" Type="http://schemas.openxmlformats.org/officeDocument/2006/relationships/notesMaster" Target="../notesMasters/notesMaster1.xml"/>
</Relationships>
</file>

<file path=ppt/notesSlides/_rels/notesSlide201.xml.rels><?xml version="1.0" encoding="UTF-8"?>
<Relationships xmlns="http://schemas.openxmlformats.org/package/2006/relationships"><Relationship Id="rId1" Type="http://schemas.openxmlformats.org/officeDocument/2006/relationships/slide" Target="../slides/slide201.xml"/><Relationship Id="rId2" Type="http://schemas.openxmlformats.org/officeDocument/2006/relationships/notesMaster" Target="../notesMasters/notesMaster1.xml"/>
</Relationships>
</file>

<file path=ppt/notesSlides/_rels/notesSlide202.xml.rels><?xml version="1.0" encoding="UTF-8"?>
<Relationships xmlns="http://schemas.openxmlformats.org/package/2006/relationships"><Relationship Id="rId1" Type="http://schemas.openxmlformats.org/officeDocument/2006/relationships/slide" Target="../slides/slide202.xml"/><Relationship Id="rId2" Type="http://schemas.openxmlformats.org/officeDocument/2006/relationships/notesMaster" Target="../notesMasters/notesMaster1.xml"/>
</Relationships>
</file>

<file path=ppt/notesSlides/_rels/notesSlide203.xml.rels><?xml version="1.0" encoding="UTF-8"?>
<Relationships xmlns="http://schemas.openxmlformats.org/package/2006/relationships"><Relationship Id="rId1" Type="http://schemas.openxmlformats.org/officeDocument/2006/relationships/slide" Target="../slides/slide203.xml"/><Relationship Id="rId2" Type="http://schemas.openxmlformats.org/officeDocument/2006/relationships/notesMaster" Target="../notesMasters/notesMaster1.xml"/>
</Relationships>
</file>

<file path=ppt/notesSlides/_rels/notesSlide204.xml.rels><?xml version="1.0" encoding="UTF-8"?>
<Relationships xmlns="http://schemas.openxmlformats.org/package/2006/relationships"><Relationship Id="rId1" Type="http://schemas.openxmlformats.org/officeDocument/2006/relationships/slide" Target="../slides/slide204.xml"/><Relationship Id="rId2" Type="http://schemas.openxmlformats.org/officeDocument/2006/relationships/notesMaster" Target="../notesMasters/notesMaster1.xml"/>
</Relationships>
</file>

<file path=ppt/notesSlides/_rels/notesSlide205.xml.rels><?xml version="1.0" encoding="UTF-8"?>
<Relationships xmlns="http://schemas.openxmlformats.org/package/2006/relationships"><Relationship Id="rId1" Type="http://schemas.openxmlformats.org/officeDocument/2006/relationships/slide" Target="../slides/slide205.xml"/><Relationship Id="rId2" Type="http://schemas.openxmlformats.org/officeDocument/2006/relationships/notesMaster" Target="../notesMasters/notesMaster1.xml"/>
</Relationships>
</file>

<file path=ppt/notesSlides/_rels/notesSlide206.xml.rels><?xml version="1.0" encoding="UTF-8"?>
<Relationships xmlns="http://schemas.openxmlformats.org/package/2006/relationships"><Relationship Id="rId1" Type="http://schemas.openxmlformats.org/officeDocument/2006/relationships/slide" Target="../slides/slide206.xml"/><Relationship Id="rId2" Type="http://schemas.openxmlformats.org/officeDocument/2006/relationships/notesMaster" Target="../notesMasters/notesMaster1.xml"/>
</Relationships>
</file>

<file path=ppt/notesSlides/_rels/notesSlide207.xml.rels><?xml version="1.0" encoding="UTF-8"?>
<Relationships xmlns="http://schemas.openxmlformats.org/package/2006/relationships"><Relationship Id="rId1" Type="http://schemas.openxmlformats.org/officeDocument/2006/relationships/slide" Target="../slides/slide207.xml"/><Relationship Id="rId2" Type="http://schemas.openxmlformats.org/officeDocument/2006/relationships/notesMaster" Target="../notesMasters/notesMaster1.xml"/>
</Relationships>
</file>

<file path=ppt/notesSlides/_rels/notesSlide208.xml.rels><?xml version="1.0" encoding="UTF-8"?>
<Relationships xmlns="http://schemas.openxmlformats.org/package/2006/relationships"><Relationship Id="rId1" Type="http://schemas.openxmlformats.org/officeDocument/2006/relationships/slide" Target="../slides/slide208.xml"/><Relationship Id="rId2" Type="http://schemas.openxmlformats.org/officeDocument/2006/relationships/notesMaster" Target="../notesMasters/notesMaster1.xml"/>
</Relationships>
</file>

<file path=ppt/notesSlides/_rels/notesSlide209.xml.rels><?xml version="1.0" encoding="UTF-8"?>
<Relationships xmlns="http://schemas.openxmlformats.org/package/2006/relationships"><Relationship Id="rId1" Type="http://schemas.openxmlformats.org/officeDocument/2006/relationships/slide" Target="../slides/slide209.xml"/><Relationship Id="rId2" Type="http://schemas.openxmlformats.org/officeDocument/2006/relationships/notesMaster" Target="../notesMasters/notesMaster1.xml"/>
</Relationships>
</file>

<file path=ppt/notesSlides/_rels/notesSlide210.xml.rels><?xml version="1.0" encoding="UTF-8"?>
<Relationships xmlns="http://schemas.openxmlformats.org/package/2006/relationships"><Relationship Id="rId1" Type="http://schemas.openxmlformats.org/officeDocument/2006/relationships/slide" Target="../slides/slide210.xml"/><Relationship Id="rId2" Type="http://schemas.openxmlformats.org/officeDocument/2006/relationships/notesMaster" Target="../notesMasters/notesMaster1.xml"/>
</Relationships>
</file>

<file path=ppt/notesSlides/_rels/notesSlide211.xml.rels><?xml version="1.0" encoding="UTF-8"?>
<Relationships xmlns="http://schemas.openxmlformats.org/package/2006/relationships"><Relationship Id="rId1" Type="http://schemas.openxmlformats.org/officeDocument/2006/relationships/slide" Target="../slides/slide211.xml"/><Relationship Id="rId2" Type="http://schemas.openxmlformats.org/officeDocument/2006/relationships/notesMaster" Target="../notesMasters/notesMaster1.xml"/>
</Relationships>
</file>

<file path=ppt/notesSlides/_rels/notesSlide212.xml.rels><?xml version="1.0" encoding="UTF-8"?>
<Relationships xmlns="http://schemas.openxmlformats.org/package/2006/relationships"><Relationship Id="rId1" Type="http://schemas.openxmlformats.org/officeDocument/2006/relationships/slide" Target="../slides/slide212.xml"/><Relationship Id="rId2" Type="http://schemas.openxmlformats.org/officeDocument/2006/relationships/notesMaster" Target="../notesMasters/notesMaster1.xml"/>
</Relationships>
</file>

<file path=ppt/notesSlides/_rels/notesSlide213.xml.rels><?xml version="1.0" encoding="UTF-8"?>
<Relationships xmlns="http://schemas.openxmlformats.org/package/2006/relationships"><Relationship Id="rId1" Type="http://schemas.openxmlformats.org/officeDocument/2006/relationships/slide" Target="../slides/slide213.xml"/><Relationship Id="rId2" Type="http://schemas.openxmlformats.org/officeDocument/2006/relationships/notesMaster" Target="../notesMasters/notesMaster1.xml"/>
</Relationships>
</file>

<file path=ppt/notesSlides/_rels/notesSlide214.xml.rels><?xml version="1.0" encoding="UTF-8"?>
<Relationships xmlns="http://schemas.openxmlformats.org/package/2006/relationships"><Relationship Id="rId1" Type="http://schemas.openxmlformats.org/officeDocument/2006/relationships/slide" Target="../slides/slide214.xml"/><Relationship Id="rId2" Type="http://schemas.openxmlformats.org/officeDocument/2006/relationships/notesMaster" Target="../notesMasters/notesMaster1.xml"/>
</Relationships>
</file>

<file path=ppt/notesSlides/_rels/notesSlide215.xml.rels><?xml version="1.0" encoding="UTF-8"?>
<Relationships xmlns="http://schemas.openxmlformats.org/package/2006/relationships"><Relationship Id="rId1" Type="http://schemas.openxmlformats.org/officeDocument/2006/relationships/slide" Target="../slides/slide215.xml"/><Relationship Id="rId2" Type="http://schemas.openxmlformats.org/officeDocument/2006/relationships/notesMaster" Target="../notesMasters/notesMaster1.xml"/>
</Relationships>
</file>

<file path=ppt/notesSlides/_rels/notesSlide216.xml.rels><?xml version="1.0" encoding="UTF-8"?>
<Relationships xmlns="http://schemas.openxmlformats.org/package/2006/relationships"><Relationship Id="rId1" Type="http://schemas.openxmlformats.org/officeDocument/2006/relationships/slide" Target="../slides/slide216.xml"/><Relationship Id="rId2" Type="http://schemas.openxmlformats.org/officeDocument/2006/relationships/notesMaster" Target="../notesMasters/notesMaster1.xml"/>
</Relationships>
</file>

<file path=ppt/notesSlides/_rels/notesSlide217.xml.rels><?xml version="1.0" encoding="UTF-8"?>
<Relationships xmlns="http://schemas.openxmlformats.org/package/2006/relationships"><Relationship Id="rId1" Type="http://schemas.openxmlformats.org/officeDocument/2006/relationships/slide" Target="../slides/slide217.xml"/><Relationship Id="rId2" Type="http://schemas.openxmlformats.org/officeDocument/2006/relationships/notesMaster" Target="../notesMasters/notesMaster1.xml"/>
</Relationships>
</file>

<file path=ppt/notesSlides/_rels/notesSlide218.xml.rels><?xml version="1.0" encoding="UTF-8"?>
<Relationships xmlns="http://schemas.openxmlformats.org/package/2006/relationships"><Relationship Id="rId1" Type="http://schemas.openxmlformats.org/officeDocument/2006/relationships/slide" Target="../slides/slide218.xml"/><Relationship Id="rId2" Type="http://schemas.openxmlformats.org/officeDocument/2006/relationships/notesMaster" Target="../notesMasters/notesMaster1.xml"/>
</Relationships>
</file>

<file path=ppt/notesSlides/_rels/notesSlide219.xml.rels><?xml version="1.0" encoding="UTF-8"?>
<Relationships xmlns="http://schemas.openxmlformats.org/package/2006/relationships"><Relationship Id="rId1" Type="http://schemas.openxmlformats.org/officeDocument/2006/relationships/slide" Target="../slides/slide219.xml"/><Relationship Id="rId2" Type="http://schemas.openxmlformats.org/officeDocument/2006/relationships/notesMaster" Target="../notesMasters/notesMaster1.xml"/>
</Relationships>
</file>

<file path=ppt/notesSlides/_rels/notesSlide220.xml.rels><?xml version="1.0" encoding="UTF-8"?>
<Relationships xmlns="http://schemas.openxmlformats.org/package/2006/relationships"><Relationship Id="rId1" Type="http://schemas.openxmlformats.org/officeDocument/2006/relationships/slide" Target="../slides/slide220.xml"/><Relationship Id="rId2" Type="http://schemas.openxmlformats.org/officeDocument/2006/relationships/notesMaster" Target="../notesMasters/notesMaster1.xml"/>
</Relationships>
</file>

<file path=ppt/notesSlides/_rels/notesSlide221.xml.rels><?xml version="1.0" encoding="UTF-8"?>
<Relationships xmlns="http://schemas.openxmlformats.org/package/2006/relationships"><Relationship Id="rId1" Type="http://schemas.openxmlformats.org/officeDocument/2006/relationships/slide" Target="../slides/slide221.xml"/><Relationship Id="rId2" Type="http://schemas.openxmlformats.org/officeDocument/2006/relationships/notesMaster" Target="../notesMasters/notesMaster1.xml"/>
</Relationships>
</file>

<file path=ppt/notesSlides/_rels/notesSlide222.xml.rels><?xml version="1.0" encoding="UTF-8"?>
<Relationships xmlns="http://schemas.openxmlformats.org/package/2006/relationships"><Relationship Id="rId1" Type="http://schemas.openxmlformats.org/officeDocument/2006/relationships/slide" Target="../slides/slide222.xml"/><Relationship Id="rId2" Type="http://schemas.openxmlformats.org/officeDocument/2006/relationships/notesMaster" Target="../notesMasters/notesMaster1.xml"/>
</Relationships>
</file>

<file path=ppt/notesSlides/_rels/notesSlide223.xml.rels><?xml version="1.0" encoding="UTF-8"?>
<Relationships xmlns="http://schemas.openxmlformats.org/package/2006/relationships"><Relationship Id="rId1" Type="http://schemas.openxmlformats.org/officeDocument/2006/relationships/slide" Target="../slides/slide223.xml"/><Relationship Id="rId2" Type="http://schemas.openxmlformats.org/officeDocument/2006/relationships/notesMaster" Target="../notesMasters/notesMaster1.xml"/>
</Relationships>
</file>

<file path=ppt/notesSlides/_rels/notesSlide224.xml.rels><?xml version="1.0" encoding="UTF-8"?>
<Relationships xmlns="http://schemas.openxmlformats.org/package/2006/relationships"><Relationship Id="rId1" Type="http://schemas.openxmlformats.org/officeDocument/2006/relationships/slide" Target="../slides/slide224.xml"/><Relationship Id="rId2" Type="http://schemas.openxmlformats.org/officeDocument/2006/relationships/notesMaster" Target="../notesMasters/notesMaster1.xml"/>
</Relationships>
</file>

<file path=ppt/notesSlides/_rels/notesSlide225.xml.rels><?xml version="1.0" encoding="UTF-8"?>
<Relationships xmlns="http://schemas.openxmlformats.org/package/2006/relationships"><Relationship Id="rId1" Type="http://schemas.openxmlformats.org/officeDocument/2006/relationships/slide" Target="../slides/slide225.xml"/><Relationship Id="rId2" Type="http://schemas.openxmlformats.org/officeDocument/2006/relationships/notesMaster" Target="../notesMasters/notesMaster1.xml"/>
</Relationships>
</file>

<file path=ppt/notesSlides/_rels/notesSlide226.xml.rels><?xml version="1.0" encoding="UTF-8"?>
<Relationships xmlns="http://schemas.openxmlformats.org/package/2006/relationships"><Relationship Id="rId1" Type="http://schemas.openxmlformats.org/officeDocument/2006/relationships/slide" Target="../slides/slide226.xml"/><Relationship Id="rId2" Type="http://schemas.openxmlformats.org/officeDocument/2006/relationships/notesMaster" Target="../notesMasters/notesMaster1.xml"/>
</Relationships>
</file>

<file path=ppt/notesSlides/_rels/notesSlide227.xml.rels><?xml version="1.0" encoding="UTF-8"?>
<Relationships xmlns="http://schemas.openxmlformats.org/package/2006/relationships"><Relationship Id="rId1" Type="http://schemas.openxmlformats.org/officeDocument/2006/relationships/slide" Target="../slides/slide227.xml"/><Relationship Id="rId2" Type="http://schemas.openxmlformats.org/officeDocument/2006/relationships/notesMaster" Target="../notesMasters/notesMaster1.xml"/>
</Relationships>
</file>

<file path=ppt/notesSlides/_rels/notesSlide228.xml.rels><?xml version="1.0" encoding="UTF-8"?>
<Relationships xmlns="http://schemas.openxmlformats.org/package/2006/relationships"><Relationship Id="rId1" Type="http://schemas.openxmlformats.org/officeDocument/2006/relationships/slide" Target="../slides/slide228.xml"/><Relationship Id="rId2" Type="http://schemas.openxmlformats.org/officeDocument/2006/relationships/notesMaster" Target="../notesMasters/notesMaster1.xml"/>
</Relationships>
</file>

<file path=ppt/notesSlides/_rels/notesSlide229.xml.rels><?xml version="1.0" encoding="UTF-8"?>
<Relationships xmlns="http://schemas.openxmlformats.org/package/2006/relationships"><Relationship Id="rId1" Type="http://schemas.openxmlformats.org/officeDocument/2006/relationships/slide" Target="../slides/slide229.xml"/><Relationship Id="rId2" Type="http://schemas.openxmlformats.org/officeDocument/2006/relationships/notesMaster" Target="../notesMasters/notesMaster1.xml"/>
</Relationships>
</file>

<file path=ppt/notesSlides/_rels/notesSlide230.xml.rels><?xml version="1.0" encoding="UTF-8"?>
<Relationships xmlns="http://schemas.openxmlformats.org/package/2006/relationships"><Relationship Id="rId1" Type="http://schemas.openxmlformats.org/officeDocument/2006/relationships/slide" Target="../slides/slide230.xml"/><Relationship Id="rId2" Type="http://schemas.openxmlformats.org/officeDocument/2006/relationships/notesMaster" Target="../notesMasters/notesMaster1.xml"/>
</Relationships>
</file>

<file path=ppt/notesSlides/_rels/notesSlide231.xml.rels><?xml version="1.0" encoding="UTF-8"?>
<Relationships xmlns="http://schemas.openxmlformats.org/package/2006/relationships"><Relationship Id="rId1" Type="http://schemas.openxmlformats.org/officeDocument/2006/relationships/slide" Target="../slides/slide231.xml"/><Relationship Id="rId2" Type="http://schemas.openxmlformats.org/officeDocument/2006/relationships/notesMaster" Target="../notesMasters/notesMaster1.xml"/>
</Relationships>
</file>

<file path=ppt/notesSlides/_rels/notesSlide232.xml.rels><?xml version="1.0" encoding="UTF-8"?>
<Relationships xmlns="http://schemas.openxmlformats.org/package/2006/relationships"><Relationship Id="rId1" Type="http://schemas.openxmlformats.org/officeDocument/2006/relationships/slide" Target="../slides/slide232.xml"/><Relationship Id="rId2" Type="http://schemas.openxmlformats.org/officeDocument/2006/relationships/notesMaster" Target="../notesMasters/notesMaster1.xml"/>
</Relationships>
</file>

<file path=ppt/notesSlides/_rels/notesSlide233.xml.rels><?xml version="1.0" encoding="UTF-8"?>
<Relationships xmlns="http://schemas.openxmlformats.org/package/2006/relationships"><Relationship Id="rId1" Type="http://schemas.openxmlformats.org/officeDocument/2006/relationships/slide" Target="../slides/slide233.xml"/><Relationship Id="rId2" Type="http://schemas.openxmlformats.org/officeDocument/2006/relationships/notesMaster" Target="../notesMasters/notesMaster1.xml"/>
</Relationships>
</file>

<file path=ppt/notesSlides/_rels/notesSlide234.xml.rels><?xml version="1.0" encoding="UTF-8"?>
<Relationships xmlns="http://schemas.openxmlformats.org/package/2006/relationships"><Relationship Id="rId1" Type="http://schemas.openxmlformats.org/officeDocument/2006/relationships/slide" Target="../slides/slide234.xml"/><Relationship Id="rId2" Type="http://schemas.openxmlformats.org/officeDocument/2006/relationships/notesMaster" Target="../notesMasters/notesMaster1.xml"/>
</Relationships>
</file>

<file path=ppt/notesSlides/_rels/notesSlide235.xml.rels><?xml version="1.0" encoding="UTF-8"?>
<Relationships xmlns="http://schemas.openxmlformats.org/package/2006/relationships"><Relationship Id="rId1" Type="http://schemas.openxmlformats.org/officeDocument/2006/relationships/slide" Target="../slides/slide235.xml"/><Relationship Id="rId2" Type="http://schemas.openxmlformats.org/officeDocument/2006/relationships/notesMaster" Target="../notesMasters/notesMaster1.xml"/>
</Relationships>
</file>

<file path=ppt/notesSlides/_rels/notesSlide236.xml.rels><?xml version="1.0" encoding="UTF-8"?>
<Relationships xmlns="http://schemas.openxmlformats.org/package/2006/relationships"><Relationship Id="rId1" Type="http://schemas.openxmlformats.org/officeDocument/2006/relationships/slide" Target="../slides/slide236.xml"/><Relationship Id="rId2" Type="http://schemas.openxmlformats.org/officeDocument/2006/relationships/notesMaster" Target="../notesMasters/notesMaster1.xml"/>
</Relationships>
</file>

<file path=ppt/notesSlides/_rels/notesSlide237.xml.rels><?xml version="1.0" encoding="UTF-8"?>
<Relationships xmlns="http://schemas.openxmlformats.org/package/2006/relationships"><Relationship Id="rId1" Type="http://schemas.openxmlformats.org/officeDocument/2006/relationships/slide" Target="../slides/slide237.xml"/><Relationship Id="rId2" Type="http://schemas.openxmlformats.org/officeDocument/2006/relationships/notesMaster" Target="../notesMasters/notesMaster1.xml"/>
</Relationships>
</file>

<file path=ppt/notesSlides/_rels/notesSlide238.xml.rels><?xml version="1.0" encoding="UTF-8"?>
<Relationships xmlns="http://schemas.openxmlformats.org/package/2006/relationships"><Relationship Id="rId1" Type="http://schemas.openxmlformats.org/officeDocument/2006/relationships/slide" Target="../slides/slide238.xml"/><Relationship Id="rId2" Type="http://schemas.openxmlformats.org/officeDocument/2006/relationships/notesMaster" Target="../notesMasters/notesMaster1.xml"/>
</Relationships>
</file>

<file path=ppt/notesSlides/_rels/notesSlide239.xml.rels><?xml version="1.0" encoding="UTF-8"?>
<Relationships xmlns="http://schemas.openxmlformats.org/package/2006/relationships"><Relationship Id="rId1" Type="http://schemas.openxmlformats.org/officeDocument/2006/relationships/slide" Target="../slides/slide239.xml"/><Relationship Id="rId2" Type="http://schemas.openxmlformats.org/officeDocument/2006/relationships/notesMaster" Target="../notesMasters/notesMaster1.xml"/>
</Relationships>
</file>

<file path=ppt/notesSlides/_rels/notesSlide240.xml.rels><?xml version="1.0" encoding="UTF-8"?>
<Relationships xmlns="http://schemas.openxmlformats.org/package/2006/relationships"><Relationship Id="rId1" Type="http://schemas.openxmlformats.org/officeDocument/2006/relationships/slide" Target="../slides/slide240.xml"/><Relationship Id="rId2" Type="http://schemas.openxmlformats.org/officeDocument/2006/relationships/notesMaster" Target="../notesMasters/notesMaster1.xml"/>
</Relationships>
</file>

<file path=ppt/notesSlides/_rels/notesSlide241.xml.rels><?xml version="1.0" encoding="UTF-8"?>
<Relationships xmlns="http://schemas.openxmlformats.org/package/2006/relationships"><Relationship Id="rId1" Type="http://schemas.openxmlformats.org/officeDocument/2006/relationships/slide" Target="../slides/slide241.xml"/><Relationship Id="rId2" Type="http://schemas.openxmlformats.org/officeDocument/2006/relationships/notesMaster" Target="../notesMasters/notesMaster1.xml"/>
</Relationships>
</file>

<file path=ppt/notesSlides/_rels/notesSlide242.xml.rels><?xml version="1.0" encoding="UTF-8"?>
<Relationships xmlns="http://schemas.openxmlformats.org/package/2006/relationships"><Relationship Id="rId1" Type="http://schemas.openxmlformats.org/officeDocument/2006/relationships/slide" Target="../slides/slide242.xml"/><Relationship Id="rId2" Type="http://schemas.openxmlformats.org/officeDocument/2006/relationships/notesMaster" Target="../notesMasters/notesMaster1.xml"/>
</Relationships>
</file>

<file path=ppt/notesSlides/_rels/notesSlide243.xml.rels><?xml version="1.0" encoding="UTF-8"?>
<Relationships xmlns="http://schemas.openxmlformats.org/package/2006/relationships"><Relationship Id="rId1" Type="http://schemas.openxmlformats.org/officeDocument/2006/relationships/slide" Target="../slides/slide243.xml"/><Relationship Id="rId2" Type="http://schemas.openxmlformats.org/officeDocument/2006/relationships/notesMaster" Target="../notesMasters/notesMaster1.xml"/>
</Relationships>
</file>

<file path=ppt/notesSlides/_rels/notesSlide244.xml.rels><?xml version="1.0" encoding="UTF-8"?>
<Relationships xmlns="http://schemas.openxmlformats.org/package/2006/relationships"><Relationship Id="rId1" Type="http://schemas.openxmlformats.org/officeDocument/2006/relationships/slide" Target="../slides/slide244.xml"/><Relationship Id="rId2" Type="http://schemas.openxmlformats.org/officeDocument/2006/relationships/notesMaster" Target="../notesMasters/notesMaster1.xml"/>
</Relationships>
</file>

<file path=ppt/notesSlides/_rels/notesSlide245.xml.rels><?xml version="1.0" encoding="UTF-8"?>
<Relationships xmlns="http://schemas.openxmlformats.org/package/2006/relationships"><Relationship Id="rId1" Type="http://schemas.openxmlformats.org/officeDocument/2006/relationships/slide" Target="../slides/slide245.xml"/><Relationship Id="rId2" Type="http://schemas.openxmlformats.org/officeDocument/2006/relationships/notesMaster" Target="../notesMasters/notesMaster1.xml"/>
</Relationships>
</file>

<file path=ppt/notesSlides/_rels/notesSlide246.xml.rels><?xml version="1.0" encoding="UTF-8"?>
<Relationships xmlns="http://schemas.openxmlformats.org/package/2006/relationships"><Relationship Id="rId1" Type="http://schemas.openxmlformats.org/officeDocument/2006/relationships/slide" Target="../slides/slide246.xml"/><Relationship Id="rId2" Type="http://schemas.openxmlformats.org/officeDocument/2006/relationships/notesMaster" Target="../notesMasters/notesMaster1.xml"/>
</Relationships>
</file>

<file path=ppt/notesSlides/_rels/notesSlide247.xml.rels><?xml version="1.0" encoding="UTF-8"?>
<Relationships xmlns="http://schemas.openxmlformats.org/package/2006/relationships"><Relationship Id="rId1" Type="http://schemas.openxmlformats.org/officeDocument/2006/relationships/slide" Target="../slides/slide247.xml"/><Relationship Id="rId2" Type="http://schemas.openxmlformats.org/officeDocument/2006/relationships/notesMaster" Target="../notesMasters/notesMaster1.xml"/>
</Relationships>
</file>

<file path=ppt/notesSlides/_rels/notesSlide248.xml.rels><?xml version="1.0" encoding="UTF-8"?>
<Relationships xmlns="http://schemas.openxmlformats.org/package/2006/relationships"><Relationship Id="rId1" Type="http://schemas.openxmlformats.org/officeDocument/2006/relationships/slide" Target="../slides/slide248.xml"/><Relationship Id="rId2" Type="http://schemas.openxmlformats.org/officeDocument/2006/relationships/notesMaster" Target="../notesMasters/notesMaster1.xml"/>
</Relationships>
</file>

<file path=ppt/notesSlides/_rels/notesSlide249.xml.rels><?xml version="1.0" encoding="UTF-8"?>
<Relationships xmlns="http://schemas.openxmlformats.org/package/2006/relationships"><Relationship Id="rId1" Type="http://schemas.openxmlformats.org/officeDocument/2006/relationships/slide" Target="../slides/slide249.xml"/><Relationship Id="rId2" Type="http://schemas.openxmlformats.org/officeDocument/2006/relationships/notesMaster" Target="../notesMasters/notesMaster1.xml"/>
</Relationships>
</file>

<file path=ppt/notesSlides/_rels/notesSlide250.xml.rels><?xml version="1.0" encoding="UTF-8"?>
<Relationships xmlns="http://schemas.openxmlformats.org/package/2006/relationships"><Relationship Id="rId1" Type="http://schemas.openxmlformats.org/officeDocument/2006/relationships/slide" Target="../slides/slide250.xml"/><Relationship Id="rId2" Type="http://schemas.openxmlformats.org/officeDocument/2006/relationships/notesMaster" Target="../notesMasters/notesMaster1.xml"/>
</Relationships>
</file>

<file path=ppt/notesSlides/_rels/notesSlide251.xml.rels><?xml version="1.0" encoding="UTF-8"?>
<Relationships xmlns="http://schemas.openxmlformats.org/package/2006/relationships"><Relationship Id="rId1" Type="http://schemas.openxmlformats.org/officeDocument/2006/relationships/slide" Target="../slides/slide251.xml"/><Relationship Id="rId2" Type="http://schemas.openxmlformats.org/officeDocument/2006/relationships/notesMaster" Target="../notesMasters/notesMaster1.xml"/>
</Relationships>
</file>

<file path=ppt/notesSlides/_rels/notesSlide252.xml.rels><?xml version="1.0" encoding="UTF-8"?>
<Relationships xmlns="http://schemas.openxmlformats.org/package/2006/relationships"><Relationship Id="rId1" Type="http://schemas.openxmlformats.org/officeDocument/2006/relationships/slide" Target="../slides/slide252.xml"/><Relationship Id="rId2" Type="http://schemas.openxmlformats.org/officeDocument/2006/relationships/notesMaster" Target="../notesMasters/notesMaster1.xml"/>
</Relationships>
</file>

<file path=ppt/notesSlides/_rels/notesSlide253.xml.rels><?xml version="1.0" encoding="UTF-8"?>
<Relationships xmlns="http://schemas.openxmlformats.org/package/2006/relationships"><Relationship Id="rId1" Type="http://schemas.openxmlformats.org/officeDocument/2006/relationships/slide" Target="../slides/slide253.xml"/><Relationship Id="rId2" Type="http://schemas.openxmlformats.org/officeDocument/2006/relationships/notesMaster" Target="../notesMasters/notesMaster1.xml"/>
</Relationships>
</file>

<file path=ppt/notesSlides/_rels/notesSlide254.xml.rels><?xml version="1.0" encoding="UTF-8"?>
<Relationships xmlns="http://schemas.openxmlformats.org/package/2006/relationships"><Relationship Id="rId1" Type="http://schemas.openxmlformats.org/officeDocument/2006/relationships/slide" Target="../slides/slide254.xml"/><Relationship Id="rId2" Type="http://schemas.openxmlformats.org/officeDocument/2006/relationships/notesMaster" Target="../notesMasters/notesMaster1.xml"/>
</Relationships>
</file>

<file path=ppt/notesSlides/_rels/notesSlide255.xml.rels><?xml version="1.0" encoding="UTF-8"?>
<Relationships xmlns="http://schemas.openxmlformats.org/package/2006/relationships"><Relationship Id="rId1" Type="http://schemas.openxmlformats.org/officeDocument/2006/relationships/slide" Target="../slides/slide255.xml"/><Relationship Id="rId2" Type="http://schemas.openxmlformats.org/officeDocument/2006/relationships/notesMaster" Target="../notesMasters/notesMaster1.xml"/>
</Relationships>
</file>

<file path=ppt/notesSlides/_rels/notesSlide256.xml.rels><?xml version="1.0" encoding="UTF-8"?>
<Relationships xmlns="http://schemas.openxmlformats.org/package/2006/relationships"><Relationship Id="rId1" Type="http://schemas.openxmlformats.org/officeDocument/2006/relationships/slide" Target="../slides/slide256.xml"/><Relationship Id="rId2" Type="http://schemas.openxmlformats.org/officeDocument/2006/relationships/notesMaster" Target="../notesMasters/notesMaster1.xml"/>
</Relationships>
</file>

<file path=ppt/notesSlides/_rels/notesSlide257.xml.rels><?xml version="1.0" encoding="UTF-8"?>
<Relationships xmlns="http://schemas.openxmlformats.org/package/2006/relationships"><Relationship Id="rId1" Type="http://schemas.openxmlformats.org/officeDocument/2006/relationships/slide" Target="../slides/slide257.xml"/><Relationship Id="rId2" Type="http://schemas.openxmlformats.org/officeDocument/2006/relationships/notesMaster" Target="../notesMasters/notesMaster1.xml"/>
</Relationships>
</file>

<file path=ppt/notesSlides/_rels/notesSlide258.xml.rels><?xml version="1.0" encoding="UTF-8"?>
<Relationships xmlns="http://schemas.openxmlformats.org/package/2006/relationships"><Relationship Id="rId1" Type="http://schemas.openxmlformats.org/officeDocument/2006/relationships/slide" Target="../slides/slide258.xml"/><Relationship Id="rId2" Type="http://schemas.openxmlformats.org/officeDocument/2006/relationships/notesMaster" Target="../notesMasters/notesMaster1.xml"/>
</Relationships>
</file>

<file path=ppt/notesSlides/_rels/notesSlide259.xml.rels><?xml version="1.0" encoding="UTF-8"?>
<Relationships xmlns="http://schemas.openxmlformats.org/package/2006/relationships"><Relationship Id="rId1" Type="http://schemas.openxmlformats.org/officeDocument/2006/relationships/slide" Target="../slides/slide259.xml"/><Relationship Id="rId2" Type="http://schemas.openxmlformats.org/officeDocument/2006/relationships/notesMaster" Target="../notesMasters/notesMaster1.xml"/>
</Relationships>
</file>

<file path=ppt/notesSlides/_rels/notesSlide260.xml.rels><?xml version="1.0" encoding="UTF-8"?>
<Relationships xmlns="http://schemas.openxmlformats.org/package/2006/relationships"><Relationship Id="rId1" Type="http://schemas.openxmlformats.org/officeDocument/2006/relationships/slide" Target="../slides/slide260.xml"/><Relationship Id="rId2" Type="http://schemas.openxmlformats.org/officeDocument/2006/relationships/notesMaster" Target="../notesMasters/notesMaster1.xml"/>
</Relationships>
</file>

<file path=ppt/notesSlides/_rels/notesSlide261.xml.rels><?xml version="1.0" encoding="UTF-8"?>
<Relationships xmlns="http://schemas.openxmlformats.org/package/2006/relationships"><Relationship Id="rId1" Type="http://schemas.openxmlformats.org/officeDocument/2006/relationships/slide" Target="../slides/slide261.xml"/><Relationship Id="rId2" Type="http://schemas.openxmlformats.org/officeDocument/2006/relationships/notesMaster" Target="../notesMasters/notesMaster1.xml"/>
</Relationships>
</file>

<file path=ppt/notesSlides/_rels/notesSlide262.xml.rels><?xml version="1.0" encoding="UTF-8"?>
<Relationships xmlns="http://schemas.openxmlformats.org/package/2006/relationships"><Relationship Id="rId1" Type="http://schemas.openxmlformats.org/officeDocument/2006/relationships/slide" Target="../slides/slide262.xml"/><Relationship Id="rId2" Type="http://schemas.openxmlformats.org/officeDocument/2006/relationships/notesMaster" Target="../notesMasters/notesMaster1.xml"/>
</Relationships>
</file>

<file path=ppt/notesSlides/_rels/notesSlide263.xml.rels><?xml version="1.0" encoding="UTF-8"?>
<Relationships xmlns="http://schemas.openxmlformats.org/package/2006/relationships"><Relationship Id="rId1" Type="http://schemas.openxmlformats.org/officeDocument/2006/relationships/slide" Target="../slides/slide263.xml"/><Relationship Id="rId2" Type="http://schemas.openxmlformats.org/officeDocument/2006/relationships/notesMaster" Target="../notesMasters/notesMaster1.xml"/>
</Relationships>
</file>

<file path=ppt/notesSlides/_rels/notesSlide264.xml.rels><?xml version="1.0" encoding="UTF-8"?>
<Relationships xmlns="http://schemas.openxmlformats.org/package/2006/relationships"><Relationship Id="rId1" Type="http://schemas.openxmlformats.org/officeDocument/2006/relationships/slide" Target="../slides/slide264.xml"/><Relationship Id="rId2" Type="http://schemas.openxmlformats.org/officeDocument/2006/relationships/notesMaster" Target="../notesMasters/notesMaster1.xml"/>
</Relationships>
</file>

<file path=ppt/notesSlides/_rels/notesSlide265.xml.rels><?xml version="1.0" encoding="UTF-8"?>
<Relationships xmlns="http://schemas.openxmlformats.org/package/2006/relationships"><Relationship Id="rId1" Type="http://schemas.openxmlformats.org/officeDocument/2006/relationships/slide" Target="../slides/slide265.xml"/><Relationship Id="rId2" Type="http://schemas.openxmlformats.org/officeDocument/2006/relationships/notesMaster" Target="../notesMasters/notesMaster1.xml"/>
</Relationships>
</file>

<file path=ppt/notesSlides/_rels/notesSlide266.xml.rels><?xml version="1.0" encoding="UTF-8"?>
<Relationships xmlns="http://schemas.openxmlformats.org/package/2006/relationships"><Relationship Id="rId1" Type="http://schemas.openxmlformats.org/officeDocument/2006/relationships/slide" Target="../slides/slide266.xml"/><Relationship Id="rId2" Type="http://schemas.openxmlformats.org/officeDocument/2006/relationships/notesMaster" Target="../notesMasters/notesMaster1.xml"/>
</Relationships>
</file>

<file path=ppt/notesSlides/_rels/notesSlide267.xml.rels><?xml version="1.0" encoding="UTF-8"?>
<Relationships xmlns="http://schemas.openxmlformats.org/package/2006/relationships"><Relationship Id="rId1" Type="http://schemas.openxmlformats.org/officeDocument/2006/relationships/slide" Target="../slides/slide267.xml"/><Relationship Id="rId2" Type="http://schemas.openxmlformats.org/officeDocument/2006/relationships/notesMaster" Target="../notesMasters/notesMaster1.xml"/>
</Relationships>
</file>

<file path=ppt/notesSlides/_rels/notesSlide268.xml.rels><?xml version="1.0" encoding="UTF-8"?>
<Relationships xmlns="http://schemas.openxmlformats.org/package/2006/relationships"><Relationship Id="rId1" Type="http://schemas.openxmlformats.org/officeDocument/2006/relationships/slide" Target="../slides/slide268.xml"/><Relationship Id="rId2" Type="http://schemas.openxmlformats.org/officeDocument/2006/relationships/notesMaster" Target="../notesMasters/notesMaster1.xml"/>
</Relationships>
</file>

<file path=ppt/notesSlides/_rels/notesSlide269.xml.rels><?xml version="1.0" encoding="UTF-8"?>
<Relationships xmlns="http://schemas.openxmlformats.org/package/2006/relationships"><Relationship Id="rId1" Type="http://schemas.openxmlformats.org/officeDocument/2006/relationships/slide" Target="../slides/slide269.xml"/><Relationship Id="rId2" Type="http://schemas.openxmlformats.org/officeDocument/2006/relationships/notesMaster" Target="../notesMasters/notesMaster1.xml"/>
</Relationships>
</file>

<file path=ppt/notesSlides/_rels/notesSlide270.xml.rels><?xml version="1.0" encoding="UTF-8"?>
<Relationships xmlns="http://schemas.openxmlformats.org/package/2006/relationships"><Relationship Id="rId1" Type="http://schemas.openxmlformats.org/officeDocument/2006/relationships/slide" Target="../slides/slide270.xml"/><Relationship Id="rId2" Type="http://schemas.openxmlformats.org/officeDocument/2006/relationships/notesMaster" Target="../notesMasters/notesMaster1.xml"/>
</Relationships>
</file>

<file path=ppt/notesSlides/_rels/notesSlide271.xml.rels><?xml version="1.0" encoding="UTF-8"?>
<Relationships xmlns="http://schemas.openxmlformats.org/package/2006/relationships"><Relationship Id="rId1" Type="http://schemas.openxmlformats.org/officeDocument/2006/relationships/slide" Target="../slides/slide271.xml"/><Relationship Id="rId2" Type="http://schemas.openxmlformats.org/officeDocument/2006/relationships/notesMaster" Target="../notesMasters/notesMaster1.xml"/>
</Relationships>
</file>

<file path=ppt/notesSlides/_rels/notesSlide272.xml.rels><?xml version="1.0" encoding="UTF-8"?>
<Relationships xmlns="http://schemas.openxmlformats.org/package/2006/relationships"><Relationship Id="rId1" Type="http://schemas.openxmlformats.org/officeDocument/2006/relationships/slide" Target="../slides/slide272.xml"/><Relationship Id="rId2" Type="http://schemas.openxmlformats.org/officeDocument/2006/relationships/notesMaster" Target="../notesMasters/notesMaster1.xml"/>
</Relationships>
</file>

<file path=ppt/notesSlides/_rels/notesSlide273.xml.rels><?xml version="1.0" encoding="UTF-8"?>
<Relationships xmlns="http://schemas.openxmlformats.org/package/2006/relationships"><Relationship Id="rId1" Type="http://schemas.openxmlformats.org/officeDocument/2006/relationships/slide" Target="../slides/slide273.xml"/><Relationship Id="rId2" Type="http://schemas.openxmlformats.org/officeDocument/2006/relationships/notesMaster" Target="../notesMasters/notesMaster1.xml"/>
</Relationships>
</file>

<file path=ppt/notesSlides/_rels/notesSlide274.xml.rels><?xml version="1.0" encoding="UTF-8"?>
<Relationships xmlns="http://schemas.openxmlformats.org/package/2006/relationships"><Relationship Id="rId1" Type="http://schemas.openxmlformats.org/officeDocument/2006/relationships/slide" Target="../slides/slide274.xml"/><Relationship Id="rId2" Type="http://schemas.openxmlformats.org/officeDocument/2006/relationships/notesMaster" Target="../notesMasters/notesMaster1.xml"/>
</Relationships>
</file>

<file path=ppt/notesSlides/_rels/notesSlide275.xml.rels><?xml version="1.0" encoding="UTF-8"?>
<Relationships xmlns="http://schemas.openxmlformats.org/package/2006/relationships"><Relationship Id="rId1" Type="http://schemas.openxmlformats.org/officeDocument/2006/relationships/slide" Target="../slides/slide275.xml"/><Relationship Id="rId2" Type="http://schemas.openxmlformats.org/officeDocument/2006/relationships/notesMaster" Target="../notesMasters/notesMaster1.xml"/>
</Relationships>
</file>

<file path=ppt/notesSlides/_rels/notesSlide276.xml.rels><?xml version="1.0" encoding="UTF-8"?>
<Relationships xmlns="http://schemas.openxmlformats.org/package/2006/relationships"><Relationship Id="rId1" Type="http://schemas.openxmlformats.org/officeDocument/2006/relationships/slide" Target="../slides/slide276.xml"/><Relationship Id="rId2" Type="http://schemas.openxmlformats.org/officeDocument/2006/relationships/notesMaster" Target="../notesMasters/notesMaster1.xml"/>
</Relationships>
</file>

<file path=ppt/notesSlides/_rels/notesSlide277.xml.rels><?xml version="1.0" encoding="UTF-8"?>
<Relationships xmlns="http://schemas.openxmlformats.org/package/2006/relationships"><Relationship Id="rId1" Type="http://schemas.openxmlformats.org/officeDocument/2006/relationships/slide" Target="../slides/slide277.xml"/><Relationship Id="rId2" Type="http://schemas.openxmlformats.org/officeDocument/2006/relationships/notesMaster" Target="../notesMasters/notesMaster1.xml"/>
</Relationships>
</file>

<file path=ppt/notesSlides/_rels/notesSlide278.xml.rels><?xml version="1.0" encoding="UTF-8"?>
<Relationships xmlns="http://schemas.openxmlformats.org/package/2006/relationships"><Relationship Id="rId1" Type="http://schemas.openxmlformats.org/officeDocument/2006/relationships/slide" Target="../slides/slide278.xml"/><Relationship Id="rId2" Type="http://schemas.openxmlformats.org/officeDocument/2006/relationships/notesMaster" Target="../notesMasters/notesMaster1.xml"/>
</Relationships>
</file>

<file path=ppt/notesSlides/_rels/notesSlide279.xml.rels><?xml version="1.0" encoding="UTF-8"?>
<Relationships xmlns="http://schemas.openxmlformats.org/package/2006/relationships"><Relationship Id="rId1" Type="http://schemas.openxmlformats.org/officeDocument/2006/relationships/slide" Target="../slides/slide279.xml"/><Relationship Id="rId2" Type="http://schemas.openxmlformats.org/officeDocument/2006/relationships/notesMaster" Target="../notesMasters/notesMaster1.xml"/>
</Relationships>
</file>

<file path=ppt/notesSlides/_rels/notesSlide280.xml.rels><?xml version="1.0" encoding="UTF-8"?>
<Relationships xmlns="http://schemas.openxmlformats.org/package/2006/relationships"><Relationship Id="rId1" Type="http://schemas.openxmlformats.org/officeDocument/2006/relationships/slide" Target="../slides/slide280.xml"/><Relationship Id="rId2" Type="http://schemas.openxmlformats.org/officeDocument/2006/relationships/notesMaster" Target="../notesMasters/notesMaster1.xml"/>
</Relationships>
</file>

<file path=ppt/notesSlides/_rels/notesSlide281.xml.rels><?xml version="1.0" encoding="UTF-8"?>
<Relationships xmlns="http://schemas.openxmlformats.org/package/2006/relationships"><Relationship Id="rId1" Type="http://schemas.openxmlformats.org/officeDocument/2006/relationships/slide" Target="../slides/slide281.xml"/><Relationship Id="rId2" Type="http://schemas.openxmlformats.org/officeDocument/2006/relationships/notesMaster" Target="../notesMasters/notesMaster1.xml"/>
</Relationships>
</file>

<file path=ppt/notesSlides/_rels/notesSlide282.xml.rels><?xml version="1.0" encoding="UTF-8"?>
<Relationships xmlns="http://schemas.openxmlformats.org/package/2006/relationships"><Relationship Id="rId1" Type="http://schemas.openxmlformats.org/officeDocument/2006/relationships/slide" Target="../slides/slide282.xml"/><Relationship Id="rId2" Type="http://schemas.openxmlformats.org/officeDocument/2006/relationships/notesMaster" Target="../notesMasters/notesMaster1.xml"/>
</Relationships>
</file>

<file path=ppt/notesSlides/_rels/notesSlide283.xml.rels><?xml version="1.0" encoding="UTF-8"?>
<Relationships xmlns="http://schemas.openxmlformats.org/package/2006/relationships"><Relationship Id="rId1" Type="http://schemas.openxmlformats.org/officeDocument/2006/relationships/slide" Target="../slides/slide283.xml"/><Relationship Id="rId2" Type="http://schemas.openxmlformats.org/officeDocument/2006/relationships/notesMaster" Target="../notesMasters/notesMaster1.xml"/>
</Relationships>
</file>

<file path=ppt/notesSlides/_rels/notesSlide284.xml.rels><?xml version="1.0" encoding="UTF-8"?>
<Relationships xmlns="http://schemas.openxmlformats.org/package/2006/relationships"><Relationship Id="rId1" Type="http://schemas.openxmlformats.org/officeDocument/2006/relationships/slide" Target="../slides/slide284.xml"/><Relationship Id="rId2" Type="http://schemas.openxmlformats.org/officeDocument/2006/relationships/notesMaster" Target="../notesMasters/notesMaster1.xml"/>
</Relationships>
</file>

<file path=ppt/notesSlides/_rels/notesSlide285.xml.rels><?xml version="1.0" encoding="UTF-8"?>
<Relationships xmlns="http://schemas.openxmlformats.org/package/2006/relationships"><Relationship Id="rId1" Type="http://schemas.openxmlformats.org/officeDocument/2006/relationships/slide" Target="../slides/slide285.xml"/><Relationship Id="rId2" Type="http://schemas.openxmlformats.org/officeDocument/2006/relationships/notesMaster" Target="../notesMasters/notesMaster1.xml"/>
</Relationships>
</file>

<file path=ppt/notesSlides/_rels/notesSlide286.xml.rels><?xml version="1.0" encoding="UTF-8"?>
<Relationships xmlns="http://schemas.openxmlformats.org/package/2006/relationships"><Relationship Id="rId1" Type="http://schemas.openxmlformats.org/officeDocument/2006/relationships/slide" Target="../slides/slide286.xml"/><Relationship Id="rId2" Type="http://schemas.openxmlformats.org/officeDocument/2006/relationships/notesMaster" Target="../notesMasters/notesMaster1.xml"/>
</Relationships>
</file>

<file path=ppt/notesSlides/_rels/notesSlide287.xml.rels><?xml version="1.0" encoding="UTF-8"?>
<Relationships xmlns="http://schemas.openxmlformats.org/package/2006/relationships"><Relationship Id="rId1" Type="http://schemas.openxmlformats.org/officeDocument/2006/relationships/slide" Target="../slides/slide287.xml"/><Relationship Id="rId2" Type="http://schemas.openxmlformats.org/officeDocument/2006/relationships/notesMaster" Target="../notesMasters/notesMaster1.xml"/>
</Relationships>
</file>

<file path=ppt/notesSlides/_rels/notesSlide288.xml.rels><?xml version="1.0" encoding="UTF-8"?>
<Relationships xmlns="http://schemas.openxmlformats.org/package/2006/relationships"><Relationship Id="rId1" Type="http://schemas.openxmlformats.org/officeDocument/2006/relationships/slide" Target="../slides/slide288.xml"/><Relationship Id="rId2" Type="http://schemas.openxmlformats.org/officeDocument/2006/relationships/notesMaster" Target="../notesMasters/notesMaster1.xml"/>
</Relationships>
</file>

<file path=ppt/notesSlides/_rels/notesSlide289.xml.rels><?xml version="1.0" encoding="UTF-8"?>
<Relationships xmlns="http://schemas.openxmlformats.org/package/2006/relationships"><Relationship Id="rId1" Type="http://schemas.openxmlformats.org/officeDocument/2006/relationships/slide" Target="../slides/slide289.xml"/><Relationship Id="rId2" Type="http://schemas.openxmlformats.org/officeDocument/2006/relationships/notesMaster" Target="../notesMasters/notesMaster1.xml"/>
</Relationships>
</file>

<file path=ppt/notesSlides/_rels/notesSlide290.xml.rels><?xml version="1.0" encoding="UTF-8"?>
<Relationships xmlns="http://schemas.openxmlformats.org/package/2006/relationships"><Relationship Id="rId1" Type="http://schemas.openxmlformats.org/officeDocument/2006/relationships/slide" Target="../slides/slide290.xml"/><Relationship Id="rId2" Type="http://schemas.openxmlformats.org/officeDocument/2006/relationships/notesMaster" Target="../notesMasters/notesMaster1.xml"/>
</Relationships>
</file>

<file path=ppt/notesSlides/_rels/notesSlide291.xml.rels><?xml version="1.0" encoding="UTF-8"?>
<Relationships xmlns="http://schemas.openxmlformats.org/package/2006/relationships"><Relationship Id="rId1" Type="http://schemas.openxmlformats.org/officeDocument/2006/relationships/slide" Target="../slides/slide291.xml"/><Relationship Id="rId2" Type="http://schemas.openxmlformats.org/officeDocument/2006/relationships/notesMaster" Target="../notesMasters/notesMaster1.xml"/>
</Relationships>
</file>

<file path=ppt/notesSlides/_rels/notesSlide292.xml.rels><?xml version="1.0" encoding="UTF-8"?>
<Relationships xmlns="http://schemas.openxmlformats.org/package/2006/relationships"><Relationship Id="rId1" Type="http://schemas.openxmlformats.org/officeDocument/2006/relationships/slide" Target="../slides/slide292.xml"/><Relationship Id="rId2" Type="http://schemas.openxmlformats.org/officeDocument/2006/relationships/notesMaster" Target="../notesMasters/notesMaster1.xml"/>
</Relationships>
</file>

<file path=ppt/notesSlides/_rels/notesSlide293.xml.rels><?xml version="1.0" encoding="UTF-8"?>
<Relationships xmlns="http://schemas.openxmlformats.org/package/2006/relationships"><Relationship Id="rId1" Type="http://schemas.openxmlformats.org/officeDocument/2006/relationships/slide" Target="../slides/slide293.xml"/><Relationship Id="rId2" Type="http://schemas.openxmlformats.org/officeDocument/2006/relationships/notesMaster" Target="../notesMasters/notesMaster1.xml"/>
</Relationships>
</file>

<file path=ppt/notesSlides/_rels/notesSlide294.xml.rels><?xml version="1.0" encoding="UTF-8"?>
<Relationships xmlns="http://schemas.openxmlformats.org/package/2006/relationships"><Relationship Id="rId1" Type="http://schemas.openxmlformats.org/officeDocument/2006/relationships/slide" Target="../slides/slide294.xml"/><Relationship Id="rId2" Type="http://schemas.openxmlformats.org/officeDocument/2006/relationships/notesMaster" Target="../notesMasters/notesMaster1.xml"/>
</Relationships>
</file>

<file path=ppt/notesSlides/_rels/notesSlide295.xml.rels><?xml version="1.0" encoding="UTF-8"?>
<Relationships xmlns="http://schemas.openxmlformats.org/package/2006/relationships"><Relationship Id="rId1" Type="http://schemas.openxmlformats.org/officeDocument/2006/relationships/slide" Target="../slides/slide295.xml"/><Relationship Id="rId2" Type="http://schemas.openxmlformats.org/officeDocument/2006/relationships/notesMaster" Target="../notesMasters/notesMaster1.xml"/>
</Relationships>
</file>

<file path=ppt/notesSlides/_rels/notesSlide296.xml.rels><?xml version="1.0" encoding="UTF-8"?>
<Relationships xmlns="http://schemas.openxmlformats.org/package/2006/relationships"><Relationship Id="rId1" Type="http://schemas.openxmlformats.org/officeDocument/2006/relationships/slide" Target="../slides/slide296.xml"/><Relationship Id="rId2" Type="http://schemas.openxmlformats.org/officeDocument/2006/relationships/notesMaster" Target="../notesMasters/notesMaster1.xml"/>
</Relationships>
</file>

<file path=ppt/notesSlides/_rels/notesSlide297.xml.rels><?xml version="1.0" encoding="UTF-8"?>
<Relationships xmlns="http://schemas.openxmlformats.org/package/2006/relationships"><Relationship Id="rId1" Type="http://schemas.openxmlformats.org/officeDocument/2006/relationships/slide" Target="../slides/slide297.xml"/><Relationship Id="rId2" Type="http://schemas.openxmlformats.org/officeDocument/2006/relationships/notesMaster" Target="../notesMasters/notesMaster1.xml"/>
</Relationships>
</file>

<file path=ppt/notesSlides/_rels/notesSlide298.xml.rels><?xml version="1.0" encoding="UTF-8"?>
<Relationships xmlns="http://schemas.openxmlformats.org/package/2006/relationships"><Relationship Id="rId1" Type="http://schemas.openxmlformats.org/officeDocument/2006/relationships/slide" Target="../slides/slide298.xml"/><Relationship Id="rId2" Type="http://schemas.openxmlformats.org/officeDocument/2006/relationships/notesMaster" Target="../notesMasters/notesMaster1.xml"/>
</Relationships>
</file>

<file path=ppt/notesSlides/_rels/notesSlide299.xml.rels><?xml version="1.0" encoding="UTF-8"?>
<Relationships xmlns="http://schemas.openxmlformats.org/package/2006/relationships"><Relationship Id="rId1" Type="http://schemas.openxmlformats.org/officeDocument/2006/relationships/slide" Target="../slides/slide299.xml"/><Relationship Id="rId2" Type="http://schemas.openxmlformats.org/officeDocument/2006/relationships/notesMaster" Target="../notesMasters/notesMaster1.xml"/>
</Relationships>
</file>

<file path=ppt/notesSlides/_rels/notesSlide300.xml.rels><?xml version="1.0" encoding="UTF-8"?>
<Relationships xmlns="http://schemas.openxmlformats.org/package/2006/relationships"><Relationship Id="rId1" Type="http://schemas.openxmlformats.org/officeDocument/2006/relationships/slide" Target="../slides/slide300.xml"/><Relationship Id="rId2" Type="http://schemas.openxmlformats.org/officeDocument/2006/relationships/notesMaster" Target="../notesMasters/notesMaster1.xml"/>
</Relationships>
</file>

<file path=ppt/notesSlides/_rels/notesSlide301.xml.rels><?xml version="1.0" encoding="UTF-8"?>
<Relationships xmlns="http://schemas.openxmlformats.org/package/2006/relationships"><Relationship Id="rId1" Type="http://schemas.openxmlformats.org/officeDocument/2006/relationships/slide" Target="../slides/slide301.xml"/><Relationship Id="rId2" Type="http://schemas.openxmlformats.org/officeDocument/2006/relationships/notesMaster" Target="../notesMasters/notesMaster1.xml"/>
</Relationships>
</file>

<file path=ppt/notesSlides/_rels/notesSlide302.xml.rels><?xml version="1.0" encoding="UTF-8"?>
<Relationships xmlns="http://schemas.openxmlformats.org/package/2006/relationships"><Relationship Id="rId1" Type="http://schemas.openxmlformats.org/officeDocument/2006/relationships/slide" Target="../slides/slide302.xml"/><Relationship Id="rId2" Type="http://schemas.openxmlformats.org/officeDocument/2006/relationships/notesMaster" Target="../notesMasters/notesMaster1.xml"/>
</Relationships>
</file>

<file path=ppt/notesSlides/_rels/notesSlide303.xml.rels><?xml version="1.0" encoding="UTF-8"?>
<Relationships xmlns="http://schemas.openxmlformats.org/package/2006/relationships"><Relationship Id="rId1" Type="http://schemas.openxmlformats.org/officeDocument/2006/relationships/slide" Target="../slides/slide303.xml"/><Relationship Id="rId2" Type="http://schemas.openxmlformats.org/officeDocument/2006/relationships/notesMaster" Target="../notesMasters/notesMaster1.xml"/>
</Relationships>
</file>

<file path=ppt/notesSlides/_rels/notesSlide304.xml.rels><?xml version="1.0" encoding="UTF-8"?>
<Relationships xmlns="http://schemas.openxmlformats.org/package/2006/relationships"><Relationship Id="rId1" Type="http://schemas.openxmlformats.org/officeDocument/2006/relationships/slide" Target="../slides/slide304.xml"/><Relationship Id="rId2" Type="http://schemas.openxmlformats.org/officeDocument/2006/relationships/notesMaster" Target="../notesMasters/notesMaster1.xml"/>
</Relationships>
</file>

<file path=ppt/notesSlides/_rels/notesSlide305.xml.rels><?xml version="1.0" encoding="UTF-8"?>
<Relationships xmlns="http://schemas.openxmlformats.org/package/2006/relationships"><Relationship Id="rId1" Type="http://schemas.openxmlformats.org/officeDocument/2006/relationships/slide" Target="../slides/slide305.xml"/><Relationship Id="rId2" Type="http://schemas.openxmlformats.org/officeDocument/2006/relationships/notesMaster" Target="../notesMasters/notesMaster1.xml"/>
</Relationships>
</file>

<file path=ppt/notesSlides/_rels/notesSlide306.xml.rels><?xml version="1.0" encoding="UTF-8"?>
<Relationships xmlns="http://schemas.openxmlformats.org/package/2006/relationships"><Relationship Id="rId1" Type="http://schemas.openxmlformats.org/officeDocument/2006/relationships/slide" Target="../slides/slide306.xml"/><Relationship Id="rId2" Type="http://schemas.openxmlformats.org/officeDocument/2006/relationships/notesMaster" Target="../notesMasters/notesMaster1.xml"/>
</Relationships>
</file>

<file path=ppt/notesSlides/_rels/notesSlide307.xml.rels><?xml version="1.0" encoding="UTF-8"?>
<Relationships xmlns="http://schemas.openxmlformats.org/package/2006/relationships"><Relationship Id="rId1" Type="http://schemas.openxmlformats.org/officeDocument/2006/relationships/slide" Target="../slides/slide307.xml"/><Relationship Id="rId2" Type="http://schemas.openxmlformats.org/officeDocument/2006/relationships/notesMaster" Target="../notesMasters/notesMaster1.xml"/>
</Relationships>
</file>

<file path=ppt/notesSlides/_rels/notesSlide308.xml.rels><?xml version="1.0" encoding="UTF-8"?>
<Relationships xmlns="http://schemas.openxmlformats.org/package/2006/relationships"><Relationship Id="rId1" Type="http://schemas.openxmlformats.org/officeDocument/2006/relationships/slide" Target="../slides/slide308.xml"/><Relationship Id="rId2" Type="http://schemas.openxmlformats.org/officeDocument/2006/relationships/notesMaster" Target="../notesMasters/notesMaster1.xml"/>
</Relationships>
</file>

<file path=ppt/notesSlides/_rels/notesSlide309.xml.rels><?xml version="1.0" encoding="UTF-8"?>
<Relationships xmlns="http://schemas.openxmlformats.org/package/2006/relationships"><Relationship Id="rId1" Type="http://schemas.openxmlformats.org/officeDocument/2006/relationships/slide" Target="../slides/slide309.xml"/><Relationship Id="rId2" Type="http://schemas.openxmlformats.org/officeDocument/2006/relationships/notesMaster" Target="../notesMasters/notesMaster1.xml"/>
</Relationships>
</file>

<file path=ppt/notesSlides/_rels/notesSlide310.xml.rels><?xml version="1.0" encoding="UTF-8"?>
<Relationships xmlns="http://schemas.openxmlformats.org/package/2006/relationships"><Relationship Id="rId1" Type="http://schemas.openxmlformats.org/officeDocument/2006/relationships/slide" Target="../slides/slide310.xml"/><Relationship Id="rId2" Type="http://schemas.openxmlformats.org/officeDocument/2006/relationships/notesMaster" Target="../notesMasters/notesMaster1.xml"/>
</Relationships>
</file>

<file path=ppt/notesSlides/_rels/notesSlide311.xml.rels><?xml version="1.0" encoding="UTF-8"?>
<Relationships xmlns="http://schemas.openxmlformats.org/package/2006/relationships"><Relationship Id="rId1" Type="http://schemas.openxmlformats.org/officeDocument/2006/relationships/slide" Target="../slides/slide3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185CCAB-0E03-49E9-A51C-8E3C774E6D0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30" name="PlaceHolder 1"/>
          <p:cNvSpPr>
            <a:spLocks noGrp="1"/>
          </p:cNvSpPr>
          <p:nvPr>
            <p:ph type="sldImg"/>
          </p:nvPr>
        </p:nvSpPr>
        <p:spPr>
          <a:xfrm>
            <a:off x="3305160" y="517680"/>
            <a:ext cx="3462480" cy="2597040"/>
          </a:xfrm>
          <a:prstGeom prst="rect">
            <a:avLst/>
          </a:prstGeom>
          <a:ln w="0">
            <a:noFill/>
          </a:ln>
        </p:spPr>
      </p:sp>
      <p:sp>
        <p:nvSpPr>
          <p:cNvPr id="10331" name="PlaceHolder 2"/>
          <p:cNvSpPr>
            <a:spLocks noGrp="1"/>
          </p:cNvSpPr>
          <p:nvPr>
            <p:ph type="body"/>
          </p:nvPr>
        </p:nvSpPr>
        <p:spPr>
          <a:xfrm>
            <a:off x="1343160" y="3286080"/>
            <a:ext cx="736272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9C3BDF2-881D-49CA-A432-5B9A36FFB8F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33" name="PlaceHolder 1"/>
          <p:cNvSpPr>
            <a:spLocks noGrp="1"/>
          </p:cNvSpPr>
          <p:nvPr>
            <p:ph type="sldImg"/>
          </p:nvPr>
        </p:nvSpPr>
        <p:spPr>
          <a:xfrm>
            <a:off x="3297240" y="520560"/>
            <a:ext cx="3456000" cy="2592360"/>
          </a:xfrm>
          <a:prstGeom prst="rect">
            <a:avLst/>
          </a:prstGeom>
          <a:ln w="0">
            <a:noFill/>
          </a:ln>
        </p:spPr>
      </p:sp>
      <p:sp>
        <p:nvSpPr>
          <p:cNvPr id="1033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EFC4383-3DF0-4BE4-8B04-1E3E11EB8AE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36" name="PlaceHolder 1"/>
          <p:cNvSpPr>
            <a:spLocks noGrp="1"/>
          </p:cNvSpPr>
          <p:nvPr>
            <p:ph type="sldImg"/>
          </p:nvPr>
        </p:nvSpPr>
        <p:spPr>
          <a:xfrm>
            <a:off x="3297240" y="520560"/>
            <a:ext cx="3456000" cy="2592360"/>
          </a:xfrm>
          <a:prstGeom prst="rect">
            <a:avLst/>
          </a:prstGeom>
          <a:ln w="0">
            <a:noFill/>
          </a:ln>
        </p:spPr>
      </p:sp>
      <p:sp>
        <p:nvSpPr>
          <p:cNvPr id="1033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D556F29-1E8A-4EA2-BC86-11332EC943D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39" name="PlaceHolder 1"/>
          <p:cNvSpPr>
            <a:spLocks noGrp="1"/>
          </p:cNvSpPr>
          <p:nvPr>
            <p:ph type="sldImg"/>
          </p:nvPr>
        </p:nvSpPr>
        <p:spPr>
          <a:xfrm>
            <a:off x="3298680" y="520560"/>
            <a:ext cx="3454560" cy="2590920"/>
          </a:xfrm>
          <a:prstGeom prst="rect">
            <a:avLst/>
          </a:prstGeom>
          <a:ln w="0">
            <a:noFill/>
          </a:ln>
        </p:spPr>
      </p:sp>
      <p:sp>
        <p:nvSpPr>
          <p:cNvPr id="10340" name="PlaceHolder 2"/>
          <p:cNvSpPr>
            <a:spLocks noGrp="1"/>
          </p:cNvSpPr>
          <p:nvPr>
            <p:ph type="body"/>
          </p:nvPr>
        </p:nvSpPr>
        <p:spPr>
          <a:xfrm>
            <a:off x="861480" y="3287880"/>
            <a:ext cx="8325000" cy="1965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D807E69-C985-4C0D-A25D-0533093BCE9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42" name="PlaceHolder 1"/>
          <p:cNvSpPr>
            <a:spLocks noGrp="1"/>
          </p:cNvSpPr>
          <p:nvPr>
            <p:ph type="sldImg"/>
          </p:nvPr>
        </p:nvSpPr>
        <p:spPr>
          <a:xfrm>
            <a:off x="3297240" y="520560"/>
            <a:ext cx="3456000" cy="2592360"/>
          </a:xfrm>
          <a:prstGeom prst="rect">
            <a:avLst/>
          </a:prstGeom>
          <a:ln w="0">
            <a:noFill/>
          </a:ln>
        </p:spPr>
      </p:sp>
      <p:sp>
        <p:nvSpPr>
          <p:cNvPr id="1034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1AEEDCD-25B0-4DA1-A7FB-8D81C821F7A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45" name="PlaceHolder 1"/>
          <p:cNvSpPr>
            <a:spLocks noGrp="1"/>
          </p:cNvSpPr>
          <p:nvPr>
            <p:ph type="sldImg"/>
          </p:nvPr>
        </p:nvSpPr>
        <p:spPr>
          <a:xfrm>
            <a:off x="3297240" y="520560"/>
            <a:ext cx="3456000" cy="2592360"/>
          </a:xfrm>
          <a:prstGeom prst="rect">
            <a:avLst/>
          </a:prstGeom>
          <a:ln w="0">
            <a:noFill/>
          </a:ln>
        </p:spPr>
      </p:sp>
      <p:sp>
        <p:nvSpPr>
          <p:cNvPr id="1034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5D72DF7-BEE5-47BA-ADE2-6BF8B83F393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48" name="PlaceHolder 1"/>
          <p:cNvSpPr>
            <a:spLocks noGrp="1"/>
          </p:cNvSpPr>
          <p:nvPr>
            <p:ph type="sldImg"/>
          </p:nvPr>
        </p:nvSpPr>
        <p:spPr>
          <a:xfrm>
            <a:off x="3297240" y="520560"/>
            <a:ext cx="3456000" cy="2592360"/>
          </a:xfrm>
          <a:prstGeom prst="rect">
            <a:avLst/>
          </a:prstGeom>
          <a:ln w="0">
            <a:noFill/>
          </a:ln>
        </p:spPr>
      </p:sp>
      <p:sp>
        <p:nvSpPr>
          <p:cNvPr id="1034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50BCEFA-3F65-429A-9D5E-28E216E7BA6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51" name="PlaceHolder 1"/>
          <p:cNvSpPr>
            <a:spLocks noGrp="1"/>
          </p:cNvSpPr>
          <p:nvPr>
            <p:ph type="sldImg"/>
          </p:nvPr>
        </p:nvSpPr>
        <p:spPr>
          <a:xfrm>
            <a:off x="3297240" y="520560"/>
            <a:ext cx="3456000" cy="2592360"/>
          </a:xfrm>
          <a:prstGeom prst="rect">
            <a:avLst/>
          </a:prstGeom>
          <a:ln w="0">
            <a:noFill/>
          </a:ln>
        </p:spPr>
      </p:sp>
      <p:sp>
        <p:nvSpPr>
          <p:cNvPr id="1035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7633CDD-DF8C-48EC-AE37-E9F58EAFA9B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54" name="PlaceHolder 1"/>
          <p:cNvSpPr>
            <a:spLocks noGrp="1"/>
          </p:cNvSpPr>
          <p:nvPr>
            <p:ph type="sldImg"/>
          </p:nvPr>
        </p:nvSpPr>
        <p:spPr>
          <a:xfrm>
            <a:off x="3297240" y="520560"/>
            <a:ext cx="3456000" cy="2592360"/>
          </a:xfrm>
          <a:prstGeom prst="rect">
            <a:avLst/>
          </a:prstGeom>
          <a:ln w="0">
            <a:noFill/>
          </a:ln>
        </p:spPr>
      </p:sp>
      <p:sp>
        <p:nvSpPr>
          <p:cNvPr id="1035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1C28500-BB04-4AD8-99EB-73B45C505BE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57" name="PlaceHolder 1"/>
          <p:cNvSpPr>
            <a:spLocks noGrp="1"/>
          </p:cNvSpPr>
          <p:nvPr>
            <p:ph type="sldImg"/>
          </p:nvPr>
        </p:nvSpPr>
        <p:spPr>
          <a:xfrm>
            <a:off x="3297240" y="520560"/>
            <a:ext cx="3456000" cy="2592360"/>
          </a:xfrm>
          <a:prstGeom prst="rect">
            <a:avLst/>
          </a:prstGeom>
          <a:ln w="0">
            <a:noFill/>
          </a:ln>
        </p:spPr>
      </p:sp>
      <p:sp>
        <p:nvSpPr>
          <p:cNvPr id="1035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A4B52E7-B732-47B6-BB90-A78001A6F1F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60" name="PlaceHolder 1"/>
          <p:cNvSpPr>
            <a:spLocks noGrp="1"/>
          </p:cNvSpPr>
          <p:nvPr>
            <p:ph type="sldImg"/>
          </p:nvPr>
        </p:nvSpPr>
        <p:spPr>
          <a:xfrm>
            <a:off x="3301920" y="517680"/>
            <a:ext cx="3460680" cy="2595240"/>
          </a:xfrm>
          <a:prstGeom prst="rect">
            <a:avLst/>
          </a:prstGeom>
          <a:ln w="0">
            <a:noFill/>
          </a:ln>
        </p:spPr>
      </p:sp>
      <p:sp>
        <p:nvSpPr>
          <p:cNvPr id="10361" name="PlaceHolder 2"/>
          <p:cNvSpPr>
            <a:spLocks noGrp="1"/>
          </p:cNvSpPr>
          <p:nvPr>
            <p:ph type="body"/>
          </p:nvPr>
        </p:nvSpPr>
        <p:spPr>
          <a:xfrm>
            <a:off x="1343160" y="3284640"/>
            <a:ext cx="7362720" cy="31161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8126E92-9DF8-427E-9207-5294892BC2C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63" name="PlaceHolder 1"/>
          <p:cNvSpPr>
            <a:spLocks noGrp="1"/>
          </p:cNvSpPr>
          <p:nvPr>
            <p:ph type="sldImg"/>
          </p:nvPr>
        </p:nvSpPr>
        <p:spPr>
          <a:xfrm>
            <a:off x="3301920" y="517680"/>
            <a:ext cx="3460680" cy="2595240"/>
          </a:xfrm>
          <a:prstGeom prst="rect">
            <a:avLst/>
          </a:prstGeom>
          <a:ln w="0">
            <a:noFill/>
          </a:ln>
        </p:spPr>
      </p:sp>
      <p:sp>
        <p:nvSpPr>
          <p:cNvPr id="10364" name="PlaceHolder 2"/>
          <p:cNvSpPr>
            <a:spLocks noGrp="1"/>
          </p:cNvSpPr>
          <p:nvPr>
            <p:ph type="body"/>
          </p:nvPr>
        </p:nvSpPr>
        <p:spPr>
          <a:xfrm>
            <a:off x="1343160" y="3284640"/>
            <a:ext cx="7362720" cy="31161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3B8DF2E-5879-4B87-8A37-D64E9B1A210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66" name="PlaceHolder 1"/>
          <p:cNvSpPr>
            <a:spLocks noGrp="1"/>
          </p:cNvSpPr>
          <p:nvPr>
            <p:ph type="sldImg"/>
          </p:nvPr>
        </p:nvSpPr>
        <p:spPr>
          <a:xfrm>
            <a:off x="3301920" y="517680"/>
            <a:ext cx="3460680" cy="2595240"/>
          </a:xfrm>
          <a:prstGeom prst="rect">
            <a:avLst/>
          </a:prstGeom>
          <a:ln w="0">
            <a:noFill/>
          </a:ln>
        </p:spPr>
      </p:sp>
      <p:sp>
        <p:nvSpPr>
          <p:cNvPr id="10367" name="PlaceHolder 2"/>
          <p:cNvSpPr>
            <a:spLocks noGrp="1"/>
          </p:cNvSpPr>
          <p:nvPr>
            <p:ph type="body"/>
          </p:nvPr>
        </p:nvSpPr>
        <p:spPr>
          <a:xfrm>
            <a:off x="1343160" y="3284640"/>
            <a:ext cx="7362720" cy="31161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B11FD97-AD32-453F-B0A1-64355B2EC2B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69" name="PlaceHolder 1"/>
          <p:cNvSpPr>
            <a:spLocks noGrp="1"/>
          </p:cNvSpPr>
          <p:nvPr>
            <p:ph type="sldImg"/>
          </p:nvPr>
        </p:nvSpPr>
        <p:spPr>
          <a:xfrm>
            <a:off x="3301920" y="517680"/>
            <a:ext cx="3460680" cy="2595240"/>
          </a:xfrm>
          <a:prstGeom prst="rect">
            <a:avLst/>
          </a:prstGeom>
          <a:ln w="0">
            <a:noFill/>
          </a:ln>
        </p:spPr>
      </p:sp>
      <p:sp>
        <p:nvSpPr>
          <p:cNvPr id="10370" name="PlaceHolder 2"/>
          <p:cNvSpPr>
            <a:spLocks noGrp="1"/>
          </p:cNvSpPr>
          <p:nvPr>
            <p:ph type="body"/>
          </p:nvPr>
        </p:nvSpPr>
        <p:spPr>
          <a:xfrm>
            <a:off x="1343160" y="3284640"/>
            <a:ext cx="7362720" cy="31161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7691F04-1FBC-4CFB-81B4-DA640A09AB7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72" name="PlaceHolder 1"/>
          <p:cNvSpPr>
            <a:spLocks noGrp="1"/>
          </p:cNvSpPr>
          <p:nvPr>
            <p:ph type="sldImg"/>
          </p:nvPr>
        </p:nvSpPr>
        <p:spPr>
          <a:xfrm>
            <a:off x="3301920" y="517680"/>
            <a:ext cx="3460680" cy="2595240"/>
          </a:xfrm>
          <a:prstGeom prst="rect">
            <a:avLst/>
          </a:prstGeom>
          <a:ln w="0">
            <a:noFill/>
          </a:ln>
        </p:spPr>
      </p:sp>
      <p:sp>
        <p:nvSpPr>
          <p:cNvPr id="10373" name="PlaceHolder 2"/>
          <p:cNvSpPr>
            <a:spLocks noGrp="1"/>
          </p:cNvSpPr>
          <p:nvPr>
            <p:ph type="body"/>
          </p:nvPr>
        </p:nvSpPr>
        <p:spPr>
          <a:xfrm>
            <a:off x="1343160" y="3284640"/>
            <a:ext cx="7362720" cy="31161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326B64-DD59-427B-9E43-7B8CD4C4B63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75" name="PlaceHolder 1"/>
          <p:cNvSpPr>
            <a:spLocks noGrp="1"/>
          </p:cNvSpPr>
          <p:nvPr>
            <p:ph type="sldImg"/>
          </p:nvPr>
        </p:nvSpPr>
        <p:spPr>
          <a:xfrm>
            <a:off x="3297240" y="520560"/>
            <a:ext cx="3456000" cy="2592360"/>
          </a:xfrm>
          <a:prstGeom prst="rect">
            <a:avLst/>
          </a:prstGeom>
          <a:ln w="0">
            <a:noFill/>
          </a:ln>
        </p:spPr>
      </p:sp>
      <p:sp>
        <p:nvSpPr>
          <p:cNvPr id="1037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34D44CA-C724-42DA-B048-0540B3EDCD6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78" name="PlaceHolder 1"/>
          <p:cNvSpPr>
            <a:spLocks noGrp="1"/>
          </p:cNvSpPr>
          <p:nvPr>
            <p:ph type="sldImg"/>
          </p:nvPr>
        </p:nvSpPr>
        <p:spPr>
          <a:xfrm>
            <a:off x="3295800" y="519120"/>
            <a:ext cx="3458880" cy="2593800"/>
          </a:xfrm>
          <a:prstGeom prst="rect">
            <a:avLst/>
          </a:prstGeom>
          <a:ln w="0">
            <a:noFill/>
          </a:ln>
        </p:spPr>
      </p:sp>
      <p:sp>
        <p:nvSpPr>
          <p:cNvPr id="10379"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BF1621E-F87F-491D-8071-E60B0AF4CC1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81" name="PlaceHolder 1"/>
          <p:cNvSpPr>
            <a:spLocks noGrp="1"/>
          </p:cNvSpPr>
          <p:nvPr>
            <p:ph type="sldImg"/>
          </p:nvPr>
        </p:nvSpPr>
        <p:spPr>
          <a:xfrm>
            <a:off x="3295800" y="519120"/>
            <a:ext cx="3458880" cy="2593800"/>
          </a:xfrm>
          <a:prstGeom prst="rect">
            <a:avLst/>
          </a:prstGeom>
          <a:ln w="0">
            <a:noFill/>
          </a:ln>
        </p:spPr>
      </p:sp>
      <p:sp>
        <p:nvSpPr>
          <p:cNvPr id="10382"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FA0D27E-AFFF-4BCD-ACB1-56D55563171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84" name="PlaceHolder 1"/>
          <p:cNvSpPr>
            <a:spLocks noGrp="1"/>
          </p:cNvSpPr>
          <p:nvPr>
            <p:ph type="sldImg"/>
          </p:nvPr>
        </p:nvSpPr>
        <p:spPr>
          <a:xfrm>
            <a:off x="3297240" y="520560"/>
            <a:ext cx="3456000" cy="2592360"/>
          </a:xfrm>
          <a:prstGeom prst="rect">
            <a:avLst/>
          </a:prstGeom>
          <a:ln w="0">
            <a:noFill/>
          </a:ln>
        </p:spPr>
      </p:sp>
      <p:sp>
        <p:nvSpPr>
          <p:cNvPr id="1038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6CB6937-953F-4E17-B050-9D6B134937C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87" name="PlaceHolder 1"/>
          <p:cNvSpPr>
            <a:spLocks noGrp="1"/>
          </p:cNvSpPr>
          <p:nvPr>
            <p:ph type="sldImg"/>
          </p:nvPr>
        </p:nvSpPr>
        <p:spPr>
          <a:xfrm>
            <a:off x="3295800" y="519120"/>
            <a:ext cx="3458880" cy="2593800"/>
          </a:xfrm>
          <a:prstGeom prst="rect">
            <a:avLst/>
          </a:prstGeom>
          <a:ln w="0">
            <a:noFill/>
          </a:ln>
        </p:spPr>
      </p:sp>
      <p:sp>
        <p:nvSpPr>
          <p:cNvPr id="10388"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27BA29D-878C-4AB3-8C9F-5664E23D3E3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90" name="PlaceHolder 1"/>
          <p:cNvSpPr>
            <a:spLocks noGrp="1"/>
          </p:cNvSpPr>
          <p:nvPr>
            <p:ph type="sldImg"/>
          </p:nvPr>
        </p:nvSpPr>
        <p:spPr>
          <a:xfrm>
            <a:off x="3295800" y="519120"/>
            <a:ext cx="3458880" cy="2593800"/>
          </a:xfrm>
          <a:prstGeom prst="rect">
            <a:avLst/>
          </a:prstGeom>
          <a:ln w="0">
            <a:noFill/>
          </a:ln>
        </p:spPr>
      </p:sp>
      <p:sp>
        <p:nvSpPr>
          <p:cNvPr id="10391"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D196DB4-E9D4-44DC-985A-1B75939E9F0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93" name="PlaceHolder 1"/>
          <p:cNvSpPr>
            <a:spLocks noGrp="1"/>
          </p:cNvSpPr>
          <p:nvPr>
            <p:ph type="sldImg"/>
          </p:nvPr>
        </p:nvSpPr>
        <p:spPr>
          <a:xfrm>
            <a:off x="3297240" y="520560"/>
            <a:ext cx="3456000" cy="2592360"/>
          </a:xfrm>
          <a:prstGeom prst="rect">
            <a:avLst/>
          </a:prstGeom>
          <a:ln w="0">
            <a:noFill/>
          </a:ln>
        </p:spPr>
      </p:sp>
      <p:sp>
        <p:nvSpPr>
          <p:cNvPr id="1039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BB125C8-7348-4A0F-9CD7-C1217841B85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96" name="PlaceHolder 1"/>
          <p:cNvSpPr>
            <a:spLocks noGrp="1"/>
          </p:cNvSpPr>
          <p:nvPr>
            <p:ph type="sldImg"/>
          </p:nvPr>
        </p:nvSpPr>
        <p:spPr>
          <a:xfrm>
            <a:off x="3297240" y="520560"/>
            <a:ext cx="3456000" cy="2592360"/>
          </a:xfrm>
          <a:prstGeom prst="rect">
            <a:avLst/>
          </a:prstGeom>
          <a:ln w="0">
            <a:noFill/>
          </a:ln>
        </p:spPr>
      </p:sp>
      <p:sp>
        <p:nvSpPr>
          <p:cNvPr id="1039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A20510E-82DD-4E19-8949-7899EE32B1A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399" name="PlaceHolder 1"/>
          <p:cNvSpPr>
            <a:spLocks noGrp="1"/>
          </p:cNvSpPr>
          <p:nvPr>
            <p:ph type="sldImg"/>
          </p:nvPr>
        </p:nvSpPr>
        <p:spPr>
          <a:xfrm>
            <a:off x="3297240" y="520560"/>
            <a:ext cx="3456000" cy="2592360"/>
          </a:xfrm>
          <a:prstGeom prst="rect">
            <a:avLst/>
          </a:prstGeom>
          <a:ln w="0">
            <a:noFill/>
          </a:ln>
        </p:spPr>
      </p:sp>
      <p:sp>
        <p:nvSpPr>
          <p:cNvPr id="1040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05344D5-0D02-46C4-ACE8-5C42A5ED94E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02" name="PlaceHolder 1"/>
          <p:cNvSpPr>
            <a:spLocks noGrp="1"/>
          </p:cNvSpPr>
          <p:nvPr>
            <p:ph type="sldImg"/>
          </p:nvPr>
        </p:nvSpPr>
        <p:spPr>
          <a:xfrm>
            <a:off x="3297240" y="520560"/>
            <a:ext cx="3456000" cy="2592360"/>
          </a:xfrm>
          <a:prstGeom prst="rect">
            <a:avLst/>
          </a:prstGeom>
          <a:ln w="0">
            <a:noFill/>
          </a:ln>
        </p:spPr>
      </p:sp>
      <p:sp>
        <p:nvSpPr>
          <p:cNvPr id="1040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048836C-7B93-4599-9491-9DE9BC0B56B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05" name="PlaceHolder 1"/>
          <p:cNvSpPr>
            <a:spLocks noGrp="1"/>
          </p:cNvSpPr>
          <p:nvPr>
            <p:ph type="sldImg"/>
          </p:nvPr>
        </p:nvSpPr>
        <p:spPr>
          <a:xfrm>
            <a:off x="3297240" y="520560"/>
            <a:ext cx="3456000" cy="2592360"/>
          </a:xfrm>
          <a:prstGeom prst="rect">
            <a:avLst/>
          </a:prstGeom>
          <a:ln w="0">
            <a:noFill/>
          </a:ln>
        </p:spPr>
      </p:sp>
      <p:sp>
        <p:nvSpPr>
          <p:cNvPr id="1040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24B4B08-FD5A-406E-9DF8-4CB5CE035BF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08" name="PlaceHolder 1"/>
          <p:cNvSpPr>
            <a:spLocks noGrp="1"/>
          </p:cNvSpPr>
          <p:nvPr>
            <p:ph type="sldImg"/>
          </p:nvPr>
        </p:nvSpPr>
        <p:spPr>
          <a:xfrm>
            <a:off x="1617840" y="1638360"/>
            <a:ext cx="6796080" cy="5097240"/>
          </a:xfrm>
          <a:prstGeom prst="rect">
            <a:avLst/>
          </a:prstGeom>
          <a:ln w="0">
            <a:noFill/>
          </a:ln>
        </p:spPr>
      </p:sp>
      <p:sp>
        <p:nvSpPr>
          <p:cNvPr id="10409"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5D541B5-4BAB-48C0-A232-340A0E24E9E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11" name="PlaceHolder 1"/>
          <p:cNvSpPr>
            <a:spLocks noGrp="1"/>
          </p:cNvSpPr>
          <p:nvPr>
            <p:ph type="sldImg"/>
          </p:nvPr>
        </p:nvSpPr>
        <p:spPr>
          <a:xfrm>
            <a:off x="1617840" y="1638360"/>
            <a:ext cx="6796080" cy="5097240"/>
          </a:xfrm>
          <a:prstGeom prst="rect">
            <a:avLst/>
          </a:prstGeom>
          <a:ln w="0">
            <a:noFill/>
          </a:ln>
        </p:spPr>
      </p:sp>
      <p:sp>
        <p:nvSpPr>
          <p:cNvPr id="10412"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635C62E-AA58-44C7-891E-6BEC96E265D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14" name="PlaceHolder 1"/>
          <p:cNvSpPr>
            <a:spLocks noGrp="1"/>
          </p:cNvSpPr>
          <p:nvPr>
            <p:ph type="sldImg"/>
          </p:nvPr>
        </p:nvSpPr>
        <p:spPr>
          <a:xfrm>
            <a:off x="1617840" y="1638360"/>
            <a:ext cx="6796080" cy="5097240"/>
          </a:xfrm>
          <a:prstGeom prst="rect">
            <a:avLst/>
          </a:prstGeom>
          <a:ln w="0">
            <a:noFill/>
          </a:ln>
        </p:spPr>
      </p:sp>
      <p:sp>
        <p:nvSpPr>
          <p:cNvPr id="10415"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33D7942-0ECC-4CEA-9101-BFF82CD7CFD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17" name="PlaceHolder 1"/>
          <p:cNvSpPr>
            <a:spLocks noGrp="1"/>
          </p:cNvSpPr>
          <p:nvPr>
            <p:ph type="sldImg"/>
          </p:nvPr>
        </p:nvSpPr>
        <p:spPr>
          <a:xfrm>
            <a:off x="3297240" y="520560"/>
            <a:ext cx="3456000" cy="2592360"/>
          </a:xfrm>
          <a:prstGeom prst="rect">
            <a:avLst/>
          </a:prstGeom>
          <a:ln w="0">
            <a:noFill/>
          </a:ln>
        </p:spPr>
      </p:sp>
      <p:sp>
        <p:nvSpPr>
          <p:cNvPr id="1041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B1E87C1-2FB4-4544-9FA1-9C6CF7B4530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20" name="PlaceHolder 1"/>
          <p:cNvSpPr>
            <a:spLocks noGrp="1"/>
          </p:cNvSpPr>
          <p:nvPr>
            <p:ph type="sldImg"/>
          </p:nvPr>
        </p:nvSpPr>
        <p:spPr>
          <a:xfrm>
            <a:off x="1617840" y="1638360"/>
            <a:ext cx="6796080" cy="5097240"/>
          </a:xfrm>
          <a:prstGeom prst="rect">
            <a:avLst/>
          </a:prstGeom>
          <a:ln w="0">
            <a:noFill/>
          </a:ln>
        </p:spPr>
      </p:sp>
      <p:sp>
        <p:nvSpPr>
          <p:cNvPr id="10421"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ED7D2FA-4B64-4B1D-91AE-9B2B9A15009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23" name="PlaceHolder 1"/>
          <p:cNvSpPr>
            <a:spLocks noGrp="1"/>
          </p:cNvSpPr>
          <p:nvPr>
            <p:ph type="sldImg"/>
          </p:nvPr>
        </p:nvSpPr>
        <p:spPr>
          <a:xfrm>
            <a:off x="3297240" y="520560"/>
            <a:ext cx="3456000" cy="2592360"/>
          </a:xfrm>
          <a:prstGeom prst="rect">
            <a:avLst/>
          </a:prstGeom>
          <a:ln w="0">
            <a:noFill/>
          </a:ln>
        </p:spPr>
      </p:sp>
      <p:sp>
        <p:nvSpPr>
          <p:cNvPr id="1042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BF503CA-6A76-4E31-9644-BA76076A094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26" name="PlaceHolder 1"/>
          <p:cNvSpPr>
            <a:spLocks noGrp="1"/>
          </p:cNvSpPr>
          <p:nvPr>
            <p:ph type="sldImg"/>
          </p:nvPr>
        </p:nvSpPr>
        <p:spPr>
          <a:xfrm>
            <a:off x="3297240" y="520560"/>
            <a:ext cx="3456000" cy="2592360"/>
          </a:xfrm>
          <a:prstGeom prst="rect">
            <a:avLst/>
          </a:prstGeom>
          <a:ln w="0">
            <a:noFill/>
          </a:ln>
        </p:spPr>
      </p:sp>
      <p:sp>
        <p:nvSpPr>
          <p:cNvPr id="1042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7F49A33-1B25-411C-901F-90D863EB952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29" name="PlaceHolder 1"/>
          <p:cNvSpPr>
            <a:spLocks noGrp="1"/>
          </p:cNvSpPr>
          <p:nvPr>
            <p:ph type="sldImg"/>
          </p:nvPr>
        </p:nvSpPr>
        <p:spPr>
          <a:xfrm>
            <a:off x="1617840" y="1638360"/>
            <a:ext cx="6796080" cy="5097240"/>
          </a:xfrm>
          <a:prstGeom prst="rect">
            <a:avLst/>
          </a:prstGeom>
          <a:ln w="0">
            <a:noFill/>
          </a:ln>
        </p:spPr>
      </p:sp>
      <p:sp>
        <p:nvSpPr>
          <p:cNvPr id="10430"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5DFCEAD-C3AD-40F9-B6AF-FCE0FBE8EB8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32" name="PlaceHolder 1"/>
          <p:cNvSpPr>
            <a:spLocks noGrp="1"/>
          </p:cNvSpPr>
          <p:nvPr>
            <p:ph type="sldImg"/>
          </p:nvPr>
        </p:nvSpPr>
        <p:spPr>
          <a:xfrm>
            <a:off x="1617840" y="1638360"/>
            <a:ext cx="6796080" cy="5097240"/>
          </a:xfrm>
          <a:prstGeom prst="rect">
            <a:avLst/>
          </a:prstGeom>
          <a:ln w="0">
            <a:noFill/>
          </a:ln>
        </p:spPr>
      </p:sp>
      <p:sp>
        <p:nvSpPr>
          <p:cNvPr id="10433"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7B1D5CC-8E04-44B4-9C4C-649DA320E5F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35" name="PlaceHolder 1"/>
          <p:cNvSpPr>
            <a:spLocks noGrp="1"/>
          </p:cNvSpPr>
          <p:nvPr>
            <p:ph type="sldImg"/>
          </p:nvPr>
        </p:nvSpPr>
        <p:spPr>
          <a:xfrm>
            <a:off x="1617840" y="1638360"/>
            <a:ext cx="6796080" cy="5097240"/>
          </a:xfrm>
          <a:prstGeom prst="rect">
            <a:avLst/>
          </a:prstGeom>
          <a:ln w="0">
            <a:noFill/>
          </a:ln>
        </p:spPr>
      </p:sp>
      <p:sp>
        <p:nvSpPr>
          <p:cNvPr id="10436"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9029270-1267-4E52-87EE-290CED3466C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38" name="PlaceHolder 1"/>
          <p:cNvSpPr>
            <a:spLocks noGrp="1"/>
          </p:cNvSpPr>
          <p:nvPr>
            <p:ph type="sldImg"/>
          </p:nvPr>
        </p:nvSpPr>
        <p:spPr>
          <a:xfrm>
            <a:off x="3297240" y="520560"/>
            <a:ext cx="3456000" cy="2592360"/>
          </a:xfrm>
          <a:prstGeom prst="rect">
            <a:avLst/>
          </a:prstGeom>
          <a:ln w="0">
            <a:noFill/>
          </a:ln>
        </p:spPr>
      </p:sp>
      <p:sp>
        <p:nvSpPr>
          <p:cNvPr id="1043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E1CFBD7-1375-41D1-AA9B-64764AEFE63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41" name="PlaceHolder 1"/>
          <p:cNvSpPr>
            <a:spLocks noGrp="1"/>
          </p:cNvSpPr>
          <p:nvPr>
            <p:ph type="sldImg"/>
          </p:nvPr>
        </p:nvSpPr>
        <p:spPr>
          <a:xfrm>
            <a:off x="3297240" y="520560"/>
            <a:ext cx="3456000" cy="2592360"/>
          </a:xfrm>
          <a:prstGeom prst="rect">
            <a:avLst/>
          </a:prstGeom>
          <a:ln w="0">
            <a:noFill/>
          </a:ln>
        </p:spPr>
      </p:sp>
      <p:sp>
        <p:nvSpPr>
          <p:cNvPr id="1044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AFCE03-320A-47F6-B472-C9FFAB3D678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44" name="PlaceHolder 1"/>
          <p:cNvSpPr>
            <a:spLocks noGrp="1"/>
          </p:cNvSpPr>
          <p:nvPr>
            <p:ph type="sldImg"/>
          </p:nvPr>
        </p:nvSpPr>
        <p:spPr>
          <a:xfrm>
            <a:off x="3297240" y="520560"/>
            <a:ext cx="3456000" cy="2592360"/>
          </a:xfrm>
          <a:prstGeom prst="rect">
            <a:avLst/>
          </a:prstGeom>
          <a:ln w="0">
            <a:noFill/>
          </a:ln>
        </p:spPr>
      </p:sp>
      <p:sp>
        <p:nvSpPr>
          <p:cNvPr id="1044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537AB84-9B8E-4C12-8DC9-903EDCE3ED4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47" name="PlaceHolder 1"/>
          <p:cNvSpPr>
            <a:spLocks noGrp="1"/>
          </p:cNvSpPr>
          <p:nvPr>
            <p:ph type="sldImg"/>
          </p:nvPr>
        </p:nvSpPr>
        <p:spPr>
          <a:xfrm>
            <a:off x="3295800" y="519120"/>
            <a:ext cx="3458880" cy="2593800"/>
          </a:xfrm>
          <a:prstGeom prst="rect">
            <a:avLst/>
          </a:prstGeom>
          <a:ln w="0">
            <a:noFill/>
          </a:ln>
        </p:spPr>
      </p:sp>
      <p:sp>
        <p:nvSpPr>
          <p:cNvPr id="10448"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B5898E8-9907-42B7-AB97-41A73D93988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50" name="PlaceHolder 1"/>
          <p:cNvSpPr>
            <a:spLocks noGrp="1"/>
          </p:cNvSpPr>
          <p:nvPr>
            <p:ph type="sldImg"/>
          </p:nvPr>
        </p:nvSpPr>
        <p:spPr>
          <a:xfrm>
            <a:off x="3297240" y="520560"/>
            <a:ext cx="3456000" cy="2592360"/>
          </a:xfrm>
          <a:prstGeom prst="rect">
            <a:avLst/>
          </a:prstGeom>
          <a:ln w="0">
            <a:noFill/>
          </a:ln>
        </p:spPr>
      </p:sp>
      <p:sp>
        <p:nvSpPr>
          <p:cNvPr id="1045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A94A8C5-5779-4B17-9162-D4F1B03EF33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53" name="PlaceHolder 1"/>
          <p:cNvSpPr>
            <a:spLocks noGrp="1"/>
          </p:cNvSpPr>
          <p:nvPr>
            <p:ph type="sldImg"/>
          </p:nvPr>
        </p:nvSpPr>
        <p:spPr>
          <a:xfrm>
            <a:off x="3297240" y="520560"/>
            <a:ext cx="3456000" cy="2592360"/>
          </a:xfrm>
          <a:prstGeom prst="rect">
            <a:avLst/>
          </a:prstGeom>
          <a:ln w="0">
            <a:noFill/>
          </a:ln>
        </p:spPr>
      </p:sp>
      <p:sp>
        <p:nvSpPr>
          <p:cNvPr id="1045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10C659E-3939-4465-8141-868B4940EFE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56" name="PlaceHolder 1"/>
          <p:cNvSpPr>
            <a:spLocks noGrp="1"/>
          </p:cNvSpPr>
          <p:nvPr>
            <p:ph type="sldImg"/>
          </p:nvPr>
        </p:nvSpPr>
        <p:spPr>
          <a:xfrm>
            <a:off x="3297240" y="520560"/>
            <a:ext cx="3456000" cy="2592360"/>
          </a:xfrm>
          <a:prstGeom prst="rect">
            <a:avLst/>
          </a:prstGeom>
          <a:ln w="0">
            <a:noFill/>
          </a:ln>
        </p:spPr>
      </p:sp>
      <p:sp>
        <p:nvSpPr>
          <p:cNvPr id="1045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B7CC96C-577E-4076-B28A-86943E7D62F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59" name="PlaceHolder 1"/>
          <p:cNvSpPr>
            <a:spLocks noGrp="1"/>
          </p:cNvSpPr>
          <p:nvPr>
            <p:ph type="sldImg"/>
          </p:nvPr>
        </p:nvSpPr>
        <p:spPr>
          <a:xfrm>
            <a:off x="3297240" y="520560"/>
            <a:ext cx="3456000" cy="2592360"/>
          </a:xfrm>
          <a:prstGeom prst="rect">
            <a:avLst/>
          </a:prstGeom>
          <a:ln w="0">
            <a:noFill/>
          </a:ln>
        </p:spPr>
      </p:sp>
      <p:sp>
        <p:nvSpPr>
          <p:cNvPr id="1046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CEA2998-2524-4E9B-838F-B7C60F961F4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62" name="PlaceHolder 1"/>
          <p:cNvSpPr>
            <a:spLocks noGrp="1"/>
          </p:cNvSpPr>
          <p:nvPr>
            <p:ph type="sldImg"/>
          </p:nvPr>
        </p:nvSpPr>
        <p:spPr>
          <a:xfrm>
            <a:off x="3297240" y="520560"/>
            <a:ext cx="3456000" cy="2592360"/>
          </a:xfrm>
          <a:prstGeom prst="rect">
            <a:avLst/>
          </a:prstGeom>
          <a:ln w="0">
            <a:noFill/>
          </a:ln>
        </p:spPr>
      </p:sp>
      <p:sp>
        <p:nvSpPr>
          <p:cNvPr id="1046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EA3579D-CC16-4C28-A629-00A9889430E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65" name="PlaceHolder 1"/>
          <p:cNvSpPr>
            <a:spLocks noGrp="1"/>
          </p:cNvSpPr>
          <p:nvPr>
            <p:ph type="sldImg"/>
          </p:nvPr>
        </p:nvSpPr>
        <p:spPr>
          <a:xfrm>
            <a:off x="3297240" y="520560"/>
            <a:ext cx="3456000" cy="2592360"/>
          </a:xfrm>
          <a:prstGeom prst="rect">
            <a:avLst/>
          </a:prstGeom>
          <a:ln w="0">
            <a:noFill/>
          </a:ln>
        </p:spPr>
      </p:sp>
      <p:sp>
        <p:nvSpPr>
          <p:cNvPr id="1046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35FF317-847E-41BF-B8E0-804951182DB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68" name="PlaceHolder 1"/>
          <p:cNvSpPr>
            <a:spLocks noGrp="1"/>
          </p:cNvSpPr>
          <p:nvPr>
            <p:ph type="sldImg"/>
          </p:nvPr>
        </p:nvSpPr>
        <p:spPr>
          <a:xfrm>
            <a:off x="3297240" y="520560"/>
            <a:ext cx="3456000" cy="2592360"/>
          </a:xfrm>
          <a:prstGeom prst="rect">
            <a:avLst/>
          </a:prstGeom>
          <a:ln w="0">
            <a:noFill/>
          </a:ln>
        </p:spPr>
      </p:sp>
      <p:sp>
        <p:nvSpPr>
          <p:cNvPr id="1046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8586C56-7CFF-4352-AD1F-B46879AADBC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71" name="PlaceHolder 1"/>
          <p:cNvSpPr>
            <a:spLocks noGrp="1"/>
          </p:cNvSpPr>
          <p:nvPr>
            <p:ph type="sldImg"/>
          </p:nvPr>
        </p:nvSpPr>
        <p:spPr>
          <a:xfrm>
            <a:off x="3297240" y="520560"/>
            <a:ext cx="3456000" cy="2592360"/>
          </a:xfrm>
          <a:prstGeom prst="rect">
            <a:avLst/>
          </a:prstGeom>
          <a:ln w="0">
            <a:noFill/>
          </a:ln>
        </p:spPr>
      </p:sp>
      <p:sp>
        <p:nvSpPr>
          <p:cNvPr id="1047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F44DDDB-418E-41DE-9214-FA5CDF665CB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74" name="PlaceHolder 1"/>
          <p:cNvSpPr>
            <a:spLocks noGrp="1"/>
          </p:cNvSpPr>
          <p:nvPr>
            <p:ph type="sldImg"/>
          </p:nvPr>
        </p:nvSpPr>
        <p:spPr>
          <a:xfrm>
            <a:off x="3297240" y="520560"/>
            <a:ext cx="3456000" cy="2592360"/>
          </a:xfrm>
          <a:prstGeom prst="rect">
            <a:avLst/>
          </a:prstGeom>
          <a:ln w="0">
            <a:noFill/>
          </a:ln>
        </p:spPr>
      </p:sp>
      <p:sp>
        <p:nvSpPr>
          <p:cNvPr id="1047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0507D8F-E087-4302-AA04-23113B267C5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77" name="PlaceHolder 1"/>
          <p:cNvSpPr>
            <a:spLocks noGrp="1"/>
          </p:cNvSpPr>
          <p:nvPr>
            <p:ph type="sldImg"/>
          </p:nvPr>
        </p:nvSpPr>
        <p:spPr>
          <a:xfrm>
            <a:off x="3297240" y="520560"/>
            <a:ext cx="3456000" cy="2592360"/>
          </a:xfrm>
          <a:prstGeom prst="rect">
            <a:avLst/>
          </a:prstGeom>
          <a:ln w="0">
            <a:noFill/>
          </a:ln>
        </p:spPr>
      </p:sp>
      <p:sp>
        <p:nvSpPr>
          <p:cNvPr id="1047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5E7EA5E-21EC-43BB-A370-483D975C6AE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80" name="PlaceHolder 1"/>
          <p:cNvSpPr>
            <a:spLocks noGrp="1"/>
          </p:cNvSpPr>
          <p:nvPr>
            <p:ph type="sldImg"/>
          </p:nvPr>
        </p:nvSpPr>
        <p:spPr>
          <a:xfrm>
            <a:off x="3297240" y="520560"/>
            <a:ext cx="3456000" cy="2592360"/>
          </a:xfrm>
          <a:prstGeom prst="rect">
            <a:avLst/>
          </a:prstGeom>
          <a:ln w="0">
            <a:noFill/>
          </a:ln>
        </p:spPr>
      </p:sp>
      <p:sp>
        <p:nvSpPr>
          <p:cNvPr id="1048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0113CB1-86C9-42E4-B387-F2DD6D50C10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83" name="PlaceHolder 1"/>
          <p:cNvSpPr>
            <a:spLocks noGrp="1"/>
          </p:cNvSpPr>
          <p:nvPr>
            <p:ph type="sldImg"/>
          </p:nvPr>
        </p:nvSpPr>
        <p:spPr>
          <a:xfrm>
            <a:off x="3297240" y="520560"/>
            <a:ext cx="3456000" cy="2592360"/>
          </a:xfrm>
          <a:prstGeom prst="rect">
            <a:avLst/>
          </a:prstGeom>
          <a:ln w="0">
            <a:noFill/>
          </a:ln>
        </p:spPr>
      </p:sp>
      <p:sp>
        <p:nvSpPr>
          <p:cNvPr id="1048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7125FF5-971C-465F-B2DB-53C4490F269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86" name="PlaceHolder 1"/>
          <p:cNvSpPr>
            <a:spLocks noGrp="1"/>
          </p:cNvSpPr>
          <p:nvPr>
            <p:ph type="sldImg"/>
          </p:nvPr>
        </p:nvSpPr>
        <p:spPr>
          <a:xfrm>
            <a:off x="3297240" y="520560"/>
            <a:ext cx="3456000" cy="2592360"/>
          </a:xfrm>
          <a:prstGeom prst="rect">
            <a:avLst/>
          </a:prstGeom>
          <a:ln w="0">
            <a:noFill/>
          </a:ln>
        </p:spPr>
      </p:sp>
      <p:sp>
        <p:nvSpPr>
          <p:cNvPr id="1048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96C69BF-668F-4579-B076-05C74F1AEB6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89" name="PlaceHolder 1"/>
          <p:cNvSpPr>
            <a:spLocks noGrp="1"/>
          </p:cNvSpPr>
          <p:nvPr>
            <p:ph type="sldImg"/>
          </p:nvPr>
        </p:nvSpPr>
        <p:spPr>
          <a:xfrm>
            <a:off x="3297240" y="520560"/>
            <a:ext cx="3456000" cy="2592360"/>
          </a:xfrm>
          <a:prstGeom prst="rect">
            <a:avLst/>
          </a:prstGeom>
          <a:ln w="0">
            <a:noFill/>
          </a:ln>
        </p:spPr>
      </p:sp>
      <p:sp>
        <p:nvSpPr>
          <p:cNvPr id="1049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32168F8-DEEB-48C5-BEC9-DC82A3CBE88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92" name="PlaceHolder 1"/>
          <p:cNvSpPr>
            <a:spLocks noGrp="1"/>
          </p:cNvSpPr>
          <p:nvPr>
            <p:ph type="sldImg"/>
          </p:nvPr>
        </p:nvSpPr>
        <p:spPr>
          <a:xfrm>
            <a:off x="3297240" y="520560"/>
            <a:ext cx="3456000" cy="2592360"/>
          </a:xfrm>
          <a:prstGeom prst="rect">
            <a:avLst/>
          </a:prstGeom>
          <a:ln w="0">
            <a:noFill/>
          </a:ln>
        </p:spPr>
      </p:sp>
      <p:sp>
        <p:nvSpPr>
          <p:cNvPr id="1049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C5CDF47-4DA0-40F4-9628-49DB761196C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95" name="PlaceHolder 1"/>
          <p:cNvSpPr>
            <a:spLocks noGrp="1"/>
          </p:cNvSpPr>
          <p:nvPr>
            <p:ph type="sldImg"/>
          </p:nvPr>
        </p:nvSpPr>
        <p:spPr>
          <a:xfrm>
            <a:off x="3297240" y="520560"/>
            <a:ext cx="3456000" cy="2592360"/>
          </a:xfrm>
          <a:prstGeom prst="rect">
            <a:avLst/>
          </a:prstGeom>
          <a:ln w="0">
            <a:noFill/>
          </a:ln>
        </p:spPr>
      </p:sp>
      <p:sp>
        <p:nvSpPr>
          <p:cNvPr id="1049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1F7879A-F06B-415D-AB40-0AEF7593E48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498" name="PlaceHolder 1"/>
          <p:cNvSpPr>
            <a:spLocks noGrp="1"/>
          </p:cNvSpPr>
          <p:nvPr>
            <p:ph type="sldImg"/>
          </p:nvPr>
        </p:nvSpPr>
        <p:spPr>
          <a:xfrm>
            <a:off x="3297240" y="520560"/>
            <a:ext cx="3456000" cy="2592360"/>
          </a:xfrm>
          <a:prstGeom prst="rect">
            <a:avLst/>
          </a:prstGeom>
          <a:ln w="0">
            <a:noFill/>
          </a:ln>
        </p:spPr>
      </p:sp>
      <p:sp>
        <p:nvSpPr>
          <p:cNvPr id="1049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8A6E6B3-2998-482B-BC5D-C62E2769F6A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01" name="PlaceHolder 1"/>
          <p:cNvSpPr>
            <a:spLocks noGrp="1"/>
          </p:cNvSpPr>
          <p:nvPr>
            <p:ph type="sldImg"/>
          </p:nvPr>
        </p:nvSpPr>
        <p:spPr>
          <a:xfrm>
            <a:off x="3297240" y="520560"/>
            <a:ext cx="3456000" cy="2592360"/>
          </a:xfrm>
          <a:prstGeom prst="rect">
            <a:avLst/>
          </a:prstGeom>
          <a:ln w="0">
            <a:noFill/>
          </a:ln>
        </p:spPr>
      </p:sp>
      <p:sp>
        <p:nvSpPr>
          <p:cNvPr id="1050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B4F7078-BA48-4F0B-95D7-01437CE93F2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04" name="PlaceHolder 1"/>
          <p:cNvSpPr>
            <a:spLocks noGrp="1"/>
          </p:cNvSpPr>
          <p:nvPr>
            <p:ph type="sldImg"/>
          </p:nvPr>
        </p:nvSpPr>
        <p:spPr>
          <a:xfrm>
            <a:off x="3297240" y="520560"/>
            <a:ext cx="3456000" cy="2592360"/>
          </a:xfrm>
          <a:prstGeom prst="rect">
            <a:avLst/>
          </a:prstGeom>
          <a:ln w="0">
            <a:noFill/>
          </a:ln>
        </p:spPr>
      </p:sp>
      <p:sp>
        <p:nvSpPr>
          <p:cNvPr id="1050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A3DB9ED-60C4-4BFA-9E09-C395D0CE1D0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07" name="PlaceHolder 1"/>
          <p:cNvSpPr>
            <a:spLocks noGrp="1"/>
          </p:cNvSpPr>
          <p:nvPr>
            <p:ph type="sldImg"/>
          </p:nvPr>
        </p:nvSpPr>
        <p:spPr>
          <a:xfrm>
            <a:off x="3297240" y="520560"/>
            <a:ext cx="3456000" cy="2592360"/>
          </a:xfrm>
          <a:prstGeom prst="rect">
            <a:avLst/>
          </a:prstGeom>
          <a:ln w="0">
            <a:noFill/>
          </a:ln>
        </p:spPr>
      </p:sp>
      <p:sp>
        <p:nvSpPr>
          <p:cNvPr id="1050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95B8E54-C28C-4D28-A452-290CAFC33D1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10" name="PlaceHolder 1"/>
          <p:cNvSpPr>
            <a:spLocks noGrp="1"/>
          </p:cNvSpPr>
          <p:nvPr>
            <p:ph type="sldImg"/>
          </p:nvPr>
        </p:nvSpPr>
        <p:spPr>
          <a:xfrm>
            <a:off x="3297240" y="520560"/>
            <a:ext cx="3456000" cy="2592360"/>
          </a:xfrm>
          <a:prstGeom prst="rect">
            <a:avLst/>
          </a:prstGeom>
          <a:ln w="0">
            <a:noFill/>
          </a:ln>
        </p:spPr>
      </p:sp>
      <p:sp>
        <p:nvSpPr>
          <p:cNvPr id="1051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CAEA283-C6BE-4375-9F29-B17688ED790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13" name="PlaceHolder 1"/>
          <p:cNvSpPr>
            <a:spLocks noGrp="1"/>
          </p:cNvSpPr>
          <p:nvPr>
            <p:ph type="sldImg"/>
          </p:nvPr>
        </p:nvSpPr>
        <p:spPr>
          <a:xfrm>
            <a:off x="3297240" y="520560"/>
            <a:ext cx="3456000" cy="2592360"/>
          </a:xfrm>
          <a:prstGeom prst="rect">
            <a:avLst/>
          </a:prstGeom>
          <a:ln w="0">
            <a:noFill/>
          </a:ln>
        </p:spPr>
      </p:sp>
      <p:sp>
        <p:nvSpPr>
          <p:cNvPr id="1051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24DFA43-5D52-4DCB-9603-71CE1E53A69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16" name="PlaceHolder 1"/>
          <p:cNvSpPr>
            <a:spLocks noGrp="1"/>
          </p:cNvSpPr>
          <p:nvPr>
            <p:ph type="sldImg"/>
          </p:nvPr>
        </p:nvSpPr>
        <p:spPr>
          <a:xfrm>
            <a:off x="3297240" y="520560"/>
            <a:ext cx="3456000" cy="2592360"/>
          </a:xfrm>
          <a:prstGeom prst="rect">
            <a:avLst/>
          </a:prstGeom>
          <a:ln w="0">
            <a:noFill/>
          </a:ln>
        </p:spPr>
      </p:sp>
      <p:sp>
        <p:nvSpPr>
          <p:cNvPr id="1051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57B6F34-FC74-4899-957A-8185D1B4AC5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19" name="PlaceHolder 1"/>
          <p:cNvSpPr>
            <a:spLocks noGrp="1"/>
          </p:cNvSpPr>
          <p:nvPr>
            <p:ph type="sldImg"/>
          </p:nvPr>
        </p:nvSpPr>
        <p:spPr>
          <a:xfrm>
            <a:off x="3297240" y="520560"/>
            <a:ext cx="3456000" cy="2592360"/>
          </a:xfrm>
          <a:prstGeom prst="rect">
            <a:avLst/>
          </a:prstGeom>
          <a:ln w="0">
            <a:noFill/>
          </a:ln>
        </p:spPr>
      </p:sp>
      <p:sp>
        <p:nvSpPr>
          <p:cNvPr id="1052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68CB7AA-B2D0-4D13-BCE2-CAA9C47ACB8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22" name="PlaceHolder 1"/>
          <p:cNvSpPr>
            <a:spLocks noGrp="1"/>
          </p:cNvSpPr>
          <p:nvPr>
            <p:ph type="sldImg"/>
          </p:nvPr>
        </p:nvSpPr>
        <p:spPr>
          <a:xfrm>
            <a:off x="3297240" y="520560"/>
            <a:ext cx="3456000" cy="2592360"/>
          </a:xfrm>
          <a:prstGeom prst="rect">
            <a:avLst/>
          </a:prstGeom>
          <a:ln w="0">
            <a:noFill/>
          </a:ln>
        </p:spPr>
      </p:sp>
      <p:sp>
        <p:nvSpPr>
          <p:cNvPr id="1052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53F6CD9-E02A-40A5-8B12-E6CD33534D8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25" name="PlaceHolder 1"/>
          <p:cNvSpPr>
            <a:spLocks noGrp="1"/>
          </p:cNvSpPr>
          <p:nvPr>
            <p:ph type="sldImg"/>
          </p:nvPr>
        </p:nvSpPr>
        <p:spPr>
          <a:xfrm>
            <a:off x="3297240" y="520560"/>
            <a:ext cx="3456000" cy="2592360"/>
          </a:xfrm>
          <a:prstGeom prst="rect">
            <a:avLst/>
          </a:prstGeom>
          <a:ln w="0">
            <a:noFill/>
          </a:ln>
        </p:spPr>
      </p:sp>
      <p:sp>
        <p:nvSpPr>
          <p:cNvPr id="1052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2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E9377BA-163F-48A2-973D-14A0A19E2AB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28" name="PlaceHolder 1"/>
          <p:cNvSpPr>
            <a:spLocks noGrp="1"/>
          </p:cNvSpPr>
          <p:nvPr>
            <p:ph type="sldImg"/>
          </p:nvPr>
        </p:nvSpPr>
        <p:spPr>
          <a:xfrm>
            <a:off x="3297240" y="520560"/>
            <a:ext cx="3456000" cy="2592360"/>
          </a:xfrm>
          <a:prstGeom prst="rect">
            <a:avLst/>
          </a:prstGeom>
          <a:ln w="0">
            <a:noFill/>
          </a:ln>
        </p:spPr>
      </p:sp>
      <p:sp>
        <p:nvSpPr>
          <p:cNvPr id="1052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AA01B46-744C-4F78-877A-3137FDD3E57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31" name="PlaceHolder 1"/>
          <p:cNvSpPr>
            <a:spLocks noGrp="1"/>
          </p:cNvSpPr>
          <p:nvPr>
            <p:ph type="sldImg"/>
          </p:nvPr>
        </p:nvSpPr>
        <p:spPr>
          <a:xfrm>
            <a:off x="3297240" y="520560"/>
            <a:ext cx="3456000" cy="2592360"/>
          </a:xfrm>
          <a:prstGeom prst="rect">
            <a:avLst/>
          </a:prstGeom>
          <a:ln w="0">
            <a:noFill/>
          </a:ln>
        </p:spPr>
      </p:sp>
      <p:sp>
        <p:nvSpPr>
          <p:cNvPr id="1053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1C2A812-92FD-41CA-AF28-D58A92966F3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34" name="PlaceHolder 1"/>
          <p:cNvSpPr>
            <a:spLocks noGrp="1"/>
          </p:cNvSpPr>
          <p:nvPr>
            <p:ph type="sldImg"/>
          </p:nvPr>
        </p:nvSpPr>
        <p:spPr>
          <a:xfrm>
            <a:off x="3297240" y="520560"/>
            <a:ext cx="3456000" cy="2592360"/>
          </a:xfrm>
          <a:prstGeom prst="rect">
            <a:avLst/>
          </a:prstGeom>
          <a:ln w="0">
            <a:noFill/>
          </a:ln>
        </p:spPr>
      </p:sp>
      <p:sp>
        <p:nvSpPr>
          <p:cNvPr id="1053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5A46654-F044-4859-9193-FAC2A76F17E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37" name="PlaceHolder 1"/>
          <p:cNvSpPr>
            <a:spLocks noGrp="1"/>
          </p:cNvSpPr>
          <p:nvPr>
            <p:ph type="sldImg"/>
          </p:nvPr>
        </p:nvSpPr>
        <p:spPr>
          <a:xfrm>
            <a:off x="3297240" y="520560"/>
            <a:ext cx="3456000" cy="2592360"/>
          </a:xfrm>
          <a:prstGeom prst="rect">
            <a:avLst/>
          </a:prstGeom>
          <a:ln w="0">
            <a:noFill/>
          </a:ln>
        </p:spPr>
      </p:sp>
      <p:sp>
        <p:nvSpPr>
          <p:cNvPr id="1053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341481F-8F3A-43CD-BD03-3A706D0CE77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40" name="PlaceHolder 1"/>
          <p:cNvSpPr>
            <a:spLocks noGrp="1"/>
          </p:cNvSpPr>
          <p:nvPr>
            <p:ph type="sldImg"/>
          </p:nvPr>
        </p:nvSpPr>
        <p:spPr>
          <a:xfrm>
            <a:off x="3297240" y="520560"/>
            <a:ext cx="3456000" cy="2592360"/>
          </a:xfrm>
          <a:prstGeom prst="rect">
            <a:avLst/>
          </a:prstGeom>
          <a:ln w="0">
            <a:noFill/>
          </a:ln>
        </p:spPr>
      </p:sp>
      <p:sp>
        <p:nvSpPr>
          <p:cNvPr id="1054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B1935C5-3CA3-48BD-94E3-9A719EEEAAD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43" name="PlaceHolder 1"/>
          <p:cNvSpPr>
            <a:spLocks noGrp="1"/>
          </p:cNvSpPr>
          <p:nvPr>
            <p:ph type="sldImg"/>
          </p:nvPr>
        </p:nvSpPr>
        <p:spPr>
          <a:xfrm>
            <a:off x="3297240" y="520560"/>
            <a:ext cx="3456000" cy="2592360"/>
          </a:xfrm>
          <a:prstGeom prst="rect">
            <a:avLst/>
          </a:prstGeom>
          <a:ln w="0">
            <a:noFill/>
          </a:ln>
        </p:spPr>
      </p:sp>
      <p:sp>
        <p:nvSpPr>
          <p:cNvPr id="1054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2C2626B-85BD-4966-AF5F-63025513FC2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46" name="PlaceHolder 1"/>
          <p:cNvSpPr>
            <a:spLocks noGrp="1"/>
          </p:cNvSpPr>
          <p:nvPr>
            <p:ph type="sldImg"/>
          </p:nvPr>
        </p:nvSpPr>
        <p:spPr>
          <a:xfrm>
            <a:off x="3297240" y="520560"/>
            <a:ext cx="3456000" cy="2592360"/>
          </a:xfrm>
          <a:prstGeom prst="rect">
            <a:avLst/>
          </a:prstGeom>
          <a:ln w="0">
            <a:noFill/>
          </a:ln>
        </p:spPr>
      </p:sp>
      <p:sp>
        <p:nvSpPr>
          <p:cNvPr id="1054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325CE78-8C52-4C4E-8E24-00FD1116415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49" name="PlaceHolder 1"/>
          <p:cNvSpPr>
            <a:spLocks noGrp="1"/>
          </p:cNvSpPr>
          <p:nvPr>
            <p:ph type="sldImg"/>
          </p:nvPr>
        </p:nvSpPr>
        <p:spPr>
          <a:xfrm>
            <a:off x="3297240" y="520560"/>
            <a:ext cx="3456000" cy="2592360"/>
          </a:xfrm>
          <a:prstGeom prst="rect">
            <a:avLst/>
          </a:prstGeom>
          <a:ln w="0">
            <a:noFill/>
          </a:ln>
        </p:spPr>
      </p:sp>
      <p:sp>
        <p:nvSpPr>
          <p:cNvPr id="1055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33D484-71CB-4835-AD85-6B065DE8613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52" name="PlaceHolder 1"/>
          <p:cNvSpPr>
            <a:spLocks noGrp="1"/>
          </p:cNvSpPr>
          <p:nvPr>
            <p:ph type="sldImg"/>
          </p:nvPr>
        </p:nvSpPr>
        <p:spPr>
          <a:xfrm>
            <a:off x="3297240" y="520560"/>
            <a:ext cx="3456000" cy="2592360"/>
          </a:xfrm>
          <a:prstGeom prst="rect">
            <a:avLst/>
          </a:prstGeom>
          <a:ln w="0">
            <a:noFill/>
          </a:ln>
        </p:spPr>
      </p:sp>
      <p:sp>
        <p:nvSpPr>
          <p:cNvPr id="1055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9ABFA04-7E22-4162-909B-B64FF70D7BB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55" name="PlaceHolder 1"/>
          <p:cNvSpPr>
            <a:spLocks noGrp="1"/>
          </p:cNvSpPr>
          <p:nvPr>
            <p:ph type="sldImg"/>
          </p:nvPr>
        </p:nvSpPr>
        <p:spPr>
          <a:xfrm>
            <a:off x="3297240" y="520560"/>
            <a:ext cx="3456000" cy="2592360"/>
          </a:xfrm>
          <a:prstGeom prst="rect">
            <a:avLst/>
          </a:prstGeom>
          <a:ln w="0">
            <a:noFill/>
          </a:ln>
        </p:spPr>
      </p:sp>
      <p:sp>
        <p:nvSpPr>
          <p:cNvPr id="1055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5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6CFB86E-E178-4B6D-A3AE-2B261223484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58" name="PlaceHolder 1"/>
          <p:cNvSpPr>
            <a:spLocks noGrp="1"/>
          </p:cNvSpPr>
          <p:nvPr>
            <p:ph type="sldImg"/>
          </p:nvPr>
        </p:nvSpPr>
        <p:spPr>
          <a:xfrm>
            <a:off x="3297240" y="520560"/>
            <a:ext cx="3456000" cy="2592360"/>
          </a:xfrm>
          <a:prstGeom prst="rect">
            <a:avLst/>
          </a:prstGeom>
          <a:ln w="0">
            <a:noFill/>
          </a:ln>
        </p:spPr>
      </p:sp>
      <p:sp>
        <p:nvSpPr>
          <p:cNvPr id="1055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1F50274-F4C8-4869-88C2-7F9648BA6BB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61" name="PlaceHolder 1"/>
          <p:cNvSpPr>
            <a:spLocks noGrp="1"/>
          </p:cNvSpPr>
          <p:nvPr>
            <p:ph type="sldImg"/>
          </p:nvPr>
        </p:nvSpPr>
        <p:spPr>
          <a:xfrm>
            <a:off x="3297240" y="520560"/>
            <a:ext cx="3456000" cy="2592360"/>
          </a:xfrm>
          <a:prstGeom prst="rect">
            <a:avLst/>
          </a:prstGeom>
          <a:ln w="0">
            <a:noFill/>
          </a:ln>
        </p:spPr>
      </p:sp>
      <p:sp>
        <p:nvSpPr>
          <p:cNvPr id="1056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26EE45A-8687-4782-B081-0B2A4BDA540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64" name="PlaceHolder 1"/>
          <p:cNvSpPr>
            <a:spLocks noGrp="1"/>
          </p:cNvSpPr>
          <p:nvPr>
            <p:ph type="sldImg"/>
          </p:nvPr>
        </p:nvSpPr>
        <p:spPr>
          <a:xfrm>
            <a:off x="3297240" y="520560"/>
            <a:ext cx="3456000" cy="2592360"/>
          </a:xfrm>
          <a:prstGeom prst="rect">
            <a:avLst/>
          </a:prstGeom>
          <a:ln w="0">
            <a:noFill/>
          </a:ln>
        </p:spPr>
      </p:sp>
      <p:sp>
        <p:nvSpPr>
          <p:cNvPr id="1056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F97323E-A74F-42FC-9EED-FC7857FEEAB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67" name="PlaceHolder 1"/>
          <p:cNvSpPr>
            <a:spLocks noGrp="1"/>
          </p:cNvSpPr>
          <p:nvPr>
            <p:ph type="sldImg"/>
          </p:nvPr>
        </p:nvSpPr>
        <p:spPr>
          <a:xfrm>
            <a:off x="3297240" y="520560"/>
            <a:ext cx="3456000" cy="2592360"/>
          </a:xfrm>
          <a:prstGeom prst="rect">
            <a:avLst/>
          </a:prstGeom>
          <a:ln w="0">
            <a:noFill/>
          </a:ln>
        </p:spPr>
      </p:sp>
      <p:sp>
        <p:nvSpPr>
          <p:cNvPr id="1056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C54C386-109C-4B31-9044-3FB6D9E3BE3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70" name="PlaceHolder 1"/>
          <p:cNvSpPr>
            <a:spLocks noGrp="1"/>
          </p:cNvSpPr>
          <p:nvPr>
            <p:ph type="sldImg"/>
          </p:nvPr>
        </p:nvSpPr>
        <p:spPr>
          <a:xfrm>
            <a:off x="3297240" y="520560"/>
            <a:ext cx="3456000" cy="2592360"/>
          </a:xfrm>
          <a:prstGeom prst="rect">
            <a:avLst/>
          </a:prstGeom>
          <a:ln w="0">
            <a:noFill/>
          </a:ln>
        </p:spPr>
      </p:sp>
      <p:sp>
        <p:nvSpPr>
          <p:cNvPr id="1057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D1A35FB-0A88-409C-A6F3-53C4692F359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73" name="PlaceHolder 1"/>
          <p:cNvSpPr>
            <a:spLocks noGrp="1"/>
          </p:cNvSpPr>
          <p:nvPr>
            <p:ph type="sldImg"/>
          </p:nvPr>
        </p:nvSpPr>
        <p:spPr>
          <a:xfrm>
            <a:off x="3297240" y="520560"/>
            <a:ext cx="3456000" cy="2592360"/>
          </a:xfrm>
          <a:prstGeom prst="rect">
            <a:avLst/>
          </a:prstGeom>
          <a:ln w="0">
            <a:noFill/>
          </a:ln>
        </p:spPr>
      </p:sp>
      <p:sp>
        <p:nvSpPr>
          <p:cNvPr id="1057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B9B7501-8619-4D27-B28F-22A86FEDFA9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76" name="PlaceHolder 1"/>
          <p:cNvSpPr>
            <a:spLocks noGrp="1"/>
          </p:cNvSpPr>
          <p:nvPr>
            <p:ph type="sldImg"/>
          </p:nvPr>
        </p:nvSpPr>
        <p:spPr>
          <a:xfrm>
            <a:off x="3297240" y="520560"/>
            <a:ext cx="3456000" cy="2592360"/>
          </a:xfrm>
          <a:prstGeom prst="rect">
            <a:avLst/>
          </a:prstGeom>
          <a:ln w="0">
            <a:noFill/>
          </a:ln>
        </p:spPr>
      </p:sp>
      <p:sp>
        <p:nvSpPr>
          <p:cNvPr id="1057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AE612DB-F35E-49CB-B504-70619C5F1FE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79" name="PlaceHolder 1"/>
          <p:cNvSpPr>
            <a:spLocks noGrp="1"/>
          </p:cNvSpPr>
          <p:nvPr>
            <p:ph type="sldImg"/>
          </p:nvPr>
        </p:nvSpPr>
        <p:spPr>
          <a:xfrm>
            <a:off x="3297240" y="520560"/>
            <a:ext cx="3456000" cy="2592360"/>
          </a:xfrm>
          <a:prstGeom prst="rect">
            <a:avLst/>
          </a:prstGeom>
          <a:ln w="0">
            <a:noFill/>
          </a:ln>
        </p:spPr>
      </p:sp>
      <p:sp>
        <p:nvSpPr>
          <p:cNvPr id="1058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E8520C3-98A7-4325-AC36-4F5CDF2E34E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82" name="PlaceHolder 1"/>
          <p:cNvSpPr>
            <a:spLocks noGrp="1"/>
          </p:cNvSpPr>
          <p:nvPr>
            <p:ph type="sldImg"/>
          </p:nvPr>
        </p:nvSpPr>
        <p:spPr>
          <a:xfrm>
            <a:off x="3297240" y="520560"/>
            <a:ext cx="3456000" cy="2592360"/>
          </a:xfrm>
          <a:prstGeom prst="rect">
            <a:avLst/>
          </a:prstGeom>
          <a:ln w="0">
            <a:noFill/>
          </a:ln>
        </p:spPr>
      </p:sp>
      <p:sp>
        <p:nvSpPr>
          <p:cNvPr id="1058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3151E0F-649F-44AA-AD52-15ACCEF87D5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85" name="PlaceHolder 1"/>
          <p:cNvSpPr>
            <a:spLocks noGrp="1"/>
          </p:cNvSpPr>
          <p:nvPr>
            <p:ph type="sldImg"/>
          </p:nvPr>
        </p:nvSpPr>
        <p:spPr>
          <a:xfrm>
            <a:off x="3297240" y="520560"/>
            <a:ext cx="3456000" cy="2592360"/>
          </a:xfrm>
          <a:prstGeom prst="rect">
            <a:avLst/>
          </a:prstGeom>
          <a:ln w="0">
            <a:noFill/>
          </a:ln>
        </p:spPr>
      </p:sp>
      <p:sp>
        <p:nvSpPr>
          <p:cNvPr id="1058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8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D4F8AFD-C1EC-40C6-93B0-ED0ADBE5B0F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88" name="PlaceHolder 1"/>
          <p:cNvSpPr>
            <a:spLocks noGrp="1"/>
          </p:cNvSpPr>
          <p:nvPr>
            <p:ph type="sldImg"/>
          </p:nvPr>
        </p:nvSpPr>
        <p:spPr>
          <a:xfrm>
            <a:off x="3297240" y="520560"/>
            <a:ext cx="3456000" cy="2592360"/>
          </a:xfrm>
          <a:prstGeom prst="rect">
            <a:avLst/>
          </a:prstGeom>
          <a:ln w="0">
            <a:noFill/>
          </a:ln>
        </p:spPr>
      </p:sp>
      <p:sp>
        <p:nvSpPr>
          <p:cNvPr id="1058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FE40F16-753D-4AB2-BAD4-05A450AD70F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91" name="PlaceHolder 1"/>
          <p:cNvSpPr>
            <a:spLocks noGrp="1"/>
          </p:cNvSpPr>
          <p:nvPr>
            <p:ph type="sldImg"/>
          </p:nvPr>
        </p:nvSpPr>
        <p:spPr>
          <a:xfrm>
            <a:off x="3297240" y="520560"/>
            <a:ext cx="3456000" cy="2592360"/>
          </a:xfrm>
          <a:prstGeom prst="rect">
            <a:avLst/>
          </a:prstGeom>
          <a:ln w="0">
            <a:noFill/>
          </a:ln>
        </p:spPr>
      </p:sp>
      <p:sp>
        <p:nvSpPr>
          <p:cNvPr id="1059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088776C-FB1F-4CCB-88C7-FB6096676E9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94" name="PlaceHolder 1"/>
          <p:cNvSpPr>
            <a:spLocks noGrp="1"/>
          </p:cNvSpPr>
          <p:nvPr>
            <p:ph type="sldImg"/>
          </p:nvPr>
        </p:nvSpPr>
        <p:spPr>
          <a:xfrm>
            <a:off x="3297240" y="520560"/>
            <a:ext cx="3456000" cy="2592360"/>
          </a:xfrm>
          <a:prstGeom prst="rect">
            <a:avLst/>
          </a:prstGeom>
          <a:ln w="0">
            <a:noFill/>
          </a:ln>
        </p:spPr>
      </p:sp>
      <p:sp>
        <p:nvSpPr>
          <p:cNvPr id="1059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06BF2E6-DB66-41CC-9A9D-863B5910395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597" name="PlaceHolder 1"/>
          <p:cNvSpPr>
            <a:spLocks noGrp="1"/>
          </p:cNvSpPr>
          <p:nvPr>
            <p:ph type="sldImg"/>
          </p:nvPr>
        </p:nvSpPr>
        <p:spPr>
          <a:xfrm>
            <a:off x="3297240" y="520560"/>
            <a:ext cx="3456000" cy="2592360"/>
          </a:xfrm>
          <a:prstGeom prst="rect">
            <a:avLst/>
          </a:prstGeom>
          <a:ln w="0">
            <a:noFill/>
          </a:ln>
        </p:spPr>
      </p:sp>
      <p:sp>
        <p:nvSpPr>
          <p:cNvPr id="1059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61FA9EF-5485-4496-9024-E0406345FEA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00" name="PlaceHolder 1"/>
          <p:cNvSpPr>
            <a:spLocks noGrp="1"/>
          </p:cNvSpPr>
          <p:nvPr>
            <p:ph type="sldImg"/>
          </p:nvPr>
        </p:nvSpPr>
        <p:spPr>
          <a:xfrm>
            <a:off x="3297240" y="520560"/>
            <a:ext cx="3456000" cy="2592360"/>
          </a:xfrm>
          <a:prstGeom prst="rect">
            <a:avLst/>
          </a:prstGeom>
          <a:ln w="0">
            <a:noFill/>
          </a:ln>
        </p:spPr>
      </p:sp>
      <p:sp>
        <p:nvSpPr>
          <p:cNvPr id="1060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7786854-A035-4CAC-83A2-86FBB8D7627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03" name="PlaceHolder 1"/>
          <p:cNvSpPr>
            <a:spLocks noGrp="1"/>
          </p:cNvSpPr>
          <p:nvPr>
            <p:ph type="sldImg"/>
          </p:nvPr>
        </p:nvSpPr>
        <p:spPr>
          <a:xfrm>
            <a:off x="3297240" y="520560"/>
            <a:ext cx="3456000" cy="2592360"/>
          </a:xfrm>
          <a:prstGeom prst="rect">
            <a:avLst/>
          </a:prstGeom>
          <a:ln w="0">
            <a:noFill/>
          </a:ln>
        </p:spPr>
      </p:sp>
      <p:sp>
        <p:nvSpPr>
          <p:cNvPr id="1060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3DECB24-3AD9-4B34-B1C1-6A02C712DDF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06" name="PlaceHolder 1"/>
          <p:cNvSpPr>
            <a:spLocks noGrp="1"/>
          </p:cNvSpPr>
          <p:nvPr>
            <p:ph type="sldImg"/>
          </p:nvPr>
        </p:nvSpPr>
        <p:spPr>
          <a:xfrm>
            <a:off x="3297240" y="520560"/>
            <a:ext cx="3456000" cy="2592360"/>
          </a:xfrm>
          <a:prstGeom prst="rect">
            <a:avLst/>
          </a:prstGeom>
          <a:ln w="0">
            <a:noFill/>
          </a:ln>
        </p:spPr>
      </p:sp>
      <p:sp>
        <p:nvSpPr>
          <p:cNvPr id="1060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C76D661-10DF-4362-89B2-F2E34B826C9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09" name="PlaceHolder 1"/>
          <p:cNvSpPr>
            <a:spLocks noGrp="1"/>
          </p:cNvSpPr>
          <p:nvPr>
            <p:ph type="sldImg"/>
          </p:nvPr>
        </p:nvSpPr>
        <p:spPr>
          <a:xfrm>
            <a:off x="3297240" y="520560"/>
            <a:ext cx="3456000" cy="2592360"/>
          </a:xfrm>
          <a:prstGeom prst="rect">
            <a:avLst/>
          </a:prstGeom>
          <a:ln w="0">
            <a:noFill/>
          </a:ln>
        </p:spPr>
      </p:sp>
      <p:sp>
        <p:nvSpPr>
          <p:cNvPr id="1061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D339600-D1EB-42E3-8CD9-7F371DCD8CD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12" name="PlaceHolder 1"/>
          <p:cNvSpPr>
            <a:spLocks noGrp="1"/>
          </p:cNvSpPr>
          <p:nvPr>
            <p:ph type="sldImg"/>
          </p:nvPr>
        </p:nvSpPr>
        <p:spPr>
          <a:xfrm>
            <a:off x="3297240" y="520560"/>
            <a:ext cx="3456000" cy="2592360"/>
          </a:xfrm>
          <a:prstGeom prst="rect">
            <a:avLst/>
          </a:prstGeom>
          <a:ln w="0">
            <a:noFill/>
          </a:ln>
        </p:spPr>
      </p:sp>
      <p:sp>
        <p:nvSpPr>
          <p:cNvPr id="1061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392207F-D4F7-4AB1-B241-34D86C97799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15" name="PlaceHolder 1"/>
          <p:cNvSpPr>
            <a:spLocks noGrp="1"/>
          </p:cNvSpPr>
          <p:nvPr>
            <p:ph type="sldImg"/>
          </p:nvPr>
        </p:nvSpPr>
        <p:spPr>
          <a:xfrm>
            <a:off x="3297240" y="520560"/>
            <a:ext cx="3456000" cy="2592360"/>
          </a:xfrm>
          <a:prstGeom prst="rect">
            <a:avLst/>
          </a:prstGeom>
          <a:ln w="0">
            <a:noFill/>
          </a:ln>
        </p:spPr>
      </p:sp>
      <p:sp>
        <p:nvSpPr>
          <p:cNvPr id="1061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1BF91CE-F1E9-46E8-9E64-99A7C00202F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18" name="PlaceHolder 1"/>
          <p:cNvSpPr>
            <a:spLocks noGrp="1"/>
          </p:cNvSpPr>
          <p:nvPr>
            <p:ph type="sldImg"/>
          </p:nvPr>
        </p:nvSpPr>
        <p:spPr>
          <a:xfrm>
            <a:off x="3297240" y="520560"/>
            <a:ext cx="3456000" cy="2592360"/>
          </a:xfrm>
          <a:prstGeom prst="rect">
            <a:avLst/>
          </a:prstGeom>
          <a:ln w="0">
            <a:noFill/>
          </a:ln>
        </p:spPr>
      </p:sp>
      <p:sp>
        <p:nvSpPr>
          <p:cNvPr id="1061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38B9220-075E-4E27-B829-B0812767CF8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21" name="PlaceHolder 1"/>
          <p:cNvSpPr>
            <a:spLocks noGrp="1"/>
          </p:cNvSpPr>
          <p:nvPr>
            <p:ph type="sldImg"/>
          </p:nvPr>
        </p:nvSpPr>
        <p:spPr>
          <a:xfrm>
            <a:off x="3297240" y="520560"/>
            <a:ext cx="3456000" cy="2592360"/>
          </a:xfrm>
          <a:prstGeom prst="rect">
            <a:avLst/>
          </a:prstGeom>
          <a:ln w="0">
            <a:noFill/>
          </a:ln>
        </p:spPr>
      </p:sp>
      <p:sp>
        <p:nvSpPr>
          <p:cNvPr id="1062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F9A9AFF-893E-4E5E-BA8B-A20EFB63A9A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24" name="PlaceHolder 1"/>
          <p:cNvSpPr>
            <a:spLocks noGrp="1"/>
          </p:cNvSpPr>
          <p:nvPr>
            <p:ph type="sldImg"/>
          </p:nvPr>
        </p:nvSpPr>
        <p:spPr>
          <a:xfrm>
            <a:off x="3297240" y="520560"/>
            <a:ext cx="3456000" cy="2592360"/>
          </a:xfrm>
          <a:prstGeom prst="rect">
            <a:avLst/>
          </a:prstGeom>
          <a:ln w="0">
            <a:noFill/>
          </a:ln>
        </p:spPr>
      </p:sp>
      <p:sp>
        <p:nvSpPr>
          <p:cNvPr id="1062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0721E85-C0CD-4A20-8BFB-8297C98BE3C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27" name="PlaceHolder 1"/>
          <p:cNvSpPr>
            <a:spLocks noGrp="1"/>
          </p:cNvSpPr>
          <p:nvPr>
            <p:ph type="sldImg"/>
          </p:nvPr>
        </p:nvSpPr>
        <p:spPr>
          <a:xfrm>
            <a:off x="3297240" y="520560"/>
            <a:ext cx="3456000" cy="2592360"/>
          </a:xfrm>
          <a:prstGeom prst="rect">
            <a:avLst/>
          </a:prstGeom>
          <a:ln w="0">
            <a:noFill/>
          </a:ln>
        </p:spPr>
      </p:sp>
      <p:sp>
        <p:nvSpPr>
          <p:cNvPr id="1062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49F5B94-EB8B-4103-843F-BD57A5FDE2B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30" name="PlaceHolder 1"/>
          <p:cNvSpPr>
            <a:spLocks noGrp="1"/>
          </p:cNvSpPr>
          <p:nvPr>
            <p:ph type="sldImg"/>
          </p:nvPr>
        </p:nvSpPr>
        <p:spPr>
          <a:xfrm>
            <a:off x="3297240" y="520560"/>
            <a:ext cx="3456000" cy="2592360"/>
          </a:xfrm>
          <a:prstGeom prst="rect">
            <a:avLst/>
          </a:prstGeom>
          <a:ln w="0">
            <a:noFill/>
          </a:ln>
        </p:spPr>
      </p:sp>
      <p:sp>
        <p:nvSpPr>
          <p:cNvPr id="1063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338C97A-F3DD-42F6-A33B-6FE9549B70B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33" name="PlaceHolder 1"/>
          <p:cNvSpPr>
            <a:spLocks noGrp="1"/>
          </p:cNvSpPr>
          <p:nvPr>
            <p:ph type="sldImg"/>
          </p:nvPr>
        </p:nvSpPr>
        <p:spPr>
          <a:xfrm>
            <a:off x="3297240" y="520560"/>
            <a:ext cx="3456000" cy="2592360"/>
          </a:xfrm>
          <a:prstGeom prst="rect">
            <a:avLst/>
          </a:prstGeom>
          <a:ln w="0">
            <a:noFill/>
          </a:ln>
        </p:spPr>
      </p:sp>
      <p:sp>
        <p:nvSpPr>
          <p:cNvPr id="1063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77D1D01-144D-412E-9D02-944BFD48D87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36" name="PlaceHolder 1"/>
          <p:cNvSpPr>
            <a:spLocks noGrp="1"/>
          </p:cNvSpPr>
          <p:nvPr>
            <p:ph type="sldImg"/>
          </p:nvPr>
        </p:nvSpPr>
        <p:spPr>
          <a:xfrm>
            <a:off x="3297240" y="520560"/>
            <a:ext cx="3456000" cy="2592360"/>
          </a:xfrm>
          <a:prstGeom prst="rect">
            <a:avLst/>
          </a:prstGeom>
          <a:ln w="0">
            <a:noFill/>
          </a:ln>
        </p:spPr>
      </p:sp>
      <p:sp>
        <p:nvSpPr>
          <p:cNvPr id="1063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D44FA78-6506-466D-A4C0-3F61A7F97FD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39" name="PlaceHolder 1"/>
          <p:cNvSpPr>
            <a:spLocks noGrp="1"/>
          </p:cNvSpPr>
          <p:nvPr>
            <p:ph type="sldImg"/>
          </p:nvPr>
        </p:nvSpPr>
        <p:spPr>
          <a:xfrm>
            <a:off x="3297240" y="520560"/>
            <a:ext cx="3456000" cy="2592360"/>
          </a:xfrm>
          <a:prstGeom prst="rect">
            <a:avLst/>
          </a:prstGeom>
          <a:ln w="0">
            <a:noFill/>
          </a:ln>
        </p:spPr>
      </p:sp>
      <p:sp>
        <p:nvSpPr>
          <p:cNvPr id="1064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DB2748D-BE37-40C3-B7BD-CC5FC1E60A4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42" name="PlaceHolder 1"/>
          <p:cNvSpPr>
            <a:spLocks noGrp="1"/>
          </p:cNvSpPr>
          <p:nvPr>
            <p:ph type="sldImg"/>
          </p:nvPr>
        </p:nvSpPr>
        <p:spPr>
          <a:xfrm>
            <a:off x="3297240" y="520560"/>
            <a:ext cx="3456000" cy="2592360"/>
          </a:xfrm>
          <a:prstGeom prst="rect">
            <a:avLst/>
          </a:prstGeom>
          <a:ln w="0">
            <a:noFill/>
          </a:ln>
        </p:spPr>
      </p:sp>
      <p:sp>
        <p:nvSpPr>
          <p:cNvPr id="1064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E145908-DAB3-4115-B5AC-CF2F324F074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45" name="PlaceHolder 1"/>
          <p:cNvSpPr>
            <a:spLocks noGrp="1"/>
          </p:cNvSpPr>
          <p:nvPr>
            <p:ph type="sldImg"/>
          </p:nvPr>
        </p:nvSpPr>
        <p:spPr>
          <a:xfrm>
            <a:off x="3297240" y="520560"/>
            <a:ext cx="3456000" cy="2592360"/>
          </a:xfrm>
          <a:prstGeom prst="rect">
            <a:avLst/>
          </a:prstGeom>
          <a:ln w="0">
            <a:noFill/>
          </a:ln>
        </p:spPr>
      </p:sp>
      <p:sp>
        <p:nvSpPr>
          <p:cNvPr id="1064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4A10A85-1632-4519-8A74-81ECED31C5C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48" name="PlaceHolder 1"/>
          <p:cNvSpPr>
            <a:spLocks noGrp="1"/>
          </p:cNvSpPr>
          <p:nvPr>
            <p:ph type="sldImg"/>
          </p:nvPr>
        </p:nvSpPr>
        <p:spPr>
          <a:xfrm>
            <a:off x="3297240" y="520560"/>
            <a:ext cx="3456000" cy="2592360"/>
          </a:xfrm>
          <a:prstGeom prst="rect">
            <a:avLst/>
          </a:prstGeom>
          <a:ln w="0">
            <a:noFill/>
          </a:ln>
        </p:spPr>
      </p:sp>
      <p:sp>
        <p:nvSpPr>
          <p:cNvPr id="1064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4876727-A90D-433E-9BD8-FC0F60EDE9F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51" name="PlaceHolder 1"/>
          <p:cNvSpPr>
            <a:spLocks noGrp="1"/>
          </p:cNvSpPr>
          <p:nvPr>
            <p:ph type="sldImg"/>
          </p:nvPr>
        </p:nvSpPr>
        <p:spPr>
          <a:xfrm>
            <a:off x="3297240" y="520560"/>
            <a:ext cx="3456000" cy="2592360"/>
          </a:xfrm>
          <a:prstGeom prst="rect">
            <a:avLst/>
          </a:prstGeom>
          <a:ln w="0">
            <a:noFill/>
          </a:ln>
        </p:spPr>
      </p:sp>
      <p:sp>
        <p:nvSpPr>
          <p:cNvPr id="1065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B921252-0699-4A59-AEF9-AA24BA4CB4D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54" name="PlaceHolder 1"/>
          <p:cNvSpPr>
            <a:spLocks noGrp="1"/>
          </p:cNvSpPr>
          <p:nvPr>
            <p:ph type="sldImg"/>
          </p:nvPr>
        </p:nvSpPr>
        <p:spPr>
          <a:xfrm>
            <a:off x="3297240" y="520560"/>
            <a:ext cx="3456000" cy="2592360"/>
          </a:xfrm>
          <a:prstGeom prst="rect">
            <a:avLst/>
          </a:prstGeom>
          <a:ln w="0">
            <a:noFill/>
          </a:ln>
        </p:spPr>
      </p:sp>
      <p:sp>
        <p:nvSpPr>
          <p:cNvPr id="1065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24034DD-051A-4D2D-A448-523718D1D7D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57" name="PlaceHolder 1"/>
          <p:cNvSpPr>
            <a:spLocks noGrp="1"/>
          </p:cNvSpPr>
          <p:nvPr>
            <p:ph type="sldImg"/>
          </p:nvPr>
        </p:nvSpPr>
        <p:spPr>
          <a:xfrm>
            <a:off x="3297240" y="520560"/>
            <a:ext cx="3456000" cy="2592360"/>
          </a:xfrm>
          <a:prstGeom prst="rect">
            <a:avLst/>
          </a:prstGeom>
          <a:ln w="0">
            <a:noFill/>
          </a:ln>
        </p:spPr>
      </p:sp>
      <p:sp>
        <p:nvSpPr>
          <p:cNvPr id="1065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5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56583DC-96E1-4E7E-BB67-028632B6BC5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60" name="PlaceHolder 1"/>
          <p:cNvSpPr>
            <a:spLocks noGrp="1"/>
          </p:cNvSpPr>
          <p:nvPr>
            <p:ph type="sldImg"/>
          </p:nvPr>
        </p:nvSpPr>
        <p:spPr>
          <a:xfrm>
            <a:off x="3297240" y="520560"/>
            <a:ext cx="3456000" cy="2592360"/>
          </a:xfrm>
          <a:prstGeom prst="rect">
            <a:avLst/>
          </a:prstGeom>
          <a:ln w="0">
            <a:noFill/>
          </a:ln>
        </p:spPr>
      </p:sp>
      <p:sp>
        <p:nvSpPr>
          <p:cNvPr id="1066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0D01E12-A0FF-46CB-88BE-FF906E6986D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63" name="PlaceHolder 1"/>
          <p:cNvSpPr>
            <a:spLocks noGrp="1"/>
          </p:cNvSpPr>
          <p:nvPr>
            <p:ph type="sldImg"/>
          </p:nvPr>
        </p:nvSpPr>
        <p:spPr>
          <a:xfrm>
            <a:off x="3297240" y="520560"/>
            <a:ext cx="3456000" cy="2592360"/>
          </a:xfrm>
          <a:prstGeom prst="rect">
            <a:avLst/>
          </a:prstGeom>
          <a:ln w="0">
            <a:noFill/>
          </a:ln>
        </p:spPr>
      </p:sp>
      <p:sp>
        <p:nvSpPr>
          <p:cNvPr id="1066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D800B67-0E88-47D2-92F1-6DEC90A8D68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66" name="PlaceHolder 1"/>
          <p:cNvSpPr>
            <a:spLocks noGrp="1"/>
          </p:cNvSpPr>
          <p:nvPr>
            <p:ph type="sldImg"/>
          </p:nvPr>
        </p:nvSpPr>
        <p:spPr>
          <a:xfrm>
            <a:off x="3297240" y="520560"/>
            <a:ext cx="3456000" cy="2592360"/>
          </a:xfrm>
          <a:prstGeom prst="rect">
            <a:avLst/>
          </a:prstGeom>
          <a:ln w="0">
            <a:noFill/>
          </a:ln>
        </p:spPr>
      </p:sp>
      <p:sp>
        <p:nvSpPr>
          <p:cNvPr id="1066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874EAD4-5ABF-414F-8E22-E9A1AD7AB21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69" name="PlaceHolder 1"/>
          <p:cNvSpPr>
            <a:spLocks noGrp="1"/>
          </p:cNvSpPr>
          <p:nvPr>
            <p:ph type="sldImg"/>
          </p:nvPr>
        </p:nvSpPr>
        <p:spPr>
          <a:xfrm>
            <a:off x="3297240" y="520560"/>
            <a:ext cx="3456000" cy="2592360"/>
          </a:xfrm>
          <a:prstGeom prst="rect">
            <a:avLst/>
          </a:prstGeom>
          <a:ln w="0">
            <a:noFill/>
          </a:ln>
        </p:spPr>
      </p:sp>
      <p:sp>
        <p:nvSpPr>
          <p:cNvPr id="1067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014FE3B-32E1-4000-9AAC-CA5AC66962D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72" name="PlaceHolder 1"/>
          <p:cNvSpPr>
            <a:spLocks noGrp="1"/>
          </p:cNvSpPr>
          <p:nvPr>
            <p:ph type="sldImg"/>
          </p:nvPr>
        </p:nvSpPr>
        <p:spPr>
          <a:xfrm>
            <a:off x="3297240" y="520560"/>
            <a:ext cx="3456000" cy="2592360"/>
          </a:xfrm>
          <a:prstGeom prst="rect">
            <a:avLst/>
          </a:prstGeom>
          <a:ln w="0">
            <a:noFill/>
          </a:ln>
        </p:spPr>
      </p:sp>
      <p:sp>
        <p:nvSpPr>
          <p:cNvPr id="1067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2785456-C1B5-4ECF-8A0B-D92D62D9C85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75" name="PlaceHolder 1"/>
          <p:cNvSpPr>
            <a:spLocks noGrp="1"/>
          </p:cNvSpPr>
          <p:nvPr>
            <p:ph type="sldImg"/>
          </p:nvPr>
        </p:nvSpPr>
        <p:spPr>
          <a:xfrm>
            <a:off x="3297240" y="520560"/>
            <a:ext cx="3456000" cy="2592360"/>
          </a:xfrm>
          <a:prstGeom prst="rect">
            <a:avLst/>
          </a:prstGeom>
          <a:ln w="0">
            <a:noFill/>
          </a:ln>
        </p:spPr>
      </p:sp>
      <p:sp>
        <p:nvSpPr>
          <p:cNvPr id="1067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3968723-8DAA-4DC2-8010-8140B67DA4D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78" name="PlaceHolder 1"/>
          <p:cNvSpPr>
            <a:spLocks noGrp="1"/>
          </p:cNvSpPr>
          <p:nvPr>
            <p:ph type="sldImg"/>
          </p:nvPr>
        </p:nvSpPr>
        <p:spPr>
          <a:xfrm>
            <a:off x="3297240" y="520560"/>
            <a:ext cx="3456000" cy="2592360"/>
          </a:xfrm>
          <a:prstGeom prst="rect">
            <a:avLst/>
          </a:prstGeom>
          <a:ln w="0">
            <a:noFill/>
          </a:ln>
        </p:spPr>
      </p:sp>
      <p:sp>
        <p:nvSpPr>
          <p:cNvPr id="1067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7A2B952-501C-45C0-8E60-F552B1F34F6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81" name="PlaceHolder 1"/>
          <p:cNvSpPr>
            <a:spLocks noGrp="1"/>
          </p:cNvSpPr>
          <p:nvPr>
            <p:ph type="sldImg"/>
          </p:nvPr>
        </p:nvSpPr>
        <p:spPr>
          <a:xfrm>
            <a:off x="3297240" y="520560"/>
            <a:ext cx="3456000" cy="2592360"/>
          </a:xfrm>
          <a:prstGeom prst="rect">
            <a:avLst/>
          </a:prstGeom>
          <a:ln w="0">
            <a:noFill/>
          </a:ln>
        </p:spPr>
      </p:sp>
      <p:sp>
        <p:nvSpPr>
          <p:cNvPr id="1068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A0FD152-281D-4B96-9E0D-581DB11A2E9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84" name="PlaceHolder 1"/>
          <p:cNvSpPr>
            <a:spLocks noGrp="1"/>
          </p:cNvSpPr>
          <p:nvPr>
            <p:ph type="sldImg"/>
          </p:nvPr>
        </p:nvSpPr>
        <p:spPr>
          <a:xfrm>
            <a:off x="3297240" y="520560"/>
            <a:ext cx="3456000" cy="2592360"/>
          </a:xfrm>
          <a:prstGeom prst="rect">
            <a:avLst/>
          </a:prstGeom>
          <a:ln w="0">
            <a:noFill/>
          </a:ln>
        </p:spPr>
      </p:sp>
      <p:sp>
        <p:nvSpPr>
          <p:cNvPr id="1068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D8715FD-BA33-4158-8B3A-B7ACD843318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87" name="PlaceHolder 1"/>
          <p:cNvSpPr>
            <a:spLocks noGrp="1"/>
          </p:cNvSpPr>
          <p:nvPr>
            <p:ph type="sldImg"/>
          </p:nvPr>
        </p:nvSpPr>
        <p:spPr>
          <a:xfrm>
            <a:off x="3297240" y="520560"/>
            <a:ext cx="3456000" cy="2592360"/>
          </a:xfrm>
          <a:prstGeom prst="rect">
            <a:avLst/>
          </a:prstGeom>
          <a:ln w="0">
            <a:noFill/>
          </a:ln>
        </p:spPr>
      </p:sp>
      <p:sp>
        <p:nvSpPr>
          <p:cNvPr id="1068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56791F3-4371-46B5-BA92-5CAE097DD0F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90" name="PlaceHolder 1"/>
          <p:cNvSpPr>
            <a:spLocks noGrp="1"/>
          </p:cNvSpPr>
          <p:nvPr>
            <p:ph type="sldImg"/>
          </p:nvPr>
        </p:nvSpPr>
        <p:spPr>
          <a:xfrm>
            <a:off x="3297240" y="520560"/>
            <a:ext cx="3456000" cy="2592360"/>
          </a:xfrm>
          <a:prstGeom prst="rect">
            <a:avLst/>
          </a:prstGeom>
          <a:ln w="0">
            <a:noFill/>
          </a:ln>
        </p:spPr>
      </p:sp>
      <p:sp>
        <p:nvSpPr>
          <p:cNvPr id="1069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CA4FFF1-A2EA-4B53-B0F4-6D3D8C86758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93" name="PlaceHolder 1"/>
          <p:cNvSpPr>
            <a:spLocks noGrp="1"/>
          </p:cNvSpPr>
          <p:nvPr>
            <p:ph type="sldImg"/>
          </p:nvPr>
        </p:nvSpPr>
        <p:spPr>
          <a:xfrm>
            <a:off x="3297240" y="520560"/>
            <a:ext cx="3456000" cy="2592360"/>
          </a:xfrm>
          <a:prstGeom prst="rect">
            <a:avLst/>
          </a:prstGeom>
          <a:ln w="0">
            <a:noFill/>
          </a:ln>
        </p:spPr>
      </p:sp>
      <p:sp>
        <p:nvSpPr>
          <p:cNvPr id="1069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4D09CC7-8A76-4DD9-8C0F-DE9CF03D4B2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96" name="PlaceHolder 1"/>
          <p:cNvSpPr>
            <a:spLocks noGrp="1"/>
          </p:cNvSpPr>
          <p:nvPr>
            <p:ph type="sldImg"/>
          </p:nvPr>
        </p:nvSpPr>
        <p:spPr>
          <a:xfrm>
            <a:off x="3297240" y="520560"/>
            <a:ext cx="3456000" cy="2592360"/>
          </a:xfrm>
          <a:prstGeom prst="rect">
            <a:avLst/>
          </a:prstGeom>
          <a:ln w="0">
            <a:noFill/>
          </a:ln>
        </p:spPr>
      </p:sp>
      <p:sp>
        <p:nvSpPr>
          <p:cNvPr id="1069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18438B7-7574-461E-B941-B3EA6905D4F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699" name="PlaceHolder 1"/>
          <p:cNvSpPr>
            <a:spLocks noGrp="1"/>
          </p:cNvSpPr>
          <p:nvPr>
            <p:ph type="sldImg"/>
          </p:nvPr>
        </p:nvSpPr>
        <p:spPr>
          <a:xfrm>
            <a:off x="3297240" y="520560"/>
            <a:ext cx="3456000" cy="2592360"/>
          </a:xfrm>
          <a:prstGeom prst="rect">
            <a:avLst/>
          </a:prstGeom>
          <a:ln w="0">
            <a:noFill/>
          </a:ln>
        </p:spPr>
      </p:sp>
      <p:sp>
        <p:nvSpPr>
          <p:cNvPr id="1070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74D6BF0-370C-4822-A2E2-06E349014F7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02" name="PlaceHolder 1"/>
          <p:cNvSpPr>
            <a:spLocks noGrp="1"/>
          </p:cNvSpPr>
          <p:nvPr>
            <p:ph type="sldImg"/>
          </p:nvPr>
        </p:nvSpPr>
        <p:spPr>
          <a:xfrm>
            <a:off x="3297240" y="520560"/>
            <a:ext cx="3456000" cy="2592360"/>
          </a:xfrm>
          <a:prstGeom prst="rect">
            <a:avLst/>
          </a:prstGeom>
          <a:ln w="0">
            <a:noFill/>
          </a:ln>
        </p:spPr>
      </p:sp>
      <p:sp>
        <p:nvSpPr>
          <p:cNvPr id="1070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50DF446-C71B-44BB-949A-254DEE2AB5D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05" name="PlaceHolder 1"/>
          <p:cNvSpPr>
            <a:spLocks noGrp="1"/>
          </p:cNvSpPr>
          <p:nvPr>
            <p:ph type="sldImg"/>
          </p:nvPr>
        </p:nvSpPr>
        <p:spPr>
          <a:xfrm>
            <a:off x="3297240" y="520560"/>
            <a:ext cx="3456000" cy="2592360"/>
          </a:xfrm>
          <a:prstGeom prst="rect">
            <a:avLst/>
          </a:prstGeom>
          <a:ln w="0">
            <a:noFill/>
          </a:ln>
        </p:spPr>
      </p:sp>
      <p:sp>
        <p:nvSpPr>
          <p:cNvPr id="1070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65D23E5-25A5-4028-A477-9B47D2AA389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08" name="PlaceHolder 1"/>
          <p:cNvSpPr>
            <a:spLocks noGrp="1"/>
          </p:cNvSpPr>
          <p:nvPr>
            <p:ph type="sldImg"/>
          </p:nvPr>
        </p:nvSpPr>
        <p:spPr>
          <a:xfrm>
            <a:off x="3295800" y="519120"/>
            <a:ext cx="3458880" cy="2593800"/>
          </a:xfrm>
          <a:prstGeom prst="rect">
            <a:avLst/>
          </a:prstGeom>
          <a:ln w="0">
            <a:noFill/>
          </a:ln>
        </p:spPr>
      </p:sp>
      <p:sp>
        <p:nvSpPr>
          <p:cNvPr id="10709"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7059B7B-75A7-4055-BE6F-50727EB4C4D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11" name="PlaceHolder 1"/>
          <p:cNvSpPr>
            <a:spLocks noGrp="1"/>
          </p:cNvSpPr>
          <p:nvPr>
            <p:ph type="sldImg"/>
          </p:nvPr>
        </p:nvSpPr>
        <p:spPr>
          <a:xfrm>
            <a:off x="3295800" y="519120"/>
            <a:ext cx="3458880" cy="2593800"/>
          </a:xfrm>
          <a:prstGeom prst="rect">
            <a:avLst/>
          </a:prstGeom>
          <a:ln w="0">
            <a:noFill/>
          </a:ln>
        </p:spPr>
      </p:sp>
      <p:sp>
        <p:nvSpPr>
          <p:cNvPr id="10712"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974B9FA-33D2-4657-BB78-0266C68CC00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14" name="PlaceHolder 1"/>
          <p:cNvSpPr>
            <a:spLocks noGrp="1"/>
          </p:cNvSpPr>
          <p:nvPr>
            <p:ph type="sldImg"/>
          </p:nvPr>
        </p:nvSpPr>
        <p:spPr>
          <a:xfrm>
            <a:off x="3295800" y="519120"/>
            <a:ext cx="3458880" cy="2593800"/>
          </a:xfrm>
          <a:prstGeom prst="rect">
            <a:avLst/>
          </a:prstGeom>
          <a:ln w="0">
            <a:noFill/>
          </a:ln>
        </p:spPr>
      </p:sp>
      <p:sp>
        <p:nvSpPr>
          <p:cNvPr id="10715"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0A94C4A-7612-49A1-8A28-0684EB8F40A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17" name="PlaceHolder 1"/>
          <p:cNvSpPr>
            <a:spLocks noGrp="1"/>
          </p:cNvSpPr>
          <p:nvPr>
            <p:ph type="sldImg"/>
          </p:nvPr>
        </p:nvSpPr>
        <p:spPr>
          <a:xfrm>
            <a:off x="3297240" y="520560"/>
            <a:ext cx="3456000" cy="2592360"/>
          </a:xfrm>
          <a:prstGeom prst="rect">
            <a:avLst/>
          </a:prstGeom>
          <a:ln w="0">
            <a:noFill/>
          </a:ln>
        </p:spPr>
      </p:sp>
      <p:sp>
        <p:nvSpPr>
          <p:cNvPr id="1071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1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C470A4B-E5F3-4723-A98F-26D19D66922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20" name="PlaceHolder 1"/>
          <p:cNvSpPr>
            <a:spLocks noGrp="1"/>
          </p:cNvSpPr>
          <p:nvPr>
            <p:ph type="sldImg"/>
          </p:nvPr>
        </p:nvSpPr>
        <p:spPr>
          <a:xfrm>
            <a:off x="3297240" y="520560"/>
            <a:ext cx="3456000" cy="2592360"/>
          </a:xfrm>
          <a:prstGeom prst="rect">
            <a:avLst/>
          </a:prstGeom>
          <a:ln w="0">
            <a:noFill/>
          </a:ln>
        </p:spPr>
      </p:sp>
      <p:sp>
        <p:nvSpPr>
          <p:cNvPr id="1072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2DE5EE7-8AA5-41B2-B079-01122B33D95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23" name="PlaceHolder 1"/>
          <p:cNvSpPr>
            <a:spLocks noGrp="1"/>
          </p:cNvSpPr>
          <p:nvPr>
            <p:ph type="sldImg"/>
          </p:nvPr>
        </p:nvSpPr>
        <p:spPr>
          <a:xfrm>
            <a:off x="3297240" y="520560"/>
            <a:ext cx="3456000" cy="2592360"/>
          </a:xfrm>
          <a:prstGeom prst="rect">
            <a:avLst/>
          </a:prstGeom>
          <a:ln w="0">
            <a:noFill/>
          </a:ln>
        </p:spPr>
      </p:sp>
      <p:sp>
        <p:nvSpPr>
          <p:cNvPr id="1072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B4EE3D0-DBF7-4DA6-984D-427501D872D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26" name="PlaceHolder 1"/>
          <p:cNvSpPr>
            <a:spLocks noGrp="1"/>
          </p:cNvSpPr>
          <p:nvPr>
            <p:ph type="sldImg"/>
          </p:nvPr>
        </p:nvSpPr>
        <p:spPr>
          <a:xfrm>
            <a:off x="3297240" y="520560"/>
            <a:ext cx="3456000" cy="2592360"/>
          </a:xfrm>
          <a:prstGeom prst="rect">
            <a:avLst/>
          </a:prstGeom>
          <a:ln w="0">
            <a:noFill/>
          </a:ln>
        </p:spPr>
      </p:sp>
      <p:sp>
        <p:nvSpPr>
          <p:cNvPr id="1072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12597C1-AA33-4539-BE6B-349E9E883C7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29" name="PlaceHolder 1"/>
          <p:cNvSpPr>
            <a:spLocks noGrp="1"/>
          </p:cNvSpPr>
          <p:nvPr>
            <p:ph type="sldImg"/>
          </p:nvPr>
        </p:nvSpPr>
        <p:spPr>
          <a:xfrm>
            <a:off x="3297240" y="520560"/>
            <a:ext cx="3456000" cy="2592360"/>
          </a:xfrm>
          <a:prstGeom prst="rect">
            <a:avLst/>
          </a:prstGeom>
          <a:ln w="0">
            <a:noFill/>
          </a:ln>
        </p:spPr>
      </p:sp>
      <p:sp>
        <p:nvSpPr>
          <p:cNvPr id="1073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9E386E7-6ECA-44D3-9D65-3604DFC0D34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32" name="PlaceHolder 1"/>
          <p:cNvSpPr>
            <a:spLocks noGrp="1"/>
          </p:cNvSpPr>
          <p:nvPr>
            <p:ph type="sldImg"/>
          </p:nvPr>
        </p:nvSpPr>
        <p:spPr>
          <a:xfrm>
            <a:off x="3297240" y="520560"/>
            <a:ext cx="3456000" cy="2592360"/>
          </a:xfrm>
          <a:prstGeom prst="rect">
            <a:avLst/>
          </a:prstGeom>
          <a:ln w="0">
            <a:noFill/>
          </a:ln>
        </p:spPr>
      </p:sp>
      <p:sp>
        <p:nvSpPr>
          <p:cNvPr id="1073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25FB14B-B861-4293-A751-FD7CAF1FC33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35" name="PlaceHolder 1"/>
          <p:cNvSpPr>
            <a:spLocks noGrp="1"/>
          </p:cNvSpPr>
          <p:nvPr>
            <p:ph type="sldImg"/>
          </p:nvPr>
        </p:nvSpPr>
        <p:spPr>
          <a:xfrm>
            <a:off x="3297240" y="520560"/>
            <a:ext cx="3456000" cy="2592360"/>
          </a:xfrm>
          <a:prstGeom prst="rect">
            <a:avLst/>
          </a:prstGeom>
          <a:ln w="0">
            <a:noFill/>
          </a:ln>
        </p:spPr>
      </p:sp>
      <p:sp>
        <p:nvSpPr>
          <p:cNvPr id="1073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FBF2B96-9E44-4D7C-BB43-BE00D2B5E88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38" name="PlaceHolder 1"/>
          <p:cNvSpPr>
            <a:spLocks noGrp="1"/>
          </p:cNvSpPr>
          <p:nvPr>
            <p:ph type="sldImg"/>
          </p:nvPr>
        </p:nvSpPr>
        <p:spPr>
          <a:xfrm>
            <a:off x="3297240" y="520560"/>
            <a:ext cx="3456000" cy="2592360"/>
          </a:xfrm>
          <a:prstGeom prst="rect">
            <a:avLst/>
          </a:prstGeom>
          <a:ln w="0">
            <a:noFill/>
          </a:ln>
        </p:spPr>
      </p:sp>
      <p:sp>
        <p:nvSpPr>
          <p:cNvPr id="1073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829AADD-B4C4-4F69-A66B-C744B588805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41" name="PlaceHolder 1"/>
          <p:cNvSpPr>
            <a:spLocks noGrp="1"/>
          </p:cNvSpPr>
          <p:nvPr>
            <p:ph type="sldImg"/>
          </p:nvPr>
        </p:nvSpPr>
        <p:spPr>
          <a:xfrm>
            <a:off x="3297240" y="520560"/>
            <a:ext cx="3456000" cy="2592360"/>
          </a:xfrm>
          <a:prstGeom prst="rect">
            <a:avLst/>
          </a:prstGeom>
          <a:ln w="0">
            <a:noFill/>
          </a:ln>
        </p:spPr>
      </p:sp>
      <p:sp>
        <p:nvSpPr>
          <p:cNvPr id="1074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38706A4-640B-4845-BF5E-301482DBA72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44" name="PlaceHolder 1"/>
          <p:cNvSpPr>
            <a:spLocks noGrp="1"/>
          </p:cNvSpPr>
          <p:nvPr>
            <p:ph type="sldImg"/>
          </p:nvPr>
        </p:nvSpPr>
        <p:spPr>
          <a:xfrm>
            <a:off x="3297240" y="520560"/>
            <a:ext cx="3456000" cy="2592360"/>
          </a:xfrm>
          <a:prstGeom prst="rect">
            <a:avLst/>
          </a:prstGeom>
          <a:ln w="0">
            <a:noFill/>
          </a:ln>
        </p:spPr>
      </p:sp>
      <p:sp>
        <p:nvSpPr>
          <p:cNvPr id="1074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81A8849-6A25-4743-9C6A-2D266B58C63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47" name="PlaceHolder 1"/>
          <p:cNvSpPr>
            <a:spLocks noGrp="1"/>
          </p:cNvSpPr>
          <p:nvPr>
            <p:ph type="sldImg"/>
          </p:nvPr>
        </p:nvSpPr>
        <p:spPr>
          <a:xfrm>
            <a:off x="3297240" y="520560"/>
            <a:ext cx="3456000" cy="2592360"/>
          </a:xfrm>
          <a:prstGeom prst="rect">
            <a:avLst/>
          </a:prstGeom>
          <a:ln w="0">
            <a:noFill/>
          </a:ln>
        </p:spPr>
      </p:sp>
      <p:sp>
        <p:nvSpPr>
          <p:cNvPr id="1074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4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595ECDC-7BE1-4735-B605-69B9B332E58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50" name="PlaceHolder 1"/>
          <p:cNvSpPr>
            <a:spLocks noGrp="1"/>
          </p:cNvSpPr>
          <p:nvPr>
            <p:ph type="sldImg"/>
          </p:nvPr>
        </p:nvSpPr>
        <p:spPr>
          <a:xfrm>
            <a:off x="3297240" y="520560"/>
            <a:ext cx="3456000" cy="2592360"/>
          </a:xfrm>
          <a:prstGeom prst="rect">
            <a:avLst/>
          </a:prstGeom>
          <a:ln w="0">
            <a:noFill/>
          </a:ln>
        </p:spPr>
      </p:sp>
      <p:sp>
        <p:nvSpPr>
          <p:cNvPr id="1075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1088349-50A7-4DF2-8925-53F332B231B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53" name="PlaceHolder 1"/>
          <p:cNvSpPr>
            <a:spLocks noGrp="1"/>
          </p:cNvSpPr>
          <p:nvPr>
            <p:ph type="sldImg"/>
          </p:nvPr>
        </p:nvSpPr>
        <p:spPr>
          <a:xfrm>
            <a:off x="3297240" y="520560"/>
            <a:ext cx="3456000" cy="2592360"/>
          </a:xfrm>
          <a:prstGeom prst="rect">
            <a:avLst/>
          </a:prstGeom>
          <a:ln w="0">
            <a:noFill/>
          </a:ln>
        </p:spPr>
      </p:sp>
      <p:sp>
        <p:nvSpPr>
          <p:cNvPr id="1075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D831328-D046-4BE3-B5AC-709B0699756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56" name="PlaceHolder 1"/>
          <p:cNvSpPr>
            <a:spLocks noGrp="1"/>
          </p:cNvSpPr>
          <p:nvPr>
            <p:ph type="sldImg"/>
          </p:nvPr>
        </p:nvSpPr>
        <p:spPr>
          <a:xfrm>
            <a:off x="3297240" y="520560"/>
            <a:ext cx="3456000" cy="2592360"/>
          </a:xfrm>
          <a:prstGeom prst="rect">
            <a:avLst/>
          </a:prstGeom>
          <a:ln w="0">
            <a:noFill/>
          </a:ln>
        </p:spPr>
      </p:sp>
      <p:sp>
        <p:nvSpPr>
          <p:cNvPr id="1075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8486B9A-18AA-413A-B921-911246758C6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59" name="PlaceHolder 1"/>
          <p:cNvSpPr>
            <a:spLocks noGrp="1"/>
          </p:cNvSpPr>
          <p:nvPr>
            <p:ph type="sldImg"/>
          </p:nvPr>
        </p:nvSpPr>
        <p:spPr>
          <a:xfrm>
            <a:off x="3297240" y="520560"/>
            <a:ext cx="3456000" cy="2592360"/>
          </a:xfrm>
          <a:prstGeom prst="rect">
            <a:avLst/>
          </a:prstGeom>
          <a:ln w="0">
            <a:noFill/>
          </a:ln>
        </p:spPr>
      </p:sp>
      <p:sp>
        <p:nvSpPr>
          <p:cNvPr id="1076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831AED8-104E-48B8-AB26-BE36FADC7DE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62" name="PlaceHolder 1"/>
          <p:cNvSpPr>
            <a:spLocks noGrp="1"/>
          </p:cNvSpPr>
          <p:nvPr>
            <p:ph type="sldImg"/>
          </p:nvPr>
        </p:nvSpPr>
        <p:spPr>
          <a:xfrm>
            <a:off x="3297240" y="520560"/>
            <a:ext cx="3456000" cy="2592360"/>
          </a:xfrm>
          <a:prstGeom prst="rect">
            <a:avLst/>
          </a:prstGeom>
          <a:ln w="0">
            <a:noFill/>
          </a:ln>
        </p:spPr>
      </p:sp>
      <p:sp>
        <p:nvSpPr>
          <p:cNvPr id="1076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A602ADE-8EBC-4D78-ACA8-3EAFCDD3CF2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65" name="PlaceHolder 1"/>
          <p:cNvSpPr>
            <a:spLocks noGrp="1"/>
          </p:cNvSpPr>
          <p:nvPr>
            <p:ph type="sldImg"/>
          </p:nvPr>
        </p:nvSpPr>
        <p:spPr>
          <a:xfrm>
            <a:off x="3297240" y="520560"/>
            <a:ext cx="3456000" cy="2592360"/>
          </a:xfrm>
          <a:prstGeom prst="rect">
            <a:avLst/>
          </a:prstGeom>
          <a:ln w="0">
            <a:noFill/>
          </a:ln>
        </p:spPr>
      </p:sp>
      <p:sp>
        <p:nvSpPr>
          <p:cNvPr id="1076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39E9ADB-4C61-465D-8990-A4E9726981F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68" name="PlaceHolder 1"/>
          <p:cNvSpPr>
            <a:spLocks noGrp="1"/>
          </p:cNvSpPr>
          <p:nvPr>
            <p:ph type="sldImg"/>
          </p:nvPr>
        </p:nvSpPr>
        <p:spPr>
          <a:xfrm>
            <a:off x="3295800" y="519120"/>
            <a:ext cx="3458880" cy="2593800"/>
          </a:xfrm>
          <a:prstGeom prst="rect">
            <a:avLst/>
          </a:prstGeom>
          <a:ln w="0">
            <a:noFill/>
          </a:ln>
        </p:spPr>
      </p:sp>
      <p:sp>
        <p:nvSpPr>
          <p:cNvPr id="10769"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7AEB137-0F62-4441-83EC-E24597E3BE1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71" name="PlaceHolder 1"/>
          <p:cNvSpPr>
            <a:spLocks noGrp="1"/>
          </p:cNvSpPr>
          <p:nvPr>
            <p:ph type="sldImg"/>
          </p:nvPr>
        </p:nvSpPr>
        <p:spPr>
          <a:xfrm>
            <a:off x="3297240" y="520560"/>
            <a:ext cx="3456000" cy="2592360"/>
          </a:xfrm>
          <a:prstGeom prst="rect">
            <a:avLst/>
          </a:prstGeom>
          <a:ln w="0">
            <a:noFill/>
          </a:ln>
        </p:spPr>
      </p:sp>
      <p:sp>
        <p:nvSpPr>
          <p:cNvPr id="1077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CCD3AB5-62ED-4494-A5ED-D26AB4C5DD1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74" name="PlaceHolder 1"/>
          <p:cNvSpPr>
            <a:spLocks noGrp="1"/>
          </p:cNvSpPr>
          <p:nvPr>
            <p:ph type="sldImg"/>
          </p:nvPr>
        </p:nvSpPr>
        <p:spPr>
          <a:xfrm>
            <a:off x="3297240" y="520560"/>
            <a:ext cx="3456000" cy="2592360"/>
          </a:xfrm>
          <a:prstGeom prst="rect">
            <a:avLst/>
          </a:prstGeom>
          <a:ln w="0">
            <a:noFill/>
          </a:ln>
        </p:spPr>
      </p:sp>
      <p:sp>
        <p:nvSpPr>
          <p:cNvPr id="1077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A042CAE-0065-4682-9AD7-C3F9CF9A18C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77" name="PlaceHolder 1"/>
          <p:cNvSpPr>
            <a:spLocks noGrp="1"/>
          </p:cNvSpPr>
          <p:nvPr>
            <p:ph type="sldImg"/>
          </p:nvPr>
        </p:nvSpPr>
        <p:spPr>
          <a:xfrm>
            <a:off x="3297240" y="520560"/>
            <a:ext cx="3456000" cy="2592360"/>
          </a:xfrm>
          <a:prstGeom prst="rect">
            <a:avLst/>
          </a:prstGeom>
          <a:ln w="0">
            <a:noFill/>
          </a:ln>
        </p:spPr>
      </p:sp>
      <p:sp>
        <p:nvSpPr>
          <p:cNvPr id="1077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397FC0E-7E4F-4297-AD0F-852BA550383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80" name="PlaceHolder 1"/>
          <p:cNvSpPr>
            <a:spLocks noGrp="1"/>
          </p:cNvSpPr>
          <p:nvPr>
            <p:ph type="sldImg"/>
          </p:nvPr>
        </p:nvSpPr>
        <p:spPr>
          <a:xfrm>
            <a:off x="3297240" y="520560"/>
            <a:ext cx="3456000" cy="2592360"/>
          </a:xfrm>
          <a:prstGeom prst="rect">
            <a:avLst/>
          </a:prstGeom>
          <a:ln w="0">
            <a:noFill/>
          </a:ln>
        </p:spPr>
      </p:sp>
      <p:sp>
        <p:nvSpPr>
          <p:cNvPr id="1078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03D659F-5D16-4EF4-A73C-9278A44E259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83" name="PlaceHolder 1"/>
          <p:cNvSpPr>
            <a:spLocks noGrp="1"/>
          </p:cNvSpPr>
          <p:nvPr>
            <p:ph type="sldImg"/>
          </p:nvPr>
        </p:nvSpPr>
        <p:spPr>
          <a:xfrm>
            <a:off x="1617840" y="1638360"/>
            <a:ext cx="6796080" cy="5097240"/>
          </a:xfrm>
          <a:prstGeom prst="rect">
            <a:avLst/>
          </a:prstGeom>
          <a:ln w="0">
            <a:noFill/>
          </a:ln>
        </p:spPr>
      </p:sp>
      <p:sp>
        <p:nvSpPr>
          <p:cNvPr id="10784"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634D14B-D461-499D-864C-021B6466A66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86" name="PlaceHolder 1"/>
          <p:cNvSpPr>
            <a:spLocks noGrp="1"/>
          </p:cNvSpPr>
          <p:nvPr>
            <p:ph type="sldImg"/>
          </p:nvPr>
        </p:nvSpPr>
        <p:spPr>
          <a:xfrm>
            <a:off x="1617840" y="1638360"/>
            <a:ext cx="6796080" cy="5097240"/>
          </a:xfrm>
          <a:prstGeom prst="rect">
            <a:avLst/>
          </a:prstGeom>
          <a:ln w="0">
            <a:noFill/>
          </a:ln>
        </p:spPr>
      </p:sp>
      <p:sp>
        <p:nvSpPr>
          <p:cNvPr id="10787"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3460A71-C89C-47DA-BB8E-BA402AC3361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89" name="PlaceHolder 1"/>
          <p:cNvSpPr>
            <a:spLocks noGrp="1"/>
          </p:cNvSpPr>
          <p:nvPr>
            <p:ph type="sldImg"/>
          </p:nvPr>
        </p:nvSpPr>
        <p:spPr>
          <a:xfrm>
            <a:off x="3297240" y="520560"/>
            <a:ext cx="3456000" cy="2592360"/>
          </a:xfrm>
          <a:prstGeom prst="rect">
            <a:avLst/>
          </a:prstGeom>
          <a:ln w="0">
            <a:noFill/>
          </a:ln>
        </p:spPr>
      </p:sp>
      <p:sp>
        <p:nvSpPr>
          <p:cNvPr id="1079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20FC2AA-AFEE-4B95-A814-8C4BA0DB242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92" name="PlaceHolder 1"/>
          <p:cNvSpPr>
            <a:spLocks noGrp="1"/>
          </p:cNvSpPr>
          <p:nvPr>
            <p:ph type="sldImg"/>
          </p:nvPr>
        </p:nvSpPr>
        <p:spPr>
          <a:xfrm>
            <a:off x="1617840" y="1638360"/>
            <a:ext cx="6796080" cy="5097240"/>
          </a:xfrm>
          <a:prstGeom prst="rect">
            <a:avLst/>
          </a:prstGeom>
          <a:ln w="0">
            <a:noFill/>
          </a:ln>
        </p:spPr>
      </p:sp>
      <p:sp>
        <p:nvSpPr>
          <p:cNvPr id="10793"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52F23F-2A23-43CB-A0C2-0C73286C58C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95" name="PlaceHolder 1"/>
          <p:cNvSpPr>
            <a:spLocks noGrp="1"/>
          </p:cNvSpPr>
          <p:nvPr>
            <p:ph type="sldImg"/>
          </p:nvPr>
        </p:nvSpPr>
        <p:spPr>
          <a:xfrm>
            <a:off x="1617840" y="1638360"/>
            <a:ext cx="6796080" cy="5097240"/>
          </a:xfrm>
          <a:prstGeom prst="rect">
            <a:avLst/>
          </a:prstGeom>
          <a:ln w="0">
            <a:noFill/>
          </a:ln>
        </p:spPr>
      </p:sp>
      <p:sp>
        <p:nvSpPr>
          <p:cNvPr id="10796"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7577333-1A6E-4C9F-9BCF-38981F9009F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798" name="PlaceHolder 1"/>
          <p:cNvSpPr>
            <a:spLocks noGrp="1"/>
          </p:cNvSpPr>
          <p:nvPr>
            <p:ph type="sldImg"/>
          </p:nvPr>
        </p:nvSpPr>
        <p:spPr>
          <a:xfrm>
            <a:off x="3297240" y="520560"/>
            <a:ext cx="3456000" cy="2592360"/>
          </a:xfrm>
          <a:prstGeom prst="rect">
            <a:avLst/>
          </a:prstGeom>
          <a:ln w="0">
            <a:noFill/>
          </a:ln>
        </p:spPr>
      </p:sp>
      <p:sp>
        <p:nvSpPr>
          <p:cNvPr id="1079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0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329178A-7CF5-4636-BCFD-C509CA7D8E5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01" name="PlaceHolder 1"/>
          <p:cNvSpPr>
            <a:spLocks noGrp="1"/>
          </p:cNvSpPr>
          <p:nvPr>
            <p:ph type="sldImg"/>
          </p:nvPr>
        </p:nvSpPr>
        <p:spPr>
          <a:xfrm>
            <a:off x="3297240" y="520560"/>
            <a:ext cx="3456000" cy="2592360"/>
          </a:xfrm>
          <a:prstGeom prst="rect">
            <a:avLst/>
          </a:prstGeom>
          <a:ln w="0">
            <a:noFill/>
          </a:ln>
        </p:spPr>
      </p:sp>
      <p:sp>
        <p:nvSpPr>
          <p:cNvPr id="1080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0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33B8C59-74FE-4D58-B132-72F535F53D4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04" name="PlaceHolder 1"/>
          <p:cNvSpPr>
            <a:spLocks noGrp="1"/>
          </p:cNvSpPr>
          <p:nvPr>
            <p:ph type="sldImg"/>
          </p:nvPr>
        </p:nvSpPr>
        <p:spPr>
          <a:xfrm>
            <a:off x="1617840" y="1638360"/>
            <a:ext cx="6796080" cy="5097240"/>
          </a:xfrm>
          <a:prstGeom prst="rect">
            <a:avLst/>
          </a:prstGeom>
          <a:ln w="0">
            <a:noFill/>
          </a:ln>
        </p:spPr>
      </p:sp>
      <p:sp>
        <p:nvSpPr>
          <p:cNvPr id="10805"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0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718665F-C1FF-46BD-874A-043DE8991E4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07" name="PlaceHolder 1"/>
          <p:cNvSpPr>
            <a:spLocks noGrp="1"/>
          </p:cNvSpPr>
          <p:nvPr>
            <p:ph type="sldImg"/>
          </p:nvPr>
        </p:nvSpPr>
        <p:spPr>
          <a:xfrm>
            <a:off x="1617840" y="1638360"/>
            <a:ext cx="6796080" cy="5097240"/>
          </a:xfrm>
          <a:prstGeom prst="rect">
            <a:avLst/>
          </a:prstGeom>
          <a:ln w="0">
            <a:noFill/>
          </a:ln>
        </p:spPr>
      </p:sp>
      <p:sp>
        <p:nvSpPr>
          <p:cNvPr id="10808"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0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A00AF33-AC80-4F29-B32D-1EB6EBA2908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10" name="PlaceHolder 1"/>
          <p:cNvSpPr>
            <a:spLocks noGrp="1"/>
          </p:cNvSpPr>
          <p:nvPr>
            <p:ph type="sldImg"/>
          </p:nvPr>
        </p:nvSpPr>
        <p:spPr>
          <a:xfrm>
            <a:off x="1617840" y="1638360"/>
            <a:ext cx="6796080" cy="5097240"/>
          </a:xfrm>
          <a:prstGeom prst="rect">
            <a:avLst/>
          </a:prstGeom>
          <a:ln w="0">
            <a:noFill/>
          </a:ln>
        </p:spPr>
      </p:sp>
      <p:sp>
        <p:nvSpPr>
          <p:cNvPr id="10811"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E788601-7AB9-42E7-B226-515E4DBA7D3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13" name="PlaceHolder 1"/>
          <p:cNvSpPr>
            <a:spLocks noGrp="1"/>
          </p:cNvSpPr>
          <p:nvPr>
            <p:ph type="sldImg"/>
          </p:nvPr>
        </p:nvSpPr>
        <p:spPr>
          <a:xfrm>
            <a:off x="1617840" y="1638360"/>
            <a:ext cx="6796080" cy="5097240"/>
          </a:xfrm>
          <a:prstGeom prst="rect">
            <a:avLst/>
          </a:prstGeom>
          <a:ln w="0">
            <a:noFill/>
          </a:ln>
        </p:spPr>
      </p:sp>
      <p:sp>
        <p:nvSpPr>
          <p:cNvPr id="10814"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C7D6189-3F89-463C-B251-1A86CDC109F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16" name="PlaceHolder 1"/>
          <p:cNvSpPr>
            <a:spLocks noGrp="1"/>
          </p:cNvSpPr>
          <p:nvPr>
            <p:ph type="sldImg"/>
          </p:nvPr>
        </p:nvSpPr>
        <p:spPr>
          <a:xfrm>
            <a:off x="1617840" y="1638360"/>
            <a:ext cx="6796080" cy="5097240"/>
          </a:xfrm>
          <a:prstGeom prst="rect">
            <a:avLst/>
          </a:prstGeom>
          <a:ln w="0">
            <a:noFill/>
          </a:ln>
        </p:spPr>
      </p:sp>
      <p:sp>
        <p:nvSpPr>
          <p:cNvPr id="10817"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CA4856E-BF13-4F1B-8C0B-03C2E4D0D7B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19" name="PlaceHolder 1"/>
          <p:cNvSpPr>
            <a:spLocks noGrp="1"/>
          </p:cNvSpPr>
          <p:nvPr>
            <p:ph type="sldImg"/>
          </p:nvPr>
        </p:nvSpPr>
        <p:spPr>
          <a:xfrm>
            <a:off x="3295800" y="519120"/>
            <a:ext cx="3458880" cy="2593800"/>
          </a:xfrm>
          <a:prstGeom prst="rect">
            <a:avLst/>
          </a:prstGeom>
          <a:ln w="0">
            <a:noFill/>
          </a:ln>
        </p:spPr>
      </p:sp>
      <p:sp>
        <p:nvSpPr>
          <p:cNvPr id="10820"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02BF98C-F192-4EDB-9C7F-9DF9888A754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22" name="PlaceHolder 1"/>
          <p:cNvSpPr>
            <a:spLocks noGrp="1"/>
          </p:cNvSpPr>
          <p:nvPr>
            <p:ph type="sldImg"/>
          </p:nvPr>
        </p:nvSpPr>
        <p:spPr>
          <a:xfrm>
            <a:off x="3295800" y="519120"/>
            <a:ext cx="3458880" cy="2593800"/>
          </a:xfrm>
          <a:prstGeom prst="rect">
            <a:avLst/>
          </a:prstGeom>
          <a:ln w="0">
            <a:noFill/>
          </a:ln>
        </p:spPr>
      </p:sp>
      <p:sp>
        <p:nvSpPr>
          <p:cNvPr id="10823"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16FB4A5-5632-4CAF-9CAC-CFB3229E93B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25" name="PlaceHolder 1"/>
          <p:cNvSpPr>
            <a:spLocks noGrp="1"/>
          </p:cNvSpPr>
          <p:nvPr>
            <p:ph type="sldImg"/>
          </p:nvPr>
        </p:nvSpPr>
        <p:spPr>
          <a:xfrm>
            <a:off x="1617840" y="1638360"/>
            <a:ext cx="6796080" cy="5097240"/>
          </a:xfrm>
          <a:prstGeom prst="rect">
            <a:avLst/>
          </a:prstGeom>
          <a:ln w="0">
            <a:noFill/>
          </a:ln>
        </p:spPr>
      </p:sp>
      <p:sp>
        <p:nvSpPr>
          <p:cNvPr id="10826"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7551F3E-5755-44BD-82E6-51FB64A96A7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28" name="PlaceHolder 1"/>
          <p:cNvSpPr>
            <a:spLocks noGrp="1"/>
          </p:cNvSpPr>
          <p:nvPr>
            <p:ph type="sldImg"/>
          </p:nvPr>
        </p:nvSpPr>
        <p:spPr>
          <a:xfrm>
            <a:off x="3300480" y="520560"/>
            <a:ext cx="3456000" cy="2592360"/>
          </a:xfrm>
          <a:prstGeom prst="rect">
            <a:avLst/>
          </a:prstGeom>
          <a:ln w="0">
            <a:noFill/>
          </a:ln>
        </p:spPr>
      </p:sp>
      <p:sp>
        <p:nvSpPr>
          <p:cNvPr id="10829" name="PlaceHolder 2"/>
          <p:cNvSpPr>
            <a:spLocks noGrp="1"/>
          </p:cNvSpPr>
          <p:nvPr>
            <p:ph type="body"/>
          </p:nvPr>
        </p:nvSpPr>
        <p:spPr>
          <a:xfrm>
            <a:off x="1003320" y="3285720"/>
            <a:ext cx="8042400" cy="31114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1594556-B69A-43DD-BD4B-0D5A62463EB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31" name="PlaceHolder 1"/>
          <p:cNvSpPr>
            <a:spLocks noGrp="1"/>
          </p:cNvSpPr>
          <p:nvPr>
            <p:ph type="sldImg"/>
          </p:nvPr>
        </p:nvSpPr>
        <p:spPr>
          <a:xfrm>
            <a:off x="1617840" y="1638360"/>
            <a:ext cx="6796080" cy="5097240"/>
          </a:xfrm>
          <a:prstGeom prst="rect">
            <a:avLst/>
          </a:prstGeom>
          <a:ln w="0">
            <a:noFill/>
          </a:ln>
        </p:spPr>
      </p:sp>
      <p:sp>
        <p:nvSpPr>
          <p:cNvPr id="10832"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A46BEFB-7819-43CF-9E0C-345CF6D6294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34" name="PlaceHolder 1"/>
          <p:cNvSpPr>
            <a:spLocks noGrp="1"/>
          </p:cNvSpPr>
          <p:nvPr>
            <p:ph type="sldImg"/>
          </p:nvPr>
        </p:nvSpPr>
        <p:spPr>
          <a:xfrm>
            <a:off x="3297240" y="520560"/>
            <a:ext cx="3456000" cy="2592360"/>
          </a:xfrm>
          <a:prstGeom prst="rect">
            <a:avLst/>
          </a:prstGeom>
          <a:ln w="0">
            <a:noFill/>
          </a:ln>
        </p:spPr>
      </p:sp>
      <p:sp>
        <p:nvSpPr>
          <p:cNvPr id="1083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E67B31E-9B15-4EA8-BEB1-429FE530C50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37" name="PlaceHolder 1"/>
          <p:cNvSpPr>
            <a:spLocks noGrp="1"/>
          </p:cNvSpPr>
          <p:nvPr>
            <p:ph type="sldImg"/>
          </p:nvPr>
        </p:nvSpPr>
        <p:spPr>
          <a:xfrm>
            <a:off x="3297240" y="520560"/>
            <a:ext cx="3456000" cy="2592360"/>
          </a:xfrm>
          <a:prstGeom prst="rect">
            <a:avLst/>
          </a:prstGeom>
          <a:ln w="0">
            <a:noFill/>
          </a:ln>
        </p:spPr>
      </p:sp>
      <p:sp>
        <p:nvSpPr>
          <p:cNvPr id="1083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3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F7BAADD-F69E-47AC-9034-CF70CB26E5E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40" name="PlaceHolder 1"/>
          <p:cNvSpPr>
            <a:spLocks noGrp="1"/>
          </p:cNvSpPr>
          <p:nvPr>
            <p:ph type="sldImg"/>
          </p:nvPr>
        </p:nvSpPr>
        <p:spPr>
          <a:xfrm>
            <a:off x="3297240" y="520560"/>
            <a:ext cx="3456000" cy="2592360"/>
          </a:xfrm>
          <a:prstGeom prst="rect">
            <a:avLst/>
          </a:prstGeom>
          <a:ln w="0">
            <a:noFill/>
          </a:ln>
        </p:spPr>
      </p:sp>
      <p:sp>
        <p:nvSpPr>
          <p:cNvPr id="1084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336341D-D452-4A45-A73F-9CFCF626E4C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43" name="PlaceHolder 1"/>
          <p:cNvSpPr>
            <a:spLocks noGrp="1"/>
          </p:cNvSpPr>
          <p:nvPr>
            <p:ph type="sldImg"/>
          </p:nvPr>
        </p:nvSpPr>
        <p:spPr>
          <a:xfrm>
            <a:off x="3297240" y="520560"/>
            <a:ext cx="3456000" cy="2592360"/>
          </a:xfrm>
          <a:prstGeom prst="rect">
            <a:avLst/>
          </a:prstGeom>
          <a:ln w="0">
            <a:noFill/>
          </a:ln>
        </p:spPr>
      </p:sp>
      <p:sp>
        <p:nvSpPr>
          <p:cNvPr id="1084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B2DA26F-786A-4000-BBE9-95A004515AA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46" name="PlaceHolder 1"/>
          <p:cNvSpPr>
            <a:spLocks noGrp="1"/>
          </p:cNvSpPr>
          <p:nvPr>
            <p:ph type="sldImg"/>
          </p:nvPr>
        </p:nvSpPr>
        <p:spPr>
          <a:xfrm>
            <a:off x="3297240" y="520560"/>
            <a:ext cx="3456000" cy="2592360"/>
          </a:xfrm>
          <a:prstGeom prst="rect">
            <a:avLst/>
          </a:prstGeom>
          <a:ln w="0">
            <a:noFill/>
          </a:ln>
        </p:spPr>
      </p:sp>
      <p:sp>
        <p:nvSpPr>
          <p:cNvPr id="1084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B175283-50BF-45A3-8976-CB6782879C5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49" name="PlaceHolder 1"/>
          <p:cNvSpPr>
            <a:spLocks noGrp="1"/>
          </p:cNvSpPr>
          <p:nvPr>
            <p:ph type="sldImg"/>
          </p:nvPr>
        </p:nvSpPr>
        <p:spPr>
          <a:xfrm>
            <a:off x="1617840" y="1638360"/>
            <a:ext cx="6796080" cy="5097240"/>
          </a:xfrm>
          <a:prstGeom prst="rect">
            <a:avLst/>
          </a:prstGeom>
          <a:ln w="0">
            <a:noFill/>
          </a:ln>
        </p:spPr>
      </p:sp>
      <p:sp>
        <p:nvSpPr>
          <p:cNvPr id="10850"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D6C4B5F-A1AF-4439-A016-5AB0F74A972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52" name="PlaceHolder 1"/>
          <p:cNvSpPr>
            <a:spLocks noGrp="1"/>
          </p:cNvSpPr>
          <p:nvPr>
            <p:ph type="sldImg"/>
          </p:nvPr>
        </p:nvSpPr>
        <p:spPr>
          <a:xfrm>
            <a:off x="1617840" y="1638360"/>
            <a:ext cx="6796080" cy="5097240"/>
          </a:xfrm>
          <a:prstGeom prst="rect">
            <a:avLst/>
          </a:prstGeom>
          <a:ln w="0">
            <a:noFill/>
          </a:ln>
        </p:spPr>
      </p:sp>
      <p:sp>
        <p:nvSpPr>
          <p:cNvPr id="10853"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BA30DDE-5904-4A2F-914B-7C6B0E69CEF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55" name="PlaceHolder 1"/>
          <p:cNvSpPr>
            <a:spLocks noGrp="1"/>
          </p:cNvSpPr>
          <p:nvPr>
            <p:ph type="sldImg"/>
          </p:nvPr>
        </p:nvSpPr>
        <p:spPr>
          <a:xfrm>
            <a:off x="3297240" y="520560"/>
            <a:ext cx="3456000" cy="2592360"/>
          </a:xfrm>
          <a:prstGeom prst="rect">
            <a:avLst/>
          </a:prstGeom>
          <a:ln w="0">
            <a:noFill/>
          </a:ln>
        </p:spPr>
      </p:sp>
      <p:sp>
        <p:nvSpPr>
          <p:cNvPr id="1085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6D590BD-D4D2-475D-AB20-8BE951F953C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58" name="PlaceHolder 1"/>
          <p:cNvSpPr>
            <a:spLocks noGrp="1"/>
          </p:cNvSpPr>
          <p:nvPr>
            <p:ph type="sldImg"/>
          </p:nvPr>
        </p:nvSpPr>
        <p:spPr>
          <a:xfrm>
            <a:off x="1617840" y="1638360"/>
            <a:ext cx="6796080" cy="5097240"/>
          </a:xfrm>
          <a:prstGeom prst="rect">
            <a:avLst/>
          </a:prstGeom>
          <a:ln w="0">
            <a:noFill/>
          </a:ln>
        </p:spPr>
      </p:sp>
      <p:sp>
        <p:nvSpPr>
          <p:cNvPr id="10859"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C34A311-4098-420C-ACCF-ED2BE30D618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61" name="PlaceHolder 1"/>
          <p:cNvSpPr>
            <a:spLocks noGrp="1"/>
          </p:cNvSpPr>
          <p:nvPr>
            <p:ph type="sldImg"/>
          </p:nvPr>
        </p:nvSpPr>
        <p:spPr>
          <a:xfrm>
            <a:off x="1617840" y="1638360"/>
            <a:ext cx="6796080" cy="5097240"/>
          </a:xfrm>
          <a:prstGeom prst="rect">
            <a:avLst/>
          </a:prstGeom>
          <a:ln w="0">
            <a:noFill/>
          </a:ln>
        </p:spPr>
      </p:sp>
      <p:sp>
        <p:nvSpPr>
          <p:cNvPr id="10862"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F389D3A-CE13-4C11-9B5D-A7A27803015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64" name="PlaceHolder 1"/>
          <p:cNvSpPr>
            <a:spLocks noGrp="1"/>
          </p:cNvSpPr>
          <p:nvPr>
            <p:ph type="sldImg"/>
          </p:nvPr>
        </p:nvSpPr>
        <p:spPr>
          <a:xfrm>
            <a:off x="3297240" y="520560"/>
            <a:ext cx="3456000" cy="2592360"/>
          </a:xfrm>
          <a:prstGeom prst="rect">
            <a:avLst/>
          </a:prstGeom>
          <a:ln w="0">
            <a:noFill/>
          </a:ln>
        </p:spPr>
      </p:sp>
      <p:sp>
        <p:nvSpPr>
          <p:cNvPr id="1086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039ABEA-C863-43AE-BAF2-30392F114E3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67" name="PlaceHolder 1"/>
          <p:cNvSpPr>
            <a:spLocks noGrp="1"/>
          </p:cNvSpPr>
          <p:nvPr>
            <p:ph type="sldImg"/>
          </p:nvPr>
        </p:nvSpPr>
        <p:spPr>
          <a:xfrm>
            <a:off x="3297240" y="520560"/>
            <a:ext cx="3456000" cy="2592360"/>
          </a:xfrm>
          <a:prstGeom prst="rect">
            <a:avLst/>
          </a:prstGeom>
          <a:ln w="0">
            <a:noFill/>
          </a:ln>
        </p:spPr>
      </p:sp>
      <p:sp>
        <p:nvSpPr>
          <p:cNvPr id="1086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6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31B1F58-47D5-4251-9752-ED87141A738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70" name="PlaceHolder 1"/>
          <p:cNvSpPr>
            <a:spLocks noGrp="1"/>
          </p:cNvSpPr>
          <p:nvPr>
            <p:ph type="sldImg"/>
          </p:nvPr>
        </p:nvSpPr>
        <p:spPr>
          <a:xfrm>
            <a:off x="3297240" y="520560"/>
            <a:ext cx="3456000" cy="2592360"/>
          </a:xfrm>
          <a:prstGeom prst="rect">
            <a:avLst/>
          </a:prstGeom>
          <a:ln w="0">
            <a:noFill/>
          </a:ln>
        </p:spPr>
      </p:sp>
      <p:sp>
        <p:nvSpPr>
          <p:cNvPr id="1087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5CD1A15-8C2E-4281-BFEF-A9D6F8F4F83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73" name="PlaceHolder 1"/>
          <p:cNvSpPr>
            <a:spLocks noGrp="1"/>
          </p:cNvSpPr>
          <p:nvPr>
            <p:ph type="sldImg"/>
          </p:nvPr>
        </p:nvSpPr>
        <p:spPr>
          <a:xfrm>
            <a:off x="3297240" y="520560"/>
            <a:ext cx="3456000" cy="2592360"/>
          </a:xfrm>
          <a:prstGeom prst="rect">
            <a:avLst/>
          </a:prstGeom>
          <a:ln w="0">
            <a:noFill/>
          </a:ln>
        </p:spPr>
      </p:sp>
      <p:sp>
        <p:nvSpPr>
          <p:cNvPr id="1087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10CD4AD-28A2-48EE-9ED8-B152D72C756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76" name="PlaceHolder 1"/>
          <p:cNvSpPr>
            <a:spLocks noGrp="1"/>
          </p:cNvSpPr>
          <p:nvPr>
            <p:ph type="sldImg"/>
          </p:nvPr>
        </p:nvSpPr>
        <p:spPr>
          <a:xfrm>
            <a:off x="3297240" y="520560"/>
            <a:ext cx="3456000" cy="2592360"/>
          </a:xfrm>
          <a:prstGeom prst="rect">
            <a:avLst/>
          </a:prstGeom>
          <a:ln w="0">
            <a:noFill/>
          </a:ln>
        </p:spPr>
      </p:sp>
      <p:sp>
        <p:nvSpPr>
          <p:cNvPr id="1087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42CAF20-A46B-4B33-BC2C-91BD59C18D4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79" name="PlaceHolder 1"/>
          <p:cNvSpPr>
            <a:spLocks noGrp="1"/>
          </p:cNvSpPr>
          <p:nvPr>
            <p:ph type="sldImg"/>
          </p:nvPr>
        </p:nvSpPr>
        <p:spPr>
          <a:xfrm>
            <a:off x="3297240" y="520560"/>
            <a:ext cx="3456000" cy="2592360"/>
          </a:xfrm>
          <a:prstGeom prst="rect">
            <a:avLst/>
          </a:prstGeom>
          <a:ln w="0">
            <a:noFill/>
          </a:ln>
        </p:spPr>
      </p:sp>
      <p:sp>
        <p:nvSpPr>
          <p:cNvPr id="1088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6692D7C-F702-4067-8B7A-3A029280AF3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82" name="PlaceHolder 1"/>
          <p:cNvSpPr>
            <a:spLocks noGrp="1"/>
          </p:cNvSpPr>
          <p:nvPr>
            <p:ph type="sldImg"/>
          </p:nvPr>
        </p:nvSpPr>
        <p:spPr>
          <a:xfrm>
            <a:off x="3297240" y="520560"/>
            <a:ext cx="3456000" cy="2592360"/>
          </a:xfrm>
          <a:prstGeom prst="rect">
            <a:avLst/>
          </a:prstGeom>
          <a:ln w="0">
            <a:noFill/>
          </a:ln>
        </p:spPr>
      </p:sp>
      <p:sp>
        <p:nvSpPr>
          <p:cNvPr id="1088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C096B1F-B22A-4393-A195-41312E7E8BA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85" name="PlaceHolder 1"/>
          <p:cNvSpPr>
            <a:spLocks noGrp="1"/>
          </p:cNvSpPr>
          <p:nvPr>
            <p:ph type="sldImg"/>
          </p:nvPr>
        </p:nvSpPr>
        <p:spPr>
          <a:xfrm>
            <a:off x="3297240" y="520560"/>
            <a:ext cx="3456000" cy="2592360"/>
          </a:xfrm>
          <a:prstGeom prst="rect">
            <a:avLst/>
          </a:prstGeom>
          <a:ln w="0">
            <a:noFill/>
          </a:ln>
        </p:spPr>
      </p:sp>
      <p:sp>
        <p:nvSpPr>
          <p:cNvPr id="1088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CDCEAE8-0100-4362-9968-A3C5BED3166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88" name="PlaceHolder 1"/>
          <p:cNvSpPr>
            <a:spLocks noGrp="1"/>
          </p:cNvSpPr>
          <p:nvPr>
            <p:ph type="sldImg"/>
          </p:nvPr>
        </p:nvSpPr>
        <p:spPr>
          <a:xfrm>
            <a:off x="3297240" y="520560"/>
            <a:ext cx="3456000" cy="2592360"/>
          </a:xfrm>
          <a:prstGeom prst="rect">
            <a:avLst/>
          </a:prstGeom>
          <a:ln w="0">
            <a:noFill/>
          </a:ln>
        </p:spPr>
      </p:sp>
      <p:sp>
        <p:nvSpPr>
          <p:cNvPr id="1088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7F05F1D-000B-42A4-BE26-E5C5FB0247D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91" name="PlaceHolder 1"/>
          <p:cNvSpPr>
            <a:spLocks noGrp="1"/>
          </p:cNvSpPr>
          <p:nvPr>
            <p:ph type="sldImg"/>
          </p:nvPr>
        </p:nvSpPr>
        <p:spPr>
          <a:xfrm>
            <a:off x="3300480" y="520560"/>
            <a:ext cx="3456000" cy="2592360"/>
          </a:xfrm>
          <a:prstGeom prst="rect">
            <a:avLst/>
          </a:prstGeom>
          <a:ln w="0">
            <a:noFill/>
          </a:ln>
        </p:spPr>
      </p:sp>
      <p:sp>
        <p:nvSpPr>
          <p:cNvPr id="1089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33A4DEF-63AD-495B-AF6D-910DB02F712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94" name="PlaceHolder 1"/>
          <p:cNvSpPr>
            <a:spLocks noGrp="1"/>
          </p:cNvSpPr>
          <p:nvPr>
            <p:ph type="sldImg"/>
          </p:nvPr>
        </p:nvSpPr>
        <p:spPr>
          <a:xfrm>
            <a:off x="3300480" y="520560"/>
            <a:ext cx="3456000" cy="2592360"/>
          </a:xfrm>
          <a:prstGeom prst="rect">
            <a:avLst/>
          </a:prstGeom>
          <a:ln w="0">
            <a:noFill/>
          </a:ln>
        </p:spPr>
      </p:sp>
      <p:sp>
        <p:nvSpPr>
          <p:cNvPr id="1089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02A8B65-F38D-4670-B238-4853FAD1B27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897" name="PlaceHolder 1"/>
          <p:cNvSpPr>
            <a:spLocks noGrp="1"/>
          </p:cNvSpPr>
          <p:nvPr>
            <p:ph type="sldImg"/>
          </p:nvPr>
        </p:nvSpPr>
        <p:spPr>
          <a:xfrm>
            <a:off x="3297240" y="520560"/>
            <a:ext cx="3456000" cy="2592360"/>
          </a:xfrm>
          <a:prstGeom prst="rect">
            <a:avLst/>
          </a:prstGeom>
          <a:ln w="0">
            <a:noFill/>
          </a:ln>
        </p:spPr>
      </p:sp>
      <p:sp>
        <p:nvSpPr>
          <p:cNvPr id="1089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9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2BE4540-D812-4D02-9F75-73C2FC9F934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00" name="PlaceHolder 1"/>
          <p:cNvSpPr>
            <a:spLocks noGrp="1"/>
          </p:cNvSpPr>
          <p:nvPr>
            <p:ph type="sldImg"/>
          </p:nvPr>
        </p:nvSpPr>
        <p:spPr>
          <a:xfrm>
            <a:off x="3297240" y="520560"/>
            <a:ext cx="3456000" cy="2592360"/>
          </a:xfrm>
          <a:prstGeom prst="rect">
            <a:avLst/>
          </a:prstGeom>
          <a:ln w="0">
            <a:noFill/>
          </a:ln>
        </p:spPr>
      </p:sp>
      <p:sp>
        <p:nvSpPr>
          <p:cNvPr id="1090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D283A6D-E908-4E7F-9924-5A5F6E0959B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03" name="PlaceHolder 1"/>
          <p:cNvSpPr>
            <a:spLocks noGrp="1"/>
          </p:cNvSpPr>
          <p:nvPr>
            <p:ph type="sldImg"/>
          </p:nvPr>
        </p:nvSpPr>
        <p:spPr>
          <a:xfrm>
            <a:off x="3297240" y="520560"/>
            <a:ext cx="3456000" cy="2592360"/>
          </a:xfrm>
          <a:prstGeom prst="rect">
            <a:avLst/>
          </a:prstGeom>
          <a:ln w="0">
            <a:noFill/>
          </a:ln>
        </p:spPr>
      </p:sp>
      <p:sp>
        <p:nvSpPr>
          <p:cNvPr id="1090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79FB1AD-DB7A-4296-A3E4-BCC5A641EBE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06" name="PlaceHolder 1"/>
          <p:cNvSpPr>
            <a:spLocks noGrp="1"/>
          </p:cNvSpPr>
          <p:nvPr>
            <p:ph type="sldImg"/>
          </p:nvPr>
        </p:nvSpPr>
        <p:spPr>
          <a:xfrm>
            <a:off x="3300480" y="520560"/>
            <a:ext cx="3456000" cy="2592360"/>
          </a:xfrm>
          <a:prstGeom prst="rect">
            <a:avLst/>
          </a:prstGeom>
          <a:ln w="0">
            <a:noFill/>
          </a:ln>
        </p:spPr>
      </p:sp>
      <p:sp>
        <p:nvSpPr>
          <p:cNvPr id="1090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07C3890-998C-455F-8A54-49B7CA5B663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09" name="PlaceHolder 1"/>
          <p:cNvSpPr>
            <a:spLocks noGrp="1"/>
          </p:cNvSpPr>
          <p:nvPr>
            <p:ph type="sldImg"/>
          </p:nvPr>
        </p:nvSpPr>
        <p:spPr>
          <a:xfrm>
            <a:off x="3303720" y="527040"/>
            <a:ext cx="3457440" cy="2594160"/>
          </a:xfrm>
          <a:prstGeom prst="rect">
            <a:avLst/>
          </a:prstGeom>
          <a:ln w="0">
            <a:noFill/>
          </a:ln>
        </p:spPr>
      </p:sp>
      <p:sp>
        <p:nvSpPr>
          <p:cNvPr id="10910" name="PlaceHolder 2"/>
          <p:cNvSpPr>
            <a:spLocks noGrp="1"/>
          </p:cNvSpPr>
          <p:nvPr>
            <p:ph type="body"/>
          </p:nvPr>
        </p:nvSpPr>
        <p:spPr>
          <a:xfrm>
            <a:off x="1360080" y="3290400"/>
            <a:ext cx="7327800" cy="3100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1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0EC1DCF-1D12-4343-9D9E-A68BDA5377C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12" name="PlaceHolder 1"/>
          <p:cNvSpPr>
            <a:spLocks noGrp="1"/>
          </p:cNvSpPr>
          <p:nvPr>
            <p:ph type="sldImg"/>
          </p:nvPr>
        </p:nvSpPr>
        <p:spPr>
          <a:xfrm>
            <a:off x="3300480" y="520560"/>
            <a:ext cx="3456000" cy="2592360"/>
          </a:xfrm>
          <a:prstGeom prst="rect">
            <a:avLst/>
          </a:prstGeom>
          <a:ln w="0">
            <a:noFill/>
          </a:ln>
        </p:spPr>
      </p:sp>
      <p:sp>
        <p:nvSpPr>
          <p:cNvPr id="1091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F637BBA-49B2-4578-A8B3-4EF49B4EE9B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15" name="PlaceHolder 1"/>
          <p:cNvSpPr>
            <a:spLocks noGrp="1"/>
          </p:cNvSpPr>
          <p:nvPr>
            <p:ph type="sldImg"/>
          </p:nvPr>
        </p:nvSpPr>
        <p:spPr>
          <a:xfrm>
            <a:off x="3300480" y="520560"/>
            <a:ext cx="3456000" cy="2592360"/>
          </a:xfrm>
          <a:prstGeom prst="rect">
            <a:avLst/>
          </a:prstGeom>
          <a:ln w="0">
            <a:noFill/>
          </a:ln>
        </p:spPr>
      </p:sp>
      <p:sp>
        <p:nvSpPr>
          <p:cNvPr id="1091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28FC2E4-6138-4DE8-9E0C-B6094B31BA5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18" name="PlaceHolder 1"/>
          <p:cNvSpPr>
            <a:spLocks noGrp="1"/>
          </p:cNvSpPr>
          <p:nvPr>
            <p:ph type="sldImg"/>
          </p:nvPr>
        </p:nvSpPr>
        <p:spPr>
          <a:xfrm>
            <a:off x="3300480" y="520560"/>
            <a:ext cx="3456000" cy="2592360"/>
          </a:xfrm>
          <a:prstGeom prst="rect">
            <a:avLst/>
          </a:prstGeom>
          <a:ln w="0">
            <a:noFill/>
          </a:ln>
        </p:spPr>
      </p:sp>
      <p:sp>
        <p:nvSpPr>
          <p:cNvPr id="1091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3E9075A-EC43-4534-9801-E64D2B105D8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21" name="PlaceHolder 1"/>
          <p:cNvSpPr>
            <a:spLocks noGrp="1"/>
          </p:cNvSpPr>
          <p:nvPr>
            <p:ph type="sldImg"/>
          </p:nvPr>
        </p:nvSpPr>
        <p:spPr>
          <a:xfrm>
            <a:off x="3300480" y="520560"/>
            <a:ext cx="3456000" cy="2592360"/>
          </a:xfrm>
          <a:prstGeom prst="rect">
            <a:avLst/>
          </a:prstGeom>
          <a:ln w="0">
            <a:noFill/>
          </a:ln>
        </p:spPr>
      </p:sp>
      <p:sp>
        <p:nvSpPr>
          <p:cNvPr id="1092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1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9265F18-D034-45C2-9A7F-D92BA0CE9FD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24" name="PlaceHolder 1"/>
          <p:cNvSpPr>
            <a:spLocks noGrp="1"/>
          </p:cNvSpPr>
          <p:nvPr>
            <p:ph type="sldImg"/>
          </p:nvPr>
        </p:nvSpPr>
        <p:spPr>
          <a:xfrm>
            <a:off x="3301920" y="527040"/>
            <a:ext cx="3459240" cy="2594160"/>
          </a:xfrm>
          <a:prstGeom prst="rect">
            <a:avLst/>
          </a:prstGeom>
          <a:ln w="0">
            <a:noFill/>
          </a:ln>
        </p:spPr>
      </p:sp>
      <p:sp>
        <p:nvSpPr>
          <p:cNvPr id="10925" name="PlaceHolder 2"/>
          <p:cNvSpPr>
            <a:spLocks noGrp="1"/>
          </p:cNvSpPr>
          <p:nvPr>
            <p:ph type="body"/>
          </p:nvPr>
        </p:nvSpPr>
        <p:spPr>
          <a:xfrm>
            <a:off x="1360080" y="3290400"/>
            <a:ext cx="7327800" cy="3100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ja-JP" sz="1200" spc="-1" strike="noStrike">
              <a:solidFill>
                <a:srgbClr val="000000"/>
              </a:solidFill>
              <a:latin typeface="Times New Roman"/>
              <a:ea typeface="ＭＳ Ｐゴシック"/>
            </a:endParaRPr>
          </a:p>
        </p:txBody>
      </p:sp>
    </p:spTree>
  </p:cSld>
</p:notes>
</file>

<file path=ppt/notesSlides/notesSlide2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D93E4A5-BE7E-437B-AA8F-556473BF998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27" name="PlaceHolder 1"/>
          <p:cNvSpPr>
            <a:spLocks noGrp="1"/>
          </p:cNvSpPr>
          <p:nvPr>
            <p:ph type="sldImg"/>
          </p:nvPr>
        </p:nvSpPr>
        <p:spPr>
          <a:xfrm>
            <a:off x="3300480" y="520560"/>
            <a:ext cx="3456000" cy="2592360"/>
          </a:xfrm>
          <a:prstGeom prst="rect">
            <a:avLst/>
          </a:prstGeom>
          <a:ln w="0">
            <a:noFill/>
          </a:ln>
        </p:spPr>
      </p:sp>
      <p:sp>
        <p:nvSpPr>
          <p:cNvPr id="1092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2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35472B4-C218-45F7-BABB-6FA5CD9D669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30" name="PlaceHolder 1"/>
          <p:cNvSpPr>
            <a:spLocks noGrp="1"/>
          </p:cNvSpPr>
          <p:nvPr>
            <p:ph type="sldImg"/>
          </p:nvPr>
        </p:nvSpPr>
        <p:spPr>
          <a:xfrm>
            <a:off x="3300480" y="520560"/>
            <a:ext cx="3456000" cy="2592360"/>
          </a:xfrm>
          <a:prstGeom prst="rect">
            <a:avLst/>
          </a:prstGeom>
          <a:ln w="0">
            <a:noFill/>
          </a:ln>
        </p:spPr>
      </p:sp>
      <p:sp>
        <p:nvSpPr>
          <p:cNvPr id="1093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EE177EC-D423-49C3-A103-0337C1268A3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33" name="PlaceHolder 1"/>
          <p:cNvSpPr>
            <a:spLocks noGrp="1"/>
          </p:cNvSpPr>
          <p:nvPr>
            <p:ph type="sldImg"/>
          </p:nvPr>
        </p:nvSpPr>
        <p:spPr>
          <a:xfrm>
            <a:off x="3301920" y="527040"/>
            <a:ext cx="3459240" cy="2594160"/>
          </a:xfrm>
          <a:prstGeom prst="rect">
            <a:avLst/>
          </a:prstGeom>
          <a:ln w="0">
            <a:noFill/>
          </a:ln>
        </p:spPr>
      </p:sp>
      <p:sp>
        <p:nvSpPr>
          <p:cNvPr id="10934" name="PlaceHolder 2"/>
          <p:cNvSpPr>
            <a:spLocks noGrp="1"/>
          </p:cNvSpPr>
          <p:nvPr>
            <p:ph type="body"/>
          </p:nvPr>
        </p:nvSpPr>
        <p:spPr>
          <a:xfrm>
            <a:off x="1360080" y="3290400"/>
            <a:ext cx="7327800" cy="3100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ja-JP" sz="1200" spc="-1" strike="noStrike">
              <a:solidFill>
                <a:srgbClr val="000000"/>
              </a:solidFill>
              <a:latin typeface="Times New Roman"/>
              <a:ea typeface="ＭＳ Ｐゴシック"/>
            </a:endParaRPr>
          </a:p>
        </p:txBody>
      </p:sp>
    </p:spTree>
  </p:cSld>
</p:notes>
</file>

<file path=ppt/notesSlides/notesSlide2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FB9A35B-DD13-404D-8DAB-CA7B145DAA9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36" name="PlaceHolder 1"/>
          <p:cNvSpPr>
            <a:spLocks noGrp="1"/>
          </p:cNvSpPr>
          <p:nvPr>
            <p:ph type="sldImg"/>
          </p:nvPr>
        </p:nvSpPr>
        <p:spPr>
          <a:xfrm>
            <a:off x="3300480" y="520560"/>
            <a:ext cx="3456000" cy="2592360"/>
          </a:xfrm>
          <a:prstGeom prst="rect">
            <a:avLst/>
          </a:prstGeom>
          <a:ln w="0">
            <a:noFill/>
          </a:ln>
        </p:spPr>
      </p:sp>
      <p:sp>
        <p:nvSpPr>
          <p:cNvPr id="1093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4582FDC-EB6F-4E18-8F38-86157BE91FA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39" name="PlaceHolder 1"/>
          <p:cNvSpPr>
            <a:spLocks noGrp="1"/>
          </p:cNvSpPr>
          <p:nvPr>
            <p:ph type="sldImg"/>
          </p:nvPr>
        </p:nvSpPr>
        <p:spPr>
          <a:xfrm>
            <a:off x="3300480" y="520560"/>
            <a:ext cx="3456000" cy="2592360"/>
          </a:xfrm>
          <a:prstGeom prst="rect">
            <a:avLst/>
          </a:prstGeom>
          <a:ln w="0">
            <a:noFill/>
          </a:ln>
        </p:spPr>
      </p:sp>
      <p:sp>
        <p:nvSpPr>
          <p:cNvPr id="1094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6D2799C-D5E1-4D5A-A04E-BFDFCF8077B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42" name="PlaceHolder 1"/>
          <p:cNvSpPr>
            <a:spLocks noGrp="1"/>
          </p:cNvSpPr>
          <p:nvPr>
            <p:ph type="sldImg"/>
          </p:nvPr>
        </p:nvSpPr>
        <p:spPr>
          <a:xfrm>
            <a:off x="3300480" y="520560"/>
            <a:ext cx="3456000" cy="2592360"/>
          </a:xfrm>
          <a:prstGeom prst="rect">
            <a:avLst/>
          </a:prstGeom>
          <a:ln w="0">
            <a:noFill/>
          </a:ln>
        </p:spPr>
      </p:sp>
      <p:sp>
        <p:nvSpPr>
          <p:cNvPr id="1094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CA473FB-F104-47FB-8C09-FAAA58BB54A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45" name="PlaceHolder 1"/>
          <p:cNvSpPr>
            <a:spLocks noGrp="1"/>
          </p:cNvSpPr>
          <p:nvPr>
            <p:ph type="sldImg"/>
          </p:nvPr>
        </p:nvSpPr>
        <p:spPr>
          <a:xfrm>
            <a:off x="3300480" y="520560"/>
            <a:ext cx="3456000" cy="2592360"/>
          </a:xfrm>
          <a:prstGeom prst="rect">
            <a:avLst/>
          </a:prstGeom>
          <a:ln w="0">
            <a:noFill/>
          </a:ln>
        </p:spPr>
      </p:sp>
      <p:sp>
        <p:nvSpPr>
          <p:cNvPr id="1094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48FDDFC-05FF-40C1-9CF0-D4BFE3E760B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48" name="PlaceHolder 1"/>
          <p:cNvSpPr>
            <a:spLocks noGrp="1"/>
          </p:cNvSpPr>
          <p:nvPr>
            <p:ph type="sldImg"/>
          </p:nvPr>
        </p:nvSpPr>
        <p:spPr>
          <a:xfrm>
            <a:off x="3300480" y="520560"/>
            <a:ext cx="3456000" cy="2592360"/>
          </a:xfrm>
          <a:prstGeom prst="rect">
            <a:avLst/>
          </a:prstGeom>
          <a:ln w="0">
            <a:noFill/>
          </a:ln>
        </p:spPr>
      </p:sp>
      <p:sp>
        <p:nvSpPr>
          <p:cNvPr id="1094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86FA019-A0DD-479F-934F-3E9FA49127B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51" name="PlaceHolder 1"/>
          <p:cNvSpPr>
            <a:spLocks noGrp="1"/>
          </p:cNvSpPr>
          <p:nvPr>
            <p:ph type="sldImg"/>
          </p:nvPr>
        </p:nvSpPr>
        <p:spPr>
          <a:xfrm>
            <a:off x="3300480" y="520560"/>
            <a:ext cx="3456000" cy="2592360"/>
          </a:xfrm>
          <a:prstGeom prst="rect">
            <a:avLst/>
          </a:prstGeom>
          <a:ln w="0">
            <a:noFill/>
          </a:ln>
        </p:spPr>
      </p:sp>
      <p:sp>
        <p:nvSpPr>
          <p:cNvPr id="10952" name="PlaceHolder 2"/>
          <p:cNvSpPr>
            <a:spLocks noGrp="1"/>
          </p:cNvSpPr>
          <p:nvPr>
            <p:ph type="body"/>
          </p:nvPr>
        </p:nvSpPr>
        <p:spPr>
          <a:xfrm>
            <a:off x="1337760" y="3285720"/>
            <a:ext cx="7372440" cy="31114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CE785C6-211D-46DF-A824-6E9BC0FCA3E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54" name="PlaceHolder 1"/>
          <p:cNvSpPr>
            <a:spLocks noGrp="1"/>
          </p:cNvSpPr>
          <p:nvPr>
            <p:ph type="sldImg"/>
          </p:nvPr>
        </p:nvSpPr>
        <p:spPr>
          <a:xfrm>
            <a:off x="3297240" y="520560"/>
            <a:ext cx="3456000" cy="2592360"/>
          </a:xfrm>
          <a:prstGeom prst="rect">
            <a:avLst/>
          </a:prstGeom>
          <a:ln w="0">
            <a:noFill/>
          </a:ln>
        </p:spPr>
      </p:sp>
      <p:sp>
        <p:nvSpPr>
          <p:cNvPr id="1095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E8DD90E-6144-4529-9F8B-7F3085039CC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57" name="PlaceHolder 1"/>
          <p:cNvSpPr>
            <a:spLocks noGrp="1"/>
          </p:cNvSpPr>
          <p:nvPr>
            <p:ph type="sldImg"/>
          </p:nvPr>
        </p:nvSpPr>
        <p:spPr>
          <a:xfrm>
            <a:off x="3297240" y="520560"/>
            <a:ext cx="3456000" cy="2592360"/>
          </a:xfrm>
          <a:prstGeom prst="rect">
            <a:avLst/>
          </a:prstGeom>
          <a:ln w="0">
            <a:noFill/>
          </a:ln>
        </p:spPr>
      </p:sp>
      <p:sp>
        <p:nvSpPr>
          <p:cNvPr id="1095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933A841-3AB9-40BD-BD50-E4E8FE0CD2E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60" name="PlaceHolder 1"/>
          <p:cNvSpPr>
            <a:spLocks noGrp="1"/>
          </p:cNvSpPr>
          <p:nvPr>
            <p:ph type="sldImg"/>
          </p:nvPr>
        </p:nvSpPr>
        <p:spPr>
          <a:xfrm>
            <a:off x="3301920" y="517680"/>
            <a:ext cx="3460680" cy="2595240"/>
          </a:xfrm>
          <a:prstGeom prst="rect">
            <a:avLst/>
          </a:prstGeom>
          <a:ln w="0">
            <a:noFill/>
          </a:ln>
        </p:spPr>
      </p:sp>
      <p:sp>
        <p:nvSpPr>
          <p:cNvPr id="10961" name="PlaceHolder 2"/>
          <p:cNvSpPr>
            <a:spLocks noGrp="1"/>
          </p:cNvSpPr>
          <p:nvPr>
            <p:ph type="body"/>
          </p:nvPr>
        </p:nvSpPr>
        <p:spPr>
          <a:xfrm>
            <a:off x="1343160" y="3284640"/>
            <a:ext cx="7362720" cy="31161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758BB93-9EF0-465B-AA17-5B0F5E9AF6B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63" name="PlaceHolder 1"/>
          <p:cNvSpPr>
            <a:spLocks noGrp="1"/>
          </p:cNvSpPr>
          <p:nvPr>
            <p:ph type="sldImg"/>
          </p:nvPr>
        </p:nvSpPr>
        <p:spPr>
          <a:xfrm>
            <a:off x="3297240" y="520560"/>
            <a:ext cx="3456000" cy="2592360"/>
          </a:xfrm>
          <a:prstGeom prst="rect">
            <a:avLst/>
          </a:prstGeom>
          <a:ln w="0">
            <a:noFill/>
          </a:ln>
        </p:spPr>
      </p:sp>
      <p:sp>
        <p:nvSpPr>
          <p:cNvPr id="1096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1F3FD69-633C-4C26-AFA1-62E9D2721E8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66" name="PlaceHolder 1"/>
          <p:cNvSpPr>
            <a:spLocks noGrp="1"/>
          </p:cNvSpPr>
          <p:nvPr>
            <p:ph type="sldImg"/>
          </p:nvPr>
        </p:nvSpPr>
        <p:spPr>
          <a:xfrm>
            <a:off x="3297240" y="520560"/>
            <a:ext cx="3456000" cy="2592360"/>
          </a:xfrm>
          <a:prstGeom prst="rect">
            <a:avLst/>
          </a:prstGeom>
          <a:ln w="0">
            <a:noFill/>
          </a:ln>
        </p:spPr>
      </p:sp>
      <p:sp>
        <p:nvSpPr>
          <p:cNvPr id="1096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440C3F4-11CD-4DEC-91C7-884C3B2942C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69" name="PlaceHolder 1"/>
          <p:cNvSpPr>
            <a:spLocks noGrp="1"/>
          </p:cNvSpPr>
          <p:nvPr>
            <p:ph type="sldImg"/>
          </p:nvPr>
        </p:nvSpPr>
        <p:spPr>
          <a:xfrm>
            <a:off x="3297240" y="520560"/>
            <a:ext cx="3456000" cy="2592360"/>
          </a:xfrm>
          <a:prstGeom prst="rect">
            <a:avLst/>
          </a:prstGeom>
          <a:ln w="0">
            <a:noFill/>
          </a:ln>
        </p:spPr>
      </p:sp>
      <p:sp>
        <p:nvSpPr>
          <p:cNvPr id="1097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7E11EEE-0114-4B97-8BF3-2484F1832CE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72" name="PlaceHolder 1"/>
          <p:cNvSpPr>
            <a:spLocks noGrp="1"/>
          </p:cNvSpPr>
          <p:nvPr>
            <p:ph type="sldImg"/>
          </p:nvPr>
        </p:nvSpPr>
        <p:spPr>
          <a:xfrm>
            <a:off x="3297240" y="520560"/>
            <a:ext cx="3456000" cy="2592360"/>
          </a:xfrm>
          <a:prstGeom prst="rect">
            <a:avLst/>
          </a:prstGeom>
          <a:ln w="0">
            <a:noFill/>
          </a:ln>
        </p:spPr>
      </p:sp>
      <p:sp>
        <p:nvSpPr>
          <p:cNvPr id="1097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79B497A-65FA-4011-898B-E9F00B5CC4E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75" name="PlaceHolder 1"/>
          <p:cNvSpPr>
            <a:spLocks noGrp="1"/>
          </p:cNvSpPr>
          <p:nvPr>
            <p:ph type="sldImg"/>
          </p:nvPr>
        </p:nvSpPr>
        <p:spPr>
          <a:xfrm>
            <a:off x="1617840" y="1638360"/>
            <a:ext cx="6796080" cy="5097240"/>
          </a:xfrm>
          <a:prstGeom prst="rect">
            <a:avLst/>
          </a:prstGeom>
          <a:ln w="0">
            <a:noFill/>
          </a:ln>
        </p:spPr>
      </p:sp>
      <p:sp>
        <p:nvSpPr>
          <p:cNvPr id="10976"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D0CD6FB-CE32-4436-B8A9-D4412473B0E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78" name="PlaceHolder 1"/>
          <p:cNvSpPr>
            <a:spLocks noGrp="1"/>
          </p:cNvSpPr>
          <p:nvPr>
            <p:ph type="sldImg"/>
          </p:nvPr>
        </p:nvSpPr>
        <p:spPr>
          <a:xfrm>
            <a:off x="3295800" y="519120"/>
            <a:ext cx="3458880" cy="2593800"/>
          </a:xfrm>
          <a:prstGeom prst="rect">
            <a:avLst/>
          </a:prstGeom>
          <a:ln w="0">
            <a:noFill/>
          </a:ln>
        </p:spPr>
      </p:sp>
      <p:sp>
        <p:nvSpPr>
          <p:cNvPr id="10979"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8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9ADFDE2-FA8D-4D2D-85CB-F49CED1F904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81" name="PlaceHolder 1"/>
          <p:cNvSpPr>
            <a:spLocks noGrp="1"/>
          </p:cNvSpPr>
          <p:nvPr>
            <p:ph type="sldImg"/>
          </p:nvPr>
        </p:nvSpPr>
        <p:spPr>
          <a:xfrm>
            <a:off x="3295800" y="519120"/>
            <a:ext cx="3458880" cy="2593800"/>
          </a:xfrm>
          <a:prstGeom prst="rect">
            <a:avLst/>
          </a:prstGeom>
          <a:ln w="0">
            <a:noFill/>
          </a:ln>
        </p:spPr>
      </p:sp>
      <p:sp>
        <p:nvSpPr>
          <p:cNvPr id="10982"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8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8E9420B-91EC-4D70-8CCC-471918EEA5C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84" name="PlaceHolder 1"/>
          <p:cNvSpPr>
            <a:spLocks noGrp="1"/>
          </p:cNvSpPr>
          <p:nvPr>
            <p:ph type="sldImg"/>
          </p:nvPr>
        </p:nvSpPr>
        <p:spPr>
          <a:xfrm>
            <a:off x="3295800" y="519120"/>
            <a:ext cx="3458880" cy="2593800"/>
          </a:xfrm>
          <a:prstGeom prst="rect">
            <a:avLst/>
          </a:prstGeom>
          <a:ln w="0">
            <a:noFill/>
          </a:ln>
        </p:spPr>
      </p:sp>
      <p:sp>
        <p:nvSpPr>
          <p:cNvPr id="10985"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8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12E23D1-A581-43DD-8430-79B38415AC8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87" name="PlaceHolder 1"/>
          <p:cNvSpPr>
            <a:spLocks noGrp="1"/>
          </p:cNvSpPr>
          <p:nvPr>
            <p:ph type="sldImg"/>
          </p:nvPr>
        </p:nvSpPr>
        <p:spPr>
          <a:xfrm>
            <a:off x="3295800" y="519120"/>
            <a:ext cx="3458880" cy="2593800"/>
          </a:xfrm>
          <a:prstGeom prst="rect">
            <a:avLst/>
          </a:prstGeom>
          <a:ln w="0">
            <a:noFill/>
          </a:ln>
        </p:spPr>
      </p:sp>
      <p:sp>
        <p:nvSpPr>
          <p:cNvPr id="10988"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8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511D043-195E-44F7-99F0-6942E56DFD1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90" name="PlaceHolder 1"/>
          <p:cNvSpPr>
            <a:spLocks noGrp="1"/>
          </p:cNvSpPr>
          <p:nvPr>
            <p:ph type="sldImg"/>
          </p:nvPr>
        </p:nvSpPr>
        <p:spPr>
          <a:xfrm>
            <a:off x="3295800" y="519120"/>
            <a:ext cx="3458880" cy="2593800"/>
          </a:xfrm>
          <a:prstGeom prst="rect">
            <a:avLst/>
          </a:prstGeom>
          <a:ln w="0">
            <a:noFill/>
          </a:ln>
        </p:spPr>
      </p:sp>
      <p:sp>
        <p:nvSpPr>
          <p:cNvPr id="10991"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F656940-7E29-4E06-97B2-C2A562D531F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93" name="PlaceHolder 1"/>
          <p:cNvSpPr>
            <a:spLocks noGrp="1"/>
          </p:cNvSpPr>
          <p:nvPr>
            <p:ph type="sldImg"/>
          </p:nvPr>
        </p:nvSpPr>
        <p:spPr>
          <a:xfrm>
            <a:off x="3295800" y="519120"/>
            <a:ext cx="3458880" cy="2593800"/>
          </a:xfrm>
          <a:prstGeom prst="rect">
            <a:avLst/>
          </a:prstGeom>
          <a:ln w="0">
            <a:noFill/>
          </a:ln>
        </p:spPr>
      </p:sp>
      <p:sp>
        <p:nvSpPr>
          <p:cNvPr id="10994"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04FF4A3-1AAB-426E-998A-BFB6C564D46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96" name="PlaceHolder 1"/>
          <p:cNvSpPr>
            <a:spLocks noGrp="1"/>
          </p:cNvSpPr>
          <p:nvPr>
            <p:ph type="sldImg"/>
          </p:nvPr>
        </p:nvSpPr>
        <p:spPr>
          <a:xfrm>
            <a:off x="3295800" y="519120"/>
            <a:ext cx="3458880" cy="2593800"/>
          </a:xfrm>
          <a:prstGeom prst="rect">
            <a:avLst/>
          </a:prstGeom>
          <a:ln w="0">
            <a:noFill/>
          </a:ln>
        </p:spPr>
      </p:sp>
      <p:sp>
        <p:nvSpPr>
          <p:cNvPr id="10997"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2B8A475-0B62-48C1-9789-B7DE3220708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0999" name="PlaceHolder 1"/>
          <p:cNvSpPr>
            <a:spLocks noGrp="1"/>
          </p:cNvSpPr>
          <p:nvPr>
            <p:ph type="sldImg"/>
          </p:nvPr>
        </p:nvSpPr>
        <p:spPr>
          <a:xfrm>
            <a:off x="3295800" y="519120"/>
            <a:ext cx="3458880" cy="2593800"/>
          </a:xfrm>
          <a:prstGeom prst="rect">
            <a:avLst/>
          </a:prstGeom>
          <a:ln w="0">
            <a:noFill/>
          </a:ln>
        </p:spPr>
      </p:sp>
      <p:sp>
        <p:nvSpPr>
          <p:cNvPr id="11000"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D3FAB83-3F52-4539-B67C-F930E2537C6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02" name="PlaceHolder 1"/>
          <p:cNvSpPr>
            <a:spLocks noGrp="1"/>
          </p:cNvSpPr>
          <p:nvPr>
            <p:ph type="sldImg"/>
          </p:nvPr>
        </p:nvSpPr>
        <p:spPr>
          <a:xfrm>
            <a:off x="3295800" y="519120"/>
            <a:ext cx="3458880" cy="2593800"/>
          </a:xfrm>
          <a:prstGeom prst="rect">
            <a:avLst/>
          </a:prstGeom>
          <a:ln w="0">
            <a:noFill/>
          </a:ln>
        </p:spPr>
      </p:sp>
      <p:sp>
        <p:nvSpPr>
          <p:cNvPr id="11003"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DA5507A-C512-43C1-9981-FAA694BD741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05" name="PlaceHolder 1"/>
          <p:cNvSpPr>
            <a:spLocks noGrp="1"/>
          </p:cNvSpPr>
          <p:nvPr>
            <p:ph type="sldImg"/>
          </p:nvPr>
        </p:nvSpPr>
        <p:spPr>
          <a:xfrm>
            <a:off x="3295800" y="519120"/>
            <a:ext cx="3458880" cy="2593800"/>
          </a:xfrm>
          <a:prstGeom prst="rect">
            <a:avLst/>
          </a:prstGeom>
          <a:ln w="0">
            <a:noFill/>
          </a:ln>
        </p:spPr>
      </p:sp>
      <p:sp>
        <p:nvSpPr>
          <p:cNvPr id="11006"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9C40DA9-C9B1-47C6-9814-D9B5CB4C545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08" name="PlaceHolder 1"/>
          <p:cNvSpPr>
            <a:spLocks noGrp="1"/>
          </p:cNvSpPr>
          <p:nvPr>
            <p:ph type="sldImg"/>
          </p:nvPr>
        </p:nvSpPr>
        <p:spPr>
          <a:xfrm>
            <a:off x="3295800" y="519120"/>
            <a:ext cx="3458880" cy="2593800"/>
          </a:xfrm>
          <a:prstGeom prst="rect">
            <a:avLst/>
          </a:prstGeom>
          <a:ln w="0">
            <a:noFill/>
          </a:ln>
        </p:spPr>
      </p:sp>
      <p:sp>
        <p:nvSpPr>
          <p:cNvPr id="11009"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A061079-D81B-435B-AD3B-74EAB8AA15B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11" name="PlaceHolder 1"/>
          <p:cNvSpPr>
            <a:spLocks noGrp="1"/>
          </p:cNvSpPr>
          <p:nvPr>
            <p:ph type="sldImg"/>
          </p:nvPr>
        </p:nvSpPr>
        <p:spPr>
          <a:xfrm>
            <a:off x="1617840" y="1638360"/>
            <a:ext cx="6796080" cy="5097240"/>
          </a:xfrm>
          <a:prstGeom prst="rect">
            <a:avLst/>
          </a:prstGeom>
          <a:ln w="0">
            <a:noFill/>
          </a:ln>
        </p:spPr>
      </p:sp>
      <p:sp>
        <p:nvSpPr>
          <p:cNvPr id="11012"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9D74778-0859-4876-B7DC-12C05F43C1A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14" name="PlaceHolder 1"/>
          <p:cNvSpPr>
            <a:spLocks noGrp="1"/>
          </p:cNvSpPr>
          <p:nvPr>
            <p:ph type="sldImg"/>
          </p:nvPr>
        </p:nvSpPr>
        <p:spPr>
          <a:xfrm>
            <a:off x="1617840" y="1638360"/>
            <a:ext cx="6796080" cy="5097240"/>
          </a:xfrm>
          <a:prstGeom prst="rect">
            <a:avLst/>
          </a:prstGeom>
          <a:ln w="0">
            <a:noFill/>
          </a:ln>
        </p:spPr>
      </p:sp>
      <p:sp>
        <p:nvSpPr>
          <p:cNvPr id="11015"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47AC390-0EE7-4DF4-8265-714443A9466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17" name="PlaceHolder 1"/>
          <p:cNvSpPr>
            <a:spLocks noGrp="1"/>
          </p:cNvSpPr>
          <p:nvPr>
            <p:ph type="sldImg"/>
          </p:nvPr>
        </p:nvSpPr>
        <p:spPr>
          <a:xfrm>
            <a:off x="1617840" y="1638360"/>
            <a:ext cx="6796080" cy="5097240"/>
          </a:xfrm>
          <a:prstGeom prst="rect">
            <a:avLst/>
          </a:prstGeom>
          <a:ln w="0">
            <a:noFill/>
          </a:ln>
        </p:spPr>
      </p:sp>
      <p:sp>
        <p:nvSpPr>
          <p:cNvPr id="11018"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1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88FD08F-661D-44B0-8039-349FE8F006F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20" name="PlaceHolder 1"/>
          <p:cNvSpPr>
            <a:spLocks noGrp="1"/>
          </p:cNvSpPr>
          <p:nvPr>
            <p:ph type="sldImg"/>
          </p:nvPr>
        </p:nvSpPr>
        <p:spPr>
          <a:xfrm>
            <a:off x="1617840" y="1638360"/>
            <a:ext cx="6796080" cy="5097240"/>
          </a:xfrm>
          <a:prstGeom prst="rect">
            <a:avLst/>
          </a:prstGeom>
          <a:ln w="0">
            <a:noFill/>
          </a:ln>
        </p:spPr>
      </p:sp>
      <p:sp>
        <p:nvSpPr>
          <p:cNvPr id="11021"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E3B24EE6-4190-40E2-A698-D5F95101C52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23" name="PlaceHolder 1"/>
          <p:cNvSpPr>
            <a:spLocks noGrp="1"/>
          </p:cNvSpPr>
          <p:nvPr>
            <p:ph type="sldImg"/>
          </p:nvPr>
        </p:nvSpPr>
        <p:spPr>
          <a:xfrm>
            <a:off x="1617840" y="1638360"/>
            <a:ext cx="6796080" cy="5097240"/>
          </a:xfrm>
          <a:prstGeom prst="rect">
            <a:avLst/>
          </a:prstGeom>
          <a:ln w="0">
            <a:noFill/>
          </a:ln>
        </p:spPr>
      </p:sp>
      <p:sp>
        <p:nvSpPr>
          <p:cNvPr id="11024"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639F2D6-4F15-4472-80FD-C9C60DC6C23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26" name="PlaceHolder 1"/>
          <p:cNvSpPr>
            <a:spLocks noGrp="1"/>
          </p:cNvSpPr>
          <p:nvPr>
            <p:ph type="sldImg"/>
          </p:nvPr>
        </p:nvSpPr>
        <p:spPr>
          <a:xfrm>
            <a:off x="1617840" y="1638360"/>
            <a:ext cx="6796080" cy="5097240"/>
          </a:xfrm>
          <a:prstGeom prst="rect">
            <a:avLst/>
          </a:prstGeom>
          <a:ln w="0">
            <a:noFill/>
          </a:ln>
        </p:spPr>
      </p:sp>
      <p:sp>
        <p:nvSpPr>
          <p:cNvPr id="11027"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D026816-134B-455D-B560-F334B843D49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29" name="PlaceHolder 1"/>
          <p:cNvSpPr>
            <a:spLocks noGrp="1"/>
          </p:cNvSpPr>
          <p:nvPr>
            <p:ph type="sldImg"/>
          </p:nvPr>
        </p:nvSpPr>
        <p:spPr>
          <a:xfrm>
            <a:off x="1617840" y="1638360"/>
            <a:ext cx="6796080" cy="5097240"/>
          </a:xfrm>
          <a:prstGeom prst="rect">
            <a:avLst/>
          </a:prstGeom>
          <a:ln w="0">
            <a:noFill/>
          </a:ln>
        </p:spPr>
      </p:sp>
      <p:sp>
        <p:nvSpPr>
          <p:cNvPr id="11030"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F6C7F81-1C17-41D8-94CD-29AFFC3264D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32" name="PlaceHolder 1"/>
          <p:cNvSpPr>
            <a:spLocks noGrp="1"/>
          </p:cNvSpPr>
          <p:nvPr>
            <p:ph type="sldImg"/>
          </p:nvPr>
        </p:nvSpPr>
        <p:spPr>
          <a:xfrm>
            <a:off x="1617840" y="1638360"/>
            <a:ext cx="6796080" cy="5097240"/>
          </a:xfrm>
          <a:prstGeom prst="rect">
            <a:avLst/>
          </a:prstGeom>
          <a:ln w="0">
            <a:noFill/>
          </a:ln>
        </p:spPr>
      </p:sp>
      <p:sp>
        <p:nvSpPr>
          <p:cNvPr id="11033"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A7F0EF22-2B1F-4AAC-A245-FCC8A4943BC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35" name="PlaceHolder 1"/>
          <p:cNvSpPr>
            <a:spLocks noGrp="1"/>
          </p:cNvSpPr>
          <p:nvPr>
            <p:ph type="sldImg"/>
          </p:nvPr>
        </p:nvSpPr>
        <p:spPr>
          <a:xfrm>
            <a:off x="1617840" y="1638360"/>
            <a:ext cx="6796080" cy="5097240"/>
          </a:xfrm>
          <a:prstGeom prst="rect">
            <a:avLst/>
          </a:prstGeom>
          <a:ln w="0">
            <a:noFill/>
          </a:ln>
        </p:spPr>
      </p:sp>
      <p:sp>
        <p:nvSpPr>
          <p:cNvPr id="11036"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2E1865F-4AC7-4F91-A486-3E4ED9DED56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38" name="PlaceHolder 1"/>
          <p:cNvSpPr>
            <a:spLocks noGrp="1"/>
          </p:cNvSpPr>
          <p:nvPr>
            <p:ph type="sldImg"/>
          </p:nvPr>
        </p:nvSpPr>
        <p:spPr>
          <a:xfrm>
            <a:off x="1617840" y="1638360"/>
            <a:ext cx="6796080" cy="5097240"/>
          </a:xfrm>
          <a:prstGeom prst="rect">
            <a:avLst/>
          </a:prstGeom>
          <a:ln w="0">
            <a:noFill/>
          </a:ln>
        </p:spPr>
      </p:sp>
      <p:sp>
        <p:nvSpPr>
          <p:cNvPr id="11039"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290377D-84B2-4439-8C71-1EC6F497857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41" name="PlaceHolder 1"/>
          <p:cNvSpPr>
            <a:spLocks noGrp="1"/>
          </p:cNvSpPr>
          <p:nvPr>
            <p:ph type="sldImg"/>
          </p:nvPr>
        </p:nvSpPr>
        <p:spPr>
          <a:xfrm>
            <a:off x="1617840" y="1638360"/>
            <a:ext cx="6796080" cy="5097240"/>
          </a:xfrm>
          <a:prstGeom prst="rect">
            <a:avLst/>
          </a:prstGeom>
          <a:ln w="0">
            <a:noFill/>
          </a:ln>
        </p:spPr>
      </p:sp>
      <p:sp>
        <p:nvSpPr>
          <p:cNvPr id="11042"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EE34A5D-099E-4489-8BD7-E64ED9BB30B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44" name="PlaceHolder 1"/>
          <p:cNvSpPr>
            <a:spLocks noGrp="1"/>
          </p:cNvSpPr>
          <p:nvPr>
            <p:ph type="sldImg"/>
          </p:nvPr>
        </p:nvSpPr>
        <p:spPr>
          <a:xfrm>
            <a:off x="3295800" y="519120"/>
            <a:ext cx="3458880" cy="2593800"/>
          </a:xfrm>
          <a:prstGeom prst="rect">
            <a:avLst/>
          </a:prstGeom>
          <a:ln w="0">
            <a:noFill/>
          </a:ln>
        </p:spPr>
      </p:sp>
      <p:sp>
        <p:nvSpPr>
          <p:cNvPr id="11045"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4857E41-FFC6-414D-B337-9F91FAD93D6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47" name="PlaceHolder 1"/>
          <p:cNvSpPr>
            <a:spLocks noGrp="1"/>
          </p:cNvSpPr>
          <p:nvPr>
            <p:ph type="sldImg"/>
          </p:nvPr>
        </p:nvSpPr>
        <p:spPr>
          <a:xfrm>
            <a:off x="3297240" y="520560"/>
            <a:ext cx="3456000" cy="2592360"/>
          </a:xfrm>
          <a:prstGeom prst="rect">
            <a:avLst/>
          </a:prstGeom>
          <a:ln w="0">
            <a:noFill/>
          </a:ln>
        </p:spPr>
      </p:sp>
      <p:sp>
        <p:nvSpPr>
          <p:cNvPr id="1104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4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8EED8C0-C596-45EF-9327-8AD930B7F5B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50" name="PlaceHolder 1"/>
          <p:cNvSpPr>
            <a:spLocks noGrp="1"/>
          </p:cNvSpPr>
          <p:nvPr>
            <p:ph type="sldImg"/>
          </p:nvPr>
        </p:nvSpPr>
        <p:spPr>
          <a:xfrm>
            <a:off x="3297240" y="520560"/>
            <a:ext cx="3456000" cy="2592360"/>
          </a:xfrm>
          <a:prstGeom prst="rect">
            <a:avLst/>
          </a:prstGeom>
          <a:ln w="0">
            <a:noFill/>
          </a:ln>
        </p:spPr>
      </p:sp>
      <p:sp>
        <p:nvSpPr>
          <p:cNvPr id="1105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7B10DAF-05BD-43B7-9DF1-CCA4A12D1AC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53" name="PlaceHolder 1"/>
          <p:cNvSpPr>
            <a:spLocks noGrp="1"/>
          </p:cNvSpPr>
          <p:nvPr>
            <p:ph type="sldImg"/>
          </p:nvPr>
        </p:nvSpPr>
        <p:spPr>
          <a:xfrm>
            <a:off x="3297240" y="520560"/>
            <a:ext cx="3456000" cy="2592360"/>
          </a:xfrm>
          <a:prstGeom prst="rect">
            <a:avLst/>
          </a:prstGeom>
          <a:ln w="0">
            <a:noFill/>
          </a:ln>
        </p:spPr>
      </p:sp>
      <p:sp>
        <p:nvSpPr>
          <p:cNvPr id="1105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2208682-4256-471F-823A-BD2293A25F6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56" name="PlaceHolder 1"/>
          <p:cNvSpPr>
            <a:spLocks noGrp="1"/>
          </p:cNvSpPr>
          <p:nvPr>
            <p:ph type="sldImg"/>
          </p:nvPr>
        </p:nvSpPr>
        <p:spPr>
          <a:xfrm>
            <a:off x="3297240" y="520560"/>
            <a:ext cx="3456000" cy="2592360"/>
          </a:xfrm>
          <a:prstGeom prst="rect">
            <a:avLst/>
          </a:prstGeom>
          <a:ln w="0">
            <a:noFill/>
          </a:ln>
        </p:spPr>
      </p:sp>
      <p:sp>
        <p:nvSpPr>
          <p:cNvPr id="1105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7FC753E-D3E2-4D40-9AD0-3D7F5CA3BF6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59" name="PlaceHolder 1"/>
          <p:cNvSpPr>
            <a:spLocks noGrp="1"/>
          </p:cNvSpPr>
          <p:nvPr>
            <p:ph type="sldImg"/>
          </p:nvPr>
        </p:nvSpPr>
        <p:spPr>
          <a:xfrm>
            <a:off x="3297240" y="520560"/>
            <a:ext cx="3456000" cy="2592360"/>
          </a:xfrm>
          <a:prstGeom prst="rect">
            <a:avLst/>
          </a:prstGeom>
          <a:ln w="0">
            <a:noFill/>
          </a:ln>
        </p:spPr>
      </p:sp>
      <p:sp>
        <p:nvSpPr>
          <p:cNvPr id="1106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D9DB56A-24BF-4BA7-A6E1-A13AD2317B8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62" name="PlaceHolder 1"/>
          <p:cNvSpPr>
            <a:spLocks noGrp="1"/>
          </p:cNvSpPr>
          <p:nvPr>
            <p:ph type="sldImg"/>
          </p:nvPr>
        </p:nvSpPr>
        <p:spPr>
          <a:xfrm>
            <a:off x="3297240" y="520560"/>
            <a:ext cx="3456000" cy="2592360"/>
          </a:xfrm>
          <a:prstGeom prst="rect">
            <a:avLst/>
          </a:prstGeom>
          <a:ln w="0">
            <a:noFill/>
          </a:ln>
        </p:spPr>
      </p:sp>
      <p:sp>
        <p:nvSpPr>
          <p:cNvPr id="1106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998BBB1-C5DE-450C-AC7C-488CBBEDE8B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65" name="PlaceHolder 1"/>
          <p:cNvSpPr>
            <a:spLocks noGrp="1"/>
          </p:cNvSpPr>
          <p:nvPr>
            <p:ph type="sldImg"/>
          </p:nvPr>
        </p:nvSpPr>
        <p:spPr>
          <a:xfrm>
            <a:off x="3295800" y="519120"/>
            <a:ext cx="3458880" cy="2593800"/>
          </a:xfrm>
          <a:prstGeom prst="rect">
            <a:avLst/>
          </a:prstGeom>
          <a:ln w="0">
            <a:noFill/>
          </a:ln>
        </p:spPr>
      </p:sp>
      <p:sp>
        <p:nvSpPr>
          <p:cNvPr id="11066"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5F66769-452B-4DF8-B562-F0BAE8B53A5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68" name="PlaceHolder 1"/>
          <p:cNvSpPr>
            <a:spLocks noGrp="1"/>
          </p:cNvSpPr>
          <p:nvPr>
            <p:ph type="sldImg"/>
          </p:nvPr>
        </p:nvSpPr>
        <p:spPr>
          <a:xfrm>
            <a:off x="3295800" y="519120"/>
            <a:ext cx="3458880" cy="2593800"/>
          </a:xfrm>
          <a:prstGeom prst="rect">
            <a:avLst/>
          </a:prstGeom>
          <a:ln w="0">
            <a:noFill/>
          </a:ln>
        </p:spPr>
      </p:sp>
      <p:sp>
        <p:nvSpPr>
          <p:cNvPr id="11069"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DCD1EED-752E-4ED5-B99C-FF1E5DCC606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71" name="PlaceHolder 1"/>
          <p:cNvSpPr>
            <a:spLocks noGrp="1"/>
          </p:cNvSpPr>
          <p:nvPr>
            <p:ph type="sldImg"/>
          </p:nvPr>
        </p:nvSpPr>
        <p:spPr>
          <a:xfrm>
            <a:off x="3295800" y="519120"/>
            <a:ext cx="3458880" cy="2593800"/>
          </a:xfrm>
          <a:prstGeom prst="rect">
            <a:avLst/>
          </a:prstGeom>
          <a:ln w="0">
            <a:noFill/>
          </a:ln>
        </p:spPr>
      </p:sp>
      <p:sp>
        <p:nvSpPr>
          <p:cNvPr id="11072"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F6DE7DA-0C12-466B-98D9-E91007C512A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74" name="PlaceHolder 1"/>
          <p:cNvSpPr>
            <a:spLocks noGrp="1"/>
          </p:cNvSpPr>
          <p:nvPr>
            <p:ph type="sldImg"/>
          </p:nvPr>
        </p:nvSpPr>
        <p:spPr>
          <a:xfrm>
            <a:off x="1617840" y="1638360"/>
            <a:ext cx="6796080" cy="5097240"/>
          </a:xfrm>
          <a:prstGeom prst="rect">
            <a:avLst/>
          </a:prstGeom>
          <a:ln w="0">
            <a:noFill/>
          </a:ln>
        </p:spPr>
      </p:sp>
      <p:sp>
        <p:nvSpPr>
          <p:cNvPr id="11075"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1361722-E89A-4F05-B457-7AEFBA0EB6C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77" name="PlaceHolder 1"/>
          <p:cNvSpPr>
            <a:spLocks noGrp="1"/>
          </p:cNvSpPr>
          <p:nvPr>
            <p:ph type="sldImg"/>
          </p:nvPr>
        </p:nvSpPr>
        <p:spPr>
          <a:xfrm>
            <a:off x="1617840" y="1638360"/>
            <a:ext cx="6796080" cy="5097240"/>
          </a:xfrm>
          <a:prstGeom prst="rect">
            <a:avLst/>
          </a:prstGeom>
          <a:ln w="0">
            <a:noFill/>
          </a:ln>
        </p:spPr>
      </p:sp>
      <p:sp>
        <p:nvSpPr>
          <p:cNvPr id="11078"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7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8A36735-3BEF-429A-A3D8-FC984098948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80" name="PlaceHolder 1"/>
          <p:cNvSpPr>
            <a:spLocks noGrp="1"/>
          </p:cNvSpPr>
          <p:nvPr>
            <p:ph type="sldImg"/>
          </p:nvPr>
        </p:nvSpPr>
        <p:spPr>
          <a:xfrm>
            <a:off x="1617840" y="1638360"/>
            <a:ext cx="6796080" cy="5097240"/>
          </a:xfrm>
          <a:prstGeom prst="rect">
            <a:avLst/>
          </a:prstGeom>
          <a:ln w="0">
            <a:noFill/>
          </a:ln>
        </p:spPr>
      </p:sp>
      <p:sp>
        <p:nvSpPr>
          <p:cNvPr id="11081"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56EA4DA-C093-4C3D-8994-864ED1211D3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83" name="PlaceHolder 1"/>
          <p:cNvSpPr>
            <a:spLocks noGrp="1"/>
          </p:cNvSpPr>
          <p:nvPr>
            <p:ph type="sldImg"/>
          </p:nvPr>
        </p:nvSpPr>
        <p:spPr>
          <a:xfrm>
            <a:off x="1617840" y="1638360"/>
            <a:ext cx="6796080" cy="5097240"/>
          </a:xfrm>
          <a:prstGeom prst="rect">
            <a:avLst/>
          </a:prstGeom>
          <a:ln w="0">
            <a:noFill/>
          </a:ln>
        </p:spPr>
      </p:sp>
      <p:sp>
        <p:nvSpPr>
          <p:cNvPr id="11084"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1A020F9-649F-48ED-ABE2-595210C560A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86" name="PlaceHolder 1"/>
          <p:cNvSpPr>
            <a:spLocks noGrp="1"/>
          </p:cNvSpPr>
          <p:nvPr>
            <p:ph type="sldImg"/>
          </p:nvPr>
        </p:nvSpPr>
        <p:spPr>
          <a:xfrm>
            <a:off x="1617840" y="1638360"/>
            <a:ext cx="6796080" cy="5097240"/>
          </a:xfrm>
          <a:prstGeom prst="rect">
            <a:avLst/>
          </a:prstGeom>
          <a:ln w="0">
            <a:noFill/>
          </a:ln>
        </p:spPr>
      </p:sp>
      <p:sp>
        <p:nvSpPr>
          <p:cNvPr id="11087"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D92BB98-4E78-4A78-8BAD-FC03094D48F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89" name="PlaceHolder 1"/>
          <p:cNvSpPr>
            <a:spLocks noGrp="1"/>
          </p:cNvSpPr>
          <p:nvPr>
            <p:ph type="sldImg"/>
          </p:nvPr>
        </p:nvSpPr>
        <p:spPr>
          <a:xfrm>
            <a:off x="1617840" y="1638360"/>
            <a:ext cx="6796080" cy="5097240"/>
          </a:xfrm>
          <a:prstGeom prst="rect">
            <a:avLst/>
          </a:prstGeom>
          <a:ln w="0">
            <a:noFill/>
          </a:ln>
        </p:spPr>
      </p:sp>
      <p:sp>
        <p:nvSpPr>
          <p:cNvPr id="11090"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DFCF985-61C1-47BE-ACBB-3DE5EE5E5FD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92" name="PlaceHolder 1"/>
          <p:cNvSpPr>
            <a:spLocks noGrp="1"/>
          </p:cNvSpPr>
          <p:nvPr>
            <p:ph type="sldImg"/>
          </p:nvPr>
        </p:nvSpPr>
        <p:spPr>
          <a:xfrm>
            <a:off x="1617840" y="1638360"/>
            <a:ext cx="6796080" cy="5097240"/>
          </a:xfrm>
          <a:prstGeom prst="rect">
            <a:avLst/>
          </a:prstGeom>
          <a:ln w="0">
            <a:noFill/>
          </a:ln>
        </p:spPr>
      </p:sp>
      <p:sp>
        <p:nvSpPr>
          <p:cNvPr id="11093"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D990D54-7F58-4145-9B9C-5B3A346C047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95" name="PlaceHolder 1"/>
          <p:cNvSpPr>
            <a:spLocks noGrp="1"/>
          </p:cNvSpPr>
          <p:nvPr>
            <p:ph type="sldImg"/>
          </p:nvPr>
        </p:nvSpPr>
        <p:spPr>
          <a:xfrm>
            <a:off x="1617840" y="1638360"/>
            <a:ext cx="6796080" cy="5097240"/>
          </a:xfrm>
          <a:prstGeom prst="rect">
            <a:avLst/>
          </a:prstGeom>
          <a:ln w="0">
            <a:noFill/>
          </a:ln>
        </p:spPr>
      </p:sp>
      <p:sp>
        <p:nvSpPr>
          <p:cNvPr id="11096" name="PlaceHolder 2"/>
          <p:cNvSpPr>
            <a:spLocks noGrp="1"/>
          </p:cNvSpPr>
          <p:nvPr>
            <p:ph type="body"/>
          </p:nvPr>
        </p:nvSpPr>
        <p:spPr>
          <a:xfrm>
            <a:off x="1751040" y="806040"/>
            <a:ext cx="661824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928CEA7-CFEC-4364-BF42-A6B8D32737E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098" name="PlaceHolder 1"/>
          <p:cNvSpPr>
            <a:spLocks noGrp="1"/>
          </p:cNvSpPr>
          <p:nvPr>
            <p:ph type="sldImg"/>
          </p:nvPr>
        </p:nvSpPr>
        <p:spPr>
          <a:xfrm>
            <a:off x="3300480" y="525600"/>
            <a:ext cx="3460680" cy="2595600"/>
          </a:xfrm>
          <a:prstGeom prst="rect">
            <a:avLst/>
          </a:prstGeom>
          <a:ln w="0">
            <a:noFill/>
          </a:ln>
        </p:spPr>
      </p:sp>
      <p:sp>
        <p:nvSpPr>
          <p:cNvPr id="11099" name="PlaceHolder 2"/>
          <p:cNvSpPr>
            <a:spLocks noGrp="1"/>
          </p:cNvSpPr>
          <p:nvPr>
            <p:ph type="body"/>
          </p:nvPr>
        </p:nvSpPr>
        <p:spPr>
          <a:xfrm>
            <a:off x="1360080" y="3290400"/>
            <a:ext cx="7327800" cy="31021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GB" sz="1200" spc="-1" strike="noStrike">
              <a:solidFill>
                <a:srgbClr val="000000"/>
              </a:solidFill>
              <a:latin typeface="Times New Roman"/>
              <a:ea typeface="ＭＳ Ｐゴシック"/>
            </a:endParaRPr>
          </a:p>
        </p:txBody>
      </p:sp>
    </p:spTree>
  </p:cSld>
</p:notes>
</file>

<file path=ppt/notesSlides/notesSlide2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87AABC-1686-45A4-A249-71BB35ABC45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01" name="PlaceHolder 1"/>
          <p:cNvSpPr>
            <a:spLocks noGrp="1"/>
          </p:cNvSpPr>
          <p:nvPr>
            <p:ph type="sldImg"/>
          </p:nvPr>
        </p:nvSpPr>
        <p:spPr>
          <a:xfrm>
            <a:off x="3300480" y="525600"/>
            <a:ext cx="3460680" cy="2595600"/>
          </a:xfrm>
          <a:prstGeom prst="rect">
            <a:avLst/>
          </a:prstGeom>
          <a:ln w="0">
            <a:noFill/>
          </a:ln>
        </p:spPr>
      </p:sp>
      <p:sp>
        <p:nvSpPr>
          <p:cNvPr id="11102" name="PlaceHolder 2"/>
          <p:cNvSpPr>
            <a:spLocks noGrp="1"/>
          </p:cNvSpPr>
          <p:nvPr>
            <p:ph type="body"/>
          </p:nvPr>
        </p:nvSpPr>
        <p:spPr>
          <a:xfrm>
            <a:off x="1360080" y="3290400"/>
            <a:ext cx="7327800" cy="31021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GB" sz="1200" spc="-1" strike="noStrike">
              <a:solidFill>
                <a:srgbClr val="000000"/>
              </a:solidFill>
              <a:latin typeface="Times New Roman"/>
              <a:ea typeface="ＭＳ Ｐゴシック"/>
            </a:endParaRPr>
          </a:p>
        </p:txBody>
      </p:sp>
    </p:spTree>
  </p:cSld>
</p:notes>
</file>

<file path=ppt/notesSlides/notesSlide2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4E46BD6-3132-4EA4-8EC0-3C235B47863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04" name="PlaceHolder 1"/>
          <p:cNvSpPr>
            <a:spLocks noGrp="1"/>
          </p:cNvSpPr>
          <p:nvPr>
            <p:ph type="sldImg"/>
          </p:nvPr>
        </p:nvSpPr>
        <p:spPr>
          <a:xfrm>
            <a:off x="3301920" y="527040"/>
            <a:ext cx="3459240" cy="2594160"/>
          </a:xfrm>
          <a:prstGeom prst="rect">
            <a:avLst/>
          </a:prstGeom>
          <a:ln w="0">
            <a:noFill/>
          </a:ln>
        </p:spPr>
      </p:sp>
      <p:sp>
        <p:nvSpPr>
          <p:cNvPr id="11105" name="PlaceHolder 2"/>
          <p:cNvSpPr>
            <a:spLocks noGrp="1"/>
          </p:cNvSpPr>
          <p:nvPr>
            <p:ph type="body"/>
          </p:nvPr>
        </p:nvSpPr>
        <p:spPr>
          <a:xfrm>
            <a:off x="1360080" y="3290400"/>
            <a:ext cx="7327800" cy="31006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3798CFD-AA31-48EA-9885-E3A279FF4DE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07" name="PlaceHolder 1"/>
          <p:cNvSpPr>
            <a:spLocks noGrp="1"/>
          </p:cNvSpPr>
          <p:nvPr>
            <p:ph type="sldImg"/>
          </p:nvPr>
        </p:nvSpPr>
        <p:spPr>
          <a:xfrm>
            <a:off x="3297240" y="520560"/>
            <a:ext cx="3456000" cy="2592360"/>
          </a:xfrm>
          <a:prstGeom prst="rect">
            <a:avLst/>
          </a:prstGeom>
          <a:ln w="0">
            <a:noFill/>
          </a:ln>
        </p:spPr>
      </p:sp>
      <p:sp>
        <p:nvSpPr>
          <p:cNvPr id="1110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0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9478887-1C1E-44A3-A531-936EE87FC08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10" name="PlaceHolder 1"/>
          <p:cNvSpPr>
            <a:spLocks noGrp="1"/>
          </p:cNvSpPr>
          <p:nvPr>
            <p:ph type="sldImg"/>
          </p:nvPr>
        </p:nvSpPr>
        <p:spPr>
          <a:xfrm>
            <a:off x="3297240" y="520560"/>
            <a:ext cx="3456000" cy="2592360"/>
          </a:xfrm>
          <a:prstGeom prst="rect">
            <a:avLst/>
          </a:prstGeom>
          <a:ln w="0">
            <a:noFill/>
          </a:ln>
        </p:spPr>
      </p:sp>
      <p:sp>
        <p:nvSpPr>
          <p:cNvPr id="1111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1080B87-7262-4F0E-920D-F871F1D570F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13" name="PlaceHolder 1"/>
          <p:cNvSpPr>
            <a:spLocks noGrp="1"/>
          </p:cNvSpPr>
          <p:nvPr>
            <p:ph type="sldImg"/>
          </p:nvPr>
        </p:nvSpPr>
        <p:spPr>
          <a:xfrm>
            <a:off x="3297240" y="520560"/>
            <a:ext cx="3456000" cy="2592360"/>
          </a:xfrm>
          <a:prstGeom prst="rect">
            <a:avLst/>
          </a:prstGeom>
          <a:ln w="0">
            <a:noFill/>
          </a:ln>
        </p:spPr>
      </p:sp>
      <p:sp>
        <p:nvSpPr>
          <p:cNvPr id="1111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609A9A7-FFB5-42C1-B465-5B42DA3CF13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16" name="PlaceHolder 1"/>
          <p:cNvSpPr>
            <a:spLocks noGrp="1"/>
          </p:cNvSpPr>
          <p:nvPr>
            <p:ph type="sldImg"/>
          </p:nvPr>
        </p:nvSpPr>
        <p:spPr>
          <a:xfrm>
            <a:off x="3297240" y="520560"/>
            <a:ext cx="3456000" cy="2592360"/>
          </a:xfrm>
          <a:prstGeom prst="rect">
            <a:avLst/>
          </a:prstGeom>
          <a:ln w="0">
            <a:noFill/>
          </a:ln>
        </p:spPr>
      </p:sp>
      <p:sp>
        <p:nvSpPr>
          <p:cNvPr id="1111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9699327-E538-444C-9A50-F8F12283252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19" name="PlaceHolder 1"/>
          <p:cNvSpPr>
            <a:spLocks noGrp="1"/>
          </p:cNvSpPr>
          <p:nvPr>
            <p:ph type="sldImg"/>
          </p:nvPr>
        </p:nvSpPr>
        <p:spPr>
          <a:xfrm>
            <a:off x="3297240" y="520560"/>
            <a:ext cx="3456000" cy="2592360"/>
          </a:xfrm>
          <a:prstGeom prst="rect">
            <a:avLst/>
          </a:prstGeom>
          <a:ln w="0">
            <a:noFill/>
          </a:ln>
        </p:spPr>
      </p:sp>
      <p:sp>
        <p:nvSpPr>
          <p:cNvPr id="1112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17DD650-30EE-4309-A8D1-B54E884F221D}"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22" name="PlaceHolder 1"/>
          <p:cNvSpPr>
            <a:spLocks noGrp="1"/>
          </p:cNvSpPr>
          <p:nvPr>
            <p:ph type="sldImg"/>
          </p:nvPr>
        </p:nvSpPr>
        <p:spPr>
          <a:xfrm>
            <a:off x="3297240" y="520560"/>
            <a:ext cx="3456000" cy="2592360"/>
          </a:xfrm>
          <a:prstGeom prst="rect">
            <a:avLst/>
          </a:prstGeom>
          <a:ln w="0">
            <a:noFill/>
          </a:ln>
        </p:spPr>
      </p:sp>
      <p:sp>
        <p:nvSpPr>
          <p:cNvPr id="1112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D0B4371-560D-44CC-8785-B6E15101F59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25" name="PlaceHolder 1"/>
          <p:cNvSpPr>
            <a:spLocks noGrp="1"/>
          </p:cNvSpPr>
          <p:nvPr>
            <p:ph type="sldImg"/>
          </p:nvPr>
        </p:nvSpPr>
        <p:spPr>
          <a:xfrm>
            <a:off x="3297240" y="520560"/>
            <a:ext cx="3456000" cy="2592360"/>
          </a:xfrm>
          <a:prstGeom prst="rect">
            <a:avLst/>
          </a:prstGeom>
          <a:ln w="0">
            <a:noFill/>
          </a:ln>
        </p:spPr>
      </p:sp>
      <p:sp>
        <p:nvSpPr>
          <p:cNvPr id="1112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ECE7A13-D5C1-4340-80DF-B3A3AF222CE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28" name="PlaceHolder 1"/>
          <p:cNvSpPr>
            <a:spLocks noGrp="1"/>
          </p:cNvSpPr>
          <p:nvPr>
            <p:ph type="sldImg"/>
          </p:nvPr>
        </p:nvSpPr>
        <p:spPr>
          <a:xfrm>
            <a:off x="3297240" y="520560"/>
            <a:ext cx="3456000" cy="2592360"/>
          </a:xfrm>
          <a:prstGeom prst="rect">
            <a:avLst/>
          </a:prstGeom>
          <a:ln w="0">
            <a:noFill/>
          </a:ln>
        </p:spPr>
      </p:sp>
      <p:sp>
        <p:nvSpPr>
          <p:cNvPr id="1112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C29A598-D7E9-43B4-AC14-B30DB22A231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31" name="PlaceHolder 1"/>
          <p:cNvSpPr>
            <a:spLocks noGrp="1"/>
          </p:cNvSpPr>
          <p:nvPr>
            <p:ph type="sldImg"/>
          </p:nvPr>
        </p:nvSpPr>
        <p:spPr>
          <a:xfrm>
            <a:off x="3297240" y="520560"/>
            <a:ext cx="3456000" cy="2592360"/>
          </a:xfrm>
          <a:prstGeom prst="rect">
            <a:avLst/>
          </a:prstGeom>
          <a:ln w="0">
            <a:noFill/>
          </a:ln>
        </p:spPr>
      </p:sp>
      <p:sp>
        <p:nvSpPr>
          <p:cNvPr id="1113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44BC434-414D-4074-BC34-BAF5E7ED4BC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34" name="PlaceHolder 1"/>
          <p:cNvSpPr>
            <a:spLocks noGrp="1"/>
          </p:cNvSpPr>
          <p:nvPr>
            <p:ph type="sldImg"/>
          </p:nvPr>
        </p:nvSpPr>
        <p:spPr>
          <a:xfrm>
            <a:off x="3297240" y="520560"/>
            <a:ext cx="3456000" cy="2592360"/>
          </a:xfrm>
          <a:prstGeom prst="rect">
            <a:avLst/>
          </a:prstGeom>
          <a:ln w="0">
            <a:noFill/>
          </a:ln>
        </p:spPr>
      </p:sp>
      <p:sp>
        <p:nvSpPr>
          <p:cNvPr id="1113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B0D473A-0182-4315-AEB2-11D8564EDDE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37" name="PlaceHolder 1"/>
          <p:cNvSpPr>
            <a:spLocks noGrp="1"/>
          </p:cNvSpPr>
          <p:nvPr>
            <p:ph type="sldImg"/>
          </p:nvPr>
        </p:nvSpPr>
        <p:spPr>
          <a:xfrm>
            <a:off x="3297240" y="520560"/>
            <a:ext cx="3456000" cy="2592360"/>
          </a:xfrm>
          <a:prstGeom prst="rect">
            <a:avLst/>
          </a:prstGeom>
          <a:ln w="0">
            <a:noFill/>
          </a:ln>
        </p:spPr>
      </p:sp>
      <p:sp>
        <p:nvSpPr>
          <p:cNvPr id="1113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ECE7340-ECBA-4F5D-8151-56CC06B4B8B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40" name="PlaceHolder 1"/>
          <p:cNvSpPr>
            <a:spLocks noGrp="1"/>
          </p:cNvSpPr>
          <p:nvPr>
            <p:ph type="sldImg"/>
          </p:nvPr>
        </p:nvSpPr>
        <p:spPr>
          <a:xfrm>
            <a:off x="3297240" y="520560"/>
            <a:ext cx="3456000" cy="2592360"/>
          </a:xfrm>
          <a:prstGeom prst="rect">
            <a:avLst/>
          </a:prstGeom>
          <a:ln w="0">
            <a:noFill/>
          </a:ln>
        </p:spPr>
      </p:sp>
      <p:sp>
        <p:nvSpPr>
          <p:cNvPr id="1114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A216F5E-8DAA-4A7C-AC1E-F81EEF06E453}"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43" name="PlaceHolder 1"/>
          <p:cNvSpPr>
            <a:spLocks noGrp="1"/>
          </p:cNvSpPr>
          <p:nvPr>
            <p:ph type="sldImg"/>
          </p:nvPr>
        </p:nvSpPr>
        <p:spPr>
          <a:xfrm>
            <a:off x="3297240" y="520560"/>
            <a:ext cx="3456000" cy="2592360"/>
          </a:xfrm>
          <a:prstGeom prst="rect">
            <a:avLst/>
          </a:prstGeom>
          <a:ln w="0">
            <a:noFill/>
          </a:ln>
        </p:spPr>
      </p:sp>
      <p:sp>
        <p:nvSpPr>
          <p:cNvPr id="1114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2B30EDC-1FF7-46C5-8402-22FDE3090EB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46" name="PlaceHolder 1"/>
          <p:cNvSpPr>
            <a:spLocks noGrp="1"/>
          </p:cNvSpPr>
          <p:nvPr>
            <p:ph type="sldImg"/>
          </p:nvPr>
        </p:nvSpPr>
        <p:spPr>
          <a:xfrm>
            <a:off x="3297240" y="520560"/>
            <a:ext cx="3456000" cy="2592360"/>
          </a:xfrm>
          <a:prstGeom prst="rect">
            <a:avLst/>
          </a:prstGeom>
          <a:ln w="0">
            <a:noFill/>
          </a:ln>
        </p:spPr>
      </p:sp>
      <p:sp>
        <p:nvSpPr>
          <p:cNvPr id="1114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A9472D4-7576-491F-AEB0-FCE3F5E9713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49" name="PlaceHolder 1"/>
          <p:cNvSpPr>
            <a:spLocks noGrp="1"/>
          </p:cNvSpPr>
          <p:nvPr>
            <p:ph type="sldImg"/>
          </p:nvPr>
        </p:nvSpPr>
        <p:spPr>
          <a:xfrm>
            <a:off x="3297240" y="520560"/>
            <a:ext cx="3456000" cy="2592360"/>
          </a:xfrm>
          <a:prstGeom prst="rect">
            <a:avLst/>
          </a:prstGeom>
          <a:ln w="0">
            <a:noFill/>
          </a:ln>
        </p:spPr>
      </p:sp>
      <p:sp>
        <p:nvSpPr>
          <p:cNvPr id="1115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12ED3ED-E637-40F9-97E0-90F94FC3250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52" name="PlaceHolder 1"/>
          <p:cNvSpPr>
            <a:spLocks noGrp="1"/>
          </p:cNvSpPr>
          <p:nvPr>
            <p:ph type="sldImg"/>
          </p:nvPr>
        </p:nvSpPr>
        <p:spPr>
          <a:xfrm>
            <a:off x="3297240" y="520560"/>
            <a:ext cx="3456000" cy="2592360"/>
          </a:xfrm>
          <a:prstGeom prst="rect">
            <a:avLst/>
          </a:prstGeom>
          <a:ln w="0">
            <a:noFill/>
          </a:ln>
        </p:spPr>
      </p:sp>
      <p:sp>
        <p:nvSpPr>
          <p:cNvPr id="11153"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3C4222D-4953-4D46-8770-DA9EEF98E81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55" name="PlaceHolder 1"/>
          <p:cNvSpPr>
            <a:spLocks noGrp="1"/>
          </p:cNvSpPr>
          <p:nvPr>
            <p:ph type="sldImg"/>
          </p:nvPr>
        </p:nvSpPr>
        <p:spPr>
          <a:xfrm>
            <a:off x="3297240" y="520560"/>
            <a:ext cx="3456000" cy="2592360"/>
          </a:xfrm>
          <a:prstGeom prst="rect">
            <a:avLst/>
          </a:prstGeom>
          <a:ln w="0">
            <a:noFill/>
          </a:ln>
        </p:spPr>
      </p:sp>
      <p:sp>
        <p:nvSpPr>
          <p:cNvPr id="1115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D9ABABD-4516-4C21-8F4E-CE79514CBFC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58" name="PlaceHolder 1"/>
          <p:cNvSpPr>
            <a:spLocks noGrp="1"/>
          </p:cNvSpPr>
          <p:nvPr>
            <p:ph type="sldImg"/>
          </p:nvPr>
        </p:nvSpPr>
        <p:spPr>
          <a:xfrm>
            <a:off x="3297240" y="520560"/>
            <a:ext cx="3456000" cy="2592360"/>
          </a:xfrm>
          <a:prstGeom prst="rect">
            <a:avLst/>
          </a:prstGeom>
          <a:ln w="0">
            <a:noFill/>
          </a:ln>
        </p:spPr>
      </p:sp>
      <p:sp>
        <p:nvSpPr>
          <p:cNvPr id="11159"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DCFCAB6-90F8-428A-831D-85C78DF8291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61" name="PlaceHolder 1"/>
          <p:cNvSpPr>
            <a:spLocks noGrp="1"/>
          </p:cNvSpPr>
          <p:nvPr>
            <p:ph type="sldImg"/>
          </p:nvPr>
        </p:nvSpPr>
        <p:spPr>
          <a:xfrm>
            <a:off x="3297240" y="520560"/>
            <a:ext cx="3456000" cy="2592360"/>
          </a:xfrm>
          <a:prstGeom prst="rect">
            <a:avLst/>
          </a:prstGeom>
          <a:ln w="0">
            <a:noFill/>
          </a:ln>
        </p:spPr>
      </p:sp>
      <p:sp>
        <p:nvSpPr>
          <p:cNvPr id="11162"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03D4BFE-C59D-4010-93C3-5372B13FB85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64" name="PlaceHolder 1"/>
          <p:cNvSpPr>
            <a:spLocks noGrp="1"/>
          </p:cNvSpPr>
          <p:nvPr>
            <p:ph type="sldImg"/>
          </p:nvPr>
        </p:nvSpPr>
        <p:spPr>
          <a:xfrm>
            <a:off x="3297240" y="520560"/>
            <a:ext cx="3456000" cy="2592360"/>
          </a:xfrm>
          <a:prstGeom prst="rect">
            <a:avLst/>
          </a:prstGeom>
          <a:ln w="0">
            <a:noFill/>
          </a:ln>
        </p:spPr>
      </p:sp>
      <p:sp>
        <p:nvSpPr>
          <p:cNvPr id="11165"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432A3C7-C5B4-4C67-A065-9B408D827EC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67" name="PlaceHolder 1"/>
          <p:cNvSpPr>
            <a:spLocks noGrp="1"/>
          </p:cNvSpPr>
          <p:nvPr>
            <p:ph type="sldImg"/>
          </p:nvPr>
        </p:nvSpPr>
        <p:spPr>
          <a:xfrm>
            <a:off x="3297240" y="520560"/>
            <a:ext cx="3456000" cy="2592360"/>
          </a:xfrm>
          <a:prstGeom prst="rect">
            <a:avLst/>
          </a:prstGeom>
          <a:ln w="0">
            <a:noFill/>
          </a:ln>
        </p:spPr>
      </p:sp>
      <p:sp>
        <p:nvSpPr>
          <p:cNvPr id="11168"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5D56AC4-7B88-4A17-898B-AA18151FCC4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70" name="PlaceHolder 1"/>
          <p:cNvSpPr>
            <a:spLocks noGrp="1"/>
          </p:cNvSpPr>
          <p:nvPr>
            <p:ph type="sldImg"/>
          </p:nvPr>
        </p:nvSpPr>
        <p:spPr>
          <a:xfrm>
            <a:off x="3297240" y="520560"/>
            <a:ext cx="3456000" cy="2592360"/>
          </a:xfrm>
          <a:prstGeom prst="rect">
            <a:avLst/>
          </a:prstGeom>
          <a:ln w="0">
            <a:noFill/>
          </a:ln>
        </p:spPr>
      </p:sp>
      <p:sp>
        <p:nvSpPr>
          <p:cNvPr id="11171"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D95F2AB0-07B2-408E-AA95-F080F94413DF}"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73" name="PlaceHolder 1"/>
          <p:cNvSpPr>
            <a:spLocks noGrp="1"/>
          </p:cNvSpPr>
          <p:nvPr>
            <p:ph type="sldImg"/>
          </p:nvPr>
        </p:nvSpPr>
        <p:spPr>
          <a:xfrm>
            <a:off x="3297240" y="520560"/>
            <a:ext cx="3456000" cy="2592360"/>
          </a:xfrm>
          <a:prstGeom prst="rect">
            <a:avLst/>
          </a:prstGeom>
          <a:ln w="0">
            <a:noFill/>
          </a:ln>
        </p:spPr>
      </p:sp>
      <p:sp>
        <p:nvSpPr>
          <p:cNvPr id="11174"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5464AD2-7DCF-4D63-B699-F02D21323F4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76" name="PlaceHolder 1"/>
          <p:cNvSpPr>
            <a:spLocks noGrp="1"/>
          </p:cNvSpPr>
          <p:nvPr>
            <p:ph type="sldImg"/>
          </p:nvPr>
        </p:nvSpPr>
        <p:spPr>
          <a:xfrm>
            <a:off x="3297240" y="520560"/>
            <a:ext cx="3456000" cy="2592360"/>
          </a:xfrm>
          <a:prstGeom prst="rect">
            <a:avLst/>
          </a:prstGeom>
          <a:ln w="0">
            <a:noFill/>
          </a:ln>
        </p:spPr>
      </p:sp>
      <p:sp>
        <p:nvSpPr>
          <p:cNvPr id="11177"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9FA0301-1969-40C6-BA1E-4EE8683DF02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79" name="PlaceHolder 1"/>
          <p:cNvSpPr>
            <a:spLocks noGrp="1"/>
          </p:cNvSpPr>
          <p:nvPr>
            <p:ph type="sldImg"/>
          </p:nvPr>
        </p:nvSpPr>
        <p:spPr>
          <a:xfrm>
            <a:off x="3297240" y="520560"/>
            <a:ext cx="3456000" cy="2592360"/>
          </a:xfrm>
          <a:prstGeom prst="rect">
            <a:avLst/>
          </a:prstGeom>
          <a:ln w="0">
            <a:noFill/>
          </a:ln>
        </p:spPr>
      </p:sp>
      <p:sp>
        <p:nvSpPr>
          <p:cNvPr id="11180"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74F6899-6346-4D1A-BAE6-78211856666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82" name="PlaceHolder 1"/>
          <p:cNvSpPr>
            <a:spLocks noGrp="1"/>
          </p:cNvSpPr>
          <p:nvPr>
            <p:ph type="sldImg"/>
          </p:nvPr>
        </p:nvSpPr>
        <p:spPr>
          <a:xfrm>
            <a:off x="3295800" y="519120"/>
            <a:ext cx="3458880" cy="2593800"/>
          </a:xfrm>
          <a:prstGeom prst="rect">
            <a:avLst/>
          </a:prstGeom>
          <a:ln w="0">
            <a:noFill/>
          </a:ln>
        </p:spPr>
      </p:sp>
      <p:sp>
        <p:nvSpPr>
          <p:cNvPr id="11183" name="PlaceHolder 2"/>
          <p:cNvSpPr>
            <a:spLocks noGrp="1"/>
          </p:cNvSpPr>
          <p:nvPr>
            <p:ph type="body"/>
          </p:nvPr>
        </p:nvSpPr>
        <p:spPr>
          <a:xfrm>
            <a:off x="1337760" y="3286080"/>
            <a:ext cx="7372440" cy="311328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C4AF79-9CC9-4DA9-B22D-AEF7D2ED11C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85" name="PlaceHolder 1"/>
          <p:cNvSpPr>
            <a:spLocks noGrp="1"/>
          </p:cNvSpPr>
          <p:nvPr>
            <p:ph type="sldImg"/>
          </p:nvPr>
        </p:nvSpPr>
        <p:spPr>
          <a:xfrm>
            <a:off x="3297240" y="520560"/>
            <a:ext cx="3456000" cy="2592360"/>
          </a:xfrm>
          <a:prstGeom prst="rect">
            <a:avLst/>
          </a:prstGeom>
          <a:ln w="0">
            <a:noFill/>
          </a:ln>
        </p:spPr>
      </p:sp>
      <p:sp>
        <p:nvSpPr>
          <p:cNvPr id="11186" name="PlaceHolder 2"/>
          <p:cNvSpPr>
            <a:spLocks noGrp="1"/>
          </p:cNvSpPr>
          <p:nvPr>
            <p:ph type="body"/>
          </p:nvPr>
        </p:nvSpPr>
        <p:spPr>
          <a:xfrm>
            <a:off x="1003320" y="3284280"/>
            <a:ext cx="8042400" cy="31129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D6EE70D-59F5-431C-A9E2-584B5B039094}"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88" name="PlaceHolder 1"/>
          <p:cNvSpPr>
            <a:spLocks noGrp="1"/>
          </p:cNvSpPr>
          <p:nvPr>
            <p:ph type="sldImg"/>
          </p:nvPr>
        </p:nvSpPr>
        <p:spPr>
          <a:xfrm>
            <a:off x="3297240" y="519120"/>
            <a:ext cx="3457440" cy="2593800"/>
          </a:xfrm>
          <a:prstGeom prst="rect">
            <a:avLst/>
          </a:prstGeom>
          <a:ln w="0">
            <a:noFill/>
          </a:ln>
        </p:spPr>
      </p:sp>
      <p:sp>
        <p:nvSpPr>
          <p:cNvPr id="11189"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AF58A1A-E5CC-40AB-9311-A5F291E0304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91" name="PlaceHolder 1"/>
          <p:cNvSpPr>
            <a:spLocks noGrp="1"/>
          </p:cNvSpPr>
          <p:nvPr>
            <p:ph type="sldImg"/>
          </p:nvPr>
        </p:nvSpPr>
        <p:spPr>
          <a:xfrm>
            <a:off x="3297240" y="519120"/>
            <a:ext cx="3457440" cy="2593800"/>
          </a:xfrm>
          <a:prstGeom prst="rect">
            <a:avLst/>
          </a:prstGeom>
          <a:ln w="0">
            <a:noFill/>
          </a:ln>
        </p:spPr>
      </p:sp>
      <p:sp>
        <p:nvSpPr>
          <p:cNvPr id="11192"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7A2E409-9C37-414E-9037-E57A5509A82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94" name="PlaceHolder 1"/>
          <p:cNvSpPr>
            <a:spLocks noGrp="1"/>
          </p:cNvSpPr>
          <p:nvPr>
            <p:ph type="sldImg"/>
          </p:nvPr>
        </p:nvSpPr>
        <p:spPr>
          <a:xfrm>
            <a:off x="3297240" y="519120"/>
            <a:ext cx="3457440" cy="2593800"/>
          </a:xfrm>
          <a:prstGeom prst="rect">
            <a:avLst/>
          </a:prstGeom>
          <a:ln w="0">
            <a:noFill/>
          </a:ln>
        </p:spPr>
      </p:sp>
      <p:sp>
        <p:nvSpPr>
          <p:cNvPr id="11195"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FC824CB-224D-4CB2-9460-68B4A804C95B}"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197" name="PlaceHolder 1"/>
          <p:cNvSpPr>
            <a:spLocks noGrp="1"/>
          </p:cNvSpPr>
          <p:nvPr>
            <p:ph type="sldImg"/>
          </p:nvPr>
        </p:nvSpPr>
        <p:spPr>
          <a:xfrm>
            <a:off x="3297240" y="519120"/>
            <a:ext cx="3457440" cy="2593800"/>
          </a:xfrm>
          <a:prstGeom prst="rect">
            <a:avLst/>
          </a:prstGeom>
          <a:ln w="0">
            <a:noFill/>
          </a:ln>
        </p:spPr>
      </p:sp>
      <p:sp>
        <p:nvSpPr>
          <p:cNvPr id="11198"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55CC021-3011-4CC6-A190-0D351E1BA42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00" name="PlaceHolder 1"/>
          <p:cNvSpPr>
            <a:spLocks noGrp="1"/>
          </p:cNvSpPr>
          <p:nvPr>
            <p:ph type="sldImg"/>
          </p:nvPr>
        </p:nvSpPr>
        <p:spPr>
          <a:xfrm>
            <a:off x="3297240" y="519120"/>
            <a:ext cx="3457440" cy="2593800"/>
          </a:xfrm>
          <a:prstGeom prst="rect">
            <a:avLst/>
          </a:prstGeom>
          <a:ln w="0">
            <a:noFill/>
          </a:ln>
        </p:spPr>
      </p:sp>
      <p:sp>
        <p:nvSpPr>
          <p:cNvPr id="11201"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4CF1435-4676-4E4F-B52F-43A1582C5B8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03" name="PlaceHolder 1"/>
          <p:cNvSpPr>
            <a:spLocks noGrp="1"/>
          </p:cNvSpPr>
          <p:nvPr>
            <p:ph type="sldImg"/>
          </p:nvPr>
        </p:nvSpPr>
        <p:spPr>
          <a:xfrm>
            <a:off x="3297240" y="519120"/>
            <a:ext cx="3457440" cy="2593800"/>
          </a:xfrm>
          <a:prstGeom prst="rect">
            <a:avLst/>
          </a:prstGeom>
          <a:ln w="0">
            <a:noFill/>
          </a:ln>
        </p:spPr>
      </p:sp>
      <p:sp>
        <p:nvSpPr>
          <p:cNvPr id="11204"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46B1B02-1F15-4824-BCB4-81EDE6ADD67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06" name="PlaceHolder 1"/>
          <p:cNvSpPr>
            <a:spLocks noGrp="1"/>
          </p:cNvSpPr>
          <p:nvPr>
            <p:ph type="sldImg"/>
          </p:nvPr>
        </p:nvSpPr>
        <p:spPr>
          <a:xfrm>
            <a:off x="3297240" y="519120"/>
            <a:ext cx="3457440" cy="2593800"/>
          </a:xfrm>
          <a:prstGeom prst="rect">
            <a:avLst/>
          </a:prstGeom>
          <a:ln w="0">
            <a:noFill/>
          </a:ln>
        </p:spPr>
      </p:sp>
      <p:sp>
        <p:nvSpPr>
          <p:cNvPr id="11207"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0BE79F34-4EEC-476D-BDC1-65122F315EDC}"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09" name="PlaceHolder 1"/>
          <p:cNvSpPr>
            <a:spLocks noGrp="1"/>
          </p:cNvSpPr>
          <p:nvPr>
            <p:ph type="sldImg"/>
          </p:nvPr>
        </p:nvSpPr>
        <p:spPr>
          <a:xfrm>
            <a:off x="3297240" y="519120"/>
            <a:ext cx="3457440" cy="2593800"/>
          </a:xfrm>
          <a:prstGeom prst="rect">
            <a:avLst/>
          </a:prstGeom>
          <a:ln w="0">
            <a:noFill/>
          </a:ln>
        </p:spPr>
      </p:sp>
      <p:sp>
        <p:nvSpPr>
          <p:cNvPr id="11210"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6E92277-8DC0-480C-8ACC-91A1867131E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12" name="PlaceHolder 1"/>
          <p:cNvSpPr>
            <a:spLocks noGrp="1"/>
          </p:cNvSpPr>
          <p:nvPr>
            <p:ph type="sldImg"/>
          </p:nvPr>
        </p:nvSpPr>
        <p:spPr>
          <a:xfrm>
            <a:off x="3297240" y="519120"/>
            <a:ext cx="3457440" cy="2593800"/>
          </a:xfrm>
          <a:prstGeom prst="rect">
            <a:avLst/>
          </a:prstGeom>
          <a:ln w="0">
            <a:noFill/>
          </a:ln>
        </p:spPr>
      </p:sp>
      <p:sp>
        <p:nvSpPr>
          <p:cNvPr id="11213"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FDAAB0E-C4F0-4FA6-843B-F8E75BA5C6C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15" name="PlaceHolder 1"/>
          <p:cNvSpPr>
            <a:spLocks noGrp="1"/>
          </p:cNvSpPr>
          <p:nvPr>
            <p:ph type="sldImg"/>
          </p:nvPr>
        </p:nvSpPr>
        <p:spPr>
          <a:xfrm>
            <a:off x="3297240" y="519120"/>
            <a:ext cx="3457440" cy="2593800"/>
          </a:xfrm>
          <a:prstGeom prst="rect">
            <a:avLst/>
          </a:prstGeom>
          <a:ln w="0">
            <a:noFill/>
          </a:ln>
        </p:spPr>
      </p:sp>
      <p:sp>
        <p:nvSpPr>
          <p:cNvPr id="11216"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98675822-7A8A-4306-8BB2-9972145BA77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18" name="PlaceHolder 1"/>
          <p:cNvSpPr>
            <a:spLocks noGrp="1"/>
          </p:cNvSpPr>
          <p:nvPr>
            <p:ph type="sldImg"/>
          </p:nvPr>
        </p:nvSpPr>
        <p:spPr>
          <a:xfrm>
            <a:off x="3297240" y="519120"/>
            <a:ext cx="3457440" cy="2593800"/>
          </a:xfrm>
          <a:prstGeom prst="rect">
            <a:avLst/>
          </a:prstGeom>
          <a:ln w="0">
            <a:noFill/>
          </a:ln>
        </p:spPr>
      </p:sp>
      <p:sp>
        <p:nvSpPr>
          <p:cNvPr id="11219"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2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CC3F60C2-9D77-47DA-8F49-B2091210898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21" name="PlaceHolder 1"/>
          <p:cNvSpPr>
            <a:spLocks noGrp="1"/>
          </p:cNvSpPr>
          <p:nvPr>
            <p:ph type="sldImg"/>
          </p:nvPr>
        </p:nvSpPr>
        <p:spPr>
          <a:xfrm>
            <a:off x="1617840" y="1638360"/>
            <a:ext cx="6794280" cy="5095800"/>
          </a:xfrm>
          <a:prstGeom prst="rect">
            <a:avLst/>
          </a:prstGeom>
          <a:ln w="0">
            <a:noFill/>
          </a:ln>
        </p:spPr>
      </p:sp>
      <p:sp>
        <p:nvSpPr>
          <p:cNvPr id="11222" name="PlaceHolder 2"/>
          <p:cNvSpPr>
            <a:spLocks noGrp="1"/>
          </p:cNvSpPr>
          <p:nvPr>
            <p:ph type="body"/>
          </p:nvPr>
        </p:nvSpPr>
        <p:spPr>
          <a:xfrm>
            <a:off x="1749600" y="806040"/>
            <a:ext cx="661968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2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476C5C11-EDF8-417C-83AC-4E50EAE477E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24" name="PlaceHolder 1"/>
          <p:cNvSpPr>
            <a:spLocks noGrp="1"/>
          </p:cNvSpPr>
          <p:nvPr>
            <p:ph type="sldImg"/>
          </p:nvPr>
        </p:nvSpPr>
        <p:spPr>
          <a:xfrm>
            <a:off x="1617840" y="1638360"/>
            <a:ext cx="6794280" cy="5095800"/>
          </a:xfrm>
          <a:prstGeom prst="rect">
            <a:avLst/>
          </a:prstGeom>
          <a:ln w="0">
            <a:noFill/>
          </a:ln>
        </p:spPr>
      </p:sp>
      <p:sp>
        <p:nvSpPr>
          <p:cNvPr id="11225" name="PlaceHolder 2"/>
          <p:cNvSpPr>
            <a:spLocks noGrp="1"/>
          </p:cNvSpPr>
          <p:nvPr>
            <p:ph type="body"/>
          </p:nvPr>
        </p:nvSpPr>
        <p:spPr>
          <a:xfrm>
            <a:off x="1749600" y="806040"/>
            <a:ext cx="661968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FD19B0C9-17CE-4DE8-8B64-92A3E72C4097}"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27" name="PlaceHolder 1"/>
          <p:cNvSpPr>
            <a:spLocks noGrp="1"/>
          </p:cNvSpPr>
          <p:nvPr>
            <p:ph type="sldImg"/>
          </p:nvPr>
        </p:nvSpPr>
        <p:spPr>
          <a:xfrm>
            <a:off x="1617840" y="1638360"/>
            <a:ext cx="6794280" cy="5095800"/>
          </a:xfrm>
          <a:prstGeom prst="rect">
            <a:avLst/>
          </a:prstGeom>
          <a:ln w="0">
            <a:noFill/>
          </a:ln>
        </p:spPr>
      </p:sp>
      <p:sp>
        <p:nvSpPr>
          <p:cNvPr id="11228" name="PlaceHolder 2"/>
          <p:cNvSpPr>
            <a:spLocks noGrp="1"/>
          </p:cNvSpPr>
          <p:nvPr>
            <p:ph type="body"/>
          </p:nvPr>
        </p:nvSpPr>
        <p:spPr>
          <a:xfrm>
            <a:off x="1749600" y="806040"/>
            <a:ext cx="6619680" cy="26676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de-DE" sz="1200" spc="-1" strike="noStrike">
              <a:solidFill>
                <a:srgbClr val="000000"/>
              </a:solidFill>
              <a:latin typeface="Times New Roman"/>
              <a:ea typeface="ＭＳ Ｐゴシック"/>
            </a:endParaRPr>
          </a:p>
        </p:txBody>
      </p:sp>
    </p:spTree>
  </p:cSld>
</p:notes>
</file>

<file path=ppt/notesSlides/notesSlide3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2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39468998-452A-4C93-9BE4-8250F50351DE}"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30" name="PlaceHolder 1"/>
          <p:cNvSpPr>
            <a:spLocks noGrp="1"/>
          </p:cNvSpPr>
          <p:nvPr>
            <p:ph type="sldImg"/>
          </p:nvPr>
        </p:nvSpPr>
        <p:spPr>
          <a:xfrm>
            <a:off x="3297240" y="519120"/>
            <a:ext cx="3457440" cy="2593800"/>
          </a:xfrm>
          <a:prstGeom prst="rect">
            <a:avLst/>
          </a:prstGeom>
          <a:ln w="0">
            <a:noFill/>
          </a:ln>
        </p:spPr>
      </p:sp>
      <p:sp>
        <p:nvSpPr>
          <p:cNvPr id="11231"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2"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3459F34-1065-41FE-9ADD-64C22B395380}"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33" name="PlaceHolder 1"/>
          <p:cNvSpPr>
            <a:spLocks noGrp="1"/>
          </p:cNvSpPr>
          <p:nvPr>
            <p:ph type="sldImg"/>
          </p:nvPr>
        </p:nvSpPr>
        <p:spPr>
          <a:xfrm>
            <a:off x="3297240" y="519120"/>
            <a:ext cx="3457440" cy="2593800"/>
          </a:xfrm>
          <a:prstGeom prst="rect">
            <a:avLst/>
          </a:prstGeom>
          <a:ln w="0">
            <a:noFill/>
          </a:ln>
        </p:spPr>
      </p:sp>
      <p:sp>
        <p:nvSpPr>
          <p:cNvPr id="11234"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5"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C407706-A6E0-49C0-A312-ACC2A23026F8}"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36" name="PlaceHolder 1"/>
          <p:cNvSpPr>
            <a:spLocks noGrp="1"/>
          </p:cNvSpPr>
          <p:nvPr>
            <p:ph type="sldImg"/>
          </p:nvPr>
        </p:nvSpPr>
        <p:spPr>
          <a:xfrm>
            <a:off x="3297240" y="519120"/>
            <a:ext cx="3457440" cy="2593800"/>
          </a:xfrm>
          <a:prstGeom prst="rect">
            <a:avLst/>
          </a:prstGeom>
          <a:ln w="0">
            <a:noFill/>
          </a:ln>
        </p:spPr>
      </p:sp>
      <p:sp>
        <p:nvSpPr>
          <p:cNvPr id="11237"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8"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51341F9B-EC97-4FD2-9DA8-A4EA4D75437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39" name="PlaceHolder 1"/>
          <p:cNvSpPr>
            <a:spLocks noGrp="1"/>
          </p:cNvSpPr>
          <p:nvPr>
            <p:ph type="sldImg"/>
          </p:nvPr>
        </p:nvSpPr>
        <p:spPr>
          <a:xfrm>
            <a:off x="3297240" y="519120"/>
            <a:ext cx="3457440" cy="2593800"/>
          </a:xfrm>
          <a:prstGeom prst="rect">
            <a:avLst/>
          </a:prstGeom>
          <a:ln w="0">
            <a:noFill/>
          </a:ln>
        </p:spPr>
      </p:sp>
      <p:sp>
        <p:nvSpPr>
          <p:cNvPr id="11240"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1"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B95BB9A9-673B-4DDD-B616-584B6D86434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42" name="PlaceHolder 1"/>
          <p:cNvSpPr>
            <a:spLocks noGrp="1"/>
          </p:cNvSpPr>
          <p:nvPr>
            <p:ph type="sldImg"/>
          </p:nvPr>
        </p:nvSpPr>
        <p:spPr>
          <a:xfrm>
            <a:off x="3297240" y="519120"/>
            <a:ext cx="3457440" cy="2593800"/>
          </a:xfrm>
          <a:prstGeom prst="rect">
            <a:avLst/>
          </a:prstGeom>
          <a:ln w="0">
            <a:noFill/>
          </a:ln>
        </p:spPr>
      </p:sp>
      <p:sp>
        <p:nvSpPr>
          <p:cNvPr id="11243"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4"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2CC27D3A-2DA8-4039-886F-E3DF82739E62}"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45" name="PlaceHolder 1"/>
          <p:cNvSpPr>
            <a:spLocks noGrp="1"/>
          </p:cNvSpPr>
          <p:nvPr>
            <p:ph type="sldImg"/>
          </p:nvPr>
        </p:nvSpPr>
        <p:spPr>
          <a:xfrm>
            <a:off x="3297240" y="519120"/>
            <a:ext cx="3457440" cy="2593800"/>
          </a:xfrm>
          <a:prstGeom prst="rect">
            <a:avLst/>
          </a:prstGeom>
          <a:ln w="0">
            <a:noFill/>
          </a:ln>
        </p:spPr>
      </p:sp>
      <p:sp>
        <p:nvSpPr>
          <p:cNvPr id="11246"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7"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60386F37-43DB-448A-BB15-E3FCCF1E522A}"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48" name="PlaceHolder 1"/>
          <p:cNvSpPr>
            <a:spLocks noGrp="1"/>
          </p:cNvSpPr>
          <p:nvPr>
            <p:ph type="sldImg"/>
          </p:nvPr>
        </p:nvSpPr>
        <p:spPr>
          <a:xfrm>
            <a:off x="3297240" y="519120"/>
            <a:ext cx="3457440" cy="2593800"/>
          </a:xfrm>
          <a:prstGeom prst="rect">
            <a:avLst/>
          </a:prstGeom>
          <a:ln w="0">
            <a:noFill/>
          </a:ln>
        </p:spPr>
      </p:sp>
      <p:sp>
        <p:nvSpPr>
          <p:cNvPr id="11249"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0"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7AC4348E-4A56-405F-9531-5C12D32E8859}"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51" name="PlaceHolder 1"/>
          <p:cNvSpPr>
            <a:spLocks noGrp="1"/>
          </p:cNvSpPr>
          <p:nvPr>
            <p:ph type="sldImg"/>
          </p:nvPr>
        </p:nvSpPr>
        <p:spPr>
          <a:xfrm>
            <a:off x="3297240" y="519120"/>
            <a:ext cx="3457440" cy="2593800"/>
          </a:xfrm>
          <a:prstGeom prst="rect">
            <a:avLst/>
          </a:prstGeom>
          <a:ln w="0">
            <a:noFill/>
          </a:ln>
        </p:spPr>
      </p:sp>
      <p:sp>
        <p:nvSpPr>
          <p:cNvPr id="11252"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3"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404E9E9-2294-409E-B37D-452AA96F5865}"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54" name="PlaceHolder 1"/>
          <p:cNvSpPr>
            <a:spLocks noGrp="1"/>
          </p:cNvSpPr>
          <p:nvPr>
            <p:ph type="sldImg"/>
          </p:nvPr>
        </p:nvSpPr>
        <p:spPr>
          <a:xfrm>
            <a:off x="3297240" y="519120"/>
            <a:ext cx="3457440" cy="2593800"/>
          </a:xfrm>
          <a:prstGeom prst="rect">
            <a:avLst/>
          </a:prstGeom>
          <a:ln w="0">
            <a:noFill/>
          </a:ln>
        </p:spPr>
      </p:sp>
      <p:sp>
        <p:nvSpPr>
          <p:cNvPr id="11255"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6"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11C470D7-BCDE-40F4-A6B9-8D6E03EFEBC6}"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57" name="PlaceHolder 1"/>
          <p:cNvSpPr>
            <a:spLocks noGrp="1"/>
          </p:cNvSpPr>
          <p:nvPr>
            <p:ph type="sldImg"/>
          </p:nvPr>
        </p:nvSpPr>
        <p:spPr>
          <a:xfrm>
            <a:off x="3297240" y="519120"/>
            <a:ext cx="3457440" cy="2593800"/>
          </a:xfrm>
          <a:prstGeom prst="rect">
            <a:avLst/>
          </a:prstGeom>
          <a:ln w="0">
            <a:noFill/>
          </a:ln>
        </p:spPr>
      </p:sp>
      <p:sp>
        <p:nvSpPr>
          <p:cNvPr id="11258"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notesSlides/notesSlide3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59" name="Rectangle 7"/>
          <p:cNvSpPr/>
          <p:nvPr/>
        </p:nvSpPr>
        <p:spPr>
          <a:xfrm>
            <a:off x="5689440" y="6580080"/>
            <a:ext cx="4359600" cy="338400"/>
          </a:xfrm>
          <a:prstGeom prst="rect">
            <a:avLst/>
          </a:prstGeom>
          <a:noFill/>
          <a:ln w="0">
            <a:noFill/>
          </a:ln>
        </p:spPr>
        <p:style>
          <a:lnRef idx="0"/>
          <a:fillRef idx="0"/>
          <a:effectRef idx="0"/>
          <a:fontRef idx="minor"/>
        </p:style>
        <p:txBody>
          <a:bodyPr lIns="92520" rIns="92520" tIns="46440" bIns="46440" anchor="b">
            <a:noAutofit/>
          </a:bodyPr>
          <a:p>
            <a:pPr algn="r">
              <a:lnSpc>
                <a:spcPct val="100000"/>
              </a:lnSpc>
              <a:tabLst>
                <a:tab algn="l" pos="0"/>
                <a:tab algn="l" pos="909720"/>
                <a:tab algn="l" pos="1819440"/>
                <a:tab algn="l" pos="2728800"/>
                <a:tab algn="l" pos="3638520"/>
                <a:tab algn="l" pos="4548240"/>
                <a:tab algn="l" pos="5457960"/>
                <a:tab algn="l" pos="6367320"/>
                <a:tab algn="l" pos="7277040"/>
                <a:tab algn="l" pos="8186760"/>
                <a:tab algn="l" pos="9096480"/>
                <a:tab algn="l" pos="10005840"/>
                <a:tab algn="l" pos="10915560"/>
              </a:tabLst>
            </a:pPr>
            <a:fld id="{831F2B92-B72D-4E38-9870-04A21781DFB1}" type="slidenum">
              <a:rPr b="0" lang="ja-JP" sz="1800" spc="-1" strike="noStrike">
                <a:solidFill>
                  <a:srgbClr val="000000"/>
                </a:solidFill>
                <a:latin typeface="Arial"/>
              </a:rPr>
              <a:t>&lt;number&gt;</a:t>
            </a:fld>
            <a:endParaRPr b="1" lang="en-US" sz="1800" spc="-1" strike="noStrike">
              <a:solidFill>
                <a:srgbClr val="000000"/>
              </a:solidFill>
              <a:latin typeface="Arial"/>
            </a:endParaRPr>
          </a:p>
        </p:txBody>
      </p:sp>
      <p:sp>
        <p:nvSpPr>
          <p:cNvPr id="11260" name="PlaceHolder 1"/>
          <p:cNvSpPr>
            <a:spLocks noGrp="1"/>
          </p:cNvSpPr>
          <p:nvPr>
            <p:ph type="sldImg"/>
          </p:nvPr>
        </p:nvSpPr>
        <p:spPr>
          <a:xfrm>
            <a:off x="3297240" y="519120"/>
            <a:ext cx="3457440" cy="2593800"/>
          </a:xfrm>
          <a:prstGeom prst="rect">
            <a:avLst/>
          </a:prstGeom>
          <a:ln w="0">
            <a:noFill/>
          </a:ln>
        </p:spPr>
      </p:sp>
      <p:sp>
        <p:nvSpPr>
          <p:cNvPr id="11261" name="PlaceHolder 2"/>
          <p:cNvSpPr>
            <a:spLocks noGrp="1"/>
          </p:cNvSpPr>
          <p:nvPr>
            <p:ph type="body"/>
          </p:nvPr>
        </p:nvSpPr>
        <p:spPr>
          <a:xfrm>
            <a:off x="1004400" y="3284640"/>
            <a:ext cx="8039160" cy="311472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GB" sz="1200" spc="-1" strike="noStrike">
              <a:solidFill>
                <a:srgbClr val="000000"/>
              </a:solidFill>
              <a:latin typeface="Times New Roman"/>
              <a:ea typeface="ＭＳ Ｐゴシック"/>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4B35FEF5-C835-4325-BFE3-2B56715ED997}"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Click to edit the title text format</a:t>
            </a:r>
            <a:endParaRPr b="1" lang="en-US" sz="1600" spc="-1" strike="noStrike">
              <a:solidFill>
                <a:srgbClr val="000000"/>
              </a:solidFill>
              <a:latin typeface="Arial"/>
            </a:endParaRPr>
          </a:p>
        </p:txBody>
      </p:sp>
      <p:sp>
        <p:nvSpPr>
          <p:cNvPr id="1" name="PlaceHolder 2"/>
          <p:cNvSpPr>
            <a:spLocks noGrp="1"/>
          </p:cNvSpPr>
          <p:nvPr>
            <p:ph type="body"/>
          </p:nvPr>
        </p:nvSpPr>
        <p:spPr>
          <a:xfrm>
            <a:off x="396360" y="1153800"/>
            <a:ext cx="4008600" cy="5135400"/>
          </a:xfrm>
          <a:prstGeom prst="rect">
            <a:avLst/>
          </a:prstGeom>
          <a:noFill/>
          <a:ln w="0">
            <a:noFill/>
          </a:ln>
        </p:spPr>
        <p:txBody>
          <a:bodyPr lIns="0" rIns="0" tIns="0" bIns="0" anchor="t">
            <a:normAutofit/>
          </a:bodyPr>
          <a:p>
            <a:pPr marL="343080" indent="-3430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Click to edit the outline text format</a:t>
            </a:r>
            <a:endParaRPr b="0" lang="en-US" sz="1100" spc="-1" strike="noStrike">
              <a:solidFill>
                <a:srgbClr val="000000"/>
              </a:solidFill>
              <a:latin typeface="Arial"/>
            </a:endParaRPr>
          </a:p>
          <a:p>
            <a:pPr lvl="1" marL="343080" indent="-343080">
              <a:lnSpc>
                <a:spcPct val="106000"/>
              </a:lnSpc>
              <a:spcBef>
                <a:spcPts val="1100"/>
              </a:spcBef>
              <a:buClr>
                <a:srgbClr val="000000"/>
              </a:buClr>
              <a:buFont typeface="Wingdings 2"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Second Outline Level</a:t>
            </a:r>
            <a:endParaRPr b="0" lang="en-US" sz="1100" spc="-1" strike="noStrike">
              <a:solidFill>
                <a:srgbClr val="000000"/>
              </a:solidFill>
              <a:latin typeface="Arial"/>
            </a:endParaRPr>
          </a:p>
          <a:p>
            <a:pPr lvl="2"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Third Outline Level</a:t>
            </a:r>
            <a:endParaRPr b="0" lang="en-US" sz="1100" spc="-1" strike="noStrike">
              <a:solidFill>
                <a:srgbClr val="000000"/>
              </a:solidFill>
              <a:latin typeface="Arial"/>
            </a:endParaRPr>
          </a:p>
          <a:p>
            <a:pPr lvl="3"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Fourth Outline Level</a:t>
            </a:r>
            <a:endParaRPr b="0" lang="en-US" sz="1100" spc="-1" strike="noStrike">
              <a:solidFill>
                <a:srgbClr val="000000"/>
              </a:solidFill>
              <a:latin typeface="Arial"/>
            </a:endParaRPr>
          </a:p>
          <a:p>
            <a:pPr lvl="4"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Fifth Outline Level</a:t>
            </a:r>
            <a:endParaRPr b="0" lang="en-US" sz="1100" spc="-1" strike="noStrike">
              <a:solidFill>
                <a:srgbClr val="000000"/>
              </a:solidFill>
              <a:latin typeface="Arial"/>
            </a:endParaRPr>
          </a:p>
          <a:p>
            <a:pPr lvl="5"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Sixth Outline Level</a:t>
            </a:r>
            <a:endParaRPr b="0" lang="en-US" sz="1100" spc="-1" strike="noStrike">
              <a:solidFill>
                <a:srgbClr val="000000"/>
              </a:solidFill>
              <a:latin typeface="Arial"/>
            </a:endParaRPr>
          </a:p>
          <a:p>
            <a:pPr lvl="6"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Seventh Outline Level</a:t>
            </a:r>
            <a:endParaRPr b="0" lang="en-US" sz="1100" spc="-1" strike="noStrike">
              <a:solidFill>
                <a:srgbClr val="000000"/>
              </a:solidFill>
              <a:latin typeface="Arial"/>
            </a:endParaRPr>
          </a:p>
        </p:txBody>
      </p:sp>
      <p:sp>
        <p:nvSpPr>
          <p:cNvPr id="2" name="Line 37"/>
          <p:cNvSpPr/>
          <p:nvPr/>
        </p:nvSpPr>
        <p:spPr>
          <a:xfrm flipV="1">
            <a:off x="392040" y="806040"/>
            <a:ext cx="8353440" cy="1800"/>
          </a:xfrm>
          <a:prstGeom prst="line">
            <a:avLst/>
          </a:prstGeom>
          <a:ln w="19080">
            <a:solidFill>
              <a:srgbClr val="003399"/>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 name="PlaceHolder 3"/>
          <p:cNvSpPr>
            <a:spLocks noGrp="1"/>
          </p:cNvSpPr>
          <p:nvPr>
            <p:ph type="ftr" idx="1"/>
          </p:nvPr>
        </p:nvSpPr>
        <p:spPr>
          <a:xfrm>
            <a:off x="698040" y="6661080"/>
            <a:ext cx="4041720" cy="122400"/>
          </a:xfrm>
          <a:prstGeom prst="rect">
            <a:avLst/>
          </a:prstGeom>
          <a:noFill/>
          <a:ln w="0">
            <a:noFill/>
          </a:ln>
        </p:spPr>
        <p:txBody>
          <a:bodyPr lIns="0" rIns="0" tIns="0" bIns="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800" spc="-1" strike="noStrike">
                <a:solidFill>
                  <a:srgbClr val="000066"/>
                </a:solidFill>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 name="PlaceHolder 4"/>
          <p:cNvSpPr>
            <a:spLocks noGrp="1"/>
          </p:cNvSpPr>
          <p:nvPr>
            <p:ph type="sldNum" idx="2"/>
          </p:nvPr>
        </p:nvSpPr>
        <p:spPr>
          <a:xfrm>
            <a:off x="414360" y="6673680"/>
            <a:ext cx="295200" cy="122400"/>
          </a:xfrm>
          <a:prstGeom prst="rect">
            <a:avLst/>
          </a:prstGeom>
          <a:noFill/>
          <a:ln w="0">
            <a:noFill/>
          </a:ln>
        </p:spPr>
        <p:txBody>
          <a:bodyPr lIns="0" rIns="0" tIns="0" bIns="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800" spc="-1" strike="noStrike">
                <a:solidFill>
                  <a:srgbClr val="000066"/>
                </a:solidFill>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70FD90-31D2-4AD9-A3C3-906890AB602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 name="Text Box 40"/>
          <p:cNvSpPr/>
          <p:nvPr/>
        </p:nvSpPr>
        <p:spPr>
          <a:xfrm>
            <a:off x="5265720" y="6675480"/>
            <a:ext cx="3471840" cy="122040"/>
          </a:xfrm>
          <a:prstGeom prst="rect">
            <a:avLst/>
          </a:prstGeom>
          <a:noFill/>
          <a:ln w="0">
            <a:noFill/>
          </a:ln>
        </p:spPr>
        <p:style>
          <a:lnRef idx="0"/>
          <a:fillRef idx="0"/>
          <a:effectRef idx="0"/>
          <a:fontRef idx="minor"/>
        </p:style>
        <p:txBody>
          <a:bodyPr lIns="0" rIns="0" tIns="0" bIns="0" anchor="t">
            <a:spAutoFit/>
          </a:bodyPr>
          <a:p>
            <a:pPr indent="0" algn="r">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66"/>
                </a:solidFill>
                <a:latin typeface="Arial"/>
              </a:rPr>
              <a:t>© 2009 Deloitte Tohmatsu Consulting Co., Ltd.  All rights reserved.</a:t>
            </a:r>
            <a:endParaRPr b="1" lang="en-US" sz="800" spc="-1" strike="noStrike">
              <a:solidFill>
                <a:srgbClr val="000000"/>
              </a:solidFill>
              <a:latin typeface="Arial"/>
            </a:endParaRPr>
          </a:p>
        </p:txBody>
      </p:sp>
      <p:sp>
        <p:nvSpPr>
          <p:cNvPr id="6" name="AutoShape 42"/>
          <p:cNvSpPr/>
          <p:nvPr/>
        </p:nvSpPr>
        <p:spPr>
          <a:xfrm>
            <a:off x="8626320" y="6165720"/>
            <a:ext cx="333360" cy="358920"/>
          </a:xfrm>
          <a:custGeom>
            <a:avLst/>
            <a:gdLst>
              <a:gd name="textAreaLeft" fmla="*/ 21600 w 333360"/>
              <a:gd name="textAreaRight" fmla="*/ 311760 w 333360"/>
              <a:gd name="textAreaTop" fmla="*/ 21600 h 358920"/>
              <a:gd name="textAreaBottom" fmla="*/ 337320 h 358920"/>
            </a:gdLst>
            <a:ahLst/>
            <a:rect l="textAreaLeft" t="textAreaTop" r="textAreaRight" b="textAreaBottom"/>
            <a:pathLst>
              <a:path w="21600" h="23254">
                <a:moveTo>
                  <a:pt x="0" y="0"/>
                </a:moveTo>
                <a:lnTo>
                  <a:pt x="21600" y="0"/>
                </a:lnTo>
                <a:lnTo>
                  <a:pt x="21600" y="23254"/>
                </a:lnTo>
                <a:lnTo>
                  <a:pt x="0" y="23254"/>
                </a:lnTo>
                <a:close/>
              </a:path>
              <a:path fill="lightenLess" w="21600" h="23254">
                <a:moveTo>
                  <a:pt x="0" y="0"/>
                </a:moveTo>
                <a:lnTo>
                  <a:pt x="21600" y="0"/>
                </a:lnTo>
                <a:lnTo>
                  <a:pt x="20200" y="1400"/>
                </a:lnTo>
                <a:lnTo>
                  <a:pt x="1400" y="1400"/>
                </a:lnTo>
                <a:close/>
              </a:path>
              <a:path fill="darken" w="21600" h="23254">
                <a:moveTo>
                  <a:pt x="21600" y="0"/>
                </a:moveTo>
                <a:lnTo>
                  <a:pt x="21600" y="23254"/>
                </a:lnTo>
                <a:lnTo>
                  <a:pt x="20200" y="21854"/>
                </a:lnTo>
                <a:lnTo>
                  <a:pt x="20200" y="1400"/>
                </a:lnTo>
                <a:close/>
              </a:path>
              <a:path fill="darkenLess" w="21600" h="23254">
                <a:moveTo>
                  <a:pt x="21600" y="23254"/>
                </a:moveTo>
                <a:lnTo>
                  <a:pt x="0" y="23254"/>
                </a:lnTo>
                <a:lnTo>
                  <a:pt x="1400" y="21854"/>
                </a:lnTo>
                <a:lnTo>
                  <a:pt x="20200" y="21854"/>
                </a:lnTo>
                <a:close/>
              </a:path>
              <a:path fill="lighten" w="21600" h="23254">
                <a:moveTo>
                  <a:pt x="0" y="23254"/>
                </a:moveTo>
                <a:lnTo>
                  <a:pt x="0" y="0"/>
                </a:lnTo>
                <a:lnTo>
                  <a:pt x="1400" y="1400"/>
                </a:lnTo>
                <a:lnTo>
                  <a:pt x="1400" y="21854"/>
                </a:lnTo>
                <a:close/>
              </a:path>
              <a:path fill="darken" w="21600" h="23254">
                <a:moveTo>
                  <a:pt x="10800" y="4664"/>
                </a:moveTo>
                <a:lnTo>
                  <a:pt x="13376" y="7275"/>
                </a:lnTo>
                <a:lnTo>
                  <a:pt x="13376" y="5535"/>
                </a:lnTo>
                <a:lnTo>
                  <a:pt x="15152" y="5535"/>
                </a:lnTo>
                <a:lnTo>
                  <a:pt x="15152" y="9051"/>
                </a:lnTo>
                <a:lnTo>
                  <a:pt x="17763" y="11627"/>
                </a:lnTo>
                <a:lnTo>
                  <a:pt x="16109" y="11627"/>
                </a:lnTo>
                <a:lnTo>
                  <a:pt x="16109" y="18816"/>
                </a:lnTo>
                <a:lnTo>
                  <a:pt x="5491" y="18816"/>
                </a:lnTo>
                <a:lnTo>
                  <a:pt x="5491" y="11627"/>
                </a:lnTo>
                <a:lnTo>
                  <a:pt x="3837" y="11627"/>
                </a:lnTo>
                <a:close/>
              </a:path>
              <a:path fill="darkenLess" w="21600" h="23254">
                <a:moveTo>
                  <a:pt x="13376" y="7275"/>
                </a:moveTo>
                <a:lnTo>
                  <a:pt x="13376" y="5535"/>
                </a:lnTo>
                <a:lnTo>
                  <a:pt x="15152" y="5535"/>
                </a:lnTo>
                <a:lnTo>
                  <a:pt x="15152" y="9051"/>
                </a:lnTo>
                <a:close/>
              </a:path>
              <a:path fill="darkenLess" w="21600" h="23254">
                <a:moveTo>
                  <a:pt x="9877" y="15126"/>
                </a:moveTo>
                <a:lnTo>
                  <a:pt x="11723" y="15126"/>
                </a:lnTo>
                <a:lnTo>
                  <a:pt x="11723" y="18816"/>
                </a:lnTo>
                <a:lnTo>
                  <a:pt x="16109" y="18816"/>
                </a:lnTo>
                <a:lnTo>
                  <a:pt x="16109" y="11627"/>
                </a:lnTo>
                <a:lnTo>
                  <a:pt x="5491" y="11627"/>
                </a:lnTo>
                <a:lnTo>
                  <a:pt x="5491" y="18816"/>
                </a:lnTo>
                <a:lnTo>
                  <a:pt x="9877" y="18816"/>
                </a:lnTo>
                <a:close/>
              </a:path>
            </a:pathLst>
          </a:custGeom>
          <a:noFill/>
          <a:ln w="6480">
            <a:solidFill>
              <a:srgbClr val="000000"/>
            </a:solidFill>
            <a:miter/>
          </a:ln>
        </p:spPr>
        <p:style>
          <a:lnRef idx="0"/>
          <a:fillRef idx="0"/>
          <a:effectRef idx="0"/>
          <a:fontRef idx="minor"/>
        </p:style>
        <p:txBody>
          <a:bodyPr wrap="none" lIns="90000" rIns="90000" tIns="91440" bIns="91440" anchor="ctr">
            <a:noAutofit/>
          </a:bodyPr>
          <a:p>
            <a:pPr indent="0" algn="ctr">
              <a:lnSpc>
                <a:spcPct val="95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39672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Click to edit the title text format</a:t>
            </a:r>
            <a:endParaRPr b="1" lang="en-US" sz="1600" spc="-1" strike="noStrike">
              <a:solidFill>
                <a:srgbClr val="000000"/>
              </a:solidFill>
              <a:latin typeface="Arial"/>
            </a:endParaRPr>
          </a:p>
        </p:txBody>
      </p:sp>
      <p:sp>
        <p:nvSpPr>
          <p:cNvPr id="8" name="PlaceHolder 2"/>
          <p:cNvSpPr>
            <a:spLocks noGrp="1"/>
          </p:cNvSpPr>
          <p:nvPr>
            <p:ph type="body"/>
          </p:nvPr>
        </p:nvSpPr>
        <p:spPr>
          <a:xfrm>
            <a:off x="396360" y="1153800"/>
            <a:ext cx="4008600" cy="5135400"/>
          </a:xfrm>
          <a:prstGeom prst="rect">
            <a:avLst/>
          </a:prstGeom>
          <a:noFill/>
          <a:ln w="0">
            <a:noFill/>
          </a:ln>
        </p:spPr>
        <p:txBody>
          <a:bodyPr lIns="0" rIns="0" tIns="0" bIns="0" anchor="t">
            <a:normAutofit/>
          </a:bodyPr>
          <a:p>
            <a:pPr marL="343080" indent="-343080">
              <a:lnSpc>
                <a:spcPct val="106000"/>
              </a:lnSpc>
              <a:spcBef>
                <a:spcPts val="13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343080" indent="-343080">
              <a:lnSpc>
                <a:spcPct val="106000"/>
              </a:lnSpc>
              <a:spcBef>
                <a:spcPts val="1301"/>
              </a:spcBef>
              <a:buClr>
                <a:srgbClr val="000000"/>
              </a:buClr>
              <a:buFont typeface="Wingdings 2"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343080" indent="-343080">
              <a:lnSpc>
                <a:spcPct val="106000"/>
              </a:lnSpc>
              <a:spcBef>
                <a:spcPts val="1301"/>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343080" indent="-343080">
              <a:lnSpc>
                <a:spcPct val="106000"/>
              </a:lnSpc>
              <a:spcBef>
                <a:spcPts val="1301"/>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343080" indent="-343080">
              <a:lnSpc>
                <a:spcPct val="106000"/>
              </a:lnSpc>
              <a:spcBef>
                <a:spcPts val="1301"/>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343080" indent="-343080">
              <a:lnSpc>
                <a:spcPct val="106000"/>
              </a:lnSpc>
              <a:spcBef>
                <a:spcPts val="1301"/>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343080" indent="-343080">
              <a:lnSpc>
                <a:spcPct val="106000"/>
              </a:lnSpc>
              <a:spcBef>
                <a:spcPts val="1301"/>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9" name="Line 4"/>
          <p:cNvSpPr/>
          <p:nvPr/>
        </p:nvSpPr>
        <p:spPr>
          <a:xfrm flipV="1">
            <a:off x="392040" y="806040"/>
            <a:ext cx="8353440" cy="1800"/>
          </a:xfrm>
          <a:prstGeom prst="line">
            <a:avLst/>
          </a:prstGeom>
          <a:ln w="19080">
            <a:solidFill>
              <a:srgbClr val="003399"/>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 name="PlaceHolder 3"/>
          <p:cNvSpPr>
            <a:spLocks noGrp="1"/>
          </p:cNvSpPr>
          <p:nvPr>
            <p:ph type="ftr" idx="3"/>
          </p:nvPr>
        </p:nvSpPr>
        <p:spPr>
          <a:xfrm>
            <a:off x="698040" y="6661080"/>
            <a:ext cx="4041720" cy="122400"/>
          </a:xfrm>
          <a:prstGeom prst="rect">
            <a:avLst/>
          </a:prstGeom>
          <a:noFill/>
          <a:ln w="0">
            <a:noFill/>
          </a:ln>
        </p:spPr>
        <p:txBody>
          <a:bodyPr lIns="0" rIns="0" tIns="0" bIns="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800" spc="-1" strike="noStrike">
                <a:solidFill>
                  <a:srgbClr val="000066"/>
                </a:solidFill>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1" name="PlaceHolder 4"/>
          <p:cNvSpPr>
            <a:spLocks noGrp="1"/>
          </p:cNvSpPr>
          <p:nvPr>
            <p:ph type="sldNum" idx="4"/>
          </p:nvPr>
        </p:nvSpPr>
        <p:spPr>
          <a:xfrm>
            <a:off x="414360" y="6673680"/>
            <a:ext cx="295200" cy="122400"/>
          </a:xfrm>
          <a:prstGeom prst="rect">
            <a:avLst/>
          </a:prstGeom>
          <a:noFill/>
          <a:ln w="0">
            <a:noFill/>
          </a:ln>
        </p:spPr>
        <p:txBody>
          <a:bodyPr lIns="0" rIns="0" tIns="0" bIns="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800" spc="-1" strike="noStrike">
                <a:solidFill>
                  <a:srgbClr val="000066"/>
                </a:solidFill>
                <a:latin typeface="Arial"/>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DA2630-CCC1-4AD1-BE34-3864A05070B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2" name="Text Box 20"/>
          <p:cNvSpPr/>
          <p:nvPr/>
        </p:nvSpPr>
        <p:spPr>
          <a:xfrm>
            <a:off x="5265720" y="6675480"/>
            <a:ext cx="3471840" cy="122040"/>
          </a:xfrm>
          <a:prstGeom prst="rect">
            <a:avLst/>
          </a:prstGeom>
          <a:noFill/>
          <a:ln w="0">
            <a:noFill/>
          </a:ln>
        </p:spPr>
        <p:style>
          <a:lnRef idx="0"/>
          <a:fillRef idx="0"/>
          <a:effectRef idx="0"/>
          <a:fontRef idx="minor"/>
        </p:style>
        <p:txBody>
          <a:bodyPr lIns="0" rIns="0" tIns="0" bIns="0" anchor="t">
            <a:spAutoFit/>
          </a:bodyPr>
          <a:p>
            <a:pPr indent="0" algn="r">
              <a:lnSpc>
                <a:spcPct val="10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66"/>
                </a:solidFill>
                <a:latin typeface="Arial"/>
              </a:rPr>
              <a:t>© 2009 Deloitte Tohmatsu Consulting Co., Ltd.  All rights reserved.</a:t>
            </a:r>
            <a:endParaRPr b="1" lang="en-US" sz="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Rectangle 16"/>
          <p:cNvSpPr/>
          <p:nvPr/>
        </p:nvSpPr>
        <p:spPr>
          <a:xfrm>
            <a:off x="399960" y="1154160"/>
            <a:ext cx="8345520" cy="4352760"/>
          </a:xfrm>
          <a:prstGeom prst="rect">
            <a:avLst/>
          </a:prstGeom>
          <a:solidFill>
            <a:srgbClr val="ffffff"/>
          </a:solidFill>
          <a:ln w="12600">
            <a:solidFill>
              <a:srgbClr val="003399"/>
            </a:solidFill>
            <a:miter/>
          </a:ln>
        </p:spPr>
        <p:style>
          <a:lnRef idx="0"/>
          <a:fillRef idx="0"/>
          <a:effectRef idx="0"/>
          <a:fontRef idx="minor"/>
        </p:style>
        <p:txBody>
          <a:bodyPr lIns="90000" rIns="90000" tIns="90000" bIns="90000" anchor="ctr">
            <a:noAutofit/>
          </a:bodyPr>
          <a:p>
            <a:pPr marL="119160" indent="-119160">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 name="Text Box 19"/>
          <p:cNvSpPr/>
          <p:nvPr/>
        </p:nvSpPr>
        <p:spPr>
          <a:xfrm>
            <a:off x="685440" y="4756320"/>
            <a:ext cx="3193560" cy="201240"/>
          </a:xfrm>
          <a:prstGeom prst="rect">
            <a:avLst/>
          </a:prstGeom>
          <a:noFill/>
          <a:ln w="0">
            <a:noFill/>
          </a:ln>
        </p:spPr>
        <p:style>
          <a:lnRef idx="0"/>
          <a:fillRef idx="0"/>
          <a:effectRef idx="0"/>
          <a:fontRef idx="minor"/>
        </p:style>
        <p:txBody>
          <a:bodyPr wrap="none" lIns="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デロイト トーマツ コンサルティング株式会社</a:t>
            </a:r>
            <a:endParaRPr b="1" lang="en-US" sz="1200" spc="-1" strike="noStrike">
              <a:solidFill>
                <a:srgbClr val="000000"/>
              </a:solidFill>
              <a:latin typeface="Arial"/>
            </a:endParaRPr>
          </a:p>
        </p:txBody>
      </p:sp>
      <p:pic>
        <p:nvPicPr>
          <p:cNvPr id="15" name="Picture 20" descr="Deloitte_cl"/>
          <p:cNvPicPr/>
          <p:nvPr/>
        </p:nvPicPr>
        <p:blipFill>
          <a:blip r:embed="rId2"/>
          <a:stretch/>
        </p:blipFill>
        <p:spPr>
          <a:xfrm>
            <a:off x="363600" y="374760"/>
            <a:ext cx="1790640" cy="365040"/>
          </a:xfrm>
          <a:prstGeom prst="rect">
            <a:avLst/>
          </a:prstGeom>
          <a:ln w="0">
            <a:noFill/>
          </a:ln>
        </p:spPr>
      </p:pic>
      <p:pic>
        <p:nvPicPr>
          <p:cNvPr id="16" name="Picture 21" descr="tohmatsu_cl"/>
          <p:cNvPicPr/>
          <p:nvPr/>
        </p:nvPicPr>
        <p:blipFill>
          <a:blip r:embed="rId3"/>
          <a:stretch/>
        </p:blipFill>
        <p:spPr>
          <a:xfrm>
            <a:off x="203040" y="5711760"/>
            <a:ext cx="1632240" cy="844560"/>
          </a:xfrm>
          <a:prstGeom prst="rect">
            <a:avLst/>
          </a:prstGeom>
          <a:ln w="0">
            <a:noFill/>
          </a:ln>
        </p:spPr>
      </p:pic>
      <p:sp>
        <p:nvSpPr>
          <p:cNvPr id="1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Click to edit the title text format</a:t>
            </a:r>
            <a:endParaRPr b="1" lang="en-US" sz="1600" spc="-1" strike="noStrike">
              <a:solidFill>
                <a:srgbClr val="000000"/>
              </a:solidFill>
              <a:latin typeface="Arial"/>
            </a:endParaRPr>
          </a:p>
        </p:txBody>
      </p:sp>
      <p:sp>
        <p:nvSpPr>
          <p:cNvPr id="18" name="PlaceHolder 2"/>
          <p:cNvSpPr>
            <a:spLocks noGrp="1"/>
          </p:cNvSpPr>
          <p:nvPr>
            <p:ph type="body"/>
          </p:nvPr>
        </p:nvSpPr>
        <p:spPr>
          <a:xfrm>
            <a:off x="396360" y="1153800"/>
            <a:ext cx="4008600" cy="5135400"/>
          </a:xfrm>
          <a:prstGeom prst="rect">
            <a:avLst/>
          </a:prstGeom>
          <a:noFill/>
          <a:ln w="0">
            <a:noFill/>
          </a:ln>
        </p:spPr>
        <p:txBody>
          <a:bodyPr lIns="0" rIns="0" tIns="0" bIns="0" anchor="t">
            <a:normAutofit/>
          </a:bodyPr>
          <a:p>
            <a:pPr marL="343080" indent="-3430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Click to edit the outline text format</a:t>
            </a:r>
            <a:endParaRPr b="0" lang="en-US" sz="1100" spc="-1" strike="noStrike">
              <a:solidFill>
                <a:srgbClr val="000000"/>
              </a:solidFill>
              <a:latin typeface="Arial"/>
            </a:endParaRPr>
          </a:p>
          <a:p>
            <a:pPr lvl="1" marL="343080" indent="-343080">
              <a:lnSpc>
                <a:spcPct val="106000"/>
              </a:lnSpc>
              <a:spcBef>
                <a:spcPts val="1100"/>
              </a:spcBef>
              <a:buClr>
                <a:srgbClr val="000000"/>
              </a:buClr>
              <a:buFont typeface="Wingdings 2" charset="2"/>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Second Outline Level</a:t>
            </a:r>
            <a:endParaRPr b="0" lang="en-US" sz="1100" spc="-1" strike="noStrike">
              <a:solidFill>
                <a:srgbClr val="000000"/>
              </a:solidFill>
              <a:latin typeface="Arial"/>
            </a:endParaRPr>
          </a:p>
          <a:p>
            <a:pPr lvl="2"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Third Outline Level</a:t>
            </a:r>
            <a:endParaRPr b="0" lang="en-US" sz="1100" spc="-1" strike="noStrike">
              <a:solidFill>
                <a:srgbClr val="000000"/>
              </a:solidFill>
              <a:latin typeface="Arial"/>
            </a:endParaRPr>
          </a:p>
          <a:p>
            <a:pPr lvl="3"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Fourth Outline Level</a:t>
            </a:r>
            <a:endParaRPr b="0" lang="en-US" sz="1100" spc="-1" strike="noStrike">
              <a:solidFill>
                <a:srgbClr val="000000"/>
              </a:solidFill>
              <a:latin typeface="Arial"/>
            </a:endParaRPr>
          </a:p>
          <a:p>
            <a:pPr lvl="4"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Fifth Outline Level</a:t>
            </a:r>
            <a:endParaRPr b="0" lang="en-US" sz="1100" spc="-1" strike="noStrike">
              <a:solidFill>
                <a:srgbClr val="000000"/>
              </a:solidFill>
              <a:latin typeface="Arial"/>
            </a:endParaRPr>
          </a:p>
          <a:p>
            <a:pPr lvl="5"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Sixth Outline Level</a:t>
            </a:r>
            <a:endParaRPr b="0" lang="en-US" sz="1100" spc="-1" strike="noStrike">
              <a:solidFill>
                <a:srgbClr val="000000"/>
              </a:solidFill>
              <a:latin typeface="Arial"/>
            </a:endParaRPr>
          </a:p>
          <a:p>
            <a:pPr lvl="6" marL="343080" indent="-343080">
              <a:lnSpc>
                <a:spcPct val="106000"/>
              </a:lnSpc>
              <a:spcBef>
                <a:spcPts val="1100"/>
              </a:spcBef>
              <a:buClr>
                <a:srgbClr val="000000"/>
              </a:buClr>
              <a:buFont typeface="Arial"/>
              <a:buChar cha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Seventh Outline Level</a:t>
            </a:r>
            <a:endParaRPr b="0" lang="en-US" sz="11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oleObject" Target="../embeddings/oleObject6.bin"/><Relationship Id="rId7" Type="http://schemas.openxmlformats.org/officeDocument/2006/relationships/slideLayout" Target="../slideLayouts/slideLayout1.xml"/><Relationship Id="rId8"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slideLayout" Target="../slideLayouts/slideLayout1.xml"/><Relationship Id="rId7"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
</Relationships>
</file>

<file path=ppt/slides/_rels/slide1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
</Relationships>
</file>

<file path=ppt/slides/_rels/slide1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
</Relationships>
</file>

<file path=ppt/slides/_rels/slide1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
</Relationships>
</file>

<file path=ppt/slides/_rels/slide18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
</Relationships>
</file>

<file path=ppt/slides/_rels/slide18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
</Relationships>
</file>

<file path=ppt/slides/_rels/slide19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
</Relationships>
</file>

<file path=ppt/slides/_rels/slide19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
</Relationships>
</file>

<file path=ppt/slides/_rels/slide19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
</Relationships>
</file>

<file path=ppt/slides/_rels/slide19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
</Relationships>
</file>

<file path=ppt/slides/_rels/slide19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
</Relationships>
</file>

<file path=ppt/slides/_rels/slide1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
</Relationships>
</file>

<file path=ppt/slides/_rels/slide19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
</Relationships>
</file>

<file path=ppt/slides/_rels/slide19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
</Relationships>
</file>

<file path=ppt/slides/_rels/slide20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
</Relationships>
</file>

<file path=ppt/slides/_rels/slide20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
</Relationships>
</file>

<file path=ppt/slides/_rels/slide20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
</Relationships>
</file>

<file path=ppt/slides/_rels/slide2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
</Relationships>
</file>

<file path=ppt/slides/_rels/slide2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
</Relationships>
</file>

<file path=ppt/slides/_rels/slide2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
</Relationships>
</file>

<file path=ppt/slides/_rels/slide2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
</Relationships>
</file>

<file path=ppt/slides/_rels/slide2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
</Relationships>
</file>

<file path=ppt/slides/_rels/slide20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slideLayout" Target="../slideLayouts/slideLayout1.xml"/><Relationship Id="rId19" Type="http://schemas.openxmlformats.org/officeDocument/2006/relationships/notesSlide" Target="../notesSlides/notesSlide208.xml"/>
</Relationships>
</file>

<file path=ppt/slides/_rels/slide20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
</Relationships>
</file>

<file path=ppt/slides/_rels/slide2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
</Relationships>
</file>

<file path=ppt/slides/_rels/slide2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
</Relationships>
</file>

<file path=ppt/slides/_rels/slide2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
</Relationships>
</file>

<file path=ppt/slides/_rels/slide2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
</Relationships>
</file>

<file path=ppt/slides/_rels/slide2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
</Relationships>
</file>

<file path=ppt/slides/_rels/slide2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
</Relationships>
</file>

<file path=ppt/slides/_rels/slide2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
</Relationships>
</file>

<file path=ppt/slides/_rels/slide2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
</Relationships>
</file>

<file path=ppt/slides/_rels/slide2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
</Relationships>
</file>

<file path=ppt/slides/_rels/slide2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
</Relationships>
</file>

<file path=ppt/slides/_rels/slide2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
</Relationships>
</file>

<file path=ppt/slides/_rels/slide2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
</Relationships>
</file>

<file path=ppt/slides/_rels/slide2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
</Relationships>
</file>

<file path=ppt/slides/_rels/slide2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
</Relationships>
</file>

<file path=ppt/slides/_rels/slide2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
</Relationships>
</file>

<file path=ppt/slides/_rels/slide2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
</Relationships>
</file>

<file path=ppt/slides/_rels/slide2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
</Relationships>
</file>

<file path=ppt/slides/_rels/slide2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
</Relationships>
</file>

<file path=ppt/slides/_rels/slide2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
</Relationships>
</file>

<file path=ppt/slides/_rels/slide2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
</Relationships>
</file>

<file path=ppt/slides/_rels/slide2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
</Relationships>
</file>

<file path=ppt/slides/_rels/slide2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1.xml"/>
</Relationships>
</file>

<file path=ppt/slides/_rels/slide2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
</Relationships>
</file>

<file path=ppt/slides/_rels/slide2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
</Relationships>
</file>

<file path=ppt/slides/_rels/slide2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
</Relationships>
</file>

<file path=ppt/slides/_rels/slide2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5.xml"/>
</Relationships>
</file>

<file path=ppt/slides/_rels/slide2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
</Relationships>
</file>

<file path=ppt/slides/_rels/slide2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7.xml"/>
</Relationships>
</file>

<file path=ppt/slides/_rels/slide2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8.xml"/>
</Relationships>
</file>

<file path=ppt/slides/_rels/slide2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9.xml"/>
</Relationships>
</file>

<file path=ppt/slides/_rels/slide2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0.xml"/>
</Relationships>
</file>

<file path=ppt/slides/_rels/slide2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
</Relationships>
</file>

<file path=ppt/slides/_rels/slide2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
</Relationships>
</file>

<file path=ppt/slides/_rels/slide2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
</Relationships>
</file>

<file path=ppt/slides/_rels/slide2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4.xml"/>
</Relationships>
</file>

<file path=ppt/slides/_rels/slide2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
</Relationships>
</file>

<file path=ppt/slides/_rels/slide2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6.xml"/>
</Relationships>
</file>

<file path=ppt/slides/_rels/slide247.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247.xml"/>
</Relationships>
</file>

<file path=ppt/slides/_rels/slide2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8.xml"/>
</Relationships>
</file>

<file path=ppt/slides/_rels/slide2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
</Relationships>
</file>

<file path=ppt/slides/_rels/slide2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0.xml"/>
</Relationships>
</file>

<file path=ppt/slides/_rels/slide2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
</Relationships>
</file>

<file path=ppt/slides/_rels/slide2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
</Relationships>
</file>

<file path=ppt/slides/_rels/slide2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
</Relationships>
</file>

<file path=ppt/slides/_rels/slide2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
</Relationships>
</file>

<file path=ppt/slides/_rels/slide2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
</Relationships>
</file>

<file path=ppt/slides/_rels/slide2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
</Relationships>
</file>

<file path=ppt/slides/_rels/slide2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
</Relationships>
</file>

<file path=ppt/slides/_rels/slide2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
</Relationships>
</file>

<file path=ppt/slides/_rels/slide2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
</Relationships>
</file>

<file path=ppt/slides/_rels/slide2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
</Relationships>
</file>

<file path=ppt/slides/_rels/slide2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
</Relationships>
</file>

<file path=ppt/slides/_rels/slide2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
</Relationships>
</file>

<file path=ppt/slides/_rels/slide2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
</Relationships>
</file>

<file path=ppt/slides/_rels/slide2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
</Relationships>
</file>

<file path=ppt/slides/_rels/slide2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
</Relationships>
</file>

<file path=ppt/slides/_rels/slide2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
</Relationships>
</file>

<file path=ppt/slides/_rels/slide2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7.xml"/>
</Relationships>
</file>

<file path=ppt/slides/_rels/slide2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8.xml"/>
</Relationships>
</file>

<file path=ppt/slides/_rels/slide26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9.xml"/>
</Relationships>
</file>

<file path=ppt/slides/_rels/slide2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0.xml"/>
</Relationships>
</file>

<file path=ppt/slides/_rels/slide2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
</Relationships>
</file>

<file path=ppt/slides/_rels/slide2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2.xml"/>
</Relationships>
</file>

<file path=ppt/slides/_rels/slide2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
</Relationships>
</file>

<file path=ppt/slides/_rels/slide2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
</Relationships>
</file>

<file path=ppt/slides/_rels/slide2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5.xml"/>
</Relationships>
</file>

<file path=ppt/slides/_rels/slide27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oleObject" Target="../embeddings/oleObject6.bin"/><Relationship Id="rId7" Type="http://schemas.openxmlformats.org/officeDocument/2006/relationships/slideLayout" Target="../slideLayouts/slideLayout1.xml"/><Relationship Id="rId8" Type="http://schemas.openxmlformats.org/officeDocument/2006/relationships/notesSlide" Target="../notesSlides/notesSlide276.xml"/>
</Relationships>
</file>

<file path=ppt/slides/_rels/slide2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7.xml"/>
</Relationships>
</file>

<file path=ppt/slides/_rels/slide2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
</Relationships>
</file>

<file path=ppt/slides/_rels/slide2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9.xml"/>
</Relationships>
</file>

<file path=ppt/slides/_rels/slide2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0.xml"/>
</Relationships>
</file>

<file path=ppt/slides/_rels/slide2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1.xml"/>
</Relationships>
</file>

<file path=ppt/slides/_rels/slide2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2.xml"/>
</Relationships>
</file>

<file path=ppt/slides/_rels/slide2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3.xml"/>
</Relationships>
</file>

<file path=ppt/slides/_rels/slide2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4.xml"/>
</Relationships>
</file>

<file path=ppt/slides/_rels/slide2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5.xml"/>
</Relationships>
</file>

<file path=ppt/slides/_rels/slide28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1.xml"/><Relationship Id="rId3" Type="http://schemas.openxmlformats.org/officeDocument/2006/relationships/notesSlide" Target="../notesSlides/notesSlide286.xml"/>
</Relationships>
</file>

<file path=ppt/slides/_rels/slide28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7.xml"/>
</Relationships>
</file>

<file path=ppt/slides/_rels/slide28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8.xml"/>
</Relationships>
</file>

<file path=ppt/slides/_rels/slide28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9.xml"/>
</Relationships>
</file>

<file path=ppt/slides/_rels/slide29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0.xml"/>
</Relationships>
</file>

<file path=ppt/slides/_rels/slide29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1.xml"/>
</Relationships>
</file>

<file path=ppt/slides/_rels/slide292.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92.xml"/>
</Relationships>
</file>

<file path=ppt/slides/_rels/slide29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3.xml"/>
</Relationships>
</file>

<file path=ppt/slides/_rels/slide29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4.xml"/>
</Relationships>
</file>

<file path=ppt/slides/_rels/slide29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5.xml"/>
</Relationships>
</file>

<file path=ppt/slides/_rels/slide29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6.xml"/>
</Relationships>
</file>

<file path=ppt/slides/_rels/slide2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7.xml"/>
</Relationships>
</file>

<file path=ppt/slides/_rels/slide29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8.xml"/>
</Relationships>
</file>

<file path=ppt/slides/_rels/slide29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9.xml"/>
</Relationships>
</file>

<file path=ppt/slides/_rels/slide30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0.xml"/>
</Relationships>
</file>

<file path=ppt/slides/_rels/slide30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1.xml"/>
</Relationships>
</file>

<file path=ppt/slides/_rels/slide30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2.xml"/>
</Relationships>
</file>

<file path=ppt/slides/_rels/slide3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
</Relationships>
</file>

<file path=ppt/slides/_rels/slide3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
</Relationships>
</file>

<file path=ppt/slides/_rels/slide3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
</Relationships>
</file>

<file path=ppt/slides/_rels/slide3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
</Relationships>
</file>

<file path=ppt/slides/_rels/slide3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
</Relationships>
</file>

<file path=ppt/slides/_rels/slide30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8.xml"/>
</Relationships>
</file>

<file path=ppt/slides/_rels/slide30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9.xml"/>
</Relationships>
</file>

<file path=ppt/slides/_rels/slide3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0.xml"/>
</Relationships>
</file>

<file path=ppt/slides/_rels/slide3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grpSp>
        <p:nvGrpSpPr>
          <p:cNvPr id="26" name="Group 2"/>
          <p:cNvGrpSpPr/>
          <p:nvPr/>
        </p:nvGrpSpPr>
        <p:grpSpPr>
          <a:xfrm>
            <a:off x="1523880" y="3079800"/>
            <a:ext cx="6077160" cy="258480"/>
            <a:chOff x="1523880" y="3079800"/>
            <a:chExt cx="6077160" cy="258480"/>
          </a:xfrm>
        </p:grpSpPr>
        <p:sp>
          <p:nvSpPr>
            <p:cNvPr id="27" name="Line 3"/>
            <p:cNvSpPr/>
            <p:nvPr/>
          </p:nvSpPr>
          <p:spPr>
            <a:xfrm>
              <a:off x="1523880" y="3209760"/>
              <a:ext cx="6077160" cy="0"/>
            </a:xfrm>
            <a:prstGeom prst="line">
              <a:avLst/>
            </a:prstGeom>
            <a:ln cap="rnd"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 name="Rectangle 4"/>
            <p:cNvSpPr/>
            <p:nvPr/>
          </p:nvSpPr>
          <p:spPr>
            <a:xfrm>
              <a:off x="3814920" y="3079800"/>
              <a:ext cx="1495080" cy="258480"/>
            </a:xfrm>
            <a:prstGeom prst="rect">
              <a:avLst/>
            </a:prstGeom>
            <a:solidFill>
              <a:srgbClr val="ffffff"/>
            </a:solidFill>
            <a:ln w="0">
              <a:noFill/>
            </a:ln>
          </p:spPr>
          <p:style>
            <a:lnRef idx="0"/>
            <a:fillRef idx="0"/>
            <a:effectRef idx="0"/>
            <a:fontRef idx="minor"/>
          </p:style>
          <p:txBody>
            <a:bodyPr wrap="none" lIns="72000" rIns="72000" tIns="0" bIns="0" anchor="ctr" anchorCtr="1">
              <a:spAutoFit/>
            </a:bodyPr>
            <a:p>
              <a:pPr algn="ctr">
                <a:lnSpc>
                  <a:spcPct val="106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1600" spc="-1" strike="noStrike">
                  <a:solidFill>
                    <a:srgbClr val="000000"/>
                  </a:solidFill>
                  <a:latin typeface="Arial"/>
                </a:rPr>
                <a:t>Power Library</a:t>
              </a:r>
              <a:endParaRPr b="1" lang="en-US" sz="1600" spc="-1" strike="noStrike">
                <a:solidFill>
                  <a:srgbClr val="000000"/>
                </a:solidFill>
                <a:latin typeface="Arial"/>
              </a:endParaRPr>
            </a:p>
          </p:txBody>
        </p:sp>
      </p:grpSp>
      <p:sp>
        <p:nvSpPr>
          <p:cNvPr id="29" name="Text Box 9"/>
          <p:cNvSpPr/>
          <p:nvPr/>
        </p:nvSpPr>
        <p:spPr>
          <a:xfrm>
            <a:off x="3857040" y="3706920"/>
            <a:ext cx="1410840" cy="2876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6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2009</a:t>
            </a:r>
            <a:r>
              <a:rPr b="0" lang="ja-JP" sz="1200" spc="-1" strike="noStrike">
                <a:solidFill>
                  <a:srgbClr val="000000"/>
                </a:solidFill>
                <a:latin typeface="Arial"/>
              </a:rPr>
              <a:t>年</a:t>
            </a:r>
            <a:r>
              <a:rPr b="0" lang="en-US" sz="1200" spc="-1" strike="noStrike">
                <a:solidFill>
                  <a:srgbClr val="000000"/>
                </a:solidFill>
                <a:latin typeface="Arial"/>
              </a:rPr>
              <a:t>1</a:t>
            </a:r>
            <a:r>
              <a:rPr b="0" lang="ja-JP" sz="1200" spc="-1" strike="noStrike">
                <a:solidFill>
                  <a:srgbClr val="000000"/>
                </a:solidFill>
                <a:latin typeface="Arial"/>
              </a:rPr>
              <a:t>月</a:t>
            </a:r>
            <a:r>
              <a:rPr b="0" lang="en-US" sz="1200" spc="-1" strike="noStrike">
                <a:solidFill>
                  <a:srgbClr val="000000"/>
                </a:solidFill>
                <a:latin typeface="Arial"/>
              </a:rPr>
              <a:t>06</a:t>
            </a:r>
            <a:r>
              <a:rPr b="0" lang="ja-JP" sz="1200" spc="-1" strike="noStrike">
                <a:solidFill>
                  <a:srgbClr val="000000"/>
                </a:solidFill>
                <a:latin typeface="Arial"/>
              </a:rPr>
              <a:t>日</a:t>
            </a: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4F70D5C-FE9E-47B3-BAC6-767FD3FEFEB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2" name="PlaceHolder 1"/>
          <p:cNvSpPr>
            <a:spLocks noGrp="1"/>
          </p:cNvSpPr>
          <p:nvPr>
            <p:ph type="title"/>
          </p:nvPr>
        </p:nvSpPr>
        <p:spPr>
          <a:xfrm>
            <a:off x="401760" y="514080"/>
            <a:ext cx="8345520" cy="352080"/>
          </a:xfrm>
          <a:prstGeom prst="rect">
            <a:avLst/>
          </a:prstGeom>
          <a:noFill/>
          <a:ln w="0">
            <a:noFill/>
          </a:ln>
        </p:spPr>
        <p:txBody>
          <a:bodyPr lIns="93600" rIns="93600" tIns="46800" bIns="4680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1600" spc="-1" strike="noStrike">
                <a:solidFill>
                  <a:srgbClr val="000000"/>
                </a:solidFill>
                <a:latin typeface="Arial"/>
                <a:ea typeface="ＭＳ Ｐゴシック"/>
              </a:rPr>
              <a:t>テンプレート検索ページ</a:t>
            </a:r>
            <a:endParaRPr b="1" lang="en-US" sz="1600" spc="-1" strike="noStrike">
              <a:solidFill>
                <a:srgbClr val="000000"/>
              </a:solidFill>
              <a:latin typeface="Arial"/>
            </a:endParaRPr>
          </a:p>
        </p:txBody>
      </p:sp>
      <p:sp>
        <p:nvSpPr>
          <p:cNvPr id="33" name="Rectangle 3"/>
          <p:cNvSpPr/>
          <p:nvPr/>
        </p:nvSpPr>
        <p:spPr>
          <a:xfrm>
            <a:off x="2201760" y="1400040"/>
            <a:ext cx="1395360" cy="4003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Structured Text</a:t>
            </a:r>
            <a:endParaRPr b="1" lang="en-US" sz="1000" spc="-1" strike="noStrike">
              <a:solidFill>
                <a:srgbClr val="000000"/>
              </a:solidFill>
              <a:latin typeface="Arial"/>
            </a:endParaRPr>
          </a:p>
        </p:txBody>
      </p:sp>
      <p:sp>
        <p:nvSpPr>
          <p:cNvPr id="34" name="Rectangle 4"/>
          <p:cNvSpPr/>
          <p:nvPr/>
        </p:nvSpPr>
        <p:spPr>
          <a:xfrm>
            <a:off x="2214720" y="354348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Shapes</a:t>
            </a:r>
            <a:endParaRPr b="1" lang="en-US" sz="1000" spc="-1" strike="noStrike">
              <a:solidFill>
                <a:srgbClr val="000000"/>
              </a:solidFill>
              <a:latin typeface="Arial"/>
            </a:endParaRPr>
          </a:p>
        </p:txBody>
      </p:sp>
      <p:sp>
        <p:nvSpPr>
          <p:cNvPr id="35" name="Rectangle 5"/>
          <p:cNvSpPr/>
          <p:nvPr/>
        </p:nvSpPr>
        <p:spPr>
          <a:xfrm>
            <a:off x="384120" y="355608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Charts</a:t>
            </a:r>
            <a:endParaRPr b="1" lang="en-US" sz="1000" spc="-1" strike="noStrike">
              <a:solidFill>
                <a:srgbClr val="000000"/>
              </a:solidFill>
              <a:latin typeface="Arial"/>
            </a:endParaRPr>
          </a:p>
        </p:txBody>
      </p:sp>
      <p:cxnSp>
        <p:nvCxnSpPr>
          <p:cNvPr id="36" name="AutoShape 6"/>
          <p:cNvCxnSpPr>
            <a:stCxn id="33" idx="1"/>
            <a:endCxn id="35" idx="3"/>
          </p:cNvCxnSpPr>
          <p:nvPr/>
        </p:nvCxnSpPr>
        <p:spPr>
          <a:xfrm flipV="1" rot="10800000">
            <a:off x="1778760" y="1599840"/>
            <a:ext cx="423000" cy="2156400"/>
          </a:xfrm>
          <a:prstGeom prst="bentConnector3">
            <a:avLst>
              <a:gd name="adj1" fmla="val 53321"/>
            </a:avLst>
          </a:prstGeom>
          <a:ln w="9360">
            <a:solidFill>
              <a:srgbClr val="003399"/>
            </a:solidFill>
            <a:miter/>
          </a:ln>
        </p:spPr>
      </p:cxnSp>
      <p:cxnSp>
        <p:nvCxnSpPr>
          <p:cNvPr id="37" name="AutoShape 7"/>
          <p:cNvCxnSpPr>
            <a:stCxn id="35" idx="3"/>
          </p:cNvCxnSpPr>
          <p:nvPr/>
        </p:nvCxnSpPr>
        <p:spPr>
          <a:xfrm>
            <a:off x="1779120" y="3755520"/>
            <a:ext cx="423000" cy="1080"/>
          </a:xfrm>
          <a:prstGeom prst="straightConnector1">
            <a:avLst/>
          </a:prstGeom>
          <a:ln w="9360">
            <a:solidFill>
              <a:srgbClr val="003399"/>
            </a:solidFill>
            <a:miter/>
          </a:ln>
        </p:spPr>
      </p:cxnSp>
      <p:sp>
        <p:nvSpPr>
          <p:cNvPr id="38" name="Rectangle 8"/>
          <p:cNvSpPr/>
          <p:nvPr/>
        </p:nvSpPr>
        <p:spPr>
          <a:xfrm>
            <a:off x="2214720" y="282888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Graphs</a:t>
            </a:r>
            <a:endParaRPr b="1" lang="en-US" sz="1000" spc="-1" strike="noStrike">
              <a:solidFill>
                <a:srgbClr val="000000"/>
              </a:solidFill>
              <a:latin typeface="Arial"/>
            </a:endParaRPr>
          </a:p>
        </p:txBody>
      </p:sp>
      <p:sp>
        <p:nvSpPr>
          <p:cNvPr id="39" name="Rectangle 9"/>
          <p:cNvSpPr/>
          <p:nvPr/>
        </p:nvSpPr>
        <p:spPr>
          <a:xfrm>
            <a:off x="2227320" y="498492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343080" indent="-343080" algn="ctr">
              <a:lnSpc>
                <a:spcPct val="94000"/>
              </a:lnSpc>
              <a:spcAft>
                <a:spcPts val="451"/>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Special Graphics</a:t>
            </a:r>
            <a:endParaRPr b="1" lang="en-US" sz="1000" spc="-1" strike="noStrike">
              <a:solidFill>
                <a:srgbClr val="000000"/>
              </a:solidFill>
              <a:latin typeface="Arial"/>
            </a:endParaRPr>
          </a:p>
        </p:txBody>
      </p:sp>
      <p:sp>
        <p:nvSpPr>
          <p:cNvPr id="40" name="Rectangle 10"/>
          <p:cNvSpPr/>
          <p:nvPr/>
        </p:nvSpPr>
        <p:spPr>
          <a:xfrm>
            <a:off x="2201760" y="215280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Trees</a:t>
            </a:r>
            <a:endParaRPr b="1" lang="en-US" sz="1000" spc="-1" strike="noStrike">
              <a:solidFill>
                <a:srgbClr val="000000"/>
              </a:solidFill>
              <a:latin typeface="Arial"/>
            </a:endParaRPr>
          </a:p>
        </p:txBody>
      </p:sp>
      <p:sp>
        <p:nvSpPr>
          <p:cNvPr id="41" name="Rectangle 11"/>
          <p:cNvSpPr/>
          <p:nvPr/>
        </p:nvSpPr>
        <p:spPr>
          <a:xfrm>
            <a:off x="2201760" y="427032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Maps</a:t>
            </a:r>
            <a:endParaRPr b="1" lang="en-US" sz="1000" spc="-1" strike="noStrike">
              <a:solidFill>
                <a:srgbClr val="000000"/>
              </a:solidFill>
              <a:latin typeface="Arial"/>
            </a:endParaRPr>
          </a:p>
        </p:txBody>
      </p:sp>
      <p:sp>
        <p:nvSpPr>
          <p:cNvPr id="42" name="Rectangle 12"/>
          <p:cNvSpPr/>
          <p:nvPr/>
        </p:nvSpPr>
        <p:spPr>
          <a:xfrm>
            <a:off x="2214720" y="5711760"/>
            <a:ext cx="139536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Service Line Charts</a:t>
            </a:r>
            <a:endParaRPr b="1" lang="en-US" sz="1000" spc="-1" strike="noStrike">
              <a:solidFill>
                <a:srgbClr val="000000"/>
              </a:solidFill>
              <a:latin typeface="Arial"/>
            </a:endParaRPr>
          </a:p>
        </p:txBody>
      </p:sp>
      <p:cxnSp>
        <p:nvCxnSpPr>
          <p:cNvPr id="43" name="AutoShape 13"/>
          <p:cNvCxnSpPr>
            <a:stCxn id="40" idx="1"/>
            <a:endCxn id="35" idx="3"/>
          </p:cNvCxnSpPr>
          <p:nvPr/>
        </p:nvCxnSpPr>
        <p:spPr>
          <a:xfrm flipV="1" rot="10800000">
            <a:off x="1778760" y="2352240"/>
            <a:ext cx="423000" cy="1404000"/>
          </a:xfrm>
          <a:prstGeom prst="bentConnector3">
            <a:avLst>
              <a:gd name="adj1" fmla="val 53747"/>
            </a:avLst>
          </a:prstGeom>
          <a:ln w="6480">
            <a:solidFill>
              <a:srgbClr val="003399"/>
            </a:solidFill>
            <a:miter/>
          </a:ln>
        </p:spPr>
      </p:cxnSp>
      <p:cxnSp>
        <p:nvCxnSpPr>
          <p:cNvPr id="44" name="AutoShape 14"/>
          <p:cNvCxnSpPr>
            <a:stCxn id="38" idx="1"/>
            <a:endCxn id="35" idx="3"/>
          </p:cNvCxnSpPr>
          <p:nvPr/>
        </p:nvCxnSpPr>
        <p:spPr>
          <a:xfrm flipV="1" rot="10800000">
            <a:off x="1778760" y="3027960"/>
            <a:ext cx="435960" cy="727560"/>
          </a:xfrm>
          <a:prstGeom prst="bentConnector3">
            <a:avLst>
              <a:gd name="adj1" fmla="val 55785"/>
            </a:avLst>
          </a:prstGeom>
          <a:ln w="6480">
            <a:solidFill>
              <a:srgbClr val="003399"/>
            </a:solidFill>
            <a:miter/>
          </a:ln>
        </p:spPr>
      </p:cxnSp>
      <p:cxnSp>
        <p:nvCxnSpPr>
          <p:cNvPr id="45" name="AutoShape 15"/>
          <p:cNvCxnSpPr>
            <a:stCxn id="41" idx="1"/>
            <a:endCxn id="35" idx="3"/>
          </p:cNvCxnSpPr>
          <p:nvPr/>
        </p:nvCxnSpPr>
        <p:spPr>
          <a:xfrm rot="10800000">
            <a:off x="1778760" y="3755160"/>
            <a:ext cx="423000" cy="715320"/>
          </a:xfrm>
          <a:prstGeom prst="bentConnector3">
            <a:avLst>
              <a:gd name="adj1" fmla="val 53321"/>
            </a:avLst>
          </a:prstGeom>
          <a:ln w="6480">
            <a:solidFill>
              <a:srgbClr val="003399"/>
            </a:solidFill>
            <a:miter/>
          </a:ln>
        </p:spPr>
      </p:cxnSp>
      <p:cxnSp>
        <p:nvCxnSpPr>
          <p:cNvPr id="46" name="AutoShape 16"/>
          <p:cNvCxnSpPr/>
          <p:nvPr/>
        </p:nvCxnSpPr>
        <p:spPr>
          <a:xfrm rot="10800000">
            <a:off x="1766160" y="3755160"/>
            <a:ext cx="448560" cy="1429560"/>
          </a:xfrm>
          <a:prstGeom prst="bentConnector3">
            <a:avLst>
              <a:gd name="adj1" fmla="val 53493"/>
            </a:avLst>
          </a:prstGeom>
          <a:ln w="6480">
            <a:solidFill>
              <a:srgbClr val="003399"/>
            </a:solidFill>
            <a:miter/>
          </a:ln>
        </p:spPr>
      </p:cxnSp>
      <p:cxnSp>
        <p:nvCxnSpPr>
          <p:cNvPr id="47" name="AutoShape 17"/>
          <p:cNvCxnSpPr/>
          <p:nvPr/>
        </p:nvCxnSpPr>
        <p:spPr>
          <a:xfrm rot="10800000">
            <a:off x="1753560" y="3755160"/>
            <a:ext cx="435600" cy="2156400"/>
          </a:xfrm>
          <a:prstGeom prst="bentConnector3">
            <a:avLst>
              <a:gd name="adj1" fmla="val 49958"/>
            </a:avLst>
          </a:prstGeom>
          <a:ln w="6480">
            <a:solidFill>
              <a:srgbClr val="003399"/>
            </a:solidFill>
            <a:miter/>
          </a:ln>
        </p:spPr>
      </p:cxnSp>
      <p:sp>
        <p:nvSpPr>
          <p:cNvPr id="48" name="Rectangle 18"/>
          <p:cNvSpPr/>
          <p:nvPr/>
        </p:nvSpPr>
        <p:spPr>
          <a:xfrm>
            <a:off x="3906720" y="2746440"/>
            <a:ext cx="113040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Bars</a:t>
            </a:r>
            <a:endParaRPr b="1" lang="en-US" sz="1000" spc="-1" strike="noStrike">
              <a:solidFill>
                <a:srgbClr val="000000"/>
              </a:solidFill>
              <a:latin typeface="Arial"/>
            </a:endParaRPr>
          </a:p>
        </p:txBody>
      </p:sp>
      <p:sp>
        <p:nvSpPr>
          <p:cNvPr id="49" name="Rectangle 19"/>
          <p:cNvSpPr/>
          <p:nvPr/>
        </p:nvSpPr>
        <p:spPr>
          <a:xfrm>
            <a:off x="3906720" y="3106800"/>
            <a:ext cx="113040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Columns</a:t>
            </a:r>
            <a:endParaRPr b="1" lang="en-US" sz="1000" spc="-1" strike="noStrike">
              <a:solidFill>
                <a:srgbClr val="000000"/>
              </a:solidFill>
              <a:latin typeface="Arial"/>
            </a:endParaRPr>
          </a:p>
        </p:txBody>
      </p:sp>
      <p:sp>
        <p:nvSpPr>
          <p:cNvPr id="50" name="Rectangle 20"/>
          <p:cNvSpPr/>
          <p:nvPr/>
        </p:nvSpPr>
        <p:spPr>
          <a:xfrm>
            <a:off x="3906720" y="130644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Blocks</a:t>
            </a:r>
            <a:endParaRPr b="1" lang="en-US" sz="1000" spc="-1" strike="noStrike">
              <a:solidFill>
                <a:srgbClr val="000000"/>
              </a:solidFill>
              <a:latin typeface="Arial"/>
            </a:endParaRPr>
          </a:p>
        </p:txBody>
      </p:sp>
      <p:sp>
        <p:nvSpPr>
          <p:cNvPr id="51" name="Rectangle 21"/>
          <p:cNvSpPr/>
          <p:nvPr/>
        </p:nvSpPr>
        <p:spPr>
          <a:xfrm>
            <a:off x="3906720" y="1665360"/>
            <a:ext cx="113040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Relations</a:t>
            </a:r>
            <a:endParaRPr b="1" lang="en-US" sz="1000" spc="-1" strike="noStrike">
              <a:solidFill>
                <a:srgbClr val="000000"/>
              </a:solidFill>
              <a:latin typeface="Arial"/>
            </a:endParaRPr>
          </a:p>
        </p:txBody>
      </p:sp>
      <p:sp>
        <p:nvSpPr>
          <p:cNvPr id="52" name="Rectangle 22"/>
          <p:cNvSpPr/>
          <p:nvPr/>
        </p:nvSpPr>
        <p:spPr>
          <a:xfrm>
            <a:off x="3906720" y="2025720"/>
            <a:ext cx="113040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Logic Trees</a:t>
            </a:r>
            <a:endParaRPr b="1" lang="en-US" sz="1000" spc="-1" strike="noStrike">
              <a:solidFill>
                <a:srgbClr val="000000"/>
              </a:solidFill>
              <a:latin typeface="Arial"/>
            </a:endParaRPr>
          </a:p>
        </p:txBody>
      </p:sp>
      <p:sp>
        <p:nvSpPr>
          <p:cNvPr id="53" name="Rectangle 23"/>
          <p:cNvSpPr/>
          <p:nvPr/>
        </p:nvSpPr>
        <p:spPr>
          <a:xfrm>
            <a:off x="3906720" y="2386080"/>
            <a:ext cx="113040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Org Charts</a:t>
            </a:r>
            <a:endParaRPr b="1" lang="en-US" sz="1000" spc="-1" strike="noStrike">
              <a:solidFill>
                <a:srgbClr val="000000"/>
              </a:solidFill>
              <a:latin typeface="Arial"/>
            </a:endParaRPr>
          </a:p>
        </p:txBody>
      </p:sp>
      <p:sp>
        <p:nvSpPr>
          <p:cNvPr id="54" name="Rectangle 24"/>
          <p:cNvSpPr/>
          <p:nvPr/>
        </p:nvSpPr>
        <p:spPr>
          <a:xfrm>
            <a:off x="3906720" y="346536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Chevrons</a:t>
            </a:r>
            <a:endParaRPr b="1" lang="en-US" sz="1000" spc="-1" strike="noStrike">
              <a:solidFill>
                <a:srgbClr val="000000"/>
              </a:solidFill>
              <a:latin typeface="Arial"/>
            </a:endParaRPr>
          </a:p>
        </p:txBody>
      </p:sp>
      <p:sp>
        <p:nvSpPr>
          <p:cNvPr id="55" name="Rectangle 25"/>
          <p:cNvSpPr/>
          <p:nvPr/>
        </p:nvSpPr>
        <p:spPr>
          <a:xfrm>
            <a:off x="3906720" y="382572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Circles</a:t>
            </a:r>
            <a:endParaRPr b="1" lang="en-US" sz="1000" spc="-1" strike="noStrike">
              <a:solidFill>
                <a:srgbClr val="000000"/>
              </a:solidFill>
              <a:latin typeface="Arial"/>
            </a:endParaRPr>
          </a:p>
        </p:txBody>
      </p:sp>
      <p:sp>
        <p:nvSpPr>
          <p:cNvPr id="56" name="Rectangle 26"/>
          <p:cNvSpPr/>
          <p:nvPr/>
        </p:nvSpPr>
        <p:spPr>
          <a:xfrm>
            <a:off x="3906720" y="418608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World</a:t>
            </a:r>
            <a:endParaRPr b="1" lang="en-US" sz="1000" spc="-1" strike="noStrike">
              <a:solidFill>
                <a:srgbClr val="000000"/>
              </a:solidFill>
              <a:latin typeface="Arial"/>
            </a:endParaRPr>
          </a:p>
        </p:txBody>
      </p:sp>
      <p:sp>
        <p:nvSpPr>
          <p:cNvPr id="57" name="Rectangle 27"/>
          <p:cNvSpPr/>
          <p:nvPr/>
        </p:nvSpPr>
        <p:spPr>
          <a:xfrm>
            <a:off x="3906720" y="490680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Moons</a:t>
            </a:r>
            <a:endParaRPr b="1" lang="en-US" sz="1000" spc="-1" strike="noStrike">
              <a:solidFill>
                <a:srgbClr val="000000"/>
              </a:solidFill>
              <a:latin typeface="Arial"/>
            </a:endParaRPr>
          </a:p>
        </p:txBody>
      </p:sp>
      <p:sp>
        <p:nvSpPr>
          <p:cNvPr id="58" name="Rectangle 28"/>
          <p:cNvSpPr/>
          <p:nvPr/>
        </p:nvSpPr>
        <p:spPr>
          <a:xfrm>
            <a:off x="3906720" y="526716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Development stages</a:t>
            </a:r>
            <a:endParaRPr b="1" lang="en-US" sz="1000" spc="-1" strike="noStrike">
              <a:solidFill>
                <a:srgbClr val="000000"/>
              </a:solidFill>
              <a:latin typeface="Arial"/>
            </a:endParaRPr>
          </a:p>
        </p:txBody>
      </p:sp>
      <p:sp>
        <p:nvSpPr>
          <p:cNvPr id="59" name="Rectangle 29"/>
          <p:cNvSpPr/>
          <p:nvPr/>
        </p:nvSpPr>
        <p:spPr>
          <a:xfrm>
            <a:off x="3906720" y="562752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Strategy Process</a:t>
            </a:r>
            <a:endParaRPr b="1" lang="en-US" sz="1000" spc="-1" strike="noStrike">
              <a:solidFill>
                <a:srgbClr val="000000"/>
              </a:solidFill>
              <a:latin typeface="Arial"/>
            </a:endParaRPr>
          </a:p>
        </p:txBody>
      </p:sp>
      <p:sp>
        <p:nvSpPr>
          <p:cNvPr id="60" name="Rectangle 30"/>
          <p:cNvSpPr/>
          <p:nvPr/>
        </p:nvSpPr>
        <p:spPr>
          <a:xfrm>
            <a:off x="3906720" y="5987880"/>
            <a:ext cx="1130400" cy="289080"/>
          </a:xfrm>
          <a:prstGeom prst="rect">
            <a:avLst/>
          </a:prstGeom>
          <a:solidFill>
            <a:srgbClr val="ffffff"/>
          </a:solidFill>
          <a:ln w="6480">
            <a:solidFill>
              <a:srgbClr val="000066"/>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Activity Maps</a:t>
            </a:r>
            <a:endParaRPr b="1" lang="en-US" sz="1000" spc="-1" strike="noStrike">
              <a:solidFill>
                <a:srgbClr val="000000"/>
              </a:solidFill>
              <a:latin typeface="Arial"/>
            </a:endParaRPr>
          </a:p>
        </p:txBody>
      </p:sp>
      <p:sp>
        <p:nvSpPr>
          <p:cNvPr id="61" name="Rectangle 31"/>
          <p:cNvSpPr/>
          <p:nvPr/>
        </p:nvSpPr>
        <p:spPr>
          <a:xfrm>
            <a:off x="5119560" y="2746440"/>
            <a:ext cx="112896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Areas</a:t>
            </a:r>
            <a:endParaRPr b="1" lang="en-US" sz="1000" spc="-1" strike="noStrike">
              <a:solidFill>
                <a:srgbClr val="000000"/>
              </a:solidFill>
              <a:latin typeface="Arial"/>
            </a:endParaRPr>
          </a:p>
        </p:txBody>
      </p:sp>
      <p:sp>
        <p:nvSpPr>
          <p:cNvPr id="62" name="Rectangle 32"/>
          <p:cNvSpPr/>
          <p:nvPr/>
        </p:nvSpPr>
        <p:spPr>
          <a:xfrm>
            <a:off x="5119560" y="3106800"/>
            <a:ext cx="112896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Pies</a:t>
            </a:r>
            <a:endParaRPr b="1" lang="en-US" sz="1000" spc="-1" strike="noStrike">
              <a:solidFill>
                <a:srgbClr val="000000"/>
              </a:solidFill>
              <a:latin typeface="Arial"/>
            </a:endParaRPr>
          </a:p>
        </p:txBody>
      </p:sp>
      <p:sp>
        <p:nvSpPr>
          <p:cNvPr id="63" name="Rectangle 33"/>
          <p:cNvSpPr/>
          <p:nvPr/>
        </p:nvSpPr>
        <p:spPr>
          <a:xfrm>
            <a:off x="5119560" y="130644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Quotes</a:t>
            </a:r>
            <a:endParaRPr b="1" lang="en-US" sz="1000" spc="-1" strike="noStrike">
              <a:solidFill>
                <a:srgbClr val="000000"/>
              </a:solidFill>
              <a:latin typeface="Arial"/>
            </a:endParaRPr>
          </a:p>
        </p:txBody>
      </p:sp>
      <p:sp>
        <p:nvSpPr>
          <p:cNvPr id="64" name="Rectangle 34"/>
          <p:cNvSpPr/>
          <p:nvPr/>
        </p:nvSpPr>
        <p:spPr>
          <a:xfrm>
            <a:off x="5119560" y="2025720"/>
            <a:ext cx="112896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Driver Trees</a:t>
            </a:r>
            <a:endParaRPr b="1" lang="en-US" sz="1000" spc="-1" strike="noStrike">
              <a:solidFill>
                <a:srgbClr val="000000"/>
              </a:solidFill>
              <a:latin typeface="Arial"/>
            </a:endParaRPr>
          </a:p>
        </p:txBody>
      </p:sp>
      <p:sp>
        <p:nvSpPr>
          <p:cNvPr id="65" name="Rectangle 35"/>
          <p:cNvSpPr/>
          <p:nvPr/>
        </p:nvSpPr>
        <p:spPr>
          <a:xfrm>
            <a:off x="5119560" y="346536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Spheres</a:t>
            </a:r>
            <a:endParaRPr b="1" lang="en-US" sz="1000" spc="-1" strike="noStrike">
              <a:solidFill>
                <a:srgbClr val="000000"/>
              </a:solidFill>
              <a:latin typeface="Arial"/>
            </a:endParaRPr>
          </a:p>
        </p:txBody>
      </p:sp>
      <p:sp>
        <p:nvSpPr>
          <p:cNvPr id="66" name="Rectangle 36"/>
          <p:cNvSpPr/>
          <p:nvPr/>
        </p:nvSpPr>
        <p:spPr>
          <a:xfrm>
            <a:off x="5119560" y="382572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Boxes</a:t>
            </a:r>
            <a:endParaRPr b="1" lang="en-US" sz="1000" spc="-1" strike="noStrike">
              <a:solidFill>
                <a:srgbClr val="000000"/>
              </a:solidFill>
              <a:latin typeface="Arial"/>
            </a:endParaRPr>
          </a:p>
        </p:txBody>
      </p:sp>
      <p:sp>
        <p:nvSpPr>
          <p:cNvPr id="67" name="Rectangle 37"/>
          <p:cNvSpPr/>
          <p:nvPr/>
        </p:nvSpPr>
        <p:spPr>
          <a:xfrm>
            <a:off x="5119560" y="454644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Asia</a:t>
            </a:r>
            <a:endParaRPr b="1" lang="en-US" sz="1000" spc="-1" strike="noStrike">
              <a:solidFill>
                <a:srgbClr val="000000"/>
              </a:solidFill>
              <a:latin typeface="Arial"/>
            </a:endParaRPr>
          </a:p>
        </p:txBody>
      </p:sp>
      <p:sp>
        <p:nvSpPr>
          <p:cNvPr id="68" name="Rectangle 38"/>
          <p:cNvSpPr/>
          <p:nvPr/>
        </p:nvSpPr>
        <p:spPr>
          <a:xfrm>
            <a:off x="5119560" y="490680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Forces at work</a:t>
            </a:r>
            <a:endParaRPr b="1" lang="en-US" sz="1000" spc="-1" strike="noStrike">
              <a:solidFill>
                <a:srgbClr val="000000"/>
              </a:solidFill>
              <a:latin typeface="Arial"/>
            </a:endParaRPr>
          </a:p>
        </p:txBody>
      </p:sp>
      <p:sp>
        <p:nvSpPr>
          <p:cNvPr id="69" name="Rectangle 39"/>
          <p:cNvSpPr/>
          <p:nvPr/>
        </p:nvSpPr>
        <p:spPr>
          <a:xfrm>
            <a:off x="5119560" y="526716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Timelines</a:t>
            </a:r>
            <a:endParaRPr b="1" lang="en-US" sz="1000" spc="-1" strike="noStrike">
              <a:solidFill>
                <a:srgbClr val="000000"/>
              </a:solidFill>
              <a:latin typeface="Arial"/>
            </a:endParaRPr>
          </a:p>
        </p:txBody>
      </p:sp>
      <p:sp>
        <p:nvSpPr>
          <p:cNvPr id="70" name="Rectangle 40"/>
          <p:cNvSpPr/>
          <p:nvPr/>
        </p:nvSpPr>
        <p:spPr>
          <a:xfrm>
            <a:off x="5119560" y="5627520"/>
            <a:ext cx="112896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Others</a:t>
            </a:r>
            <a:endParaRPr b="1" lang="en-US" sz="1000" spc="-1" strike="noStrike">
              <a:solidFill>
                <a:srgbClr val="000000"/>
              </a:solidFill>
              <a:latin typeface="Arial"/>
            </a:endParaRPr>
          </a:p>
        </p:txBody>
      </p:sp>
      <p:sp>
        <p:nvSpPr>
          <p:cNvPr id="71" name="Rectangle 41"/>
          <p:cNvSpPr/>
          <p:nvPr/>
        </p:nvSpPr>
        <p:spPr>
          <a:xfrm>
            <a:off x="6343560" y="2746440"/>
            <a:ext cx="113040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Radars</a:t>
            </a:r>
            <a:endParaRPr b="1" lang="en-US" sz="1000" spc="-1" strike="noStrike">
              <a:solidFill>
                <a:srgbClr val="000000"/>
              </a:solidFill>
              <a:latin typeface="Arial"/>
            </a:endParaRPr>
          </a:p>
        </p:txBody>
      </p:sp>
      <p:sp>
        <p:nvSpPr>
          <p:cNvPr id="72" name="Rectangle 42"/>
          <p:cNvSpPr/>
          <p:nvPr/>
        </p:nvSpPr>
        <p:spPr>
          <a:xfrm>
            <a:off x="6343560" y="310500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Lines</a:t>
            </a:r>
            <a:endParaRPr b="1" lang="en-US" sz="1000" spc="-1" strike="noStrike">
              <a:solidFill>
                <a:srgbClr val="000000"/>
              </a:solidFill>
              <a:latin typeface="Arial"/>
            </a:endParaRPr>
          </a:p>
        </p:txBody>
      </p:sp>
      <p:sp>
        <p:nvSpPr>
          <p:cNvPr id="73" name="Rectangle 43"/>
          <p:cNvSpPr/>
          <p:nvPr/>
        </p:nvSpPr>
        <p:spPr>
          <a:xfrm>
            <a:off x="6343560" y="382572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Puzzles</a:t>
            </a:r>
            <a:endParaRPr b="1" lang="en-US" sz="1000" spc="-1" strike="noStrike">
              <a:solidFill>
                <a:srgbClr val="000000"/>
              </a:solidFill>
              <a:latin typeface="Arial"/>
            </a:endParaRPr>
          </a:p>
        </p:txBody>
      </p:sp>
      <p:sp>
        <p:nvSpPr>
          <p:cNvPr id="74" name="Rectangle 44"/>
          <p:cNvSpPr/>
          <p:nvPr/>
        </p:nvSpPr>
        <p:spPr>
          <a:xfrm>
            <a:off x="6343560" y="490680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Calendars</a:t>
            </a:r>
            <a:endParaRPr b="1" lang="en-US" sz="1000" spc="-1" strike="noStrike">
              <a:solidFill>
                <a:srgbClr val="000000"/>
              </a:solidFill>
              <a:latin typeface="Arial"/>
            </a:endParaRPr>
          </a:p>
        </p:txBody>
      </p:sp>
      <p:sp>
        <p:nvSpPr>
          <p:cNvPr id="75" name="Rectangle 45"/>
          <p:cNvSpPr/>
          <p:nvPr/>
        </p:nvSpPr>
        <p:spPr>
          <a:xfrm>
            <a:off x="6343560" y="526716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Curves</a:t>
            </a:r>
            <a:endParaRPr b="1" lang="en-US" sz="1000" spc="-1" strike="noStrike">
              <a:solidFill>
                <a:srgbClr val="000000"/>
              </a:solidFill>
              <a:latin typeface="Arial"/>
            </a:endParaRPr>
          </a:p>
        </p:txBody>
      </p:sp>
      <p:cxnSp>
        <p:nvCxnSpPr>
          <p:cNvPr id="76" name="AutoShape 46"/>
          <p:cNvCxnSpPr>
            <a:stCxn id="33" idx="3"/>
            <a:endCxn id="50" idx="1"/>
          </p:cNvCxnSpPr>
          <p:nvPr/>
        </p:nvCxnSpPr>
        <p:spPr>
          <a:xfrm flipV="1">
            <a:off x="3597120" y="1450080"/>
            <a:ext cx="310320" cy="150120"/>
          </a:xfrm>
          <a:prstGeom prst="bentConnector3">
            <a:avLst>
              <a:gd name="adj1" fmla="val 49709"/>
            </a:avLst>
          </a:prstGeom>
          <a:ln w="6480">
            <a:solidFill>
              <a:srgbClr val="003399"/>
            </a:solidFill>
            <a:miter/>
          </a:ln>
        </p:spPr>
      </p:cxnSp>
      <p:cxnSp>
        <p:nvCxnSpPr>
          <p:cNvPr id="77" name="AutoShape 47"/>
          <p:cNvCxnSpPr>
            <a:stCxn id="33" idx="3"/>
            <a:endCxn id="51" idx="1"/>
          </p:cNvCxnSpPr>
          <p:nvPr/>
        </p:nvCxnSpPr>
        <p:spPr>
          <a:xfrm>
            <a:off x="3597120" y="1600200"/>
            <a:ext cx="310320" cy="210240"/>
          </a:xfrm>
          <a:prstGeom prst="bentConnector3">
            <a:avLst>
              <a:gd name="adj1" fmla="val 49709"/>
            </a:avLst>
          </a:prstGeom>
          <a:ln w="6480">
            <a:solidFill>
              <a:srgbClr val="003399"/>
            </a:solidFill>
            <a:miter/>
          </a:ln>
        </p:spPr>
      </p:cxnSp>
      <p:cxnSp>
        <p:nvCxnSpPr>
          <p:cNvPr id="78" name="AutoShape 48"/>
          <p:cNvCxnSpPr>
            <a:stCxn id="40" idx="3"/>
            <a:endCxn id="52" idx="1"/>
          </p:cNvCxnSpPr>
          <p:nvPr/>
        </p:nvCxnSpPr>
        <p:spPr>
          <a:xfrm flipV="1">
            <a:off x="3597120" y="2169360"/>
            <a:ext cx="310320" cy="183240"/>
          </a:xfrm>
          <a:prstGeom prst="bentConnector3">
            <a:avLst>
              <a:gd name="adj1" fmla="val 49709"/>
            </a:avLst>
          </a:prstGeom>
          <a:ln w="6480">
            <a:solidFill>
              <a:srgbClr val="003399"/>
            </a:solidFill>
            <a:miter/>
          </a:ln>
        </p:spPr>
      </p:cxnSp>
      <p:cxnSp>
        <p:nvCxnSpPr>
          <p:cNvPr id="79" name="AutoShape 49"/>
          <p:cNvCxnSpPr>
            <a:stCxn id="40" idx="3"/>
            <a:endCxn id="53" idx="1"/>
          </p:cNvCxnSpPr>
          <p:nvPr/>
        </p:nvCxnSpPr>
        <p:spPr>
          <a:xfrm>
            <a:off x="3597120" y="2352600"/>
            <a:ext cx="310320" cy="178200"/>
          </a:xfrm>
          <a:prstGeom prst="bentConnector3">
            <a:avLst>
              <a:gd name="adj1" fmla="val 49709"/>
            </a:avLst>
          </a:prstGeom>
          <a:ln w="6480">
            <a:solidFill>
              <a:srgbClr val="003399"/>
            </a:solidFill>
            <a:miter/>
          </a:ln>
        </p:spPr>
      </p:cxnSp>
      <p:sp>
        <p:nvSpPr>
          <p:cNvPr id="80" name="Rectangle 50"/>
          <p:cNvSpPr/>
          <p:nvPr/>
        </p:nvSpPr>
        <p:spPr>
          <a:xfrm>
            <a:off x="7569360" y="2746440"/>
            <a:ext cx="113004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Waterfalls</a:t>
            </a:r>
            <a:endParaRPr b="1" lang="en-US" sz="1000" spc="-1" strike="noStrike">
              <a:solidFill>
                <a:srgbClr val="000000"/>
              </a:solidFill>
              <a:latin typeface="Arial"/>
            </a:endParaRPr>
          </a:p>
        </p:txBody>
      </p:sp>
      <p:cxnSp>
        <p:nvCxnSpPr>
          <p:cNvPr id="81" name="AutoShape 51"/>
          <p:cNvCxnSpPr>
            <a:stCxn id="38" idx="3"/>
            <a:endCxn id="48" idx="1"/>
          </p:cNvCxnSpPr>
          <p:nvPr/>
        </p:nvCxnSpPr>
        <p:spPr>
          <a:xfrm flipV="1">
            <a:off x="3610080" y="2890440"/>
            <a:ext cx="297360" cy="138960"/>
          </a:xfrm>
          <a:prstGeom prst="bentConnector3">
            <a:avLst>
              <a:gd name="adj1" fmla="val 49696"/>
            </a:avLst>
          </a:prstGeom>
          <a:ln w="6480">
            <a:solidFill>
              <a:srgbClr val="003399"/>
            </a:solidFill>
            <a:miter/>
          </a:ln>
        </p:spPr>
      </p:cxnSp>
      <p:cxnSp>
        <p:nvCxnSpPr>
          <p:cNvPr id="82" name="AutoShape 52"/>
          <p:cNvCxnSpPr>
            <a:stCxn id="38" idx="3"/>
            <a:endCxn id="49" idx="1"/>
          </p:cNvCxnSpPr>
          <p:nvPr/>
        </p:nvCxnSpPr>
        <p:spPr>
          <a:xfrm>
            <a:off x="3610080" y="3028680"/>
            <a:ext cx="297360" cy="222840"/>
          </a:xfrm>
          <a:prstGeom prst="bentConnector3">
            <a:avLst>
              <a:gd name="adj1" fmla="val 49696"/>
            </a:avLst>
          </a:prstGeom>
          <a:ln w="6480">
            <a:solidFill>
              <a:srgbClr val="003399"/>
            </a:solidFill>
            <a:miter/>
          </a:ln>
        </p:spPr>
      </p:cxnSp>
      <p:cxnSp>
        <p:nvCxnSpPr>
          <p:cNvPr id="83" name="AutoShape 53"/>
          <p:cNvCxnSpPr>
            <a:stCxn id="34" idx="3"/>
            <a:endCxn id="54" idx="1"/>
          </p:cNvCxnSpPr>
          <p:nvPr/>
        </p:nvCxnSpPr>
        <p:spPr>
          <a:xfrm flipV="1">
            <a:off x="3610080" y="3610080"/>
            <a:ext cx="297360" cy="133560"/>
          </a:xfrm>
          <a:prstGeom prst="bentConnector3">
            <a:avLst>
              <a:gd name="adj1" fmla="val 49696"/>
            </a:avLst>
          </a:prstGeom>
          <a:ln w="6480">
            <a:solidFill>
              <a:srgbClr val="003399"/>
            </a:solidFill>
            <a:miter/>
          </a:ln>
        </p:spPr>
      </p:cxnSp>
      <p:cxnSp>
        <p:nvCxnSpPr>
          <p:cNvPr id="84" name="AutoShape 54"/>
          <p:cNvCxnSpPr>
            <a:stCxn id="34" idx="3"/>
            <a:endCxn id="55" idx="1"/>
          </p:cNvCxnSpPr>
          <p:nvPr/>
        </p:nvCxnSpPr>
        <p:spPr>
          <a:xfrm>
            <a:off x="3610080" y="3742920"/>
            <a:ext cx="297360" cy="227880"/>
          </a:xfrm>
          <a:prstGeom prst="bentConnector3">
            <a:avLst>
              <a:gd name="adj1" fmla="val 49696"/>
            </a:avLst>
          </a:prstGeom>
          <a:ln w="6480">
            <a:solidFill>
              <a:srgbClr val="003399"/>
            </a:solidFill>
            <a:miter/>
          </a:ln>
        </p:spPr>
      </p:cxnSp>
      <p:cxnSp>
        <p:nvCxnSpPr>
          <p:cNvPr id="85" name="AutoShape 55"/>
          <p:cNvCxnSpPr>
            <a:stCxn id="41" idx="3"/>
            <a:endCxn id="56" idx="1"/>
          </p:cNvCxnSpPr>
          <p:nvPr/>
        </p:nvCxnSpPr>
        <p:spPr>
          <a:xfrm flipV="1">
            <a:off x="3597120" y="4330440"/>
            <a:ext cx="310320" cy="140400"/>
          </a:xfrm>
          <a:prstGeom prst="bentConnector3">
            <a:avLst>
              <a:gd name="adj1" fmla="val 49709"/>
            </a:avLst>
          </a:prstGeom>
          <a:ln w="6480">
            <a:solidFill>
              <a:srgbClr val="003399"/>
            </a:solidFill>
            <a:miter/>
          </a:ln>
        </p:spPr>
      </p:cxnSp>
      <p:cxnSp>
        <p:nvCxnSpPr>
          <p:cNvPr id="86" name="AutoShape 56"/>
          <p:cNvCxnSpPr>
            <a:stCxn id="41" idx="3"/>
            <a:endCxn id="87" idx="1"/>
          </p:cNvCxnSpPr>
          <p:nvPr/>
        </p:nvCxnSpPr>
        <p:spPr>
          <a:xfrm>
            <a:off x="3597120" y="4470120"/>
            <a:ext cx="310320" cy="221400"/>
          </a:xfrm>
          <a:prstGeom prst="bentConnector3">
            <a:avLst>
              <a:gd name="adj1" fmla="val 49709"/>
            </a:avLst>
          </a:prstGeom>
          <a:ln w="6480">
            <a:solidFill>
              <a:srgbClr val="003399"/>
            </a:solidFill>
            <a:miter/>
          </a:ln>
        </p:spPr>
      </p:cxnSp>
      <p:cxnSp>
        <p:nvCxnSpPr>
          <p:cNvPr id="88" name="AutoShape 57"/>
          <p:cNvCxnSpPr>
            <a:stCxn id="39" idx="3"/>
            <a:endCxn id="57" idx="1"/>
          </p:cNvCxnSpPr>
          <p:nvPr/>
        </p:nvCxnSpPr>
        <p:spPr>
          <a:xfrm flipV="1">
            <a:off x="3622320" y="5051520"/>
            <a:ext cx="284400" cy="133560"/>
          </a:xfrm>
          <a:prstGeom prst="bentConnector3">
            <a:avLst>
              <a:gd name="adj1" fmla="val 49683"/>
            </a:avLst>
          </a:prstGeom>
          <a:ln w="6480">
            <a:solidFill>
              <a:srgbClr val="003399"/>
            </a:solidFill>
            <a:miter/>
          </a:ln>
        </p:spPr>
      </p:cxnSp>
      <p:cxnSp>
        <p:nvCxnSpPr>
          <p:cNvPr id="89" name="AutoShape 58"/>
          <p:cNvCxnSpPr>
            <a:stCxn id="39" idx="3"/>
            <a:endCxn id="58" idx="1"/>
          </p:cNvCxnSpPr>
          <p:nvPr/>
        </p:nvCxnSpPr>
        <p:spPr>
          <a:xfrm>
            <a:off x="3622320" y="5184360"/>
            <a:ext cx="284400" cy="227880"/>
          </a:xfrm>
          <a:prstGeom prst="bentConnector3">
            <a:avLst>
              <a:gd name="adj1" fmla="val 49683"/>
            </a:avLst>
          </a:prstGeom>
          <a:ln w="6480">
            <a:solidFill>
              <a:srgbClr val="003399"/>
            </a:solidFill>
            <a:miter/>
          </a:ln>
        </p:spPr>
      </p:cxnSp>
      <p:cxnSp>
        <p:nvCxnSpPr>
          <p:cNvPr id="90" name="AutoShape 59"/>
          <p:cNvCxnSpPr>
            <a:stCxn id="42" idx="3"/>
            <a:endCxn id="59" idx="1"/>
          </p:cNvCxnSpPr>
          <p:nvPr/>
        </p:nvCxnSpPr>
        <p:spPr>
          <a:xfrm flipV="1">
            <a:off x="3610080" y="5771880"/>
            <a:ext cx="297360" cy="140400"/>
          </a:xfrm>
          <a:prstGeom prst="bentConnector3">
            <a:avLst>
              <a:gd name="adj1" fmla="val 49696"/>
            </a:avLst>
          </a:prstGeom>
          <a:ln w="6480">
            <a:solidFill>
              <a:srgbClr val="003399"/>
            </a:solidFill>
            <a:miter/>
          </a:ln>
        </p:spPr>
      </p:cxnSp>
      <p:cxnSp>
        <p:nvCxnSpPr>
          <p:cNvPr id="91" name="AutoShape 60"/>
          <p:cNvCxnSpPr>
            <a:stCxn id="42" idx="3"/>
            <a:endCxn id="60" idx="1"/>
          </p:cNvCxnSpPr>
          <p:nvPr/>
        </p:nvCxnSpPr>
        <p:spPr>
          <a:xfrm>
            <a:off x="3610080" y="5911560"/>
            <a:ext cx="297360" cy="221400"/>
          </a:xfrm>
          <a:prstGeom prst="bentConnector3">
            <a:avLst>
              <a:gd name="adj1" fmla="val 49696"/>
            </a:avLst>
          </a:prstGeom>
          <a:ln w="6480">
            <a:solidFill>
              <a:srgbClr val="003399"/>
            </a:solidFill>
            <a:miter/>
          </a:ln>
        </p:spPr>
      </p:cxnSp>
      <p:sp>
        <p:nvSpPr>
          <p:cNvPr id="92" name="Rectangle 61"/>
          <p:cNvSpPr/>
          <p:nvPr/>
        </p:nvSpPr>
        <p:spPr>
          <a:xfrm>
            <a:off x="6343560" y="454644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Flags</a:t>
            </a:r>
            <a:endParaRPr b="1" lang="en-US" sz="1000" spc="-1" strike="noStrike">
              <a:solidFill>
                <a:srgbClr val="000000"/>
              </a:solidFill>
              <a:latin typeface="Arial"/>
            </a:endParaRPr>
          </a:p>
        </p:txBody>
      </p:sp>
      <p:sp>
        <p:nvSpPr>
          <p:cNvPr id="93" name="Rectangle 63"/>
          <p:cNvSpPr/>
          <p:nvPr/>
        </p:nvSpPr>
        <p:spPr>
          <a:xfrm>
            <a:off x="7569360" y="3106800"/>
            <a:ext cx="1130040" cy="2887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Others</a:t>
            </a:r>
            <a:endParaRPr b="1" lang="en-US" sz="1000" spc="-1" strike="noStrike">
              <a:solidFill>
                <a:srgbClr val="000000"/>
              </a:solidFill>
              <a:latin typeface="Arial"/>
            </a:endParaRPr>
          </a:p>
        </p:txBody>
      </p:sp>
      <p:sp>
        <p:nvSpPr>
          <p:cNvPr id="94" name="Rectangle 64"/>
          <p:cNvSpPr/>
          <p:nvPr/>
        </p:nvSpPr>
        <p:spPr>
          <a:xfrm>
            <a:off x="6343560" y="346536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Triangles</a:t>
            </a:r>
            <a:endParaRPr b="1" lang="en-US" sz="1000" spc="-1" strike="noStrike">
              <a:solidFill>
                <a:srgbClr val="000000"/>
              </a:solidFill>
              <a:latin typeface="Arial"/>
            </a:endParaRPr>
          </a:p>
        </p:txBody>
      </p:sp>
      <p:sp>
        <p:nvSpPr>
          <p:cNvPr id="95" name="Rectangle 65"/>
          <p:cNvSpPr/>
          <p:nvPr/>
        </p:nvSpPr>
        <p:spPr>
          <a:xfrm>
            <a:off x="7569360" y="4906800"/>
            <a:ext cx="113004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Others</a:t>
            </a:r>
            <a:endParaRPr b="1" lang="en-US" sz="1000" spc="-1" strike="noStrike">
              <a:solidFill>
                <a:srgbClr val="000000"/>
              </a:solidFill>
              <a:latin typeface="Arial"/>
            </a:endParaRPr>
          </a:p>
        </p:txBody>
      </p:sp>
      <p:sp>
        <p:nvSpPr>
          <p:cNvPr id="96" name="Oval 66"/>
          <p:cNvSpPr/>
          <p:nvPr/>
        </p:nvSpPr>
        <p:spPr>
          <a:xfrm>
            <a:off x="1979640" y="1306440"/>
            <a:ext cx="266760" cy="26028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1</a:t>
            </a:r>
            <a:endParaRPr b="1" lang="en-US" sz="1100" spc="-1" strike="noStrike">
              <a:solidFill>
                <a:srgbClr val="000000"/>
              </a:solidFill>
              <a:latin typeface="Arial"/>
            </a:endParaRPr>
          </a:p>
        </p:txBody>
      </p:sp>
      <p:sp>
        <p:nvSpPr>
          <p:cNvPr id="97" name="Oval 67"/>
          <p:cNvSpPr/>
          <p:nvPr/>
        </p:nvSpPr>
        <p:spPr>
          <a:xfrm>
            <a:off x="1979640" y="2021040"/>
            <a:ext cx="266760" cy="26028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2</a:t>
            </a:r>
            <a:endParaRPr b="1" lang="en-US" sz="1100" spc="-1" strike="noStrike">
              <a:solidFill>
                <a:srgbClr val="000000"/>
              </a:solidFill>
              <a:latin typeface="Arial"/>
            </a:endParaRPr>
          </a:p>
        </p:txBody>
      </p:sp>
      <p:sp>
        <p:nvSpPr>
          <p:cNvPr id="98" name="Oval 68"/>
          <p:cNvSpPr/>
          <p:nvPr/>
        </p:nvSpPr>
        <p:spPr>
          <a:xfrm>
            <a:off x="1979640" y="2735280"/>
            <a:ext cx="266760" cy="26028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3</a:t>
            </a:r>
            <a:endParaRPr b="1" lang="en-US" sz="1100" spc="-1" strike="noStrike">
              <a:solidFill>
                <a:srgbClr val="000000"/>
              </a:solidFill>
              <a:latin typeface="Arial"/>
            </a:endParaRPr>
          </a:p>
        </p:txBody>
      </p:sp>
      <p:sp>
        <p:nvSpPr>
          <p:cNvPr id="99" name="Oval 69"/>
          <p:cNvSpPr/>
          <p:nvPr/>
        </p:nvSpPr>
        <p:spPr>
          <a:xfrm>
            <a:off x="1979640" y="3449520"/>
            <a:ext cx="266760" cy="26064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4</a:t>
            </a:r>
            <a:endParaRPr b="1" lang="en-US" sz="1100" spc="-1" strike="noStrike">
              <a:solidFill>
                <a:srgbClr val="000000"/>
              </a:solidFill>
              <a:latin typeface="Arial"/>
            </a:endParaRPr>
          </a:p>
        </p:txBody>
      </p:sp>
      <p:sp>
        <p:nvSpPr>
          <p:cNvPr id="100" name="Oval 70"/>
          <p:cNvSpPr/>
          <p:nvPr/>
        </p:nvSpPr>
        <p:spPr>
          <a:xfrm>
            <a:off x="1979640" y="4164120"/>
            <a:ext cx="266760" cy="26028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5</a:t>
            </a:r>
            <a:endParaRPr b="1" lang="en-US" sz="1100" spc="-1" strike="noStrike">
              <a:solidFill>
                <a:srgbClr val="000000"/>
              </a:solidFill>
              <a:latin typeface="Arial"/>
            </a:endParaRPr>
          </a:p>
        </p:txBody>
      </p:sp>
      <p:sp>
        <p:nvSpPr>
          <p:cNvPr id="101" name="Oval 71"/>
          <p:cNvSpPr/>
          <p:nvPr/>
        </p:nvSpPr>
        <p:spPr>
          <a:xfrm>
            <a:off x="1979640" y="4878360"/>
            <a:ext cx="266760" cy="26028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6</a:t>
            </a:r>
            <a:endParaRPr b="1" lang="en-US" sz="1100" spc="-1" strike="noStrike">
              <a:solidFill>
                <a:srgbClr val="000000"/>
              </a:solidFill>
              <a:latin typeface="Arial"/>
            </a:endParaRPr>
          </a:p>
        </p:txBody>
      </p:sp>
      <p:sp>
        <p:nvSpPr>
          <p:cNvPr id="102" name="Oval 72"/>
          <p:cNvSpPr/>
          <p:nvPr/>
        </p:nvSpPr>
        <p:spPr>
          <a:xfrm>
            <a:off x="1979640" y="5594400"/>
            <a:ext cx="266760" cy="260280"/>
          </a:xfrm>
          <a:prstGeom prst="ellipse">
            <a:avLst/>
          </a:prstGeom>
          <a:solidFill>
            <a:srgbClr val="000066"/>
          </a:solidFill>
          <a:ln w="6480">
            <a:solidFill>
              <a:srgbClr val="003399"/>
            </a:solidFill>
            <a:miter/>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7</a:t>
            </a:r>
            <a:endParaRPr b="1" lang="en-US" sz="1100" spc="-1" strike="noStrike">
              <a:solidFill>
                <a:srgbClr val="000000"/>
              </a:solidFill>
              <a:latin typeface="Arial"/>
            </a:endParaRPr>
          </a:p>
        </p:txBody>
      </p:sp>
      <p:sp>
        <p:nvSpPr>
          <p:cNvPr id="103" name="Text Box 73"/>
          <p:cNvSpPr/>
          <p:nvPr/>
        </p:nvSpPr>
        <p:spPr>
          <a:xfrm>
            <a:off x="6553080" y="833400"/>
            <a:ext cx="2060640" cy="2014920"/>
          </a:xfrm>
          <a:prstGeom prst="rect">
            <a:avLst/>
          </a:prstGeom>
          <a:noFill/>
          <a:ln w="6480">
            <a:solidFill>
              <a:srgbClr val="ff0000"/>
            </a:solidFill>
            <a:miter/>
          </a:ln>
        </p:spPr>
        <p:style>
          <a:lnRef idx="0"/>
          <a:fillRef idx="0"/>
          <a:effectRef idx="0"/>
          <a:fontRef idx="minor"/>
        </p:style>
        <p:txBody>
          <a:bodyPr lIns="90000" rIns="90000" tIns="91440" bIns="91440" anchor="t">
            <a:sp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0000"/>
                </a:solidFill>
                <a:latin typeface="Arial"/>
              </a:rPr>
              <a:t>ヒント：すばやく必要ページを見つけるには</a:t>
            </a:r>
            <a:r>
              <a:rPr b="0" lang="en-GB" sz="1000" spc="-1" strike="noStrike">
                <a:solidFill>
                  <a:srgbClr val="ff0000"/>
                </a:solidFill>
                <a:latin typeface="Arial"/>
              </a:rPr>
              <a:t>2</a:t>
            </a:r>
            <a:r>
              <a:rPr b="0" lang="ja-JP" sz="1000" spc="-1" strike="noStrike">
                <a:solidFill>
                  <a:srgbClr val="ff0000"/>
                </a:solidFill>
                <a:latin typeface="Arial"/>
              </a:rPr>
              <a:t>つの方法があります</a:t>
            </a:r>
            <a:endParaRPr b="1" lang="en-US" sz="1000" spc="-1" strike="noStrike">
              <a:solidFill>
                <a:srgbClr val="000000"/>
              </a:solidFill>
              <a:latin typeface="Arial"/>
            </a:endParaRPr>
          </a:p>
          <a:p>
            <a:pPr marL="177840" indent="-177840">
              <a:lnSpc>
                <a:spcPct val="100000"/>
              </a:lnSpc>
              <a:buClr>
                <a:srgbClr val="ff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0000"/>
                </a:solidFill>
                <a:latin typeface="Arial"/>
              </a:rPr>
              <a:t>スライドショーモードに変更し</a:t>
            </a:r>
            <a:r>
              <a:rPr b="0" lang="en-GB" sz="1000" spc="-1" strike="noStrike">
                <a:solidFill>
                  <a:srgbClr val="ff0000"/>
                </a:solidFill>
                <a:latin typeface="Arial"/>
              </a:rPr>
              <a:t> </a:t>
            </a:r>
            <a:r>
              <a:rPr b="0" lang="en-GB" sz="1000" spc="-1" strike="noStrike">
                <a:solidFill>
                  <a:srgbClr val="ff0000"/>
                </a:solidFill>
                <a:latin typeface="Arial"/>
              </a:rPr>
              <a:t>(Shift F5) </a:t>
            </a:r>
            <a:r>
              <a:rPr b="0" lang="ja-JP" sz="1000" spc="-1" strike="noStrike">
                <a:solidFill>
                  <a:srgbClr val="ff0000"/>
                </a:solidFill>
                <a:latin typeface="Arial"/>
              </a:rPr>
              <a:t>、必要なチャートのボックスをクリックする</a:t>
            </a:r>
            <a:endParaRPr b="1" lang="en-US" sz="1000" spc="-1" strike="noStrike">
              <a:solidFill>
                <a:srgbClr val="000000"/>
              </a:solidFill>
              <a:latin typeface="Arial"/>
            </a:endParaRPr>
          </a:p>
          <a:p>
            <a:pPr marL="177840" indent="-177840">
              <a:lnSpc>
                <a:spcPct val="100000"/>
              </a:lnSpc>
              <a:buClr>
                <a:srgbClr val="ff0000"/>
              </a:buClr>
              <a:buFont typeface="Arial"/>
              <a:buAutoNum type="arabicPeriod"/>
              <a:tabLst>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0000"/>
                </a:solidFill>
                <a:latin typeface="Arial"/>
              </a:rPr>
              <a:t>通常画面のまま当該ボックスを右クリックし、“ハイパーリンクを開く“を選択する</a:t>
            </a:r>
            <a:endParaRPr b="1" lang="en-US" sz="1000" spc="-1" strike="noStrike">
              <a:solidFill>
                <a:srgbClr val="000000"/>
              </a:solidFill>
              <a:latin typeface="Arial"/>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ff0000"/>
                </a:solidFill>
                <a:latin typeface="Arial"/>
              </a:rPr>
              <a:t>   </a:t>
            </a:r>
            <a:r>
              <a:rPr b="0" lang="en-GB" sz="1000" spc="-1" strike="noStrike">
                <a:solidFill>
                  <a:srgbClr val="ff0000"/>
                </a:solidFill>
                <a:latin typeface="Arial"/>
              </a:rPr>
              <a:t>*</a:t>
            </a:r>
            <a:r>
              <a:rPr b="0" lang="ja-JP" sz="1000" spc="-1" strike="noStrike">
                <a:solidFill>
                  <a:srgbClr val="ff0000"/>
                </a:solidFill>
                <a:latin typeface="Arial"/>
              </a:rPr>
              <a:t>各ページにあるホームマークをクリックすると、このページに戻ります</a:t>
            </a:r>
            <a:endParaRPr b="1" lang="en-US" sz="1000" spc="-1" strike="noStrike">
              <a:solidFill>
                <a:srgbClr val="000000"/>
              </a:solidFill>
              <a:latin typeface="Arial"/>
            </a:endParaRPr>
          </a:p>
        </p:txBody>
      </p:sp>
      <p:sp>
        <p:nvSpPr>
          <p:cNvPr id="104" name="Rectangle 74"/>
          <p:cNvSpPr/>
          <p:nvPr/>
        </p:nvSpPr>
        <p:spPr>
          <a:xfrm>
            <a:off x="6350040" y="418608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Japan</a:t>
            </a:r>
            <a:endParaRPr b="1" lang="en-US" sz="1000" spc="-1" strike="noStrike">
              <a:solidFill>
                <a:srgbClr val="000000"/>
              </a:solidFill>
              <a:latin typeface="Arial"/>
            </a:endParaRPr>
          </a:p>
        </p:txBody>
      </p:sp>
      <p:sp>
        <p:nvSpPr>
          <p:cNvPr id="105" name="Rectangle 75"/>
          <p:cNvSpPr/>
          <p:nvPr/>
        </p:nvSpPr>
        <p:spPr>
          <a:xfrm>
            <a:off x="5119560" y="4186080"/>
            <a:ext cx="1128960" cy="28764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America</a:t>
            </a:r>
            <a:endParaRPr b="1" lang="en-US" sz="1000" spc="-1" strike="noStrike">
              <a:solidFill>
                <a:srgbClr val="000000"/>
              </a:solidFill>
              <a:latin typeface="Arial"/>
            </a:endParaRPr>
          </a:p>
        </p:txBody>
      </p:sp>
      <p:sp>
        <p:nvSpPr>
          <p:cNvPr id="87" name="Rectangle 76"/>
          <p:cNvSpPr/>
          <p:nvPr/>
        </p:nvSpPr>
        <p:spPr>
          <a:xfrm>
            <a:off x="3906720" y="454644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Europe</a:t>
            </a:r>
            <a:endParaRPr b="1" lang="en-US" sz="1000" spc="-1" strike="noStrike">
              <a:solidFill>
                <a:srgbClr val="000000"/>
              </a:solidFill>
              <a:latin typeface="Arial"/>
            </a:endParaRPr>
          </a:p>
        </p:txBody>
      </p:sp>
      <p:sp>
        <p:nvSpPr>
          <p:cNvPr id="106" name="Rectangle 77"/>
          <p:cNvSpPr/>
          <p:nvPr/>
        </p:nvSpPr>
        <p:spPr>
          <a:xfrm>
            <a:off x="7572240" y="3463920"/>
            <a:ext cx="1130400" cy="2890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Others</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87A2855-6368-4069-8EAA-93BFA45D098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9" name="PlaceHolder 1"/>
          <p:cNvSpPr>
            <a:spLocks noGrp="1"/>
          </p:cNvSpPr>
          <p:nvPr>
            <p:ph type="title"/>
          </p:nvPr>
        </p:nvSpPr>
        <p:spPr>
          <a:xfrm>
            <a:off x="401760" y="255600"/>
            <a:ext cx="5078160" cy="51768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Copy and paste these generic blocks, circles and arrows</a:t>
            </a:r>
            <a:endParaRPr b="1" lang="en-US" sz="1600" spc="-1" strike="noStrike">
              <a:solidFill>
                <a:srgbClr val="000000"/>
              </a:solidFill>
              <a:latin typeface="Arial"/>
            </a:endParaRPr>
          </a:p>
        </p:txBody>
      </p:sp>
      <p:sp>
        <p:nvSpPr>
          <p:cNvPr id="110" name="Rectangle 3"/>
          <p:cNvSpPr/>
          <p:nvPr/>
        </p:nvSpPr>
        <p:spPr>
          <a:xfrm>
            <a:off x="809640" y="2185920"/>
            <a:ext cx="1461960" cy="88272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1" name="AutoShape 4"/>
          <p:cNvSpPr/>
          <p:nvPr/>
        </p:nvSpPr>
        <p:spPr>
          <a:xfrm rot="10800000">
            <a:off x="3549240" y="3284280"/>
            <a:ext cx="2003400" cy="401400"/>
          </a:xfrm>
          <a:prstGeom prst="triangle">
            <a:avLst>
              <a:gd name="adj" fmla="val 50000"/>
            </a:avLst>
          </a:prstGeom>
          <a:solidFill>
            <a:srgbClr val="ffffff"/>
          </a:solidFill>
          <a:ln w="12600">
            <a:solidFill>
              <a:srgbClr val="003399"/>
            </a:solidFill>
            <a:miter/>
          </a:ln>
        </p:spPr>
        <p:style>
          <a:lnRef idx="0"/>
          <a:fillRef idx="0"/>
          <a:effectRef idx="0"/>
          <a:fontRef idx="minor"/>
        </p:style>
        <p:txBody>
          <a:bodyPr lIns="90000" rIns="90000" tIns="42480" bIns="424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2" name="Rectangle 5"/>
          <p:cNvSpPr/>
          <p:nvPr/>
        </p:nvSpPr>
        <p:spPr>
          <a:xfrm>
            <a:off x="3765600" y="2185920"/>
            <a:ext cx="1473120" cy="88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3" name="AutoShape 6"/>
          <p:cNvSpPr/>
          <p:nvPr/>
        </p:nvSpPr>
        <p:spPr>
          <a:xfrm rot="5400000">
            <a:off x="-250200" y="4185360"/>
            <a:ext cx="2171520" cy="369720"/>
          </a:xfrm>
          <a:prstGeom prst="triangle">
            <a:avLst>
              <a:gd name="adj" fmla="val 50000"/>
            </a:avLst>
          </a:prstGeom>
          <a:solidFill>
            <a:srgbClr val="8099cc"/>
          </a:solidFill>
          <a:ln w="6480">
            <a:solidFill>
              <a:srgbClr val="8099cc"/>
            </a:solidFill>
            <a:miter/>
          </a:ln>
        </p:spPr>
        <p:style>
          <a:lnRef idx="0"/>
          <a:fillRef idx="0"/>
          <a:effectRef idx="0"/>
          <a:fontRef idx="minor"/>
        </p:style>
        <p:txBody>
          <a:bodyPr lIns="90000" rIns="90000" tIns="31680" bIns="31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 name="Oval 7"/>
          <p:cNvSpPr/>
          <p:nvPr/>
        </p:nvSpPr>
        <p:spPr>
          <a:xfrm>
            <a:off x="2111400" y="3413160"/>
            <a:ext cx="266760" cy="260280"/>
          </a:xfrm>
          <a:prstGeom prst="ellipse">
            <a:avLst/>
          </a:prstGeom>
          <a:solidFill>
            <a:srgbClr val="8099cc"/>
          </a:solidFill>
          <a:ln w="6480">
            <a:solidFill>
              <a:srgbClr val="8099cc"/>
            </a:solidFill>
            <a:miter/>
          </a:ln>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pc="-1" strike="noStrike">
                <a:solidFill>
                  <a:srgbClr val="000000"/>
                </a:solidFill>
                <a:latin typeface="Arial"/>
              </a:rPr>
              <a:t>1</a:t>
            </a:r>
            <a:endParaRPr b="1" lang="en-US" sz="1400" spc="-1" strike="noStrike">
              <a:solidFill>
                <a:srgbClr val="000000"/>
              </a:solidFill>
              <a:latin typeface="Arial"/>
            </a:endParaRPr>
          </a:p>
        </p:txBody>
      </p:sp>
      <p:sp>
        <p:nvSpPr>
          <p:cNvPr id="115" name="Oval 8"/>
          <p:cNvSpPr/>
          <p:nvPr/>
        </p:nvSpPr>
        <p:spPr>
          <a:xfrm>
            <a:off x="5143680" y="3673440"/>
            <a:ext cx="266400" cy="260280"/>
          </a:xfrm>
          <a:prstGeom prst="ellipse">
            <a:avLst/>
          </a:prstGeom>
          <a:noFill/>
          <a:ln w="12600">
            <a:solidFill>
              <a:srgbClr val="003399"/>
            </a:solidFill>
            <a:miter/>
          </a:ln>
        </p:spPr>
        <p:style>
          <a:lnRef idx="0"/>
          <a:fillRef idx="0"/>
          <a:effectRef idx="0"/>
          <a:fontRef idx="minor"/>
        </p:style>
        <p:txBody>
          <a:bodyPr wrap="none" lIns="54000" rIns="54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pc="-1" strike="noStrike">
                <a:solidFill>
                  <a:srgbClr val="000066"/>
                </a:solidFill>
                <a:latin typeface="Arial"/>
              </a:rPr>
              <a:t>1</a:t>
            </a:r>
            <a:endParaRPr b="1" lang="en-US" sz="1400" spc="-1" strike="noStrike">
              <a:solidFill>
                <a:srgbClr val="000000"/>
              </a:solidFill>
              <a:latin typeface="Arial"/>
            </a:endParaRPr>
          </a:p>
        </p:txBody>
      </p:sp>
      <p:sp>
        <p:nvSpPr>
          <p:cNvPr id="116" name="Oval 9"/>
          <p:cNvSpPr/>
          <p:nvPr/>
        </p:nvSpPr>
        <p:spPr>
          <a:xfrm>
            <a:off x="1581120" y="3933720"/>
            <a:ext cx="795240" cy="863640"/>
          </a:xfrm>
          <a:prstGeom prst="ellipse">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7" name="Oval 10"/>
          <p:cNvSpPr/>
          <p:nvPr/>
        </p:nvSpPr>
        <p:spPr>
          <a:xfrm>
            <a:off x="4613400" y="4149720"/>
            <a:ext cx="798480" cy="8636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8" name="Text Box 11"/>
          <p:cNvSpPr/>
          <p:nvPr/>
        </p:nvSpPr>
        <p:spPr>
          <a:xfrm>
            <a:off x="698400" y="1660680"/>
            <a:ext cx="1684800" cy="399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Light Blue</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RGB Code: 128 - 153 -204</a:t>
            </a:r>
            <a:endParaRPr b="1" lang="en-US" sz="1000" spc="-1" strike="noStrike">
              <a:solidFill>
                <a:srgbClr val="000000"/>
              </a:solidFill>
              <a:latin typeface="Arial"/>
            </a:endParaRPr>
          </a:p>
        </p:txBody>
      </p:sp>
      <p:sp>
        <p:nvSpPr>
          <p:cNvPr id="119" name="Text Box 12"/>
          <p:cNvSpPr/>
          <p:nvPr/>
        </p:nvSpPr>
        <p:spPr>
          <a:xfrm>
            <a:off x="3630240" y="1612800"/>
            <a:ext cx="1720080" cy="399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White</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RGB Code: 225 - 225 - 225</a:t>
            </a:r>
            <a:endParaRPr b="1" lang="en-US" sz="1000" spc="-1" strike="noStrike">
              <a:solidFill>
                <a:srgbClr val="000000"/>
              </a:solidFill>
              <a:latin typeface="Arial"/>
            </a:endParaRPr>
          </a:p>
        </p:txBody>
      </p:sp>
      <p:sp>
        <p:nvSpPr>
          <p:cNvPr id="120" name="Rectangle 13"/>
          <p:cNvSpPr/>
          <p:nvPr/>
        </p:nvSpPr>
        <p:spPr>
          <a:xfrm>
            <a:off x="6734160" y="2131920"/>
            <a:ext cx="1473120" cy="882720"/>
          </a:xfrm>
          <a:prstGeom prst="rect">
            <a:avLst/>
          </a:prstGeom>
          <a:solidFill>
            <a:srgbClr val="99cc33"/>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1" name="Text Box 14"/>
          <p:cNvSpPr/>
          <p:nvPr/>
        </p:nvSpPr>
        <p:spPr>
          <a:xfrm>
            <a:off x="6611400" y="1587600"/>
            <a:ext cx="1720080" cy="3992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Deloitte Green</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RGB Code: 153 - 204 - 051</a:t>
            </a:r>
            <a:endParaRPr b="1" lang="en-US" sz="1000" spc="-1" strike="noStrike">
              <a:solidFill>
                <a:srgbClr val="000000"/>
              </a:solidFill>
              <a:latin typeface="Arial"/>
            </a:endParaRPr>
          </a:p>
        </p:txBody>
      </p:sp>
      <p:sp>
        <p:nvSpPr>
          <p:cNvPr id="122" name="Text Box 15"/>
          <p:cNvSpPr/>
          <p:nvPr/>
        </p:nvSpPr>
        <p:spPr>
          <a:xfrm>
            <a:off x="2012760" y="1292400"/>
            <a:ext cx="12704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Primary Colours</a:t>
            </a:r>
            <a:endParaRPr b="1" lang="en-US" sz="1100" spc="-1" strike="noStrike">
              <a:solidFill>
                <a:srgbClr val="000000"/>
              </a:solidFill>
              <a:latin typeface="Arial"/>
            </a:endParaRPr>
          </a:p>
        </p:txBody>
      </p:sp>
      <p:sp>
        <p:nvSpPr>
          <p:cNvPr id="123" name="Oval 16"/>
          <p:cNvSpPr/>
          <p:nvPr/>
        </p:nvSpPr>
        <p:spPr>
          <a:xfrm>
            <a:off x="6324480" y="2131920"/>
            <a:ext cx="266760" cy="260280"/>
          </a:xfrm>
          <a:prstGeom prst="ellipse">
            <a:avLst/>
          </a:prstGeom>
          <a:solidFill>
            <a:srgbClr val="99cc33"/>
          </a:solidFill>
          <a:ln w="0">
            <a:noFill/>
          </a:ln>
          <a:effectLst>
            <a:outerShdw dist="17819" dir="2700000" blurRad="0" rotWithShape="0">
              <a:srgbClr val="808080"/>
            </a:outerShdw>
          </a:effectLst>
        </p:spPr>
        <p:style>
          <a:lnRef idx="0"/>
          <a:fillRef idx="0"/>
          <a:effectRef idx="0"/>
          <a:fontRef idx="minor"/>
        </p:style>
        <p:txBody>
          <a:bodyPr lIns="18000" rIns="18000" tIns="18000" bIns="18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pc="-1" strike="noStrike">
                <a:solidFill>
                  <a:srgbClr val="ffffff"/>
                </a:solidFill>
                <a:latin typeface="Arial"/>
              </a:rPr>
              <a:t>1</a:t>
            </a:r>
            <a:endParaRPr b="1" lang="en-US" sz="1400" spc="-1" strike="noStrike">
              <a:solidFill>
                <a:srgbClr val="000000"/>
              </a:solidFill>
              <a:latin typeface="Arial"/>
            </a:endParaRPr>
          </a:p>
        </p:txBody>
      </p:sp>
      <p:sp>
        <p:nvSpPr>
          <p:cNvPr id="124" name="Text Box 17"/>
          <p:cNvSpPr/>
          <p:nvPr/>
        </p:nvSpPr>
        <p:spPr>
          <a:xfrm>
            <a:off x="6658560" y="3451320"/>
            <a:ext cx="419760" cy="6098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000" spc="-1" strike="noStrike">
                <a:solidFill>
                  <a:srgbClr val="336600"/>
                </a:solidFill>
                <a:latin typeface="Wingdings"/>
                <a:ea typeface="Wingdings"/>
              </a:rPr>
              <a:t></a:t>
            </a:r>
            <a:endParaRPr b="1" lang="en-US" sz="4000" spc="-1" strike="noStrike">
              <a:solidFill>
                <a:srgbClr val="000000"/>
              </a:solidFill>
              <a:latin typeface="Arial"/>
            </a:endParaRPr>
          </a:p>
        </p:txBody>
      </p:sp>
      <p:sp>
        <p:nvSpPr>
          <p:cNvPr id="125" name="Text Box 18"/>
          <p:cNvSpPr/>
          <p:nvPr/>
        </p:nvSpPr>
        <p:spPr>
          <a:xfrm>
            <a:off x="7415640" y="3438360"/>
            <a:ext cx="346680" cy="6098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4000" spc="-1" strike="noStrike">
                <a:solidFill>
                  <a:srgbClr val="cc3300"/>
                </a:solidFill>
                <a:latin typeface="Wingdings"/>
                <a:ea typeface="Wingdings"/>
              </a:rPr>
              <a:t></a:t>
            </a:r>
            <a:endParaRPr b="1" lang="en-US" sz="4000" spc="-1" strike="noStrike">
              <a:solidFill>
                <a:srgbClr val="000000"/>
              </a:solidFill>
              <a:latin typeface="Arial"/>
            </a:endParaRPr>
          </a:p>
        </p:txBody>
      </p:sp>
      <p:sp>
        <p:nvSpPr>
          <p:cNvPr id="126" name="Text Box 19"/>
          <p:cNvSpPr/>
          <p:nvPr/>
        </p:nvSpPr>
        <p:spPr>
          <a:xfrm>
            <a:off x="8118360" y="3529080"/>
            <a:ext cx="276480" cy="4273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800" spc="-1" strike="noStrike">
                <a:solidFill>
                  <a:srgbClr val="ffb240"/>
                </a:solidFill>
                <a:latin typeface="Arial"/>
              </a:rPr>
              <a:t>O</a:t>
            </a:r>
            <a:endParaRPr b="1" lang="en-US" sz="2800" spc="-1" strike="noStrike">
              <a:solidFill>
                <a:srgbClr val="000000"/>
              </a:solidFill>
              <a:latin typeface="Arial"/>
            </a:endParaRPr>
          </a:p>
        </p:txBody>
      </p:sp>
      <p:sp>
        <p:nvSpPr>
          <p:cNvPr id="127" name="AutoShape 20"/>
          <p:cNvSpPr/>
          <p:nvPr/>
        </p:nvSpPr>
        <p:spPr>
          <a:xfrm>
            <a:off x="1563840" y="3409920"/>
            <a:ext cx="271440" cy="368280"/>
          </a:xfrm>
          <a:prstGeom prst="rightArrow">
            <a:avLst>
              <a:gd name="adj1" fmla="val 50000"/>
              <a:gd name="adj2" fmla="val 52278"/>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 name="AutoShape 21"/>
          <p:cNvSpPr/>
          <p:nvPr/>
        </p:nvSpPr>
        <p:spPr>
          <a:xfrm rot="16200000">
            <a:off x="1287360" y="3173040"/>
            <a:ext cx="279360" cy="358920"/>
          </a:xfrm>
          <a:prstGeom prst="rightArrow">
            <a:avLst>
              <a:gd name="adj1" fmla="val 50000"/>
              <a:gd name="adj2" fmla="val 52278"/>
            </a:avLst>
          </a:prstGeom>
          <a:solidFill>
            <a:srgbClr val="8099cc"/>
          </a:solidFill>
          <a:ln w="6480">
            <a:solidFill>
              <a:srgbClr val="8099cc"/>
            </a:solidFill>
            <a:miter/>
          </a:ln>
        </p:spPr>
        <p:style>
          <a:lnRef idx="0"/>
          <a:fillRef idx="0"/>
          <a:effectRef idx="0"/>
          <a:fontRef idx="minor"/>
        </p:style>
        <p:txBody>
          <a:bodyPr lIns="90000" rIns="90000" tIns="88200" bIns="88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9" name="AutoShape 22"/>
          <p:cNvSpPr/>
          <p:nvPr/>
        </p:nvSpPr>
        <p:spPr>
          <a:xfrm flipH="1" rot="16200000">
            <a:off x="1286280" y="3668400"/>
            <a:ext cx="279360" cy="358920"/>
          </a:xfrm>
          <a:prstGeom prst="rightArrow">
            <a:avLst>
              <a:gd name="adj1" fmla="val 50000"/>
              <a:gd name="adj2" fmla="val 52278"/>
            </a:avLst>
          </a:prstGeom>
          <a:solidFill>
            <a:srgbClr val="8099cc"/>
          </a:solidFill>
          <a:ln w="6480">
            <a:solidFill>
              <a:srgbClr val="8099cc"/>
            </a:solidFill>
            <a:miter/>
          </a:ln>
        </p:spPr>
        <p:style>
          <a:lnRef idx="0"/>
          <a:fillRef idx="0"/>
          <a:effectRef idx="0"/>
          <a:fontRef idx="minor"/>
        </p:style>
        <p:txBody>
          <a:bodyPr lIns="90000" rIns="90000" tIns="88200" bIns="88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0" name="AutoShape 23"/>
          <p:cNvSpPr/>
          <p:nvPr/>
        </p:nvSpPr>
        <p:spPr>
          <a:xfrm flipH="1">
            <a:off x="1019880" y="3409920"/>
            <a:ext cx="273240" cy="368280"/>
          </a:xfrm>
          <a:prstGeom prst="rightArrow">
            <a:avLst>
              <a:gd name="adj1" fmla="val 50000"/>
              <a:gd name="adj2" fmla="val 52278"/>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1" name="AutoShape 24"/>
          <p:cNvSpPr/>
          <p:nvPr/>
        </p:nvSpPr>
        <p:spPr>
          <a:xfrm>
            <a:off x="3997440" y="3841920"/>
            <a:ext cx="271440" cy="368280"/>
          </a:xfrm>
          <a:prstGeom prst="rightArrow">
            <a:avLst>
              <a:gd name="adj1" fmla="val 50000"/>
              <a:gd name="adj2" fmla="val 52278"/>
            </a:avLst>
          </a:pr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2" name="AutoShape 25"/>
          <p:cNvSpPr/>
          <p:nvPr/>
        </p:nvSpPr>
        <p:spPr>
          <a:xfrm rot="16200000">
            <a:off x="3722040" y="3606120"/>
            <a:ext cx="279360" cy="357120"/>
          </a:xfrm>
          <a:prstGeom prst="rightArrow">
            <a:avLst>
              <a:gd name="adj1" fmla="val 50000"/>
              <a:gd name="adj2" fmla="val 52278"/>
            </a:avLst>
          </a:prstGeom>
          <a:noFill/>
          <a:ln w="12600">
            <a:solidFill>
              <a:srgbClr val="003399"/>
            </a:solidFill>
            <a:miter/>
          </a:ln>
        </p:spPr>
        <p:style>
          <a:lnRef idx="0"/>
          <a:fillRef idx="0"/>
          <a:effectRef idx="0"/>
          <a:fontRef idx="minor"/>
        </p:style>
        <p:txBody>
          <a:bodyPr lIns="90000" rIns="90000" tIns="87120" bIns="87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3" name="AutoShape 26"/>
          <p:cNvSpPr/>
          <p:nvPr/>
        </p:nvSpPr>
        <p:spPr>
          <a:xfrm flipH="1" rot="16200000">
            <a:off x="3722040" y="4101480"/>
            <a:ext cx="279360" cy="357120"/>
          </a:xfrm>
          <a:prstGeom prst="rightArrow">
            <a:avLst>
              <a:gd name="adj1" fmla="val 50000"/>
              <a:gd name="adj2" fmla="val 52278"/>
            </a:avLst>
          </a:prstGeom>
          <a:noFill/>
          <a:ln w="12600">
            <a:solidFill>
              <a:srgbClr val="003399"/>
            </a:solidFill>
            <a:miter/>
          </a:ln>
        </p:spPr>
        <p:style>
          <a:lnRef idx="0"/>
          <a:fillRef idx="0"/>
          <a:effectRef idx="0"/>
          <a:fontRef idx="minor"/>
        </p:style>
        <p:txBody>
          <a:bodyPr lIns="90000" rIns="90000" tIns="87120" bIns="87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4" name="AutoShape 27"/>
          <p:cNvSpPr/>
          <p:nvPr/>
        </p:nvSpPr>
        <p:spPr>
          <a:xfrm flipH="1">
            <a:off x="3456000" y="3841920"/>
            <a:ext cx="271440" cy="368280"/>
          </a:xfrm>
          <a:prstGeom prst="rightArrow">
            <a:avLst>
              <a:gd name="adj1" fmla="val 50000"/>
              <a:gd name="adj2" fmla="val 52278"/>
            </a:avLst>
          </a:pr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5" name="AutoShape 28"/>
          <p:cNvSpPr/>
          <p:nvPr/>
        </p:nvSpPr>
        <p:spPr>
          <a:xfrm>
            <a:off x="849240" y="6013440"/>
            <a:ext cx="493920" cy="368280"/>
          </a:xfrm>
          <a:prstGeom prst="leftRightArrow">
            <a:avLst>
              <a:gd name="adj1" fmla="val 50000"/>
              <a:gd name="adj2" fmla="val 33529"/>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6" name="AutoShape 29"/>
          <p:cNvSpPr/>
          <p:nvPr/>
        </p:nvSpPr>
        <p:spPr>
          <a:xfrm rot="5400000">
            <a:off x="1877040" y="5788440"/>
            <a:ext cx="258840" cy="851040"/>
          </a:xfrm>
          <a:prstGeom prst="rightArrow">
            <a:avLst>
              <a:gd name="adj1" fmla="val 50000"/>
              <a:gd name="adj2" fmla="val 52278"/>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7" name="AutoShape 30"/>
          <p:cNvSpPr/>
          <p:nvPr/>
        </p:nvSpPr>
        <p:spPr>
          <a:xfrm>
            <a:off x="1914480" y="4941720"/>
            <a:ext cx="257400" cy="851040"/>
          </a:xfrm>
          <a:prstGeom prst="rightArrow">
            <a:avLst>
              <a:gd name="adj1" fmla="val 50000"/>
              <a:gd name="adj2" fmla="val 52278"/>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 name="Freeform 31"/>
          <p:cNvSpPr/>
          <p:nvPr/>
        </p:nvSpPr>
        <p:spPr>
          <a:xfrm>
            <a:off x="1182600" y="4724280"/>
            <a:ext cx="360360" cy="998640"/>
          </a:xfrm>
          <a:prstGeom prst="pie">
            <a:avLst/>
          </a:prstGeom>
          <a:solidFill>
            <a:srgbClr val="8099cc"/>
          </a:solidFill>
          <a:ln w="6480">
            <a:solidFill>
              <a:srgbClr val="8099cc"/>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 name="AutoShape 32"/>
          <p:cNvSpPr/>
          <p:nvPr/>
        </p:nvSpPr>
        <p:spPr>
          <a:xfrm>
            <a:off x="4081320" y="4797360"/>
            <a:ext cx="257400" cy="851040"/>
          </a:xfrm>
          <a:prstGeom prst="rightArrow">
            <a:avLst>
              <a:gd name="adj1" fmla="val 50000"/>
              <a:gd name="adj2" fmla="val 52278"/>
            </a:avLst>
          </a:pr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0" name="Freeform 33"/>
          <p:cNvSpPr/>
          <p:nvPr/>
        </p:nvSpPr>
        <p:spPr>
          <a:xfrm>
            <a:off x="3349800" y="4579920"/>
            <a:ext cx="360360" cy="998640"/>
          </a:xfrm>
          <a:prstGeom prst="pie">
            <a:avLst/>
          </a:prstGeom>
          <a:no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1" name="AutoShape 34"/>
          <p:cNvSpPr/>
          <p:nvPr/>
        </p:nvSpPr>
        <p:spPr>
          <a:xfrm>
            <a:off x="3681360" y="5950080"/>
            <a:ext cx="492120" cy="368280"/>
          </a:xfrm>
          <a:prstGeom prst="leftRightArrow">
            <a:avLst>
              <a:gd name="adj1" fmla="val 50000"/>
              <a:gd name="adj2" fmla="val 33407"/>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2" name="AutoShape 35"/>
          <p:cNvSpPr/>
          <p:nvPr/>
        </p:nvSpPr>
        <p:spPr>
          <a:xfrm rot="5400000">
            <a:off x="4708440" y="5724360"/>
            <a:ext cx="258840" cy="852480"/>
          </a:xfrm>
          <a:prstGeom prst="rightArrow">
            <a:avLst>
              <a:gd name="adj1" fmla="val 50000"/>
              <a:gd name="adj2" fmla="val 52278"/>
            </a:avLst>
          </a:pr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143" name="Group 36"/>
          <p:cNvGrpSpPr/>
          <p:nvPr/>
        </p:nvGrpSpPr>
        <p:grpSpPr>
          <a:xfrm>
            <a:off x="6657840" y="4365720"/>
            <a:ext cx="596880" cy="576000"/>
            <a:chOff x="6657840" y="4365720"/>
            <a:chExt cx="596880" cy="576000"/>
          </a:xfrm>
        </p:grpSpPr>
        <p:sp>
          <p:nvSpPr>
            <p:cNvPr id="144" name="Line 37"/>
            <p:cNvSpPr/>
            <p:nvPr/>
          </p:nvSpPr>
          <p:spPr>
            <a:xfrm flipV="1">
              <a:off x="6657840" y="4365720"/>
              <a:ext cx="0" cy="5760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5" name="Line 38"/>
            <p:cNvSpPr/>
            <p:nvPr/>
          </p:nvSpPr>
          <p:spPr>
            <a:xfrm>
              <a:off x="6657840" y="4365720"/>
              <a:ext cx="596880" cy="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46" name="Group 39"/>
          <p:cNvGrpSpPr/>
          <p:nvPr/>
        </p:nvGrpSpPr>
        <p:grpSpPr>
          <a:xfrm>
            <a:off x="7719840" y="4365720"/>
            <a:ext cx="598680" cy="576000"/>
            <a:chOff x="7719840" y="4365720"/>
            <a:chExt cx="598680" cy="576000"/>
          </a:xfrm>
        </p:grpSpPr>
        <p:sp>
          <p:nvSpPr>
            <p:cNvPr id="147" name="Line 40"/>
            <p:cNvSpPr/>
            <p:nvPr/>
          </p:nvSpPr>
          <p:spPr>
            <a:xfrm flipV="1">
              <a:off x="7719840" y="4365720"/>
              <a:ext cx="0" cy="5760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8" name="Line 41"/>
            <p:cNvSpPr/>
            <p:nvPr/>
          </p:nvSpPr>
          <p:spPr>
            <a:xfrm>
              <a:off x="7719840" y="4365720"/>
              <a:ext cx="59724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9" name="Line 42"/>
            <p:cNvSpPr/>
            <p:nvPr/>
          </p:nvSpPr>
          <p:spPr>
            <a:xfrm>
              <a:off x="8318520" y="4365720"/>
              <a:ext cx="0" cy="5760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50" name="Group 43"/>
          <p:cNvGrpSpPr/>
          <p:nvPr/>
        </p:nvGrpSpPr>
        <p:grpSpPr>
          <a:xfrm>
            <a:off x="7719840" y="5300640"/>
            <a:ext cx="598680" cy="718920"/>
            <a:chOff x="7719840" y="5300640"/>
            <a:chExt cx="598680" cy="718920"/>
          </a:xfrm>
        </p:grpSpPr>
        <p:sp>
          <p:nvSpPr>
            <p:cNvPr id="151" name="Line 44"/>
            <p:cNvSpPr/>
            <p:nvPr/>
          </p:nvSpPr>
          <p:spPr>
            <a:xfrm flipV="1">
              <a:off x="7719840" y="5659920"/>
              <a:ext cx="0" cy="3596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52" name="Line 45"/>
            <p:cNvSpPr/>
            <p:nvPr/>
          </p:nvSpPr>
          <p:spPr>
            <a:xfrm>
              <a:off x="7719840" y="5660280"/>
              <a:ext cx="59724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53" name="Line 46"/>
            <p:cNvSpPr/>
            <p:nvPr/>
          </p:nvSpPr>
          <p:spPr>
            <a:xfrm>
              <a:off x="8318520" y="5300640"/>
              <a:ext cx="0" cy="359640"/>
            </a:xfrm>
            <a:prstGeom prst="line">
              <a:avLst/>
            </a:prstGeom>
            <a:ln w="12600">
              <a:solidFill>
                <a:srgbClr val="003399"/>
              </a:solidFill>
              <a:miter/>
              <a:head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54" name="Text Box 47"/>
          <p:cNvSpPr/>
          <p:nvPr/>
        </p:nvSpPr>
        <p:spPr>
          <a:xfrm>
            <a:off x="6589800" y="1257480"/>
            <a:ext cx="12780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Highlight Colour</a:t>
            </a:r>
            <a:endParaRPr b="1" lang="en-US" sz="1100" spc="-1" strike="noStrike">
              <a:solidFill>
                <a:srgbClr val="000000"/>
              </a:solidFill>
              <a:latin typeface="Arial"/>
            </a:endParaRPr>
          </a:p>
        </p:txBody>
      </p:sp>
      <p:sp>
        <p:nvSpPr>
          <p:cNvPr id="155" name="Rectangle 48"/>
          <p:cNvSpPr/>
          <p:nvPr/>
        </p:nvSpPr>
        <p:spPr>
          <a:xfrm>
            <a:off x="5402160" y="50760"/>
            <a:ext cx="3424320" cy="946440"/>
          </a:xfrm>
          <a:prstGeom prst="rect">
            <a:avLst/>
          </a:prstGeom>
          <a:noFill/>
          <a:ln w="6480">
            <a:solidFill>
              <a:srgbClr val="ff00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0000"/>
                </a:solidFill>
                <a:latin typeface="Arial"/>
              </a:rPr>
              <a:t>ヒント： 他のオブジェクトをこのフォーマットに統一する場合には、フォーマットツールバーのペイントブラシを使ってください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0000"/>
                </a:solidFill>
                <a:latin typeface="Arial"/>
              </a:rPr>
              <a:t>回転・反転の必要があれば「図形の調整」ツールバーを使ってください</a:t>
            </a:r>
            <a:endParaRPr b="1" lang="en-US" sz="1000" spc="-1" strike="noStrike">
              <a:solidFill>
                <a:srgbClr val="000000"/>
              </a:solidFill>
              <a:latin typeface="Arial"/>
            </a:endParaRPr>
          </a:p>
        </p:txBody>
      </p:sp>
      <p:grpSp>
        <p:nvGrpSpPr>
          <p:cNvPr id="156" name="Group 49"/>
          <p:cNvGrpSpPr/>
          <p:nvPr/>
        </p:nvGrpSpPr>
        <p:grpSpPr>
          <a:xfrm>
            <a:off x="6699240" y="5444640"/>
            <a:ext cx="600120" cy="576360"/>
            <a:chOff x="6699240" y="5444640"/>
            <a:chExt cx="600120" cy="576360"/>
          </a:xfrm>
        </p:grpSpPr>
        <p:sp>
          <p:nvSpPr>
            <p:cNvPr id="157" name="Line 50"/>
            <p:cNvSpPr/>
            <p:nvPr/>
          </p:nvSpPr>
          <p:spPr>
            <a:xfrm flipV="1">
              <a:off x="6699240" y="5444640"/>
              <a:ext cx="0" cy="57636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58" name="Line 51"/>
            <p:cNvSpPr/>
            <p:nvPr/>
          </p:nvSpPr>
          <p:spPr>
            <a:xfrm>
              <a:off x="6699240" y="5445000"/>
              <a:ext cx="59832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59" name="Line 52"/>
            <p:cNvSpPr/>
            <p:nvPr/>
          </p:nvSpPr>
          <p:spPr>
            <a:xfrm>
              <a:off x="7299360" y="5445000"/>
              <a:ext cx="0" cy="28908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6240B0E-7F24-48A4-8545-7171AD9CA40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rPr>
              <a:t>All charts in this document comply to the global Deloitte colour palette</a:t>
            </a:r>
            <a:endParaRPr b="1" lang="en-US" sz="1600" spc="-1" strike="noStrike">
              <a:solidFill>
                <a:srgbClr val="000000"/>
              </a:solidFill>
              <a:latin typeface="Arial"/>
            </a:endParaRPr>
          </a:p>
        </p:txBody>
      </p:sp>
      <p:sp>
        <p:nvSpPr>
          <p:cNvPr id="163" name="Rectangle 49"/>
          <p:cNvSpPr/>
          <p:nvPr/>
        </p:nvSpPr>
        <p:spPr>
          <a:xfrm>
            <a:off x="1657440" y="1785960"/>
            <a:ext cx="639720" cy="639720"/>
          </a:xfrm>
          <a:prstGeom prst="rect">
            <a:avLst/>
          </a:prstGeom>
          <a:solidFill>
            <a:srgbClr val="003399"/>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100%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t>
            </a:r>
            <a:r>
              <a:rPr b="0" lang="en-US" sz="1000" spc="-1" strike="noStrike">
                <a:solidFill>
                  <a:srgbClr val="000000"/>
                </a:solidFill>
                <a:latin typeface="Arial"/>
              </a:rPr>
              <a:t>	</a:t>
            </a:r>
            <a:r>
              <a:rPr b="0" lang="en-US" sz="1000" spc="-1" strike="noStrike">
                <a:solidFill>
                  <a:srgbClr val="000000"/>
                </a:solidFill>
                <a:latin typeface="Arial"/>
              </a:rPr>
              <a:t>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a:t>
            </a:r>
            <a:r>
              <a:rPr b="0" lang="en-US" sz="1000" spc="-1" strike="noStrike">
                <a:solidFill>
                  <a:srgbClr val="000000"/>
                </a:solidFill>
                <a:latin typeface="Arial"/>
              </a:rPr>
              <a:t>	</a:t>
            </a:r>
            <a:r>
              <a:rPr b="0" lang="en-US" sz="1000" spc="-1" strike="noStrike">
                <a:solidFill>
                  <a:srgbClr val="000000"/>
                </a:solidFill>
                <a:latin typeface="Arial"/>
              </a:rPr>
              <a:t>51</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t>
            </a:r>
            <a:r>
              <a:rPr b="0" lang="en-US" sz="1000" spc="-1" strike="noStrike">
                <a:solidFill>
                  <a:srgbClr val="000000"/>
                </a:solidFill>
                <a:latin typeface="Arial"/>
              </a:rPr>
              <a:t>	</a:t>
            </a:r>
            <a:r>
              <a:rPr b="0" lang="en-US" sz="1000" spc="-1" strike="noStrike">
                <a:solidFill>
                  <a:srgbClr val="000000"/>
                </a:solidFill>
                <a:latin typeface="Arial"/>
              </a:rPr>
              <a:t>153</a:t>
            </a:r>
            <a:endParaRPr b="1" lang="en-US" sz="1000" spc="-1" strike="noStrike">
              <a:solidFill>
                <a:srgbClr val="000000"/>
              </a:solidFill>
              <a:latin typeface="Arial"/>
            </a:endParaRPr>
          </a:p>
        </p:txBody>
      </p:sp>
      <p:sp>
        <p:nvSpPr>
          <p:cNvPr id="164" name="Rectangle 50"/>
          <p:cNvSpPr/>
          <p:nvPr/>
        </p:nvSpPr>
        <p:spPr>
          <a:xfrm>
            <a:off x="399960" y="1347840"/>
            <a:ext cx="2694240" cy="4732200"/>
          </a:xfrm>
          <a:prstGeom prst="rect">
            <a:avLst/>
          </a:prstGeom>
          <a:noFill/>
          <a:ln w="12600">
            <a:solidFill>
              <a:srgbClr val="003399"/>
            </a:solidFill>
            <a:miter/>
          </a:ln>
        </p:spPr>
        <p:style>
          <a:lnRef idx="0"/>
          <a:fillRef idx="0"/>
          <a:effectRef idx="0"/>
          <a:fontRef idx="minor"/>
        </p:style>
        <p:txBody>
          <a:bodyPr wrap="none" lIns="54000" rIns="54000" tIns="54000" bIns="54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65" name="Text Box 51"/>
          <p:cNvSpPr/>
          <p:nvPr/>
        </p:nvSpPr>
        <p:spPr>
          <a:xfrm>
            <a:off x="475560" y="1234440"/>
            <a:ext cx="1272960" cy="174240"/>
          </a:xfrm>
          <a:prstGeom prst="rect">
            <a:avLst/>
          </a:prstGeom>
          <a:solidFill>
            <a:srgbClr val="ffffff"/>
          </a:solidFill>
          <a:ln w="0">
            <a:noFill/>
          </a:ln>
        </p:spPr>
        <p:style>
          <a:lnRef idx="0"/>
          <a:fillRef idx="0"/>
          <a:effectRef idx="0"/>
          <a:fontRef idx="minor"/>
        </p:style>
        <p:txBody>
          <a:bodyPr wrap="none" lIns="73080" rIns="73080" tIns="0" bIns="0" anchor="ctr">
            <a:spAutoFit/>
          </a:bodyPr>
          <a:p>
            <a:pPr>
              <a:lnSpc>
                <a:spcPct val="95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Color hierarchy</a:t>
            </a:r>
            <a:endParaRPr b="1" lang="en-US" sz="1200" spc="-1" strike="noStrike">
              <a:solidFill>
                <a:srgbClr val="000000"/>
              </a:solidFill>
              <a:latin typeface="Arial"/>
            </a:endParaRPr>
          </a:p>
        </p:txBody>
      </p:sp>
      <p:sp>
        <p:nvSpPr>
          <p:cNvPr id="166" name="Rectangle 52"/>
          <p:cNvSpPr/>
          <p:nvPr/>
        </p:nvSpPr>
        <p:spPr>
          <a:xfrm>
            <a:off x="1657440" y="3141720"/>
            <a:ext cx="639720" cy="639720"/>
          </a:xfrm>
          <a:prstGeom prst="rect">
            <a:avLst/>
          </a:prstGeom>
          <a:solidFill>
            <a:srgbClr val="80cccc"/>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50%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t>
            </a:r>
            <a:r>
              <a:rPr b="0" lang="en-US" sz="1000" spc="-1" strike="noStrike">
                <a:solidFill>
                  <a:srgbClr val="000000"/>
                </a:solidFill>
                <a:latin typeface="Arial"/>
              </a:rPr>
              <a:t>	</a:t>
            </a:r>
            <a:r>
              <a:rPr b="0" lang="en-US" sz="1000" spc="-1" strike="noStrike">
                <a:solidFill>
                  <a:srgbClr val="000000"/>
                </a:solidFill>
                <a:latin typeface="Arial"/>
              </a:rPr>
              <a:t>128</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a:t>
            </a:r>
            <a:r>
              <a:rPr b="0" lang="en-US" sz="1000" spc="-1" strike="noStrike">
                <a:solidFill>
                  <a:srgbClr val="000000"/>
                </a:solidFill>
                <a:latin typeface="Arial"/>
              </a:rPr>
              <a:t>	</a:t>
            </a:r>
            <a:r>
              <a:rPr b="0" lang="en-US" sz="1000" spc="-1" strike="noStrike">
                <a:solidFill>
                  <a:srgbClr val="000000"/>
                </a:solidFill>
                <a:latin typeface="Arial"/>
              </a:rPr>
              <a:t>204</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t>
            </a:r>
            <a:r>
              <a:rPr b="0" lang="en-US" sz="1000" spc="-1" strike="noStrike">
                <a:solidFill>
                  <a:srgbClr val="000000"/>
                </a:solidFill>
                <a:latin typeface="Arial"/>
              </a:rPr>
              <a:t>	</a:t>
            </a:r>
            <a:r>
              <a:rPr b="0" lang="en-US" sz="1000" spc="-1" strike="noStrike">
                <a:solidFill>
                  <a:srgbClr val="000000"/>
                </a:solidFill>
                <a:latin typeface="Arial"/>
              </a:rPr>
              <a:t>204</a:t>
            </a:r>
            <a:endParaRPr b="1" lang="en-US" sz="1000" spc="-1" strike="noStrike">
              <a:solidFill>
                <a:srgbClr val="000000"/>
              </a:solidFill>
              <a:latin typeface="Arial"/>
            </a:endParaRPr>
          </a:p>
        </p:txBody>
      </p:sp>
      <p:sp>
        <p:nvSpPr>
          <p:cNvPr id="167" name="Rectangle 53"/>
          <p:cNvSpPr/>
          <p:nvPr/>
        </p:nvSpPr>
        <p:spPr>
          <a:xfrm>
            <a:off x="1657440" y="2463840"/>
            <a:ext cx="639720" cy="639720"/>
          </a:xfrm>
          <a:prstGeom prst="rect">
            <a:avLst/>
          </a:prstGeom>
          <a:solidFill>
            <a:srgbClr val="8099cc"/>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50%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t>
            </a:r>
            <a:r>
              <a:rPr b="0" lang="en-US" sz="1000" spc="-1" strike="noStrike">
                <a:solidFill>
                  <a:srgbClr val="000000"/>
                </a:solidFill>
                <a:latin typeface="Arial"/>
              </a:rPr>
              <a:t>	</a:t>
            </a:r>
            <a:r>
              <a:rPr b="0" lang="en-US" sz="1000" spc="-1" strike="noStrike">
                <a:solidFill>
                  <a:srgbClr val="000000"/>
                </a:solidFill>
                <a:latin typeface="Arial"/>
              </a:rPr>
              <a:t>128</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a:t>
            </a:r>
            <a:r>
              <a:rPr b="0" lang="en-US" sz="1000" spc="-1" strike="noStrike">
                <a:solidFill>
                  <a:srgbClr val="000000"/>
                </a:solidFill>
                <a:latin typeface="Arial"/>
              </a:rPr>
              <a:t>	</a:t>
            </a:r>
            <a:r>
              <a:rPr b="0" lang="en-US" sz="1000" spc="-1" strike="noStrike">
                <a:solidFill>
                  <a:srgbClr val="000000"/>
                </a:solidFill>
                <a:latin typeface="Arial"/>
              </a:rPr>
              <a:t>153</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t>
            </a:r>
            <a:r>
              <a:rPr b="0" lang="en-US" sz="1000" spc="-1" strike="noStrike">
                <a:solidFill>
                  <a:srgbClr val="000000"/>
                </a:solidFill>
                <a:latin typeface="Arial"/>
              </a:rPr>
              <a:t>	</a:t>
            </a:r>
            <a:r>
              <a:rPr b="0" lang="en-US" sz="1000" spc="-1" strike="noStrike">
                <a:solidFill>
                  <a:srgbClr val="000000"/>
                </a:solidFill>
                <a:latin typeface="Arial"/>
              </a:rPr>
              <a:t>204</a:t>
            </a:r>
            <a:endParaRPr b="1" lang="en-US" sz="1000" spc="-1" strike="noStrike">
              <a:solidFill>
                <a:srgbClr val="000000"/>
              </a:solidFill>
              <a:latin typeface="Arial"/>
            </a:endParaRPr>
          </a:p>
        </p:txBody>
      </p:sp>
      <p:sp>
        <p:nvSpPr>
          <p:cNvPr id="168" name="Rectangle 54"/>
          <p:cNvSpPr/>
          <p:nvPr/>
        </p:nvSpPr>
        <p:spPr>
          <a:xfrm>
            <a:off x="1657440" y="4497480"/>
            <a:ext cx="639720" cy="639720"/>
          </a:xfrm>
          <a:prstGeom prst="rect">
            <a:avLst/>
          </a:prstGeom>
          <a:solidFill>
            <a:srgbClr val="009999"/>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100%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t>
            </a:r>
            <a:r>
              <a:rPr b="0" lang="en-US" sz="1000" spc="-1" strike="noStrike">
                <a:solidFill>
                  <a:srgbClr val="000000"/>
                </a:solidFill>
                <a:latin typeface="Arial"/>
              </a:rPr>
              <a:t>	</a:t>
            </a:r>
            <a:r>
              <a:rPr b="0" lang="en-US" sz="1000" spc="-1" strike="noStrike">
                <a:solidFill>
                  <a:srgbClr val="000000"/>
                </a:solidFill>
                <a:latin typeface="Arial"/>
              </a:rPr>
              <a:t>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a:t>
            </a:r>
            <a:r>
              <a:rPr b="0" lang="en-US" sz="1000" spc="-1" strike="noStrike">
                <a:solidFill>
                  <a:srgbClr val="000000"/>
                </a:solidFill>
                <a:latin typeface="Arial"/>
              </a:rPr>
              <a:t>	</a:t>
            </a:r>
            <a:r>
              <a:rPr b="0" lang="en-US" sz="1000" spc="-1" strike="noStrike">
                <a:solidFill>
                  <a:srgbClr val="000000"/>
                </a:solidFill>
                <a:latin typeface="Arial"/>
              </a:rPr>
              <a:t>153</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t>
            </a:r>
            <a:r>
              <a:rPr b="0" lang="en-US" sz="1000" spc="-1" strike="noStrike">
                <a:solidFill>
                  <a:srgbClr val="000000"/>
                </a:solidFill>
                <a:latin typeface="Arial"/>
              </a:rPr>
              <a:t>	</a:t>
            </a:r>
            <a:r>
              <a:rPr b="0" lang="en-US" sz="1000" spc="-1" strike="noStrike">
                <a:solidFill>
                  <a:srgbClr val="000000"/>
                </a:solidFill>
                <a:latin typeface="Arial"/>
              </a:rPr>
              <a:t>153</a:t>
            </a:r>
            <a:endParaRPr b="1" lang="en-US" sz="1000" spc="-1" strike="noStrike">
              <a:solidFill>
                <a:srgbClr val="000000"/>
              </a:solidFill>
              <a:latin typeface="Arial"/>
            </a:endParaRPr>
          </a:p>
        </p:txBody>
      </p:sp>
      <p:sp>
        <p:nvSpPr>
          <p:cNvPr id="169" name="Rectangle 55"/>
          <p:cNvSpPr/>
          <p:nvPr/>
        </p:nvSpPr>
        <p:spPr>
          <a:xfrm>
            <a:off x="1657440" y="3819600"/>
            <a:ext cx="639720" cy="639720"/>
          </a:xfrm>
          <a:prstGeom prst="rect">
            <a:avLst/>
          </a:prstGeom>
          <a:solidFill>
            <a:srgbClr val="4066b2"/>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75%</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t>
            </a:r>
            <a:r>
              <a:rPr b="0" lang="en-US" sz="1000" spc="-1" strike="noStrike">
                <a:solidFill>
                  <a:srgbClr val="000000"/>
                </a:solidFill>
                <a:latin typeface="Arial"/>
              </a:rPr>
              <a:t>	</a:t>
            </a:r>
            <a:r>
              <a:rPr b="0" lang="en-US" sz="1000" spc="-1" strike="noStrike">
                <a:solidFill>
                  <a:srgbClr val="000000"/>
                </a:solidFill>
                <a:latin typeface="Arial"/>
              </a:rPr>
              <a:t>64</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a:t>
            </a:r>
            <a:r>
              <a:rPr b="0" lang="en-US" sz="1000" spc="-1" strike="noStrike">
                <a:solidFill>
                  <a:srgbClr val="000000"/>
                </a:solidFill>
                <a:latin typeface="Arial"/>
              </a:rPr>
              <a:t>	</a:t>
            </a:r>
            <a:r>
              <a:rPr b="0" lang="en-US" sz="1000" spc="-1" strike="noStrike">
                <a:solidFill>
                  <a:srgbClr val="000000"/>
                </a:solidFill>
                <a:latin typeface="Arial"/>
              </a:rPr>
              <a:t>102</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t>
            </a:r>
            <a:r>
              <a:rPr b="0" lang="en-US" sz="1000" spc="-1" strike="noStrike">
                <a:solidFill>
                  <a:srgbClr val="000000"/>
                </a:solidFill>
                <a:latin typeface="Arial"/>
              </a:rPr>
              <a:t>	</a:t>
            </a:r>
            <a:r>
              <a:rPr b="0" lang="en-US" sz="1000" spc="-1" strike="noStrike">
                <a:solidFill>
                  <a:srgbClr val="000000"/>
                </a:solidFill>
                <a:latin typeface="Arial"/>
              </a:rPr>
              <a:t>178</a:t>
            </a:r>
            <a:endParaRPr b="1" lang="en-US" sz="1000" spc="-1" strike="noStrike">
              <a:solidFill>
                <a:srgbClr val="000000"/>
              </a:solidFill>
              <a:latin typeface="Arial"/>
            </a:endParaRPr>
          </a:p>
        </p:txBody>
      </p:sp>
      <p:sp>
        <p:nvSpPr>
          <p:cNvPr id="170" name="Rectangle 56"/>
          <p:cNvSpPr/>
          <p:nvPr/>
        </p:nvSpPr>
        <p:spPr>
          <a:xfrm>
            <a:off x="1657440" y="5342040"/>
            <a:ext cx="639720" cy="639720"/>
          </a:xfrm>
          <a:prstGeom prst="rect">
            <a:avLst/>
          </a:prstGeom>
          <a:solidFill>
            <a:srgbClr val="000000"/>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100%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a:t>
            </a:r>
            <a:r>
              <a:rPr b="0" lang="en-US" sz="1000" spc="-1" strike="noStrike">
                <a:solidFill>
                  <a:srgbClr val="000000"/>
                </a:solidFill>
                <a:latin typeface="Arial"/>
              </a:rPr>
              <a:t>	</a:t>
            </a:r>
            <a:r>
              <a:rPr b="0" lang="en-US" sz="1000" spc="-1" strike="noStrike">
                <a:solidFill>
                  <a:srgbClr val="000000"/>
                </a:solidFill>
                <a:latin typeface="Arial"/>
              </a:rPr>
              <a:t>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a:t>
            </a:r>
            <a:r>
              <a:rPr b="0" lang="en-US" sz="1000" spc="-1" strike="noStrike">
                <a:solidFill>
                  <a:srgbClr val="000000"/>
                </a:solidFill>
                <a:latin typeface="Arial"/>
              </a:rPr>
              <a:t>	</a:t>
            </a:r>
            <a:r>
              <a:rPr b="0" lang="en-US" sz="1000" spc="-1" strike="noStrike">
                <a:solidFill>
                  <a:srgbClr val="000000"/>
                </a:solidFill>
                <a:latin typeface="Arial"/>
              </a:rPr>
              <a:t>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a:t>
            </a:r>
            <a:r>
              <a:rPr b="0" lang="en-US" sz="1000" spc="-1" strike="noStrike">
                <a:solidFill>
                  <a:srgbClr val="000000"/>
                </a:solidFill>
                <a:latin typeface="Arial"/>
              </a:rPr>
              <a:t>	</a:t>
            </a:r>
            <a:r>
              <a:rPr b="0" lang="en-US" sz="1000" spc="-1" strike="noStrike">
                <a:solidFill>
                  <a:srgbClr val="000000"/>
                </a:solidFill>
                <a:latin typeface="Arial"/>
              </a:rPr>
              <a:t>0</a:t>
            </a:r>
            <a:endParaRPr b="1" lang="en-US" sz="1000" spc="-1" strike="noStrike">
              <a:solidFill>
                <a:srgbClr val="000000"/>
              </a:solidFill>
              <a:latin typeface="Arial"/>
            </a:endParaRPr>
          </a:p>
        </p:txBody>
      </p:sp>
      <p:grpSp>
        <p:nvGrpSpPr>
          <p:cNvPr id="171" name="Group 57"/>
          <p:cNvGrpSpPr/>
          <p:nvPr/>
        </p:nvGrpSpPr>
        <p:grpSpPr>
          <a:xfrm>
            <a:off x="1658880" y="1490760"/>
            <a:ext cx="1057320" cy="184680"/>
            <a:chOff x="1658880" y="1490760"/>
            <a:chExt cx="1057320" cy="184680"/>
          </a:xfrm>
        </p:grpSpPr>
        <p:sp>
          <p:nvSpPr>
            <p:cNvPr id="172" name="Line 58"/>
            <p:cNvSpPr/>
            <p:nvPr/>
          </p:nvSpPr>
          <p:spPr>
            <a:xfrm>
              <a:off x="1658880" y="1584360"/>
              <a:ext cx="1057320" cy="0"/>
            </a:xfrm>
            <a:prstGeom prst="line">
              <a:avLst/>
            </a:prstGeom>
            <a:ln cap="rnd"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73" name="Rectangle 59"/>
            <p:cNvSpPr/>
            <p:nvPr/>
          </p:nvSpPr>
          <p:spPr>
            <a:xfrm>
              <a:off x="1971360" y="1490760"/>
              <a:ext cx="432720" cy="184680"/>
            </a:xfrm>
            <a:prstGeom prst="rect">
              <a:avLst/>
            </a:prstGeom>
            <a:solidFill>
              <a:srgbClr val="ffffff"/>
            </a:solidFill>
            <a:ln w="0">
              <a:noFill/>
            </a:ln>
          </p:spPr>
          <p:style>
            <a:lnRef idx="0"/>
            <a:fillRef idx="0"/>
            <a:effectRef idx="0"/>
            <a:fontRef idx="minor"/>
          </p:style>
          <p:txBody>
            <a:bodyPr wrap="none" lIns="72000" rIns="72000" tIns="0" bIns="0" anchor="t">
              <a:spAutoFit/>
            </a:bodyPr>
            <a:p>
              <a:pPr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p:txBody>
        </p:sp>
      </p:grpSp>
      <p:sp>
        <p:nvSpPr>
          <p:cNvPr id="174" name="Text Box 60"/>
          <p:cNvSpPr/>
          <p:nvPr/>
        </p:nvSpPr>
        <p:spPr>
          <a:xfrm>
            <a:off x="961560" y="1498680"/>
            <a:ext cx="41508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Header</a:t>
            </a:r>
            <a:endParaRPr b="1" lang="en-US" sz="1000" spc="-1" strike="noStrike">
              <a:solidFill>
                <a:srgbClr val="000000"/>
              </a:solidFill>
              <a:latin typeface="Arial"/>
            </a:endParaRPr>
          </a:p>
        </p:txBody>
      </p:sp>
      <p:sp>
        <p:nvSpPr>
          <p:cNvPr id="175" name="Text Box 61"/>
          <p:cNvSpPr/>
          <p:nvPr/>
        </p:nvSpPr>
        <p:spPr>
          <a:xfrm>
            <a:off x="510480" y="2021040"/>
            <a:ext cx="86472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First-level chart</a:t>
            </a:r>
            <a:endParaRPr b="1" lang="en-US" sz="1000" spc="-1" strike="noStrike">
              <a:solidFill>
                <a:srgbClr val="000000"/>
              </a:solidFill>
              <a:latin typeface="Arial"/>
            </a:endParaRPr>
          </a:p>
        </p:txBody>
      </p:sp>
      <p:sp>
        <p:nvSpPr>
          <p:cNvPr id="176" name="Text Box 62"/>
          <p:cNvSpPr/>
          <p:nvPr/>
        </p:nvSpPr>
        <p:spPr>
          <a:xfrm>
            <a:off x="645840" y="2698920"/>
            <a:ext cx="73080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Second-level</a:t>
            </a:r>
            <a:endParaRPr b="1" lang="en-US" sz="1000" spc="-1" strike="noStrike">
              <a:solidFill>
                <a:srgbClr val="000000"/>
              </a:solidFill>
              <a:latin typeface="Arial"/>
            </a:endParaRPr>
          </a:p>
        </p:txBody>
      </p:sp>
      <p:sp>
        <p:nvSpPr>
          <p:cNvPr id="177" name="Text Box 63"/>
          <p:cNvSpPr/>
          <p:nvPr/>
        </p:nvSpPr>
        <p:spPr>
          <a:xfrm>
            <a:off x="784800" y="3376440"/>
            <a:ext cx="59040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Third-level</a:t>
            </a:r>
            <a:endParaRPr b="1" lang="en-US" sz="1000" spc="-1" strike="noStrike">
              <a:solidFill>
                <a:srgbClr val="000000"/>
              </a:solidFill>
              <a:latin typeface="Arial"/>
            </a:endParaRPr>
          </a:p>
        </p:txBody>
      </p:sp>
      <p:sp>
        <p:nvSpPr>
          <p:cNvPr id="178" name="Text Box 64"/>
          <p:cNvSpPr/>
          <p:nvPr/>
        </p:nvSpPr>
        <p:spPr>
          <a:xfrm>
            <a:off x="708120" y="4054320"/>
            <a:ext cx="66816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Fourth-level</a:t>
            </a:r>
            <a:endParaRPr b="1" lang="en-US" sz="1000" spc="-1" strike="noStrike">
              <a:solidFill>
                <a:srgbClr val="000000"/>
              </a:solidFill>
              <a:latin typeface="Arial"/>
            </a:endParaRPr>
          </a:p>
        </p:txBody>
      </p:sp>
      <p:sp>
        <p:nvSpPr>
          <p:cNvPr id="179" name="Text Box 65"/>
          <p:cNvSpPr/>
          <p:nvPr/>
        </p:nvSpPr>
        <p:spPr>
          <a:xfrm>
            <a:off x="827640" y="4732200"/>
            <a:ext cx="54792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Fifth-level</a:t>
            </a:r>
            <a:endParaRPr b="1" lang="en-US" sz="1000" spc="-1" strike="noStrike">
              <a:solidFill>
                <a:srgbClr val="000000"/>
              </a:solidFill>
              <a:latin typeface="Arial"/>
            </a:endParaRPr>
          </a:p>
        </p:txBody>
      </p:sp>
      <p:sp>
        <p:nvSpPr>
          <p:cNvPr id="180" name="Text Box 66"/>
          <p:cNvSpPr/>
          <p:nvPr/>
        </p:nvSpPr>
        <p:spPr>
          <a:xfrm>
            <a:off x="820800" y="5576760"/>
            <a:ext cx="555480" cy="168120"/>
          </a:xfrm>
          <a:prstGeom prst="rect">
            <a:avLst/>
          </a:prstGeom>
          <a:noFill/>
          <a:ln w="0">
            <a:noFill/>
          </a:ln>
        </p:spPr>
        <p:style>
          <a:lnRef idx="0"/>
          <a:fillRef idx="0"/>
          <a:effectRef idx="0"/>
          <a:fontRef idx="minor"/>
        </p:style>
        <p:txBody>
          <a:bodyPr wrap="none" lIns="0" rIns="0" tIns="0" bIns="0" anchor="t">
            <a:spAutoFit/>
          </a:bodyPr>
          <a:p>
            <a:pPr algn="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color</a:t>
            </a:r>
            <a:endParaRPr b="1" lang="en-US" sz="1000" spc="-1" strike="noStrike">
              <a:solidFill>
                <a:srgbClr val="000000"/>
              </a:solidFill>
              <a:latin typeface="Arial"/>
            </a:endParaRPr>
          </a:p>
        </p:txBody>
      </p:sp>
      <p:sp>
        <p:nvSpPr>
          <p:cNvPr id="181" name="Rectangle 67"/>
          <p:cNvSpPr/>
          <p:nvPr/>
        </p:nvSpPr>
        <p:spPr>
          <a:xfrm>
            <a:off x="3619440" y="2139840"/>
            <a:ext cx="639720" cy="639720"/>
          </a:xfrm>
          <a:prstGeom prst="rect">
            <a:avLst/>
          </a:prstGeom>
          <a:solidFill>
            <a:srgbClr val="000066"/>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102</a:t>
            </a:r>
            <a:endParaRPr b="1" lang="en-US" sz="1000" spc="-1" strike="noStrike">
              <a:solidFill>
                <a:srgbClr val="000000"/>
              </a:solidFill>
              <a:latin typeface="Arial"/>
            </a:endParaRPr>
          </a:p>
        </p:txBody>
      </p:sp>
      <p:sp>
        <p:nvSpPr>
          <p:cNvPr id="182" name="Rectangle 68"/>
          <p:cNvSpPr/>
          <p:nvPr/>
        </p:nvSpPr>
        <p:spPr>
          <a:xfrm>
            <a:off x="3619440" y="2817720"/>
            <a:ext cx="639720" cy="639720"/>
          </a:xfrm>
          <a:prstGeom prst="rect">
            <a:avLst/>
          </a:prstGeom>
          <a:solidFill>
            <a:srgbClr val="ff9900"/>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100%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255</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153</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0</a:t>
            </a:r>
            <a:endParaRPr b="1" lang="en-US" sz="1000" spc="-1" strike="noStrike">
              <a:solidFill>
                <a:srgbClr val="000000"/>
              </a:solidFill>
              <a:latin typeface="Arial"/>
            </a:endParaRPr>
          </a:p>
        </p:txBody>
      </p:sp>
      <p:sp>
        <p:nvSpPr>
          <p:cNvPr id="183" name="Rectangle 69"/>
          <p:cNvSpPr/>
          <p:nvPr/>
        </p:nvSpPr>
        <p:spPr>
          <a:xfrm>
            <a:off x="3505320" y="1347840"/>
            <a:ext cx="1592280" cy="2200320"/>
          </a:xfrm>
          <a:prstGeom prst="rect">
            <a:avLst/>
          </a:prstGeom>
          <a:noFill/>
          <a:ln w="12600">
            <a:solidFill>
              <a:srgbClr val="003399"/>
            </a:solidFill>
            <a:miter/>
          </a:ln>
        </p:spPr>
        <p:style>
          <a:lnRef idx="0"/>
          <a:fillRef idx="0"/>
          <a:effectRef idx="0"/>
          <a:fontRef idx="minor"/>
        </p:style>
        <p:txBody>
          <a:bodyPr wrap="none" lIns="54000" rIns="54000" tIns="54000" bIns="54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84" name="Text Box 70"/>
          <p:cNvSpPr/>
          <p:nvPr/>
        </p:nvSpPr>
        <p:spPr>
          <a:xfrm>
            <a:off x="3580560" y="1234440"/>
            <a:ext cx="1425600" cy="174240"/>
          </a:xfrm>
          <a:prstGeom prst="rect">
            <a:avLst/>
          </a:prstGeom>
          <a:solidFill>
            <a:srgbClr val="ffffff"/>
          </a:solidFill>
          <a:ln w="0">
            <a:noFill/>
          </a:ln>
        </p:spPr>
        <p:style>
          <a:lnRef idx="0"/>
          <a:fillRef idx="0"/>
          <a:effectRef idx="0"/>
          <a:fontRef idx="minor"/>
        </p:style>
        <p:txBody>
          <a:bodyPr wrap="none" lIns="73080" rIns="73080" tIns="0" bIns="0" anchor="ctr">
            <a:spAutoFit/>
          </a:bodyPr>
          <a:p>
            <a:pPr>
              <a:lnSpc>
                <a:spcPct val="95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Secondary colors</a:t>
            </a:r>
            <a:endParaRPr b="1" lang="en-US" sz="1200" spc="-1" strike="noStrike">
              <a:solidFill>
                <a:srgbClr val="000000"/>
              </a:solidFill>
              <a:latin typeface="Arial"/>
            </a:endParaRPr>
          </a:p>
        </p:txBody>
      </p:sp>
      <p:sp>
        <p:nvSpPr>
          <p:cNvPr id="185" name="Text Box 71"/>
          <p:cNvSpPr/>
          <p:nvPr/>
        </p:nvSpPr>
        <p:spPr>
          <a:xfrm>
            <a:off x="5291280" y="2308320"/>
            <a:ext cx="1854000" cy="33588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線を強調するときに使用します。</a:t>
            </a:r>
            <a:endParaRPr b="1" lang="en-US" sz="1000" spc="-1" strike="noStrike">
              <a:solidFill>
                <a:srgbClr val="000000"/>
              </a:solidFill>
              <a:latin typeface="Arial"/>
            </a:endParaRPr>
          </a:p>
        </p:txBody>
      </p:sp>
      <p:sp>
        <p:nvSpPr>
          <p:cNvPr id="186" name="Text Box 72"/>
          <p:cNvSpPr/>
          <p:nvPr/>
        </p:nvSpPr>
        <p:spPr>
          <a:xfrm>
            <a:off x="5291280" y="1630440"/>
            <a:ext cx="2097000" cy="33588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スライドを強調するときに使用します。</a:t>
            </a:r>
            <a:endParaRPr b="1" lang="en-US" sz="1000" spc="-1" strike="noStrike">
              <a:solidFill>
                <a:srgbClr val="000000"/>
              </a:solidFill>
              <a:latin typeface="Arial"/>
            </a:endParaRPr>
          </a:p>
        </p:txBody>
      </p:sp>
      <p:sp>
        <p:nvSpPr>
          <p:cNvPr id="187" name="Text Box 73"/>
          <p:cNvSpPr/>
          <p:nvPr/>
        </p:nvSpPr>
        <p:spPr>
          <a:xfrm>
            <a:off x="5291280" y="2986200"/>
            <a:ext cx="1855800" cy="33588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表の対照色として使用します。</a:t>
            </a:r>
            <a:endParaRPr b="1" lang="en-US" sz="1000" spc="-1" strike="noStrike">
              <a:solidFill>
                <a:srgbClr val="000000"/>
              </a:solidFill>
              <a:latin typeface="Arial"/>
            </a:endParaRPr>
          </a:p>
        </p:txBody>
      </p:sp>
      <p:cxnSp>
        <p:nvCxnSpPr>
          <p:cNvPr id="188" name="AutoShape 74"/>
          <p:cNvCxnSpPr>
            <a:endCxn id="186" idx="1"/>
          </p:cNvCxnSpPr>
          <p:nvPr/>
        </p:nvCxnSpPr>
        <p:spPr>
          <a:xfrm flipV="1">
            <a:off x="4781520" y="1714320"/>
            <a:ext cx="510480" cy="2160"/>
          </a:xfrm>
          <a:prstGeom prst="straightConnector1">
            <a:avLst/>
          </a:prstGeom>
          <a:ln w="12600">
            <a:solidFill>
              <a:srgbClr val="000066">
                <a:alpha val="60000"/>
              </a:srgbClr>
            </a:solidFill>
            <a:miter/>
          </a:ln>
        </p:spPr>
      </p:cxnSp>
      <p:cxnSp>
        <p:nvCxnSpPr>
          <p:cNvPr id="189" name="AutoShape 75"/>
          <p:cNvCxnSpPr>
            <a:endCxn id="185" idx="1"/>
          </p:cNvCxnSpPr>
          <p:nvPr/>
        </p:nvCxnSpPr>
        <p:spPr>
          <a:xfrm flipV="1">
            <a:off x="4781520" y="2391480"/>
            <a:ext cx="510480" cy="2520"/>
          </a:xfrm>
          <a:prstGeom prst="straightConnector1">
            <a:avLst/>
          </a:prstGeom>
          <a:ln w="12600">
            <a:solidFill>
              <a:srgbClr val="000066">
                <a:alpha val="60000"/>
              </a:srgbClr>
            </a:solidFill>
            <a:miter/>
          </a:ln>
        </p:spPr>
      </p:cxnSp>
      <p:cxnSp>
        <p:nvCxnSpPr>
          <p:cNvPr id="190" name="AutoShape 76"/>
          <p:cNvCxnSpPr>
            <a:endCxn id="187" idx="1"/>
          </p:cNvCxnSpPr>
          <p:nvPr/>
        </p:nvCxnSpPr>
        <p:spPr>
          <a:xfrm flipV="1">
            <a:off x="4781520" y="3069360"/>
            <a:ext cx="510480" cy="2520"/>
          </a:xfrm>
          <a:prstGeom prst="straightConnector1">
            <a:avLst/>
          </a:prstGeom>
          <a:ln w="12600">
            <a:solidFill>
              <a:srgbClr val="000066">
                <a:alpha val="60000"/>
              </a:srgbClr>
            </a:solidFill>
            <a:miter/>
          </a:ln>
        </p:spPr>
      </p:cxnSp>
      <p:sp>
        <p:nvSpPr>
          <p:cNvPr id="191" name="Rectangle 77"/>
          <p:cNvSpPr/>
          <p:nvPr/>
        </p:nvSpPr>
        <p:spPr>
          <a:xfrm>
            <a:off x="3619440" y="1461960"/>
            <a:ext cx="639720" cy="639720"/>
          </a:xfrm>
          <a:prstGeom prst="rect">
            <a:avLst/>
          </a:prstGeom>
          <a:solidFill>
            <a:srgbClr val="99cc33"/>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153</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204</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51</a:t>
            </a:r>
            <a:endParaRPr b="1" lang="en-US" sz="1000" spc="-1" strike="noStrike">
              <a:solidFill>
                <a:srgbClr val="000000"/>
              </a:solidFill>
              <a:latin typeface="Arial"/>
            </a:endParaRPr>
          </a:p>
        </p:txBody>
      </p:sp>
      <p:sp>
        <p:nvSpPr>
          <p:cNvPr id="192" name="Rectangle 78"/>
          <p:cNvSpPr/>
          <p:nvPr/>
        </p:nvSpPr>
        <p:spPr>
          <a:xfrm>
            <a:off x="3505320" y="3879720"/>
            <a:ext cx="5240160" cy="2200320"/>
          </a:xfrm>
          <a:prstGeom prst="rect">
            <a:avLst/>
          </a:prstGeom>
          <a:noFill/>
          <a:ln w="12600">
            <a:solidFill>
              <a:srgbClr val="003399"/>
            </a:solidFill>
            <a:miter/>
          </a:ln>
        </p:spPr>
        <p:style>
          <a:lnRef idx="0"/>
          <a:fillRef idx="0"/>
          <a:effectRef idx="0"/>
          <a:fontRef idx="minor"/>
        </p:style>
        <p:txBody>
          <a:bodyPr wrap="none" lIns="54000" rIns="54000" tIns="54000" bIns="54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3" name="Text Box 79"/>
          <p:cNvSpPr/>
          <p:nvPr/>
        </p:nvSpPr>
        <p:spPr>
          <a:xfrm>
            <a:off x="3581640" y="3766680"/>
            <a:ext cx="1518480" cy="174240"/>
          </a:xfrm>
          <a:prstGeom prst="rect">
            <a:avLst/>
          </a:prstGeom>
          <a:solidFill>
            <a:srgbClr val="ffffff"/>
          </a:solidFill>
          <a:ln w="0">
            <a:noFill/>
          </a:ln>
        </p:spPr>
        <p:style>
          <a:lnRef idx="0"/>
          <a:fillRef idx="0"/>
          <a:effectRef idx="0"/>
          <a:fontRef idx="minor"/>
        </p:style>
        <p:txBody>
          <a:bodyPr wrap="none" lIns="73080" rIns="73080" tIns="0" bIns="0" anchor="ctr">
            <a:spAutoFit/>
          </a:bodyPr>
          <a:p>
            <a:pPr>
              <a:lnSpc>
                <a:spcPct val="95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pc="-1" strike="noStrike">
                <a:solidFill>
                  <a:srgbClr val="000000"/>
                </a:solidFill>
                <a:latin typeface="Arial"/>
              </a:rPr>
              <a:t>Other brand colors</a:t>
            </a:r>
            <a:endParaRPr b="1" lang="en-US" sz="1200" spc="-1" strike="noStrike">
              <a:solidFill>
                <a:srgbClr val="000000"/>
              </a:solidFill>
              <a:latin typeface="Arial"/>
            </a:endParaRPr>
          </a:p>
        </p:txBody>
      </p:sp>
      <p:sp>
        <p:nvSpPr>
          <p:cNvPr id="194" name="Rectangle 80"/>
          <p:cNvSpPr/>
          <p:nvPr/>
        </p:nvSpPr>
        <p:spPr>
          <a:xfrm>
            <a:off x="3619440" y="3994200"/>
            <a:ext cx="639720" cy="639720"/>
          </a:xfrm>
          <a:prstGeom prst="rect">
            <a:avLst/>
          </a:prstGeom>
          <a:solidFill>
            <a:srgbClr val="000066"/>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102</a:t>
            </a:r>
            <a:endParaRPr b="1" lang="en-US" sz="1000" spc="-1" strike="noStrike">
              <a:solidFill>
                <a:srgbClr val="000000"/>
              </a:solidFill>
              <a:latin typeface="Arial"/>
            </a:endParaRPr>
          </a:p>
        </p:txBody>
      </p:sp>
      <p:sp>
        <p:nvSpPr>
          <p:cNvPr id="195" name="Text Box 81"/>
          <p:cNvSpPr/>
          <p:nvPr/>
        </p:nvSpPr>
        <p:spPr>
          <a:xfrm>
            <a:off x="4890960" y="4162320"/>
            <a:ext cx="1236960" cy="50364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テキストの一部を強調するときに使用します。</a:t>
            </a:r>
            <a:endParaRPr b="1" lang="en-US" sz="1000" spc="-1" strike="noStrike">
              <a:solidFill>
                <a:srgbClr val="000000"/>
              </a:solidFill>
              <a:latin typeface="Arial"/>
            </a:endParaRPr>
          </a:p>
        </p:txBody>
      </p:sp>
      <p:cxnSp>
        <p:nvCxnSpPr>
          <p:cNvPr id="196" name="AutoShape 82"/>
          <p:cNvCxnSpPr>
            <a:stCxn id="195" idx="1"/>
          </p:cNvCxnSpPr>
          <p:nvPr/>
        </p:nvCxnSpPr>
        <p:spPr>
          <a:xfrm flipH="1">
            <a:off x="4723920" y="4414320"/>
            <a:ext cx="167040" cy="2520"/>
          </a:xfrm>
          <a:prstGeom prst="straightConnector1">
            <a:avLst/>
          </a:prstGeom>
          <a:ln w="12600">
            <a:solidFill>
              <a:srgbClr val="000066">
                <a:alpha val="60000"/>
              </a:srgbClr>
            </a:solidFill>
            <a:miter/>
          </a:ln>
        </p:spPr>
      </p:cxnSp>
      <p:sp>
        <p:nvSpPr>
          <p:cNvPr id="197" name="Rectangle 83"/>
          <p:cNvSpPr/>
          <p:nvPr/>
        </p:nvSpPr>
        <p:spPr>
          <a:xfrm>
            <a:off x="3619440" y="4672080"/>
            <a:ext cx="639720" cy="639720"/>
          </a:xfrm>
          <a:prstGeom prst="rect">
            <a:avLst/>
          </a:prstGeom>
          <a:solidFill>
            <a:srgbClr val="cc3300"/>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100%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204</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51</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0</a:t>
            </a:r>
            <a:endParaRPr b="1" lang="en-US" sz="1000" spc="-1" strike="noStrike">
              <a:solidFill>
                <a:srgbClr val="000000"/>
              </a:solidFill>
              <a:latin typeface="Arial"/>
            </a:endParaRPr>
          </a:p>
        </p:txBody>
      </p:sp>
      <p:sp>
        <p:nvSpPr>
          <p:cNvPr id="198" name="Text Box 84"/>
          <p:cNvSpPr/>
          <p:nvPr/>
        </p:nvSpPr>
        <p:spPr>
          <a:xfrm>
            <a:off x="4890960" y="4840200"/>
            <a:ext cx="1160640" cy="33588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強調するときに使用します。</a:t>
            </a:r>
            <a:endParaRPr b="1" lang="en-US" sz="1000" spc="-1" strike="noStrike">
              <a:solidFill>
                <a:srgbClr val="000000"/>
              </a:solidFill>
              <a:latin typeface="Arial"/>
            </a:endParaRPr>
          </a:p>
        </p:txBody>
      </p:sp>
      <p:cxnSp>
        <p:nvCxnSpPr>
          <p:cNvPr id="199" name="AutoShape 85"/>
          <p:cNvCxnSpPr/>
          <p:nvPr/>
        </p:nvCxnSpPr>
        <p:spPr>
          <a:xfrm flipH="1">
            <a:off x="4723920" y="4990680"/>
            <a:ext cx="167040" cy="2520"/>
          </a:xfrm>
          <a:prstGeom prst="straightConnector1">
            <a:avLst/>
          </a:prstGeom>
          <a:ln w="12600">
            <a:solidFill>
              <a:srgbClr val="000066">
                <a:alpha val="60000"/>
              </a:srgbClr>
            </a:solidFill>
            <a:miter/>
          </a:ln>
        </p:spPr>
      </p:cxnSp>
      <p:sp>
        <p:nvSpPr>
          <p:cNvPr id="200" name="Rectangle 86"/>
          <p:cNvSpPr/>
          <p:nvPr/>
        </p:nvSpPr>
        <p:spPr>
          <a:xfrm>
            <a:off x="3619440" y="5349960"/>
            <a:ext cx="639720" cy="639720"/>
          </a:xfrm>
          <a:prstGeom prst="rect">
            <a:avLst/>
          </a:prstGeom>
          <a:solidFill>
            <a:srgbClr val="336600"/>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100%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51</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102</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0</a:t>
            </a:r>
            <a:endParaRPr b="1" lang="en-US" sz="1000" spc="-1" strike="noStrike">
              <a:solidFill>
                <a:srgbClr val="000000"/>
              </a:solidFill>
              <a:latin typeface="Arial"/>
            </a:endParaRPr>
          </a:p>
        </p:txBody>
      </p:sp>
      <p:sp>
        <p:nvSpPr>
          <p:cNvPr id="201" name="Text Box 87"/>
          <p:cNvSpPr/>
          <p:nvPr/>
        </p:nvSpPr>
        <p:spPr>
          <a:xfrm>
            <a:off x="4890960" y="5508720"/>
            <a:ext cx="1231920" cy="33588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強調するときに使用します。</a:t>
            </a:r>
            <a:endParaRPr b="1" lang="en-US" sz="1000" spc="-1" strike="noStrike">
              <a:solidFill>
                <a:srgbClr val="000000"/>
              </a:solidFill>
              <a:latin typeface="Arial"/>
            </a:endParaRPr>
          </a:p>
        </p:txBody>
      </p:sp>
      <p:cxnSp>
        <p:nvCxnSpPr>
          <p:cNvPr id="202" name="AutoShape 88"/>
          <p:cNvCxnSpPr/>
          <p:nvPr/>
        </p:nvCxnSpPr>
        <p:spPr>
          <a:xfrm flipH="1">
            <a:off x="4723920" y="5668560"/>
            <a:ext cx="167040" cy="2520"/>
          </a:xfrm>
          <a:prstGeom prst="straightConnector1">
            <a:avLst/>
          </a:prstGeom>
          <a:ln w="12600">
            <a:solidFill>
              <a:srgbClr val="000066">
                <a:alpha val="60000"/>
              </a:srgbClr>
            </a:solidFill>
            <a:miter/>
          </a:ln>
        </p:spPr>
      </p:cxnSp>
      <p:sp>
        <p:nvSpPr>
          <p:cNvPr id="203" name="Rectangle 89"/>
          <p:cNvSpPr/>
          <p:nvPr/>
        </p:nvSpPr>
        <p:spPr>
          <a:xfrm>
            <a:off x="6267600" y="5349960"/>
            <a:ext cx="639720" cy="639720"/>
          </a:xfrm>
          <a:prstGeom prst="rect">
            <a:avLst/>
          </a:prstGeom>
          <a:solidFill>
            <a:srgbClr val="ffcc80"/>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50%</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255</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204</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128</a:t>
            </a:r>
            <a:endParaRPr b="1" lang="en-US" sz="1000" spc="-1" strike="noStrike">
              <a:solidFill>
                <a:srgbClr val="000000"/>
              </a:solidFill>
              <a:latin typeface="Arial"/>
            </a:endParaRPr>
          </a:p>
        </p:txBody>
      </p:sp>
      <p:sp>
        <p:nvSpPr>
          <p:cNvPr id="204" name="Rectangle 90"/>
          <p:cNvSpPr/>
          <p:nvPr/>
        </p:nvSpPr>
        <p:spPr>
          <a:xfrm>
            <a:off x="6267600" y="4672080"/>
            <a:ext cx="639720" cy="639720"/>
          </a:xfrm>
          <a:prstGeom prst="rect">
            <a:avLst/>
          </a:prstGeom>
          <a:solidFill>
            <a:srgbClr val="ffb240"/>
          </a:solidFill>
          <a:ln w="0">
            <a:noFill/>
          </a:ln>
        </p:spPr>
        <p:style>
          <a:lnRef idx="0"/>
          <a:fillRef idx="0"/>
          <a:effectRef idx="0"/>
          <a:fontRef idx="minor"/>
        </p:style>
        <p:txBody>
          <a:bodyPr wrap="none" lIns="822960" rIns="90000" tIns="46800" bIns="46800" anchor="ctr">
            <a:noAutofit/>
          </a:bodyPr>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75%</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R 255</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 178</a:t>
            </a:r>
            <a:endParaRPr b="1" lang="en-US" sz="1000" spc="-1" strike="noStrike">
              <a:solidFill>
                <a:srgbClr val="000000"/>
              </a:solidFill>
              <a:latin typeface="Arial"/>
            </a:endParaRPr>
          </a:p>
          <a:p>
            <a:pPr>
              <a:lnSpc>
                <a:spcPct val="95000"/>
              </a:lnSpc>
              <a:tabLst>
                <a:tab algn="l" pos="0"/>
                <a:tab algn="l" pos="17136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 64</a:t>
            </a:r>
            <a:endParaRPr b="1" lang="en-US" sz="1000" spc="-1" strike="noStrike">
              <a:solidFill>
                <a:srgbClr val="000000"/>
              </a:solidFill>
              <a:latin typeface="Arial"/>
            </a:endParaRPr>
          </a:p>
        </p:txBody>
      </p:sp>
      <p:sp>
        <p:nvSpPr>
          <p:cNvPr id="205" name="Text Box 91"/>
          <p:cNvSpPr/>
          <p:nvPr/>
        </p:nvSpPr>
        <p:spPr>
          <a:xfrm>
            <a:off x="7478640" y="5102280"/>
            <a:ext cx="1160640" cy="671400"/>
          </a:xfrm>
          <a:prstGeom prst="rect">
            <a:avLst/>
          </a:prstGeom>
          <a:noFill/>
          <a:ln w="0">
            <a:noFill/>
          </a:ln>
        </p:spPr>
        <p:style>
          <a:lnRef idx="0"/>
          <a:fillRef idx="0"/>
          <a:effectRef idx="0"/>
          <a:fontRef idx="minor"/>
        </p:style>
        <p:txBody>
          <a:bodyPr lIns="73080" rIns="0" tIns="0" bIns="0" anchor="t">
            <a:spAutoFit/>
          </a:bodyPr>
          <a:p>
            <a:pP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66"/>
                </a:solidFill>
                <a:latin typeface="Arial"/>
              </a:rPr>
              <a:t>これらのオレンジ淡色は、ヒートチャートのみに使用します。</a:t>
            </a:r>
            <a:endParaRPr b="1" lang="en-US" sz="1000" spc="-1" strike="noStrike">
              <a:solidFill>
                <a:srgbClr val="000000"/>
              </a:solidFill>
              <a:latin typeface="Arial"/>
            </a:endParaRPr>
          </a:p>
        </p:txBody>
      </p:sp>
      <p:sp>
        <p:nvSpPr>
          <p:cNvPr id="206" name="AutoShape 92"/>
          <p:cNvSpPr/>
          <p:nvPr/>
        </p:nvSpPr>
        <p:spPr>
          <a:xfrm>
            <a:off x="7391520" y="4724280"/>
            <a:ext cx="88920" cy="1181160"/>
          </a:xfrm>
          <a:custGeom>
            <a:avLst/>
            <a:gdLst>
              <a:gd name="textAreaLeft" fmla="*/ 0 w 88920"/>
              <a:gd name="textAreaRight" fmla="*/ 32040 w 88920"/>
              <a:gd name="textAreaTop" fmla="*/ 30600 h 1181160"/>
              <a:gd name="textAreaBottom" fmla="*/ 1150560 h 1181160"/>
            </a:gdLst>
            <a:ahLst/>
            <a:rect l="textAreaLeft" t="textAreaTop" r="textAreaRight" b="textAreaBottom"/>
            <a:pathLst>
              <a:path w="21600" h="21600">
                <a:moveTo>
                  <a:pt x="0" y="0"/>
                </a:moveTo>
                <a:cubicBezTo>
                  <a:pt x="5400" y="0"/>
                  <a:pt x="10800" y="900"/>
                  <a:pt x="10800" y="1800"/>
                </a:cubicBezTo>
                <a:lnTo>
                  <a:pt x="10800" y="9000"/>
                </a:lnTo>
                <a:cubicBezTo>
                  <a:pt x="10800" y="9900"/>
                  <a:pt x="16200" y="10800"/>
                  <a:pt x="21600" y="10800"/>
                </a:cubicBezTo>
                <a:cubicBezTo>
                  <a:pt x="16200" y="10800"/>
                  <a:pt x="10800" y="11700"/>
                  <a:pt x="10800" y="12600"/>
                </a:cubicBezTo>
                <a:lnTo>
                  <a:pt x="10800" y="19800"/>
                </a:lnTo>
                <a:cubicBezTo>
                  <a:pt x="10800" y="20700"/>
                  <a:pt x="5400" y="21600"/>
                  <a:pt x="0" y="21600"/>
                </a:cubicBezTo>
              </a:path>
            </a:pathLst>
          </a:custGeom>
          <a:noFill/>
          <a:ln w="12600">
            <a:solidFill>
              <a:srgbClr val="000066"/>
            </a:solidFill>
            <a:miter/>
          </a:ln>
        </p:spPr>
        <p:style>
          <a:lnRef idx="0"/>
          <a:fillRef idx="0"/>
          <a:effectRef idx="0"/>
          <a:fontRef idx="minor"/>
        </p:style>
        <p:txBody>
          <a:bodyPr wrap="none" lIns="54000" rIns="54000" tIns="54000" bIns="540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2CCA913-0A19-4B8C-8547-DEF06482003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9" name="AutoShape 2"/>
          <p:cNvSpPr/>
          <p:nvPr/>
        </p:nvSpPr>
        <p:spPr>
          <a:xfrm>
            <a:off x="2390760" y="1628640"/>
            <a:ext cx="3722760" cy="505080"/>
          </a:xfrm>
          <a:prstGeom prst="roundRect">
            <a:avLst>
              <a:gd name="adj" fmla="val 16667"/>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0" name="PlaceHolder 1"/>
          <p:cNvSpPr>
            <a:spLocks noGrp="1"/>
          </p:cNvSpPr>
          <p:nvPr>
            <p:ph type="title"/>
          </p:nvPr>
        </p:nvSpPr>
        <p:spPr>
          <a:xfrm>
            <a:off x="458280" y="496440"/>
            <a:ext cx="82393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211" name="PlaceHolder 2"/>
          <p:cNvSpPr>
            <a:spLocks noGrp="1"/>
          </p:cNvSpPr>
          <p:nvPr>
            <p:ph/>
          </p:nvPr>
        </p:nvSpPr>
        <p:spPr>
          <a:xfrm>
            <a:off x="2651040" y="1730520"/>
            <a:ext cx="5362560" cy="3814560"/>
          </a:xfrm>
          <a:prstGeom prst="rect">
            <a:avLst/>
          </a:prstGeom>
          <a:noFill/>
          <a:ln w="0">
            <a:noFill/>
          </a:ln>
        </p:spPr>
        <p:txBody>
          <a:bodyPr lIns="92160" rIns="92160" tIns="46080" bIns="46080" anchor="t">
            <a:normAutofit fontScale="80011"/>
          </a:bodyPr>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7DABB14-DBCC-4D9B-8CB3-FB95E5C782E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a:t>
            </a:r>
            <a:r>
              <a:rPr b="1" lang="en-US" sz="1600" spc="-1" strike="noStrike">
                <a:solidFill>
                  <a:srgbClr val="000000"/>
                </a:solidFill>
                <a:latin typeface="Arial"/>
                <a:ea typeface="ＭＳ Ｐゴシック"/>
              </a:rPr>
              <a:t>- List</a:t>
            </a:r>
            <a:endParaRPr b="1" lang="en-US" sz="1600" spc="-1" strike="noStrike">
              <a:solidFill>
                <a:srgbClr val="000000"/>
              </a:solidFill>
              <a:latin typeface="Arial"/>
            </a:endParaRPr>
          </a:p>
        </p:txBody>
      </p:sp>
      <p:sp>
        <p:nvSpPr>
          <p:cNvPr id="215" name="Rectangle 3"/>
          <p:cNvSpPr/>
          <p:nvPr/>
        </p:nvSpPr>
        <p:spPr>
          <a:xfrm>
            <a:off x="584280" y="2352600"/>
            <a:ext cx="7889760" cy="33084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216" name="Rectangle 4"/>
          <p:cNvSpPr/>
          <p:nvPr/>
        </p:nvSpPr>
        <p:spPr>
          <a:xfrm>
            <a:off x="588960" y="1803240"/>
            <a:ext cx="7885080" cy="5461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64A55B-8BD2-4DDD-AF6E-C5BC5578211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Two palettes</a:t>
            </a:r>
            <a:endParaRPr b="1" lang="en-US" sz="1600" spc="-1" strike="noStrike">
              <a:solidFill>
                <a:srgbClr val="000000"/>
              </a:solidFill>
              <a:latin typeface="Arial"/>
            </a:endParaRPr>
          </a:p>
        </p:txBody>
      </p:sp>
      <p:sp>
        <p:nvSpPr>
          <p:cNvPr id="220" name="AutoShape 3"/>
          <p:cNvSpPr/>
          <p:nvPr/>
        </p:nvSpPr>
        <p:spPr>
          <a:xfrm rot="5400000">
            <a:off x="2977560" y="4089240"/>
            <a:ext cx="3386160" cy="33156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lIns="90000" rIns="90000" tIns="19080" bIns="190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1" name="Rectangle 8"/>
          <p:cNvSpPr/>
          <p:nvPr/>
        </p:nvSpPr>
        <p:spPr>
          <a:xfrm>
            <a:off x="5813280" y="260280"/>
            <a:ext cx="301320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 </a:t>
            </a:r>
            <a:r>
              <a:rPr b="0" lang="en-US" sz="1000" spc="-1" strike="noStrike">
                <a:solidFill>
                  <a:srgbClr val="ff3300"/>
                </a:solidFill>
                <a:latin typeface="Arial"/>
              </a:rPr>
              <a:t>2</a:t>
            </a:r>
            <a:r>
              <a:rPr b="0" lang="ja-JP" sz="1000" spc="-1" strike="noStrike">
                <a:solidFill>
                  <a:srgbClr val="ff3300"/>
                </a:solidFill>
                <a:latin typeface="Arial"/>
              </a:rPr>
              <a:t>つの分析のサマリーを作る際には、真ん中の三角マークを取ってください。</a:t>
            </a:r>
            <a:endParaRPr b="1" lang="en-US" sz="1000" spc="-1" strike="noStrike">
              <a:solidFill>
                <a:srgbClr val="000000"/>
              </a:solidFill>
              <a:latin typeface="Arial"/>
            </a:endParaRPr>
          </a:p>
        </p:txBody>
      </p:sp>
      <p:sp>
        <p:nvSpPr>
          <p:cNvPr id="222" name="Rectangle 15"/>
          <p:cNvSpPr/>
          <p:nvPr/>
        </p:nvSpPr>
        <p:spPr>
          <a:xfrm>
            <a:off x="717480" y="2205000"/>
            <a:ext cx="3311640" cy="3743280"/>
          </a:xfrm>
          <a:prstGeom prst="rect">
            <a:avLst/>
          </a:prstGeom>
          <a:no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23" name="Rectangle 5"/>
          <p:cNvSpPr/>
          <p:nvPr/>
        </p:nvSpPr>
        <p:spPr>
          <a:xfrm>
            <a:off x="717480" y="1733400"/>
            <a:ext cx="3311640" cy="47160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224" name="Rectangle 16"/>
          <p:cNvSpPr/>
          <p:nvPr/>
        </p:nvSpPr>
        <p:spPr>
          <a:xfrm>
            <a:off x="5100480" y="2205000"/>
            <a:ext cx="3311640" cy="3743280"/>
          </a:xfrm>
          <a:prstGeom prst="rect">
            <a:avLst/>
          </a:prstGeom>
          <a:no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25" name="Rectangle 17"/>
          <p:cNvSpPr/>
          <p:nvPr/>
        </p:nvSpPr>
        <p:spPr>
          <a:xfrm>
            <a:off x="5100480" y="1733400"/>
            <a:ext cx="3311640" cy="47160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2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B90D3E-6311-4C15-B2C2-6120F4F51D1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2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Three palettes</a:t>
            </a:r>
            <a:endParaRPr b="1" lang="en-US" sz="1600" spc="-1" strike="noStrike">
              <a:solidFill>
                <a:srgbClr val="000000"/>
              </a:solidFill>
              <a:latin typeface="Arial"/>
            </a:endParaRPr>
          </a:p>
        </p:txBody>
      </p:sp>
      <p:sp>
        <p:nvSpPr>
          <p:cNvPr id="229" name="Rectangle 16"/>
          <p:cNvSpPr/>
          <p:nvPr/>
        </p:nvSpPr>
        <p:spPr>
          <a:xfrm>
            <a:off x="716040" y="2349360"/>
            <a:ext cx="2260440" cy="3311640"/>
          </a:xfrm>
          <a:prstGeom prst="rect">
            <a:avLst/>
          </a:prstGeom>
          <a:no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30" name="Rectangle 17"/>
          <p:cNvSpPr/>
          <p:nvPr/>
        </p:nvSpPr>
        <p:spPr>
          <a:xfrm>
            <a:off x="3451320" y="2349360"/>
            <a:ext cx="2260440" cy="3311640"/>
          </a:xfrm>
          <a:prstGeom prst="rect">
            <a:avLst/>
          </a:prstGeom>
          <a:no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31" name="Rectangle 18"/>
          <p:cNvSpPr/>
          <p:nvPr/>
        </p:nvSpPr>
        <p:spPr>
          <a:xfrm>
            <a:off x="6186600" y="2349360"/>
            <a:ext cx="2260440" cy="3311640"/>
          </a:xfrm>
          <a:prstGeom prst="rect">
            <a:avLst/>
          </a:prstGeom>
          <a:no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32" name="Rectangle 3"/>
          <p:cNvSpPr/>
          <p:nvPr/>
        </p:nvSpPr>
        <p:spPr>
          <a:xfrm>
            <a:off x="716040" y="1878120"/>
            <a:ext cx="2260440" cy="4712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233" name="Rectangle 5"/>
          <p:cNvSpPr/>
          <p:nvPr/>
        </p:nvSpPr>
        <p:spPr>
          <a:xfrm>
            <a:off x="3451320" y="1878120"/>
            <a:ext cx="2260440" cy="4712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234" name="Rectangle 7"/>
          <p:cNvSpPr/>
          <p:nvPr/>
        </p:nvSpPr>
        <p:spPr>
          <a:xfrm>
            <a:off x="6186600" y="1878120"/>
            <a:ext cx="2260440" cy="4712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3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A22B42-D56E-4C0D-9E2A-209471AE2F0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3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Four palettes</a:t>
            </a:r>
            <a:endParaRPr b="1" lang="en-US" sz="1600" spc="-1" strike="noStrike">
              <a:solidFill>
                <a:srgbClr val="000000"/>
              </a:solidFill>
              <a:latin typeface="Arial"/>
            </a:endParaRPr>
          </a:p>
        </p:txBody>
      </p:sp>
      <p:sp>
        <p:nvSpPr>
          <p:cNvPr id="238" name="Rectangle 12"/>
          <p:cNvSpPr/>
          <p:nvPr/>
        </p:nvSpPr>
        <p:spPr>
          <a:xfrm>
            <a:off x="1100160" y="1917720"/>
            <a:ext cx="3314520" cy="176688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39" name="Rectangle 13"/>
          <p:cNvSpPr/>
          <p:nvPr/>
        </p:nvSpPr>
        <p:spPr>
          <a:xfrm>
            <a:off x="4724280" y="1917720"/>
            <a:ext cx="3314880" cy="176688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40" name="Rectangle 14"/>
          <p:cNvSpPr/>
          <p:nvPr/>
        </p:nvSpPr>
        <p:spPr>
          <a:xfrm>
            <a:off x="1100160" y="4216320"/>
            <a:ext cx="3314520" cy="176688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41" name="Rectangle 15"/>
          <p:cNvSpPr/>
          <p:nvPr/>
        </p:nvSpPr>
        <p:spPr>
          <a:xfrm>
            <a:off x="4724280" y="4216320"/>
            <a:ext cx="3314880" cy="176688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42" name="Rectangle 6"/>
          <p:cNvSpPr/>
          <p:nvPr/>
        </p:nvSpPr>
        <p:spPr>
          <a:xfrm>
            <a:off x="4724280" y="1558800"/>
            <a:ext cx="3314880" cy="3603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243" name="Rectangle 4"/>
          <p:cNvSpPr/>
          <p:nvPr/>
        </p:nvSpPr>
        <p:spPr>
          <a:xfrm>
            <a:off x="1100160" y="1558800"/>
            <a:ext cx="3314520" cy="3603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244" name="Rectangle 8"/>
          <p:cNvSpPr/>
          <p:nvPr/>
        </p:nvSpPr>
        <p:spPr>
          <a:xfrm>
            <a:off x="1100160" y="3857760"/>
            <a:ext cx="3314520" cy="3603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245" name="Rectangle 10"/>
          <p:cNvSpPr/>
          <p:nvPr/>
        </p:nvSpPr>
        <p:spPr>
          <a:xfrm>
            <a:off x="4724280" y="3857760"/>
            <a:ext cx="3314880" cy="3603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フッター プレースホルダ 5"/>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47" name="スライド番号プレースホルダ 6"/>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1BE1771-71B3-4ECF-94A6-119E3735F89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4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a:t>
            </a:r>
            <a:r>
              <a:rPr b="1" lang="en-US" sz="1600" spc="-1" strike="noStrike">
                <a:solidFill>
                  <a:srgbClr val="000000"/>
                </a:solidFill>
                <a:latin typeface="Arial"/>
                <a:ea typeface="ＭＳ Ｐゴシック"/>
              </a:rPr>
              <a:t>Six palettes</a:t>
            </a:r>
            <a:endParaRPr b="1" lang="en-US" sz="1600" spc="-1" strike="noStrike">
              <a:solidFill>
                <a:srgbClr val="000000"/>
              </a:solidFill>
              <a:latin typeface="Arial"/>
            </a:endParaRPr>
          </a:p>
        </p:txBody>
      </p:sp>
      <p:sp>
        <p:nvSpPr>
          <p:cNvPr id="249" name="Rectangle 17"/>
          <p:cNvSpPr/>
          <p:nvPr/>
        </p:nvSpPr>
        <p:spPr>
          <a:xfrm>
            <a:off x="398520" y="1751040"/>
            <a:ext cx="4081320" cy="12492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50" name="Rectangle 4"/>
          <p:cNvSpPr/>
          <p:nvPr/>
        </p:nvSpPr>
        <p:spPr>
          <a:xfrm>
            <a:off x="398520" y="1525680"/>
            <a:ext cx="2511360" cy="22536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1" name="Rectangle 21"/>
          <p:cNvSpPr/>
          <p:nvPr/>
        </p:nvSpPr>
        <p:spPr>
          <a:xfrm>
            <a:off x="398520" y="3260880"/>
            <a:ext cx="4081320" cy="12492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52" name="Rectangle 22"/>
          <p:cNvSpPr/>
          <p:nvPr/>
        </p:nvSpPr>
        <p:spPr>
          <a:xfrm>
            <a:off x="398520" y="3035160"/>
            <a:ext cx="2511360" cy="22572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3" name="Rectangle 24"/>
          <p:cNvSpPr/>
          <p:nvPr/>
        </p:nvSpPr>
        <p:spPr>
          <a:xfrm>
            <a:off x="398520" y="4772160"/>
            <a:ext cx="4081320" cy="12492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54" name="Rectangle 25"/>
          <p:cNvSpPr/>
          <p:nvPr/>
        </p:nvSpPr>
        <p:spPr>
          <a:xfrm>
            <a:off x="398520" y="4546440"/>
            <a:ext cx="2511360" cy="22572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5" name="Rectangle 27"/>
          <p:cNvSpPr/>
          <p:nvPr/>
        </p:nvSpPr>
        <p:spPr>
          <a:xfrm>
            <a:off x="4675320" y="1751040"/>
            <a:ext cx="4081320" cy="12492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56" name="Rectangle 28"/>
          <p:cNvSpPr/>
          <p:nvPr/>
        </p:nvSpPr>
        <p:spPr>
          <a:xfrm>
            <a:off x="4675320" y="1525680"/>
            <a:ext cx="2511360" cy="22536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7" name="Rectangle 30"/>
          <p:cNvSpPr/>
          <p:nvPr/>
        </p:nvSpPr>
        <p:spPr>
          <a:xfrm>
            <a:off x="4675320" y="3260880"/>
            <a:ext cx="4081320" cy="12492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58" name="Rectangle 31"/>
          <p:cNvSpPr/>
          <p:nvPr/>
        </p:nvSpPr>
        <p:spPr>
          <a:xfrm>
            <a:off x="4675320" y="3035160"/>
            <a:ext cx="2511360" cy="22572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9" name="Rectangle 33"/>
          <p:cNvSpPr/>
          <p:nvPr/>
        </p:nvSpPr>
        <p:spPr>
          <a:xfrm>
            <a:off x="4675320" y="4772160"/>
            <a:ext cx="4081320" cy="12492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60" name="Rectangle 34"/>
          <p:cNvSpPr/>
          <p:nvPr/>
        </p:nvSpPr>
        <p:spPr>
          <a:xfrm>
            <a:off x="4675320" y="4546440"/>
            <a:ext cx="2511360" cy="22572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6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E7F58C-BADE-4C79-866C-8D3C0EC2B9B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6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marL="1440"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a:t>
            </a:r>
            <a:r>
              <a:rPr b="1" lang="en-US" sz="1600" spc="-1" strike="noStrike">
                <a:solidFill>
                  <a:srgbClr val="000000"/>
                </a:solidFill>
                <a:latin typeface="Arial"/>
                <a:ea typeface="ＭＳ Ｐゴシック"/>
              </a:rPr>
              <a:t>Major points</a:t>
            </a:r>
            <a:endParaRPr b="1" lang="en-US" sz="1600" spc="-1" strike="noStrike">
              <a:solidFill>
                <a:srgbClr val="000000"/>
              </a:solidFill>
              <a:latin typeface="Arial"/>
            </a:endParaRPr>
          </a:p>
        </p:txBody>
      </p:sp>
      <p:sp>
        <p:nvSpPr>
          <p:cNvPr id="264" name="Rectangle 10"/>
          <p:cNvSpPr/>
          <p:nvPr/>
        </p:nvSpPr>
        <p:spPr>
          <a:xfrm>
            <a:off x="2522520" y="1614600"/>
            <a:ext cx="5769000" cy="13716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65" name="Rectangle 11"/>
          <p:cNvSpPr/>
          <p:nvPr/>
        </p:nvSpPr>
        <p:spPr>
          <a:xfrm>
            <a:off x="2522520" y="3124080"/>
            <a:ext cx="5769000" cy="13716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66" name="Rectangle 12"/>
          <p:cNvSpPr/>
          <p:nvPr/>
        </p:nvSpPr>
        <p:spPr>
          <a:xfrm>
            <a:off x="2522520" y="4654440"/>
            <a:ext cx="5769000" cy="13716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267" name="Rectangle 3"/>
          <p:cNvSpPr/>
          <p:nvPr/>
        </p:nvSpPr>
        <p:spPr>
          <a:xfrm>
            <a:off x="819000" y="3124080"/>
            <a:ext cx="1703520" cy="137160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68" name="Rectangle 4"/>
          <p:cNvSpPr/>
          <p:nvPr/>
        </p:nvSpPr>
        <p:spPr>
          <a:xfrm>
            <a:off x="819000" y="4654440"/>
            <a:ext cx="1703520" cy="137160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69" name="Rectangle 6"/>
          <p:cNvSpPr/>
          <p:nvPr/>
        </p:nvSpPr>
        <p:spPr>
          <a:xfrm>
            <a:off x="819000" y="1614600"/>
            <a:ext cx="1703520" cy="137160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7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794F853-831A-4DB5-B1F6-219E36584CD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7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marL="1440"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a:t>
            </a:r>
            <a:r>
              <a:rPr b="1" lang="en-US" sz="1600" spc="-1" strike="noStrike">
                <a:solidFill>
                  <a:srgbClr val="000000"/>
                </a:solidFill>
                <a:latin typeface="Arial"/>
                <a:ea typeface="ＭＳ Ｐゴシック"/>
              </a:rPr>
              <a:t>Major points</a:t>
            </a:r>
            <a:endParaRPr b="1" lang="en-US" sz="1600" spc="-1" strike="noStrike">
              <a:solidFill>
                <a:srgbClr val="000000"/>
              </a:solidFill>
              <a:latin typeface="Arial"/>
            </a:endParaRPr>
          </a:p>
        </p:txBody>
      </p:sp>
      <p:sp>
        <p:nvSpPr>
          <p:cNvPr id="273" name="Text Box 3"/>
          <p:cNvSpPr/>
          <p:nvPr/>
        </p:nvSpPr>
        <p:spPr>
          <a:xfrm>
            <a:off x="777960" y="6121440"/>
            <a:ext cx="3174840" cy="507960"/>
          </a:xfrm>
          <a:prstGeom prst="rect">
            <a:avLst/>
          </a:prstGeom>
          <a:noFill/>
          <a:ln w="0">
            <a:noFill/>
          </a:ln>
        </p:spPr>
        <p:style>
          <a:lnRef idx="0"/>
          <a:fillRef idx="0"/>
          <a:effectRef idx="0"/>
          <a:fontRef idx="minor"/>
        </p:style>
        <p:txBody>
          <a:bodyPr lIns="0" rIns="0" tIns="0" bIns="0" anchor="t">
            <a:noAutofit/>
          </a:bodyPr>
          <a:p>
            <a:pPr marL="114480" indent="-11448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 name="Rectangle 6"/>
          <p:cNvSpPr/>
          <p:nvPr/>
        </p:nvSpPr>
        <p:spPr>
          <a:xfrm>
            <a:off x="638280" y="1577880"/>
            <a:ext cx="1334880" cy="100800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75" name="Rectangle 10"/>
          <p:cNvSpPr/>
          <p:nvPr/>
        </p:nvSpPr>
        <p:spPr>
          <a:xfrm>
            <a:off x="638280" y="2728800"/>
            <a:ext cx="1334880" cy="100800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76" name="Rectangle 14"/>
          <p:cNvSpPr/>
          <p:nvPr/>
        </p:nvSpPr>
        <p:spPr>
          <a:xfrm>
            <a:off x="638280" y="3879720"/>
            <a:ext cx="1334880" cy="100836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77" name="Rectangle 18"/>
          <p:cNvSpPr/>
          <p:nvPr/>
        </p:nvSpPr>
        <p:spPr>
          <a:xfrm>
            <a:off x="638280" y="5030640"/>
            <a:ext cx="1334880" cy="100836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78" name="Rectangle 24"/>
          <p:cNvSpPr/>
          <p:nvPr/>
        </p:nvSpPr>
        <p:spPr>
          <a:xfrm>
            <a:off x="2043000" y="1577880"/>
            <a:ext cx="6384960" cy="1008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79" name="Rectangle 25"/>
          <p:cNvSpPr/>
          <p:nvPr/>
        </p:nvSpPr>
        <p:spPr>
          <a:xfrm>
            <a:off x="2043000" y="2728800"/>
            <a:ext cx="6384960" cy="1008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80" name="Rectangle 26"/>
          <p:cNvSpPr/>
          <p:nvPr/>
        </p:nvSpPr>
        <p:spPr>
          <a:xfrm>
            <a:off x="2043000" y="3879720"/>
            <a:ext cx="6384960" cy="1008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81" name="Rectangle 27"/>
          <p:cNvSpPr/>
          <p:nvPr/>
        </p:nvSpPr>
        <p:spPr>
          <a:xfrm>
            <a:off x="2043000" y="5030640"/>
            <a:ext cx="6384960" cy="1008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8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CEF9F73-60B1-4D11-AE8A-987C57E7C03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8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marL="1440"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a:t>
            </a:r>
            <a:r>
              <a:rPr b="1" lang="en-US" sz="1600" spc="-1" strike="noStrike">
                <a:solidFill>
                  <a:srgbClr val="000000"/>
                </a:solidFill>
                <a:latin typeface="Arial"/>
                <a:ea typeface="ＭＳ Ｐゴシック"/>
              </a:rPr>
              <a:t>Major points</a:t>
            </a:r>
            <a:endParaRPr b="1" lang="en-US" sz="1600" spc="-1" strike="noStrike">
              <a:solidFill>
                <a:srgbClr val="000000"/>
              </a:solidFill>
              <a:latin typeface="Arial"/>
            </a:endParaRPr>
          </a:p>
        </p:txBody>
      </p:sp>
      <p:sp>
        <p:nvSpPr>
          <p:cNvPr id="285" name="Text Box 3"/>
          <p:cNvSpPr/>
          <p:nvPr/>
        </p:nvSpPr>
        <p:spPr>
          <a:xfrm>
            <a:off x="777960" y="6121440"/>
            <a:ext cx="3174840" cy="507960"/>
          </a:xfrm>
          <a:prstGeom prst="rect">
            <a:avLst/>
          </a:prstGeom>
          <a:noFill/>
          <a:ln w="0">
            <a:noFill/>
          </a:ln>
        </p:spPr>
        <p:style>
          <a:lnRef idx="0"/>
          <a:fillRef idx="0"/>
          <a:effectRef idx="0"/>
          <a:fontRef idx="minor"/>
        </p:style>
        <p:txBody>
          <a:bodyPr lIns="0" rIns="0" tIns="0" bIns="0" anchor="t">
            <a:noAutofit/>
          </a:bodyPr>
          <a:p>
            <a:pPr marL="114480" indent="-11448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 name="Rectangle 6"/>
          <p:cNvSpPr/>
          <p:nvPr/>
        </p:nvSpPr>
        <p:spPr>
          <a:xfrm>
            <a:off x="623880" y="1552680"/>
            <a:ext cx="1336680" cy="79200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87" name="Rectangle 10"/>
          <p:cNvSpPr/>
          <p:nvPr/>
        </p:nvSpPr>
        <p:spPr>
          <a:xfrm>
            <a:off x="630360" y="2475000"/>
            <a:ext cx="1336680" cy="79200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88" name="Rectangle 14"/>
          <p:cNvSpPr/>
          <p:nvPr/>
        </p:nvSpPr>
        <p:spPr>
          <a:xfrm>
            <a:off x="630360" y="3398760"/>
            <a:ext cx="1336680" cy="79236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89" name="Rectangle 18"/>
          <p:cNvSpPr/>
          <p:nvPr/>
        </p:nvSpPr>
        <p:spPr>
          <a:xfrm>
            <a:off x="630360" y="4322880"/>
            <a:ext cx="1336680" cy="79200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90" name="Rectangle 22"/>
          <p:cNvSpPr/>
          <p:nvPr/>
        </p:nvSpPr>
        <p:spPr>
          <a:xfrm>
            <a:off x="630360" y="5246640"/>
            <a:ext cx="1336680" cy="79236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291" name="Rectangle 26"/>
          <p:cNvSpPr/>
          <p:nvPr/>
        </p:nvSpPr>
        <p:spPr>
          <a:xfrm>
            <a:off x="2014560" y="1552680"/>
            <a:ext cx="6399360" cy="792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92" name="Rectangle 27"/>
          <p:cNvSpPr/>
          <p:nvPr/>
        </p:nvSpPr>
        <p:spPr>
          <a:xfrm>
            <a:off x="2014560" y="2475000"/>
            <a:ext cx="6399360" cy="792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93" name="Rectangle 28"/>
          <p:cNvSpPr/>
          <p:nvPr/>
        </p:nvSpPr>
        <p:spPr>
          <a:xfrm>
            <a:off x="2014560" y="3398760"/>
            <a:ext cx="6399360" cy="79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94" name="Rectangle 29"/>
          <p:cNvSpPr/>
          <p:nvPr/>
        </p:nvSpPr>
        <p:spPr>
          <a:xfrm>
            <a:off x="2014560" y="4322880"/>
            <a:ext cx="6399360" cy="792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
        <p:nvSpPr>
          <p:cNvPr id="295" name="Rectangle 30"/>
          <p:cNvSpPr/>
          <p:nvPr/>
        </p:nvSpPr>
        <p:spPr>
          <a:xfrm>
            <a:off x="2014560" y="5246640"/>
            <a:ext cx="6399360" cy="79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4154058-8D2E-4D8D-AA75-6795FED88F3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8" name="Rectangle 2"/>
          <p:cNvSpPr/>
          <p:nvPr/>
        </p:nvSpPr>
        <p:spPr>
          <a:xfrm>
            <a:off x="569880" y="4078440"/>
            <a:ext cx="646200" cy="18698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99" name="Rectangle 3"/>
          <p:cNvSpPr/>
          <p:nvPr/>
        </p:nvSpPr>
        <p:spPr>
          <a:xfrm>
            <a:off x="1963800" y="4079880"/>
            <a:ext cx="6516720" cy="1330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0" name="Rectangle 4"/>
          <p:cNvSpPr/>
          <p:nvPr/>
        </p:nvSpPr>
        <p:spPr>
          <a:xfrm>
            <a:off x="1262160" y="4078440"/>
            <a:ext cx="718920" cy="1331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1" name="Rectangle 5"/>
          <p:cNvSpPr/>
          <p:nvPr/>
        </p:nvSpPr>
        <p:spPr>
          <a:xfrm>
            <a:off x="1963800" y="5479920"/>
            <a:ext cx="6516720" cy="468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2" name="Rectangle 6"/>
          <p:cNvSpPr/>
          <p:nvPr/>
        </p:nvSpPr>
        <p:spPr>
          <a:xfrm>
            <a:off x="1262160" y="5479920"/>
            <a:ext cx="718920" cy="468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3" name="Rectangle 7"/>
          <p:cNvSpPr/>
          <p:nvPr/>
        </p:nvSpPr>
        <p:spPr>
          <a:xfrm>
            <a:off x="569880" y="1666800"/>
            <a:ext cx="646200" cy="21938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304" name="Rectangle 8"/>
          <p:cNvSpPr/>
          <p:nvPr/>
        </p:nvSpPr>
        <p:spPr>
          <a:xfrm>
            <a:off x="1976400" y="1666800"/>
            <a:ext cx="6516720" cy="1332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5" name="Rectangle 9"/>
          <p:cNvSpPr/>
          <p:nvPr/>
        </p:nvSpPr>
        <p:spPr>
          <a:xfrm>
            <a:off x="1262160" y="1666800"/>
            <a:ext cx="718920" cy="1332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6" name="Rectangle 10"/>
          <p:cNvSpPr/>
          <p:nvPr/>
        </p:nvSpPr>
        <p:spPr>
          <a:xfrm>
            <a:off x="1974960" y="3073320"/>
            <a:ext cx="6516720" cy="792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7" name="Rectangle 11"/>
          <p:cNvSpPr/>
          <p:nvPr/>
        </p:nvSpPr>
        <p:spPr>
          <a:xfrm>
            <a:off x="1262160" y="3073320"/>
            <a:ext cx="718920" cy="792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30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a:t>
            </a:r>
            <a:r>
              <a:rPr b="1" lang="en-US" sz="1600" spc="-1" strike="noStrike">
                <a:solidFill>
                  <a:srgbClr val="000000"/>
                </a:solidFill>
                <a:latin typeface="Arial"/>
                <a:ea typeface="ＭＳ Ｐゴシック"/>
              </a:rPr>
              <a:t>Major and sub points</a:t>
            </a:r>
            <a:endParaRPr b="1"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8283B37-1E19-42B6-B041-4BA53C44175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1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marL="1440"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a:t>
            </a:r>
            <a:r>
              <a:rPr b="1" lang="en-US" sz="1600" spc="-1" strike="noStrike">
                <a:solidFill>
                  <a:srgbClr val="000000"/>
                </a:solidFill>
                <a:latin typeface="Arial"/>
                <a:ea typeface="ＭＳ Ｐゴシック"/>
              </a:rPr>
              <a:t>Numbered points</a:t>
            </a:r>
            <a:endParaRPr b="1" lang="en-US" sz="1600" spc="-1" strike="noStrike">
              <a:solidFill>
                <a:srgbClr val="000000"/>
              </a:solidFill>
              <a:latin typeface="Arial"/>
            </a:endParaRPr>
          </a:p>
        </p:txBody>
      </p:sp>
      <p:sp>
        <p:nvSpPr>
          <p:cNvPr id="312" name="Rectangle 3"/>
          <p:cNvSpPr/>
          <p:nvPr/>
        </p:nvSpPr>
        <p:spPr>
          <a:xfrm>
            <a:off x="1663560" y="2198520"/>
            <a:ext cx="6399360" cy="5860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13" name="Rectangle 4"/>
          <p:cNvSpPr/>
          <p:nvPr/>
        </p:nvSpPr>
        <p:spPr>
          <a:xfrm>
            <a:off x="1089000" y="2198520"/>
            <a:ext cx="585720" cy="58608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2</a:t>
            </a:r>
            <a:endParaRPr b="1" lang="en-US" sz="1100" spc="-1" strike="noStrike">
              <a:solidFill>
                <a:srgbClr val="000000"/>
              </a:solidFill>
              <a:latin typeface="Arial"/>
            </a:endParaRPr>
          </a:p>
        </p:txBody>
      </p:sp>
      <p:sp>
        <p:nvSpPr>
          <p:cNvPr id="314" name="Rectangle 5"/>
          <p:cNvSpPr/>
          <p:nvPr/>
        </p:nvSpPr>
        <p:spPr>
          <a:xfrm>
            <a:off x="1663560" y="2849400"/>
            <a:ext cx="6399360" cy="5860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15" name="Rectangle 6"/>
          <p:cNvSpPr/>
          <p:nvPr/>
        </p:nvSpPr>
        <p:spPr>
          <a:xfrm>
            <a:off x="1089000" y="2849400"/>
            <a:ext cx="585720" cy="58608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3</a:t>
            </a:r>
            <a:endParaRPr b="1" lang="en-US" sz="1100" spc="-1" strike="noStrike">
              <a:solidFill>
                <a:srgbClr val="000000"/>
              </a:solidFill>
              <a:latin typeface="Arial"/>
            </a:endParaRPr>
          </a:p>
        </p:txBody>
      </p:sp>
      <p:sp>
        <p:nvSpPr>
          <p:cNvPr id="316" name="Rectangle 7"/>
          <p:cNvSpPr/>
          <p:nvPr/>
        </p:nvSpPr>
        <p:spPr>
          <a:xfrm>
            <a:off x="1663560" y="3511440"/>
            <a:ext cx="639936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17" name="Rectangle 8"/>
          <p:cNvSpPr/>
          <p:nvPr/>
        </p:nvSpPr>
        <p:spPr>
          <a:xfrm>
            <a:off x="1089000" y="3511440"/>
            <a:ext cx="585720" cy="5857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4</a:t>
            </a:r>
            <a:endParaRPr b="1" lang="en-US" sz="1100" spc="-1" strike="noStrike">
              <a:solidFill>
                <a:srgbClr val="000000"/>
              </a:solidFill>
              <a:latin typeface="Arial"/>
            </a:endParaRPr>
          </a:p>
        </p:txBody>
      </p:sp>
      <p:sp>
        <p:nvSpPr>
          <p:cNvPr id="318" name="Rectangle 9"/>
          <p:cNvSpPr/>
          <p:nvPr/>
        </p:nvSpPr>
        <p:spPr>
          <a:xfrm>
            <a:off x="1663560" y="4162320"/>
            <a:ext cx="639936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19" name="Rectangle 10"/>
          <p:cNvSpPr/>
          <p:nvPr/>
        </p:nvSpPr>
        <p:spPr>
          <a:xfrm>
            <a:off x="1089000" y="4162320"/>
            <a:ext cx="585720" cy="5857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5</a:t>
            </a:r>
            <a:endParaRPr b="1" lang="en-US" sz="1100" spc="-1" strike="noStrike">
              <a:solidFill>
                <a:srgbClr val="000000"/>
              </a:solidFill>
              <a:latin typeface="Arial"/>
            </a:endParaRPr>
          </a:p>
        </p:txBody>
      </p:sp>
      <p:sp>
        <p:nvSpPr>
          <p:cNvPr id="320" name="Rectangle 11"/>
          <p:cNvSpPr/>
          <p:nvPr/>
        </p:nvSpPr>
        <p:spPr>
          <a:xfrm>
            <a:off x="1663560" y="4802040"/>
            <a:ext cx="6399360" cy="5860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21" name="Rectangle 12"/>
          <p:cNvSpPr/>
          <p:nvPr/>
        </p:nvSpPr>
        <p:spPr>
          <a:xfrm>
            <a:off x="1089000" y="4802040"/>
            <a:ext cx="585720" cy="58608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6</a:t>
            </a:r>
            <a:endParaRPr b="1" lang="en-US" sz="1100" spc="-1" strike="noStrike">
              <a:solidFill>
                <a:srgbClr val="000000"/>
              </a:solidFill>
              <a:latin typeface="Arial"/>
            </a:endParaRPr>
          </a:p>
        </p:txBody>
      </p:sp>
      <p:sp>
        <p:nvSpPr>
          <p:cNvPr id="322" name="Rectangle 13"/>
          <p:cNvSpPr/>
          <p:nvPr/>
        </p:nvSpPr>
        <p:spPr>
          <a:xfrm>
            <a:off x="1663560" y="5452920"/>
            <a:ext cx="6399360" cy="5860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23" name="Rectangle 14"/>
          <p:cNvSpPr/>
          <p:nvPr/>
        </p:nvSpPr>
        <p:spPr>
          <a:xfrm>
            <a:off x="1089000" y="5452920"/>
            <a:ext cx="585720" cy="58608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7</a:t>
            </a:r>
            <a:endParaRPr b="1" lang="en-US" sz="1100" spc="-1" strike="noStrike">
              <a:solidFill>
                <a:srgbClr val="000000"/>
              </a:solidFill>
              <a:latin typeface="Arial"/>
            </a:endParaRPr>
          </a:p>
        </p:txBody>
      </p:sp>
      <p:sp>
        <p:nvSpPr>
          <p:cNvPr id="324" name="Rectangle 15"/>
          <p:cNvSpPr/>
          <p:nvPr/>
        </p:nvSpPr>
        <p:spPr>
          <a:xfrm>
            <a:off x="1663560" y="1549440"/>
            <a:ext cx="639936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Text here</a:t>
            </a:r>
            <a:endParaRPr b="1" lang="en-US" sz="1000" spc="-1" strike="noStrike">
              <a:solidFill>
                <a:srgbClr val="000000"/>
              </a:solidFill>
              <a:latin typeface="Arial"/>
            </a:endParaRPr>
          </a:p>
        </p:txBody>
      </p:sp>
      <p:sp>
        <p:nvSpPr>
          <p:cNvPr id="325" name="Rectangle 16"/>
          <p:cNvSpPr/>
          <p:nvPr/>
        </p:nvSpPr>
        <p:spPr>
          <a:xfrm>
            <a:off x="1089000" y="1549440"/>
            <a:ext cx="585720" cy="5857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1</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2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0FAD69-C4C6-4625-844E-189D0B650BC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2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Workstreams and outcomes</a:t>
            </a:r>
            <a:endParaRPr b="1" lang="en-US" sz="1600" spc="-1" strike="noStrike">
              <a:solidFill>
                <a:srgbClr val="000000"/>
              </a:solidFill>
              <a:latin typeface="Arial"/>
            </a:endParaRPr>
          </a:p>
        </p:txBody>
      </p:sp>
      <p:sp>
        <p:nvSpPr>
          <p:cNvPr id="329" name="Rectangle 3"/>
          <p:cNvSpPr/>
          <p:nvPr/>
        </p:nvSpPr>
        <p:spPr>
          <a:xfrm>
            <a:off x="544680" y="1549440"/>
            <a:ext cx="1684080" cy="349200"/>
          </a:xfrm>
          <a:prstGeom prst="rect">
            <a:avLst/>
          </a:prstGeom>
          <a:solidFill>
            <a:srgbClr val="8099cc"/>
          </a:solidFill>
          <a:ln w="12600">
            <a:solidFill>
              <a:srgbClr val="8099cc"/>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Workstream</a:t>
            </a:r>
            <a:endParaRPr b="1" lang="en-US" sz="1100" spc="-1" strike="noStrike">
              <a:solidFill>
                <a:srgbClr val="000000"/>
              </a:solidFill>
              <a:latin typeface="Arial"/>
            </a:endParaRPr>
          </a:p>
        </p:txBody>
      </p:sp>
      <p:sp>
        <p:nvSpPr>
          <p:cNvPr id="330" name="Oval 4"/>
          <p:cNvSpPr/>
          <p:nvPr/>
        </p:nvSpPr>
        <p:spPr>
          <a:xfrm>
            <a:off x="617400" y="1965240"/>
            <a:ext cx="1543320" cy="50976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1" name="Oval 5"/>
          <p:cNvSpPr/>
          <p:nvPr/>
        </p:nvSpPr>
        <p:spPr>
          <a:xfrm>
            <a:off x="617400" y="3121200"/>
            <a:ext cx="1543320" cy="50940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2" name="Oval 6"/>
          <p:cNvSpPr/>
          <p:nvPr/>
        </p:nvSpPr>
        <p:spPr>
          <a:xfrm>
            <a:off x="617400" y="3699000"/>
            <a:ext cx="1543320" cy="50940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3" name="Oval 7"/>
          <p:cNvSpPr/>
          <p:nvPr/>
        </p:nvSpPr>
        <p:spPr>
          <a:xfrm>
            <a:off x="617400" y="4276800"/>
            <a:ext cx="1543320" cy="51120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4" name="Oval 8"/>
          <p:cNvSpPr/>
          <p:nvPr/>
        </p:nvSpPr>
        <p:spPr>
          <a:xfrm>
            <a:off x="617400" y="4856040"/>
            <a:ext cx="1543320" cy="50796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5" name="Oval 9"/>
          <p:cNvSpPr/>
          <p:nvPr/>
        </p:nvSpPr>
        <p:spPr>
          <a:xfrm>
            <a:off x="617400" y="5432400"/>
            <a:ext cx="1543320" cy="51120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6" name="Oval 10"/>
          <p:cNvSpPr/>
          <p:nvPr/>
        </p:nvSpPr>
        <p:spPr>
          <a:xfrm>
            <a:off x="617400" y="2543040"/>
            <a:ext cx="1543320" cy="509760"/>
          </a:xfrm>
          <a:prstGeom prst="ellipse">
            <a:avLst/>
          </a:prstGeom>
          <a:solidFill>
            <a:srgbClr val="80cccc"/>
          </a:solidFill>
          <a:ln w="0">
            <a:noFill/>
          </a:ln>
        </p:spPr>
        <p:style>
          <a:lnRef idx="0"/>
          <a:fillRef idx="0"/>
          <a:effectRef idx="0"/>
          <a:fontRef idx="minor"/>
        </p:style>
        <p:txBody>
          <a:bodyPr lIns="90000" rIns="90000" tIns="91440" bIns="91440" anchor="t">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337" name="Rectangle 11"/>
          <p:cNvSpPr/>
          <p:nvPr/>
        </p:nvSpPr>
        <p:spPr>
          <a:xfrm>
            <a:off x="2381400" y="1549440"/>
            <a:ext cx="2493720" cy="349200"/>
          </a:xfrm>
          <a:prstGeom prst="rect">
            <a:avLst/>
          </a:prstGeom>
          <a:solidFill>
            <a:srgbClr val="8099cc"/>
          </a:solidFill>
          <a:ln w="12600">
            <a:solidFill>
              <a:srgbClr val="8099cc"/>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Workstream Objective</a:t>
            </a:r>
            <a:endParaRPr b="1" lang="en-US" sz="1100" spc="-1" strike="noStrike">
              <a:solidFill>
                <a:srgbClr val="000000"/>
              </a:solidFill>
              <a:latin typeface="Arial"/>
            </a:endParaRPr>
          </a:p>
        </p:txBody>
      </p:sp>
      <p:sp>
        <p:nvSpPr>
          <p:cNvPr id="338" name="Rectangle 12"/>
          <p:cNvSpPr/>
          <p:nvPr/>
        </p:nvSpPr>
        <p:spPr>
          <a:xfrm>
            <a:off x="5551560" y="1549440"/>
            <a:ext cx="2493720" cy="349200"/>
          </a:xfrm>
          <a:prstGeom prst="rect">
            <a:avLst/>
          </a:prstGeom>
          <a:solidFill>
            <a:srgbClr val="8099cc"/>
          </a:solidFill>
          <a:ln w="12600">
            <a:solidFill>
              <a:srgbClr val="8099cc"/>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Desired Outcome</a:t>
            </a:r>
            <a:endParaRPr b="1" lang="en-US" sz="1100" spc="-1" strike="noStrike">
              <a:solidFill>
                <a:srgbClr val="000000"/>
              </a:solidFill>
              <a:latin typeface="Arial"/>
            </a:endParaRPr>
          </a:p>
        </p:txBody>
      </p:sp>
      <p:sp>
        <p:nvSpPr>
          <p:cNvPr id="339" name="AutoShape 25"/>
          <p:cNvSpPr/>
          <p:nvPr/>
        </p:nvSpPr>
        <p:spPr>
          <a:xfrm rot="5400000">
            <a:off x="3186000" y="3678120"/>
            <a:ext cx="4105440" cy="330480"/>
          </a:xfrm>
          <a:prstGeom prst="triangle">
            <a:avLst>
              <a:gd name="adj" fmla="val 50000"/>
            </a:avLst>
          </a:prstGeom>
          <a:solidFill>
            <a:srgbClr val="80cccc"/>
          </a:solidFill>
          <a:ln w="0">
            <a:noFill/>
          </a:ln>
        </p:spPr>
        <p:style>
          <a:lnRef idx="0"/>
          <a:fillRef idx="0"/>
          <a:effectRef idx="0"/>
          <a:fontRef idx="minor"/>
        </p:style>
        <p:txBody>
          <a:bodyPr lIns="18720" rIns="18720" tIns="90000" bIns="90000" anchor="t" anchorCtr="1" vert="eaVert" rot="10800000">
            <a:noAutofit/>
          </a:bodyPr>
          <a:p>
            <a:pPr algn="ctr">
              <a:lnSpc>
                <a:spcPct val="100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0" name="Rectangle 42"/>
          <p:cNvSpPr/>
          <p:nvPr/>
        </p:nvSpPr>
        <p:spPr>
          <a:xfrm>
            <a:off x="2381400" y="195588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1" name="Rectangle 43"/>
          <p:cNvSpPr/>
          <p:nvPr/>
        </p:nvSpPr>
        <p:spPr>
          <a:xfrm>
            <a:off x="2381400" y="253368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2" name="Rectangle 44"/>
          <p:cNvSpPr/>
          <p:nvPr/>
        </p:nvSpPr>
        <p:spPr>
          <a:xfrm>
            <a:off x="2381400" y="31129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3" name="Rectangle 45"/>
          <p:cNvSpPr/>
          <p:nvPr/>
        </p:nvSpPr>
        <p:spPr>
          <a:xfrm>
            <a:off x="2381400" y="3691080"/>
            <a:ext cx="2493720" cy="522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4" name="Rectangle 46"/>
          <p:cNvSpPr/>
          <p:nvPr/>
        </p:nvSpPr>
        <p:spPr>
          <a:xfrm>
            <a:off x="2381400" y="42703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5" name="Rectangle 47"/>
          <p:cNvSpPr/>
          <p:nvPr/>
        </p:nvSpPr>
        <p:spPr>
          <a:xfrm>
            <a:off x="2381400" y="48481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6" name="Rectangle 48"/>
          <p:cNvSpPr/>
          <p:nvPr/>
        </p:nvSpPr>
        <p:spPr>
          <a:xfrm>
            <a:off x="2381400" y="54277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7" name="Rectangle 49"/>
          <p:cNvSpPr/>
          <p:nvPr/>
        </p:nvSpPr>
        <p:spPr>
          <a:xfrm>
            <a:off x="5551560" y="195588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8" name="Rectangle 50"/>
          <p:cNvSpPr/>
          <p:nvPr/>
        </p:nvSpPr>
        <p:spPr>
          <a:xfrm>
            <a:off x="5551560" y="253368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49" name="Rectangle 51"/>
          <p:cNvSpPr/>
          <p:nvPr/>
        </p:nvSpPr>
        <p:spPr>
          <a:xfrm>
            <a:off x="5551560" y="31129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50" name="Rectangle 52"/>
          <p:cNvSpPr/>
          <p:nvPr/>
        </p:nvSpPr>
        <p:spPr>
          <a:xfrm>
            <a:off x="5551560" y="3691080"/>
            <a:ext cx="2493720" cy="522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51" name="Rectangle 53"/>
          <p:cNvSpPr/>
          <p:nvPr/>
        </p:nvSpPr>
        <p:spPr>
          <a:xfrm>
            <a:off x="5551560" y="42703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52" name="Rectangle 54"/>
          <p:cNvSpPr/>
          <p:nvPr/>
        </p:nvSpPr>
        <p:spPr>
          <a:xfrm>
            <a:off x="5551560" y="48481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353" name="Rectangle 55"/>
          <p:cNvSpPr/>
          <p:nvPr/>
        </p:nvSpPr>
        <p:spPr>
          <a:xfrm>
            <a:off x="5551560" y="5427720"/>
            <a:ext cx="2493720" cy="5223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5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EE58778-BA2D-4C51-8E38-7669A987B50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5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Text Blocks - Actions</a:t>
            </a:r>
            <a:endParaRPr b="1" lang="en-US" sz="1600" spc="-1" strike="noStrike">
              <a:solidFill>
                <a:srgbClr val="000000"/>
              </a:solidFill>
              <a:latin typeface="Arial"/>
            </a:endParaRPr>
          </a:p>
        </p:txBody>
      </p:sp>
      <p:grpSp>
        <p:nvGrpSpPr>
          <p:cNvPr id="357" name="Group 33"/>
          <p:cNvGrpSpPr/>
          <p:nvPr/>
        </p:nvGrpSpPr>
        <p:grpSpPr>
          <a:xfrm>
            <a:off x="398520" y="1593720"/>
            <a:ext cx="8345520" cy="4356360"/>
            <a:chOff x="398520" y="1593720"/>
            <a:chExt cx="8345520" cy="4356360"/>
          </a:xfrm>
        </p:grpSpPr>
        <p:sp>
          <p:nvSpPr>
            <p:cNvPr id="358" name="Freeform 4"/>
            <p:cNvSpPr/>
            <p:nvPr/>
          </p:nvSpPr>
          <p:spPr>
            <a:xfrm>
              <a:off x="398520" y="1593720"/>
              <a:ext cx="2938320" cy="4356360"/>
            </a:xfrm>
            <a:prstGeom prst="pie">
              <a:avLst/>
            </a:prstGeom>
            <a:solidFill>
              <a:srgbClr val="8099cc"/>
            </a:solidFill>
            <a:ln w="12600">
              <a:solidFill>
                <a:srgbClr val="8099cc"/>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9" name="Rectangle 5"/>
            <p:cNvSpPr/>
            <p:nvPr/>
          </p:nvSpPr>
          <p:spPr>
            <a:xfrm>
              <a:off x="533520" y="1746360"/>
              <a:ext cx="22604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360" name="Rectangle 6"/>
            <p:cNvSpPr/>
            <p:nvPr/>
          </p:nvSpPr>
          <p:spPr>
            <a:xfrm>
              <a:off x="774720" y="2101680"/>
              <a:ext cx="7969320" cy="5810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 name="Rectangle 7"/>
            <p:cNvSpPr/>
            <p:nvPr/>
          </p:nvSpPr>
          <p:spPr>
            <a:xfrm>
              <a:off x="1001880" y="229536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62" name="Rectangle 8"/>
            <p:cNvSpPr/>
            <p:nvPr/>
          </p:nvSpPr>
          <p:spPr>
            <a:xfrm>
              <a:off x="774720" y="2755800"/>
              <a:ext cx="7969320" cy="5810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3" name="Rectangle 9"/>
            <p:cNvSpPr/>
            <p:nvPr/>
          </p:nvSpPr>
          <p:spPr>
            <a:xfrm>
              <a:off x="1001880" y="294012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64" name="Rectangle 10"/>
            <p:cNvSpPr/>
            <p:nvPr/>
          </p:nvSpPr>
          <p:spPr>
            <a:xfrm>
              <a:off x="774720" y="3408480"/>
              <a:ext cx="7969320" cy="5810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5" name="Rectangle 11"/>
            <p:cNvSpPr/>
            <p:nvPr/>
          </p:nvSpPr>
          <p:spPr>
            <a:xfrm>
              <a:off x="1001880" y="359424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66" name="Rectangle 12"/>
            <p:cNvSpPr/>
            <p:nvPr/>
          </p:nvSpPr>
          <p:spPr>
            <a:xfrm>
              <a:off x="774720" y="4062240"/>
              <a:ext cx="7969320" cy="5810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7" name="Rectangle 13"/>
            <p:cNvSpPr/>
            <p:nvPr/>
          </p:nvSpPr>
          <p:spPr>
            <a:xfrm>
              <a:off x="1001880" y="424656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68" name="Rectangle 14"/>
            <p:cNvSpPr/>
            <p:nvPr/>
          </p:nvSpPr>
          <p:spPr>
            <a:xfrm>
              <a:off x="774720" y="4716360"/>
              <a:ext cx="7969320" cy="5796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9" name="Rectangle 15"/>
            <p:cNvSpPr/>
            <p:nvPr/>
          </p:nvSpPr>
          <p:spPr>
            <a:xfrm>
              <a:off x="1001880" y="490068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70" name="Rectangle 16"/>
            <p:cNvSpPr/>
            <p:nvPr/>
          </p:nvSpPr>
          <p:spPr>
            <a:xfrm>
              <a:off x="774720" y="5369040"/>
              <a:ext cx="7969320" cy="5810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1" name="Rectangle 17"/>
            <p:cNvSpPr/>
            <p:nvPr/>
          </p:nvSpPr>
          <p:spPr>
            <a:xfrm>
              <a:off x="1001880" y="556272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2" name="Rectangle 18"/>
            <p:cNvSpPr/>
            <p:nvPr/>
          </p:nvSpPr>
          <p:spPr>
            <a:xfrm>
              <a:off x="5068800" y="229536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3" name="Rectangle 19"/>
            <p:cNvSpPr/>
            <p:nvPr/>
          </p:nvSpPr>
          <p:spPr>
            <a:xfrm>
              <a:off x="5068800" y="294012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4" name="Rectangle 20"/>
            <p:cNvSpPr/>
            <p:nvPr/>
          </p:nvSpPr>
          <p:spPr>
            <a:xfrm>
              <a:off x="5068800" y="359424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5" name="Rectangle 21"/>
            <p:cNvSpPr/>
            <p:nvPr/>
          </p:nvSpPr>
          <p:spPr>
            <a:xfrm>
              <a:off x="5068800" y="424656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6" name="Rectangle 22"/>
            <p:cNvSpPr/>
            <p:nvPr/>
          </p:nvSpPr>
          <p:spPr>
            <a:xfrm>
              <a:off x="5068800" y="490068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7" name="Rectangle 23"/>
            <p:cNvSpPr/>
            <p:nvPr/>
          </p:nvSpPr>
          <p:spPr>
            <a:xfrm>
              <a:off x="5068800" y="5562720"/>
              <a:ext cx="2712960" cy="1454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78" name="AutoShape 24"/>
            <p:cNvSpPr/>
            <p:nvPr/>
          </p:nvSpPr>
          <p:spPr>
            <a:xfrm rot="5400000">
              <a:off x="4333680" y="5560920"/>
              <a:ext cx="485640" cy="19692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 name="AutoShape 25"/>
            <p:cNvSpPr/>
            <p:nvPr/>
          </p:nvSpPr>
          <p:spPr>
            <a:xfrm rot="5400000">
              <a:off x="4332600" y="4907520"/>
              <a:ext cx="487440" cy="19692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 name="AutoShape 26"/>
            <p:cNvSpPr/>
            <p:nvPr/>
          </p:nvSpPr>
          <p:spPr>
            <a:xfrm rot="5400000">
              <a:off x="4332600" y="4253400"/>
              <a:ext cx="487440" cy="19692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 name="AutoShape 27"/>
            <p:cNvSpPr/>
            <p:nvPr/>
          </p:nvSpPr>
          <p:spPr>
            <a:xfrm rot="5400000">
              <a:off x="4332600" y="3601080"/>
              <a:ext cx="487440" cy="19692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 name="AutoShape 28"/>
            <p:cNvSpPr/>
            <p:nvPr/>
          </p:nvSpPr>
          <p:spPr>
            <a:xfrm rot="5400000">
              <a:off x="4332600" y="2946960"/>
              <a:ext cx="487440" cy="19692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 name="AutoShape 29"/>
            <p:cNvSpPr/>
            <p:nvPr/>
          </p:nvSpPr>
          <p:spPr>
            <a:xfrm rot="5400000">
              <a:off x="4333680" y="2293920"/>
              <a:ext cx="485640" cy="19692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8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9B9F6E-5C4C-4707-8AD7-AF8CF98AB31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8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Text Blocks</a:t>
            </a:r>
            <a:r>
              <a:rPr b="1" lang="de-DE" sz="1600" spc="-1" strike="noStrike">
                <a:solidFill>
                  <a:srgbClr val="000000"/>
                </a:solidFill>
                <a:latin typeface="Arial"/>
                <a:ea typeface="ＭＳ Ｐゴシック"/>
              </a:rPr>
              <a:t> - Actions</a:t>
            </a:r>
            <a:endParaRPr b="1" lang="en-US" sz="1600" spc="-1" strike="noStrike">
              <a:solidFill>
                <a:srgbClr val="000000"/>
              </a:solidFill>
              <a:latin typeface="Arial"/>
            </a:endParaRPr>
          </a:p>
        </p:txBody>
      </p:sp>
      <p:sp>
        <p:nvSpPr>
          <p:cNvPr id="387" name="Rectangle 3"/>
          <p:cNvSpPr/>
          <p:nvPr/>
        </p:nvSpPr>
        <p:spPr>
          <a:xfrm>
            <a:off x="2795760" y="2287440"/>
            <a:ext cx="21808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88" name="Rectangle 4"/>
          <p:cNvSpPr/>
          <p:nvPr/>
        </p:nvSpPr>
        <p:spPr>
          <a:xfrm>
            <a:off x="5046840" y="2287440"/>
            <a:ext cx="12664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89" name="Rectangle 5"/>
          <p:cNvSpPr/>
          <p:nvPr/>
        </p:nvSpPr>
        <p:spPr>
          <a:xfrm>
            <a:off x="6383160" y="2287440"/>
            <a:ext cx="204012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90" name="Rectangle 6"/>
          <p:cNvSpPr/>
          <p:nvPr/>
        </p:nvSpPr>
        <p:spPr>
          <a:xfrm>
            <a:off x="2795760" y="1754280"/>
            <a:ext cx="2180880" cy="457200"/>
          </a:xfrm>
          <a:prstGeom prst="rect">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What?</a:t>
            </a:r>
            <a:endParaRPr b="1" lang="en-US" sz="1100" spc="-1" strike="noStrike">
              <a:solidFill>
                <a:srgbClr val="000000"/>
              </a:solidFill>
              <a:latin typeface="Arial"/>
            </a:endParaRPr>
          </a:p>
        </p:txBody>
      </p:sp>
      <p:sp>
        <p:nvSpPr>
          <p:cNvPr id="391" name="Rectangle 7"/>
          <p:cNvSpPr/>
          <p:nvPr/>
        </p:nvSpPr>
        <p:spPr>
          <a:xfrm>
            <a:off x="5046840" y="1754280"/>
            <a:ext cx="1266480" cy="457200"/>
          </a:xfrm>
          <a:prstGeom prst="rect">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Until?</a:t>
            </a:r>
            <a:endParaRPr b="1" lang="en-US" sz="1100" spc="-1" strike="noStrike">
              <a:solidFill>
                <a:srgbClr val="000000"/>
              </a:solidFill>
              <a:latin typeface="Arial"/>
            </a:endParaRPr>
          </a:p>
        </p:txBody>
      </p:sp>
      <p:sp>
        <p:nvSpPr>
          <p:cNvPr id="392" name="Rectangle 8"/>
          <p:cNvSpPr/>
          <p:nvPr/>
        </p:nvSpPr>
        <p:spPr>
          <a:xfrm>
            <a:off x="6383160" y="1754280"/>
            <a:ext cx="2040120" cy="457200"/>
          </a:xfrm>
          <a:prstGeom prst="rect">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Comment</a:t>
            </a:r>
            <a:endParaRPr b="1" lang="en-US" sz="1100" spc="-1" strike="noStrike">
              <a:solidFill>
                <a:srgbClr val="000000"/>
              </a:solidFill>
              <a:latin typeface="Arial"/>
            </a:endParaRPr>
          </a:p>
        </p:txBody>
      </p:sp>
      <p:sp>
        <p:nvSpPr>
          <p:cNvPr id="393" name="AutoShape 9"/>
          <p:cNvSpPr/>
          <p:nvPr/>
        </p:nvSpPr>
        <p:spPr>
          <a:xfrm flipV="1">
            <a:off x="685800" y="1753560"/>
            <a:ext cx="1687680" cy="4267080"/>
          </a:xfrm>
          <a:prstGeom prst="rtTriangle">
            <a:avLst/>
          </a:prstGeom>
          <a:solidFill>
            <a:srgbClr val="8099cc"/>
          </a:solidFill>
          <a:ln w="12600">
            <a:solidFill>
              <a:srgbClr val="8099cc"/>
            </a:solidFill>
            <a:miter/>
          </a:ln>
        </p:spPr>
        <p:style>
          <a:lnRef idx="0"/>
          <a:fillRef idx="0"/>
          <a:effectRef idx="0"/>
          <a:fontRef idx="minor"/>
        </p:style>
        <p:txBody>
          <a:bodyPr wrap="none" lIns="0" rIns="0" tIns="0" bIns="0" anchor="ctr" rot="10800000">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 name="Rectangle 10"/>
          <p:cNvSpPr/>
          <p:nvPr/>
        </p:nvSpPr>
        <p:spPr>
          <a:xfrm>
            <a:off x="896760" y="1901880"/>
            <a:ext cx="7034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Who?</a:t>
            </a:r>
            <a:endParaRPr b="1" lang="en-US" sz="1100" spc="-1" strike="noStrike">
              <a:solidFill>
                <a:srgbClr val="000000"/>
              </a:solidFill>
              <a:latin typeface="Arial"/>
            </a:endParaRPr>
          </a:p>
        </p:txBody>
      </p:sp>
      <p:sp>
        <p:nvSpPr>
          <p:cNvPr id="395" name="Rectangle 14"/>
          <p:cNvSpPr/>
          <p:nvPr/>
        </p:nvSpPr>
        <p:spPr>
          <a:xfrm>
            <a:off x="755640" y="2287440"/>
            <a:ext cx="1969920" cy="533520"/>
          </a:xfrm>
          <a:prstGeom prst="rect">
            <a:avLst/>
          </a:prstGeom>
          <a:solidFill>
            <a:srgbClr val="ffffff"/>
          </a:solidFill>
          <a:ln w="12600">
            <a:solidFill>
              <a:srgbClr val="003399"/>
            </a:solidFill>
            <a:miter/>
          </a:ln>
        </p:spPr>
        <p:style>
          <a:lnRef idx="0"/>
          <a:fillRef idx="0"/>
          <a:effectRef idx="0"/>
          <a:fontRef idx="minor"/>
        </p:style>
        <p:txBody>
          <a:bodyPr wrap="none" lIns="72000" rIns="72000" tIns="72000" bIns="720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96" name="Rectangle 61"/>
          <p:cNvSpPr/>
          <p:nvPr/>
        </p:nvSpPr>
        <p:spPr>
          <a:xfrm>
            <a:off x="755640" y="2897280"/>
            <a:ext cx="1969920" cy="533160"/>
          </a:xfrm>
          <a:prstGeom prst="rect">
            <a:avLst/>
          </a:prstGeom>
          <a:solidFill>
            <a:srgbClr val="ffffff"/>
          </a:solidFill>
          <a:ln w="12600">
            <a:solidFill>
              <a:srgbClr val="003399"/>
            </a:solidFill>
            <a:miter/>
          </a:ln>
        </p:spPr>
        <p:style>
          <a:lnRef idx="0"/>
          <a:fillRef idx="0"/>
          <a:effectRef idx="0"/>
          <a:fontRef idx="minor"/>
        </p:style>
        <p:txBody>
          <a:bodyPr wrap="none" lIns="72000" rIns="72000" tIns="72000" bIns="720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97" name="Rectangle 62"/>
          <p:cNvSpPr/>
          <p:nvPr/>
        </p:nvSpPr>
        <p:spPr>
          <a:xfrm>
            <a:off x="755640" y="3506760"/>
            <a:ext cx="1969920" cy="533520"/>
          </a:xfrm>
          <a:prstGeom prst="rect">
            <a:avLst/>
          </a:prstGeom>
          <a:solidFill>
            <a:srgbClr val="ffffff"/>
          </a:solidFill>
          <a:ln w="12600">
            <a:solidFill>
              <a:srgbClr val="003399"/>
            </a:solidFill>
            <a:miter/>
          </a:ln>
        </p:spPr>
        <p:style>
          <a:lnRef idx="0"/>
          <a:fillRef idx="0"/>
          <a:effectRef idx="0"/>
          <a:fontRef idx="minor"/>
        </p:style>
        <p:txBody>
          <a:bodyPr wrap="none" lIns="72000" rIns="72000" tIns="72000" bIns="720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98" name="Rectangle 63"/>
          <p:cNvSpPr/>
          <p:nvPr/>
        </p:nvSpPr>
        <p:spPr>
          <a:xfrm>
            <a:off x="755640" y="4116240"/>
            <a:ext cx="1969920" cy="533520"/>
          </a:xfrm>
          <a:prstGeom prst="rect">
            <a:avLst/>
          </a:prstGeom>
          <a:solidFill>
            <a:srgbClr val="ffffff"/>
          </a:solidFill>
          <a:ln w="12600">
            <a:solidFill>
              <a:srgbClr val="003399"/>
            </a:solidFill>
            <a:miter/>
          </a:ln>
        </p:spPr>
        <p:style>
          <a:lnRef idx="0"/>
          <a:fillRef idx="0"/>
          <a:effectRef idx="0"/>
          <a:fontRef idx="minor"/>
        </p:style>
        <p:txBody>
          <a:bodyPr wrap="none" lIns="72000" rIns="72000" tIns="72000" bIns="720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99" name="Rectangle 64"/>
          <p:cNvSpPr/>
          <p:nvPr/>
        </p:nvSpPr>
        <p:spPr>
          <a:xfrm>
            <a:off x="755640" y="4726080"/>
            <a:ext cx="1969920" cy="533160"/>
          </a:xfrm>
          <a:prstGeom prst="rect">
            <a:avLst/>
          </a:prstGeom>
          <a:solidFill>
            <a:srgbClr val="ffffff"/>
          </a:solidFill>
          <a:ln w="12600">
            <a:solidFill>
              <a:srgbClr val="003399"/>
            </a:solidFill>
            <a:miter/>
          </a:ln>
        </p:spPr>
        <p:style>
          <a:lnRef idx="0"/>
          <a:fillRef idx="0"/>
          <a:effectRef idx="0"/>
          <a:fontRef idx="minor"/>
        </p:style>
        <p:txBody>
          <a:bodyPr wrap="none" lIns="72000" rIns="72000" tIns="72000" bIns="720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0" name="Rectangle 65"/>
          <p:cNvSpPr/>
          <p:nvPr/>
        </p:nvSpPr>
        <p:spPr>
          <a:xfrm>
            <a:off x="755640" y="5335560"/>
            <a:ext cx="1969920" cy="533520"/>
          </a:xfrm>
          <a:prstGeom prst="rect">
            <a:avLst/>
          </a:prstGeom>
          <a:solidFill>
            <a:srgbClr val="ffffff"/>
          </a:solidFill>
          <a:ln w="12600">
            <a:solidFill>
              <a:srgbClr val="003399"/>
            </a:solidFill>
            <a:miter/>
          </a:ln>
        </p:spPr>
        <p:style>
          <a:lnRef idx="0"/>
          <a:fillRef idx="0"/>
          <a:effectRef idx="0"/>
          <a:fontRef idx="minor"/>
        </p:style>
        <p:txBody>
          <a:bodyPr wrap="none" lIns="72000" rIns="72000" tIns="72000" bIns="720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1" name="Rectangle 66"/>
          <p:cNvSpPr/>
          <p:nvPr/>
        </p:nvSpPr>
        <p:spPr>
          <a:xfrm>
            <a:off x="2795760" y="2897280"/>
            <a:ext cx="2180880" cy="53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2" name="Rectangle 67"/>
          <p:cNvSpPr/>
          <p:nvPr/>
        </p:nvSpPr>
        <p:spPr>
          <a:xfrm>
            <a:off x="2795760" y="3506760"/>
            <a:ext cx="21808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3" name="Rectangle 68"/>
          <p:cNvSpPr/>
          <p:nvPr/>
        </p:nvSpPr>
        <p:spPr>
          <a:xfrm>
            <a:off x="2795760" y="4116240"/>
            <a:ext cx="21808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4" name="Rectangle 69"/>
          <p:cNvSpPr/>
          <p:nvPr/>
        </p:nvSpPr>
        <p:spPr>
          <a:xfrm>
            <a:off x="2795760" y="4726080"/>
            <a:ext cx="2180880" cy="53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5" name="Rectangle 70"/>
          <p:cNvSpPr/>
          <p:nvPr/>
        </p:nvSpPr>
        <p:spPr>
          <a:xfrm>
            <a:off x="2795760" y="5335560"/>
            <a:ext cx="21808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6" name="Rectangle 71"/>
          <p:cNvSpPr/>
          <p:nvPr/>
        </p:nvSpPr>
        <p:spPr>
          <a:xfrm>
            <a:off x="5046840" y="2897280"/>
            <a:ext cx="1266480" cy="53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7" name="Rectangle 72"/>
          <p:cNvSpPr/>
          <p:nvPr/>
        </p:nvSpPr>
        <p:spPr>
          <a:xfrm>
            <a:off x="5046840" y="3506760"/>
            <a:ext cx="12664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8" name="Rectangle 73"/>
          <p:cNvSpPr/>
          <p:nvPr/>
        </p:nvSpPr>
        <p:spPr>
          <a:xfrm>
            <a:off x="5046840" y="4116240"/>
            <a:ext cx="12664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09" name="Rectangle 74"/>
          <p:cNvSpPr/>
          <p:nvPr/>
        </p:nvSpPr>
        <p:spPr>
          <a:xfrm>
            <a:off x="5046840" y="4726080"/>
            <a:ext cx="1266480" cy="53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10" name="Rectangle 75"/>
          <p:cNvSpPr/>
          <p:nvPr/>
        </p:nvSpPr>
        <p:spPr>
          <a:xfrm>
            <a:off x="5046840" y="5335560"/>
            <a:ext cx="126648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11" name="Rectangle 78"/>
          <p:cNvSpPr/>
          <p:nvPr/>
        </p:nvSpPr>
        <p:spPr>
          <a:xfrm>
            <a:off x="6383160" y="2897280"/>
            <a:ext cx="2040120" cy="53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12" name="Rectangle 79"/>
          <p:cNvSpPr/>
          <p:nvPr/>
        </p:nvSpPr>
        <p:spPr>
          <a:xfrm>
            <a:off x="6383160" y="3506760"/>
            <a:ext cx="204012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13" name="Rectangle 80"/>
          <p:cNvSpPr/>
          <p:nvPr/>
        </p:nvSpPr>
        <p:spPr>
          <a:xfrm>
            <a:off x="6383160" y="4116240"/>
            <a:ext cx="204012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14" name="Rectangle 81"/>
          <p:cNvSpPr/>
          <p:nvPr/>
        </p:nvSpPr>
        <p:spPr>
          <a:xfrm>
            <a:off x="6383160" y="4726080"/>
            <a:ext cx="2040120" cy="53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415" name="Rectangle 82"/>
          <p:cNvSpPr/>
          <p:nvPr/>
        </p:nvSpPr>
        <p:spPr>
          <a:xfrm>
            <a:off x="6383160" y="5335560"/>
            <a:ext cx="2040120" cy="5335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1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5CED060-D7FD-480F-AAD3-2E38641BFD6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1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Major points with chevrons</a:t>
            </a:r>
            <a:endParaRPr b="1" lang="en-US" sz="1600" spc="-1" strike="noStrike">
              <a:solidFill>
                <a:srgbClr val="000000"/>
              </a:solidFill>
              <a:latin typeface="Arial"/>
            </a:endParaRPr>
          </a:p>
        </p:txBody>
      </p:sp>
      <p:sp>
        <p:nvSpPr>
          <p:cNvPr id="419" name="Rectangle 3"/>
          <p:cNvSpPr/>
          <p:nvPr/>
        </p:nvSpPr>
        <p:spPr>
          <a:xfrm>
            <a:off x="2440080" y="1916280"/>
            <a:ext cx="4713120" cy="6858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420" name="Rectangle 4"/>
          <p:cNvSpPr/>
          <p:nvPr/>
        </p:nvSpPr>
        <p:spPr>
          <a:xfrm>
            <a:off x="2440080" y="2698920"/>
            <a:ext cx="4713120" cy="6858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421" name="Rectangle 5"/>
          <p:cNvSpPr/>
          <p:nvPr/>
        </p:nvSpPr>
        <p:spPr>
          <a:xfrm>
            <a:off x="2440080" y="3481560"/>
            <a:ext cx="4713120" cy="6858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422" name="Rectangle 6"/>
          <p:cNvSpPr/>
          <p:nvPr/>
        </p:nvSpPr>
        <p:spPr>
          <a:xfrm>
            <a:off x="2440080" y="4264200"/>
            <a:ext cx="4713120" cy="6858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423" name="Rectangle 7"/>
          <p:cNvSpPr/>
          <p:nvPr/>
        </p:nvSpPr>
        <p:spPr>
          <a:xfrm>
            <a:off x="2440080" y="5048280"/>
            <a:ext cx="4713120" cy="6858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424" name="AutoShape 8"/>
          <p:cNvSpPr/>
          <p:nvPr/>
        </p:nvSpPr>
        <p:spPr>
          <a:xfrm>
            <a:off x="1314360" y="1916280"/>
            <a:ext cx="1548000" cy="685800"/>
          </a:xfrm>
          <a:custGeom>
            <a:avLst/>
            <a:gdLst>
              <a:gd name="textAreaLeft" fmla="*/ 0 w 1548000"/>
              <a:gd name="textAreaRight" fmla="*/ 1548360 w 1548000"/>
              <a:gd name="textAreaTop" fmla="*/ 0 h 685800"/>
              <a:gd name="textAreaBottom" fmla="*/ 686160 h 6858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425" name="AutoShape 9"/>
          <p:cNvSpPr/>
          <p:nvPr/>
        </p:nvSpPr>
        <p:spPr>
          <a:xfrm>
            <a:off x="1314360" y="2698920"/>
            <a:ext cx="1548000" cy="685800"/>
          </a:xfrm>
          <a:custGeom>
            <a:avLst/>
            <a:gdLst>
              <a:gd name="textAreaLeft" fmla="*/ 0 w 1548000"/>
              <a:gd name="textAreaRight" fmla="*/ 1548360 w 1548000"/>
              <a:gd name="textAreaTop" fmla="*/ 0 h 685800"/>
              <a:gd name="textAreaBottom" fmla="*/ 686160 h 6858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426" name="AutoShape 10"/>
          <p:cNvSpPr/>
          <p:nvPr/>
        </p:nvSpPr>
        <p:spPr>
          <a:xfrm>
            <a:off x="1314360" y="3481560"/>
            <a:ext cx="1548000" cy="685800"/>
          </a:xfrm>
          <a:custGeom>
            <a:avLst/>
            <a:gdLst>
              <a:gd name="textAreaLeft" fmla="*/ 0 w 1548000"/>
              <a:gd name="textAreaRight" fmla="*/ 1548360 w 1548000"/>
              <a:gd name="textAreaTop" fmla="*/ 0 h 685800"/>
              <a:gd name="textAreaBottom" fmla="*/ 686160 h 6858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427" name="AutoShape 11"/>
          <p:cNvSpPr/>
          <p:nvPr/>
        </p:nvSpPr>
        <p:spPr>
          <a:xfrm>
            <a:off x="1314360" y="4264200"/>
            <a:ext cx="1548000" cy="685800"/>
          </a:xfrm>
          <a:custGeom>
            <a:avLst/>
            <a:gdLst>
              <a:gd name="textAreaLeft" fmla="*/ 0 w 1548000"/>
              <a:gd name="textAreaRight" fmla="*/ 1548360 w 1548000"/>
              <a:gd name="textAreaTop" fmla="*/ 0 h 685800"/>
              <a:gd name="textAreaBottom" fmla="*/ 686160 h 6858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428" name="AutoShape 12"/>
          <p:cNvSpPr/>
          <p:nvPr/>
        </p:nvSpPr>
        <p:spPr>
          <a:xfrm>
            <a:off x="1314360" y="5048280"/>
            <a:ext cx="1548000" cy="685800"/>
          </a:xfrm>
          <a:custGeom>
            <a:avLst/>
            <a:gdLst>
              <a:gd name="textAreaLeft" fmla="*/ 0 w 1548000"/>
              <a:gd name="textAreaRight" fmla="*/ 1548360 w 1548000"/>
              <a:gd name="textAreaTop" fmla="*/ 0 h 685800"/>
              <a:gd name="textAreaBottom" fmla="*/ 686160 h 6858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3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0968CE-6D64-48D9-8AEB-0BC4DE5E672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3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Text Blocks</a:t>
            </a:r>
            <a:r>
              <a:rPr b="1" lang="de-DE" sz="1600" spc="-1" strike="noStrike">
                <a:solidFill>
                  <a:srgbClr val="000000"/>
                </a:solidFill>
                <a:latin typeface="Arial"/>
                <a:ea typeface="ＭＳ Ｐゴシック"/>
              </a:rPr>
              <a:t> -</a:t>
            </a:r>
            <a:r>
              <a:rPr b="1" lang="ja-JP" sz="1600" spc="-1" strike="noStrike">
                <a:solidFill>
                  <a:srgbClr val="000000"/>
                </a:solidFill>
                <a:latin typeface="Arial"/>
                <a:ea typeface="ＭＳ Ｐゴシック"/>
              </a:rPr>
              <a:t> </a:t>
            </a:r>
            <a:r>
              <a:rPr b="1" lang="de-DE" sz="1600" spc="-1" strike="noStrike">
                <a:solidFill>
                  <a:srgbClr val="000000"/>
                </a:solidFill>
                <a:latin typeface="Arial"/>
                <a:ea typeface="ＭＳ Ｐゴシック"/>
              </a:rPr>
              <a:t>Major points for each departments</a:t>
            </a:r>
            <a:endParaRPr b="1" lang="en-US" sz="1600" spc="-1" strike="noStrike">
              <a:solidFill>
                <a:srgbClr val="000000"/>
              </a:solidFill>
              <a:latin typeface="Arial"/>
            </a:endParaRPr>
          </a:p>
        </p:txBody>
      </p:sp>
      <p:sp>
        <p:nvSpPr>
          <p:cNvPr id="432" name="Rectangle 3"/>
          <p:cNvSpPr/>
          <p:nvPr/>
        </p:nvSpPr>
        <p:spPr>
          <a:xfrm>
            <a:off x="650880" y="1538280"/>
            <a:ext cx="3235320" cy="4495680"/>
          </a:xfrm>
          <a:prstGeom prst="rect">
            <a:avLst/>
          </a:prstGeom>
          <a:solidFill>
            <a:srgbClr val="8099cc"/>
          </a:solidFill>
          <a:ln w="12600">
            <a:solidFill>
              <a:srgbClr val="8099cc"/>
            </a:solidFill>
            <a:miter/>
          </a:ln>
        </p:spPr>
        <p:style>
          <a:lnRef idx="0"/>
          <a:fillRef idx="0"/>
          <a:effectRef idx="0"/>
          <a:fontRef idx="minor"/>
        </p:style>
        <p:txBody>
          <a:bodyPr wrap="none" lIns="108000" rIns="0" tIns="180000" bIns="0" anchor="t">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Important departments</a:t>
            </a:r>
            <a:endParaRPr b="1" lang="en-US" sz="1200" spc="-1" strike="noStrike">
              <a:solidFill>
                <a:srgbClr val="000000"/>
              </a:solidFill>
              <a:latin typeface="Arial"/>
            </a:endParaRPr>
          </a:p>
        </p:txBody>
      </p:sp>
      <p:sp>
        <p:nvSpPr>
          <p:cNvPr id="433" name="Rectangle 4"/>
          <p:cNvSpPr/>
          <p:nvPr/>
        </p:nvSpPr>
        <p:spPr>
          <a:xfrm>
            <a:off x="3182760" y="2300400"/>
            <a:ext cx="5257800" cy="761760"/>
          </a:xfrm>
          <a:prstGeom prst="rect">
            <a:avLst/>
          </a:prstGeom>
          <a:solidFill>
            <a:srgbClr val="ffffff"/>
          </a:solidFill>
          <a:ln w="12600">
            <a:solidFill>
              <a:srgbClr val="003399"/>
            </a:solidFill>
            <a:miter/>
          </a:ln>
        </p:spPr>
        <p:style>
          <a:lnRef idx="0"/>
          <a:fillRef idx="0"/>
          <a:effectRef idx="0"/>
          <a:fontRef idx="minor"/>
        </p:style>
        <p:txBody>
          <a:bodyPr wrap="none" lIns="216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000" spc="-1" strike="noStrike">
                <a:solidFill>
                  <a:srgbClr val="000000"/>
                </a:solidFill>
                <a:latin typeface="Arial"/>
              </a:rPr>
              <a:t>xxx</a:t>
            </a:r>
            <a:endParaRPr b="1" lang="en-US" sz="1000" spc="-1" strike="noStrike">
              <a:solidFill>
                <a:srgbClr val="000000"/>
              </a:solidFill>
              <a:latin typeface="Arial"/>
            </a:endParaRPr>
          </a:p>
        </p:txBody>
      </p:sp>
      <p:sp>
        <p:nvSpPr>
          <p:cNvPr id="434" name="Freeform 7"/>
          <p:cNvSpPr/>
          <p:nvPr/>
        </p:nvSpPr>
        <p:spPr>
          <a:xfrm>
            <a:off x="790560" y="2371680"/>
            <a:ext cx="2533680" cy="609480"/>
          </a:xfrm>
          <a:prstGeom prst="pie">
            <a:avLst/>
          </a:prstGeom>
          <a:solidFill>
            <a:srgbClr val="80cccc"/>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 name="Rectangle 8"/>
          <p:cNvSpPr/>
          <p:nvPr/>
        </p:nvSpPr>
        <p:spPr>
          <a:xfrm>
            <a:off x="932040" y="2579760"/>
            <a:ext cx="218088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Department www</a:t>
            </a:r>
            <a:endParaRPr b="1" lang="en-US" sz="1100" spc="-1" strike="noStrike">
              <a:solidFill>
                <a:srgbClr val="000000"/>
              </a:solidFill>
              <a:latin typeface="Arial"/>
            </a:endParaRPr>
          </a:p>
        </p:txBody>
      </p:sp>
      <p:sp>
        <p:nvSpPr>
          <p:cNvPr id="436" name="Rectangle 9"/>
          <p:cNvSpPr/>
          <p:nvPr/>
        </p:nvSpPr>
        <p:spPr>
          <a:xfrm>
            <a:off x="3182760" y="3189240"/>
            <a:ext cx="5257800" cy="762120"/>
          </a:xfrm>
          <a:prstGeom prst="rect">
            <a:avLst/>
          </a:prstGeom>
          <a:solidFill>
            <a:srgbClr val="ffffff"/>
          </a:solidFill>
          <a:ln w="12600">
            <a:solidFill>
              <a:srgbClr val="003399"/>
            </a:solidFill>
            <a:miter/>
          </a:ln>
        </p:spPr>
        <p:style>
          <a:lnRef idx="0"/>
          <a:fillRef idx="0"/>
          <a:effectRef idx="0"/>
          <a:fontRef idx="minor"/>
        </p:style>
        <p:txBody>
          <a:bodyPr wrap="none" lIns="216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000" spc="-1" strike="noStrike">
                <a:solidFill>
                  <a:srgbClr val="000000"/>
                </a:solidFill>
                <a:latin typeface="Arial"/>
              </a:rPr>
              <a:t>xxx</a:t>
            </a:r>
            <a:endParaRPr b="1" lang="en-US" sz="1000" spc="-1" strike="noStrike">
              <a:solidFill>
                <a:srgbClr val="000000"/>
              </a:solidFill>
              <a:latin typeface="Arial"/>
            </a:endParaRPr>
          </a:p>
        </p:txBody>
      </p:sp>
      <p:sp>
        <p:nvSpPr>
          <p:cNvPr id="437" name="Freeform 11"/>
          <p:cNvSpPr/>
          <p:nvPr/>
        </p:nvSpPr>
        <p:spPr>
          <a:xfrm>
            <a:off x="790560" y="3262320"/>
            <a:ext cx="2533680" cy="609480"/>
          </a:xfrm>
          <a:prstGeom prst="pie">
            <a:avLst/>
          </a:prstGeom>
          <a:solidFill>
            <a:srgbClr val="80cccc"/>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 name="Rectangle 12"/>
          <p:cNvSpPr/>
          <p:nvPr/>
        </p:nvSpPr>
        <p:spPr>
          <a:xfrm>
            <a:off x="932040" y="3470400"/>
            <a:ext cx="18288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Department xxx</a:t>
            </a:r>
            <a:endParaRPr b="1" lang="en-US" sz="1100" spc="-1" strike="noStrike">
              <a:solidFill>
                <a:srgbClr val="000000"/>
              </a:solidFill>
              <a:latin typeface="Arial"/>
            </a:endParaRPr>
          </a:p>
        </p:txBody>
      </p:sp>
      <p:sp>
        <p:nvSpPr>
          <p:cNvPr id="439" name="Rectangle 13"/>
          <p:cNvSpPr/>
          <p:nvPr/>
        </p:nvSpPr>
        <p:spPr>
          <a:xfrm>
            <a:off x="3182760" y="4967280"/>
            <a:ext cx="5257800" cy="762120"/>
          </a:xfrm>
          <a:prstGeom prst="rect">
            <a:avLst/>
          </a:prstGeom>
          <a:solidFill>
            <a:srgbClr val="ffffff"/>
          </a:solidFill>
          <a:ln w="12600">
            <a:solidFill>
              <a:srgbClr val="003399"/>
            </a:solidFill>
            <a:miter/>
          </a:ln>
        </p:spPr>
        <p:style>
          <a:lnRef idx="0"/>
          <a:fillRef idx="0"/>
          <a:effectRef idx="0"/>
          <a:fontRef idx="minor"/>
        </p:style>
        <p:txBody>
          <a:bodyPr wrap="none" lIns="216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000" spc="-1" strike="noStrike">
                <a:solidFill>
                  <a:srgbClr val="000000"/>
                </a:solidFill>
                <a:latin typeface="Arial"/>
              </a:rPr>
              <a:t>xxx</a:t>
            </a:r>
            <a:endParaRPr b="1" lang="en-US" sz="1000" spc="-1" strike="noStrike">
              <a:solidFill>
                <a:srgbClr val="000000"/>
              </a:solidFill>
              <a:latin typeface="Arial"/>
            </a:endParaRPr>
          </a:p>
        </p:txBody>
      </p:sp>
      <p:sp>
        <p:nvSpPr>
          <p:cNvPr id="440" name="Freeform 15"/>
          <p:cNvSpPr/>
          <p:nvPr/>
        </p:nvSpPr>
        <p:spPr>
          <a:xfrm>
            <a:off x="790560" y="5043600"/>
            <a:ext cx="2533680" cy="609480"/>
          </a:xfrm>
          <a:prstGeom prst="pie">
            <a:avLst/>
          </a:prstGeom>
          <a:solidFill>
            <a:srgbClr val="80cccc"/>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 name="Rectangle 16"/>
          <p:cNvSpPr/>
          <p:nvPr/>
        </p:nvSpPr>
        <p:spPr>
          <a:xfrm>
            <a:off x="932040" y="5251320"/>
            <a:ext cx="21096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Department zzz</a:t>
            </a:r>
            <a:endParaRPr b="1" lang="en-US" sz="1100" spc="-1" strike="noStrike">
              <a:solidFill>
                <a:srgbClr val="000000"/>
              </a:solidFill>
              <a:latin typeface="Arial"/>
            </a:endParaRPr>
          </a:p>
        </p:txBody>
      </p:sp>
      <p:sp>
        <p:nvSpPr>
          <p:cNvPr id="442" name="Rectangle 17"/>
          <p:cNvSpPr/>
          <p:nvPr/>
        </p:nvSpPr>
        <p:spPr>
          <a:xfrm>
            <a:off x="3182760" y="4078440"/>
            <a:ext cx="5257800" cy="761760"/>
          </a:xfrm>
          <a:prstGeom prst="rect">
            <a:avLst/>
          </a:prstGeom>
          <a:solidFill>
            <a:srgbClr val="ffffff"/>
          </a:solidFill>
          <a:ln w="12600">
            <a:solidFill>
              <a:srgbClr val="003399"/>
            </a:solidFill>
            <a:miter/>
          </a:ln>
        </p:spPr>
        <p:style>
          <a:lnRef idx="0"/>
          <a:fillRef idx="0"/>
          <a:effectRef idx="0"/>
          <a:fontRef idx="minor"/>
        </p:style>
        <p:txBody>
          <a:bodyPr wrap="none" lIns="216000" rIns="90000" tIns="46800" bIns="4680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000" spc="-1" strike="noStrike">
                <a:solidFill>
                  <a:srgbClr val="000000"/>
                </a:solidFill>
                <a:latin typeface="Arial"/>
              </a:rPr>
              <a:t>xxx</a:t>
            </a:r>
            <a:endParaRPr b="1" lang="en-US" sz="1000" spc="-1" strike="noStrike">
              <a:solidFill>
                <a:srgbClr val="000000"/>
              </a:solidFill>
              <a:latin typeface="Arial"/>
            </a:endParaRPr>
          </a:p>
        </p:txBody>
      </p:sp>
      <p:sp>
        <p:nvSpPr>
          <p:cNvPr id="443" name="Freeform 19"/>
          <p:cNvSpPr/>
          <p:nvPr/>
        </p:nvSpPr>
        <p:spPr>
          <a:xfrm>
            <a:off x="790560" y="4152960"/>
            <a:ext cx="2533680" cy="609480"/>
          </a:xfrm>
          <a:prstGeom prst="pie">
            <a:avLst/>
          </a:prstGeom>
          <a:solidFill>
            <a:srgbClr val="80cccc"/>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 name="Rectangle 20"/>
          <p:cNvSpPr/>
          <p:nvPr/>
        </p:nvSpPr>
        <p:spPr>
          <a:xfrm>
            <a:off x="932040" y="4361040"/>
            <a:ext cx="18288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Department yyy</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4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6A4745-7BBE-4C47-9FFA-E03DFF6B68E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4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Text Blocks</a:t>
            </a:r>
            <a:r>
              <a:rPr b="1" lang="de-DE" sz="1600" spc="-1" strike="noStrike">
                <a:solidFill>
                  <a:srgbClr val="000000"/>
                </a:solidFill>
                <a:latin typeface="Arial"/>
                <a:ea typeface="ＭＳ Ｐゴシック"/>
              </a:rPr>
              <a:t> - Major points</a:t>
            </a:r>
            <a:endParaRPr b="1" lang="en-US" sz="1600" spc="-1" strike="noStrike">
              <a:solidFill>
                <a:srgbClr val="000000"/>
              </a:solidFill>
              <a:latin typeface="Arial"/>
            </a:endParaRPr>
          </a:p>
        </p:txBody>
      </p:sp>
      <p:sp>
        <p:nvSpPr>
          <p:cNvPr id="448" name="Rectangle 18"/>
          <p:cNvSpPr/>
          <p:nvPr/>
        </p:nvSpPr>
        <p:spPr>
          <a:xfrm>
            <a:off x="2268360" y="1614600"/>
            <a:ext cx="6075720" cy="1371600"/>
          </a:xfrm>
          <a:prstGeom prst="rect">
            <a:avLst/>
          </a:prstGeom>
          <a:solidFill>
            <a:srgbClr val="ffffff"/>
          </a:solidFill>
          <a:ln w="12600">
            <a:solidFill>
              <a:srgbClr val="003399"/>
            </a:solidFill>
            <a:miter/>
          </a:ln>
        </p:spPr>
        <p:style>
          <a:lnRef idx="0"/>
          <a:fillRef idx="0"/>
          <a:effectRef idx="0"/>
          <a:fontRef idx="minor"/>
        </p:style>
        <p:txBody>
          <a:bodyPr lIns="25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449" name="Rectangle 17"/>
          <p:cNvSpPr/>
          <p:nvPr/>
        </p:nvSpPr>
        <p:spPr>
          <a:xfrm>
            <a:off x="720720" y="1695600"/>
            <a:ext cx="1689120" cy="609480"/>
          </a:xfrm>
          <a:prstGeom prst="rect">
            <a:avLst/>
          </a:prstGeom>
          <a:solidFill>
            <a:srgbClr val="8099cc"/>
          </a:solidFill>
          <a:ln w="12600">
            <a:solidFill>
              <a:srgbClr val="8099cc"/>
            </a:solidFill>
            <a:miter/>
          </a:ln>
        </p:spPr>
        <p:style>
          <a:lnRef idx="0"/>
          <a:fillRef idx="0"/>
          <a:effectRef idx="0"/>
          <a:fontRef idx="minor"/>
        </p:style>
        <p:txBody>
          <a:bodyPr lIns="72000" rIns="0" tIns="0" bIns="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450" name="Rectangle 19"/>
          <p:cNvSpPr/>
          <p:nvPr/>
        </p:nvSpPr>
        <p:spPr>
          <a:xfrm>
            <a:off x="2268360" y="3157560"/>
            <a:ext cx="6075720" cy="1371600"/>
          </a:xfrm>
          <a:prstGeom prst="rect">
            <a:avLst/>
          </a:prstGeom>
          <a:solidFill>
            <a:srgbClr val="ffffff"/>
          </a:solidFill>
          <a:ln w="12600">
            <a:solidFill>
              <a:srgbClr val="003399"/>
            </a:solidFill>
            <a:miter/>
          </a:ln>
        </p:spPr>
        <p:style>
          <a:lnRef idx="0"/>
          <a:fillRef idx="0"/>
          <a:effectRef idx="0"/>
          <a:fontRef idx="minor"/>
        </p:style>
        <p:txBody>
          <a:bodyPr lIns="25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451" name="Rectangle 20"/>
          <p:cNvSpPr/>
          <p:nvPr/>
        </p:nvSpPr>
        <p:spPr>
          <a:xfrm>
            <a:off x="2268360" y="4700520"/>
            <a:ext cx="6075720" cy="1371600"/>
          </a:xfrm>
          <a:prstGeom prst="rect">
            <a:avLst/>
          </a:prstGeom>
          <a:solidFill>
            <a:srgbClr val="ffffff"/>
          </a:solidFill>
          <a:ln w="12600">
            <a:solidFill>
              <a:srgbClr val="003399"/>
            </a:solidFill>
            <a:miter/>
          </a:ln>
        </p:spPr>
        <p:style>
          <a:lnRef idx="0"/>
          <a:fillRef idx="0"/>
          <a:effectRef idx="0"/>
          <a:fontRef idx="minor"/>
        </p:style>
        <p:txBody>
          <a:bodyPr lIns="25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452" name="Rectangle 10"/>
          <p:cNvSpPr/>
          <p:nvPr/>
        </p:nvSpPr>
        <p:spPr>
          <a:xfrm>
            <a:off x="720720" y="3232080"/>
            <a:ext cx="1689120" cy="609840"/>
          </a:xfrm>
          <a:prstGeom prst="rect">
            <a:avLst/>
          </a:prstGeom>
          <a:solidFill>
            <a:srgbClr val="8099cc"/>
          </a:solidFill>
          <a:ln w="12600">
            <a:solidFill>
              <a:srgbClr val="8099cc"/>
            </a:solidFill>
            <a:miter/>
          </a:ln>
        </p:spPr>
        <p:style>
          <a:lnRef idx="0"/>
          <a:fillRef idx="0"/>
          <a:effectRef idx="0"/>
          <a:fontRef idx="minor"/>
        </p:style>
        <p:txBody>
          <a:bodyPr lIns="72000" rIns="0" tIns="0" bIns="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453" name="Rectangle 16"/>
          <p:cNvSpPr/>
          <p:nvPr/>
        </p:nvSpPr>
        <p:spPr>
          <a:xfrm>
            <a:off x="720720" y="4768920"/>
            <a:ext cx="1689120" cy="609480"/>
          </a:xfrm>
          <a:prstGeom prst="rect">
            <a:avLst/>
          </a:prstGeom>
          <a:solidFill>
            <a:srgbClr val="8099cc"/>
          </a:solidFill>
          <a:ln w="12600">
            <a:solidFill>
              <a:srgbClr val="8099cc"/>
            </a:solidFill>
            <a:miter/>
          </a:ln>
        </p:spPr>
        <p:style>
          <a:lnRef idx="0"/>
          <a:fillRef idx="0"/>
          <a:effectRef idx="0"/>
          <a:fontRef idx="minor"/>
        </p:style>
        <p:txBody>
          <a:bodyPr lIns="72000" rIns="0" tIns="0" bIns="0" anchor="ctr">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5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C36D23-F63E-4ABD-8F87-F87A90A5351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5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Horizontal chevrons with text</a:t>
            </a:r>
            <a:endParaRPr b="1" lang="en-US" sz="1600" spc="-1" strike="noStrike">
              <a:solidFill>
                <a:srgbClr val="000000"/>
              </a:solidFill>
              <a:latin typeface="Arial"/>
            </a:endParaRPr>
          </a:p>
        </p:txBody>
      </p:sp>
      <p:sp>
        <p:nvSpPr>
          <p:cNvPr id="457" name="Freeform 3"/>
          <p:cNvSpPr/>
          <p:nvPr/>
        </p:nvSpPr>
        <p:spPr>
          <a:xfrm rot="16200000">
            <a:off x="1011240" y="4454640"/>
            <a:ext cx="977760" cy="134928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 name="Freeform 4"/>
          <p:cNvSpPr/>
          <p:nvPr/>
        </p:nvSpPr>
        <p:spPr>
          <a:xfrm rot="16200000">
            <a:off x="1011240" y="3114720"/>
            <a:ext cx="977760" cy="134928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 name="Freeform 5"/>
          <p:cNvSpPr/>
          <p:nvPr/>
        </p:nvSpPr>
        <p:spPr>
          <a:xfrm rot="16200000">
            <a:off x="1011240" y="1774800"/>
            <a:ext cx="977760" cy="134928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 name="Rectangle 6"/>
          <p:cNvSpPr/>
          <p:nvPr/>
        </p:nvSpPr>
        <p:spPr>
          <a:xfrm>
            <a:off x="1036800" y="2382840"/>
            <a:ext cx="690480" cy="16812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461" name="Rectangle 7"/>
          <p:cNvSpPr/>
          <p:nvPr/>
        </p:nvSpPr>
        <p:spPr>
          <a:xfrm>
            <a:off x="1036800" y="3751200"/>
            <a:ext cx="715680" cy="16812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462" name="Rectangle 8"/>
          <p:cNvSpPr/>
          <p:nvPr/>
        </p:nvSpPr>
        <p:spPr>
          <a:xfrm>
            <a:off x="1123920" y="5046840"/>
            <a:ext cx="541440" cy="16812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463" name="Rectangle 14"/>
          <p:cNvSpPr/>
          <p:nvPr/>
        </p:nvSpPr>
        <p:spPr>
          <a:xfrm>
            <a:off x="2449440" y="1960560"/>
            <a:ext cx="6307200" cy="97956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 is 10-pt</a:t>
            </a:r>
            <a:endParaRPr b="1" lang="en-US" sz="1000" spc="-1" strike="noStrike">
              <a:solidFill>
                <a:srgbClr val="000000"/>
              </a:solidFill>
              <a:latin typeface="Arial"/>
            </a:endParaRPr>
          </a:p>
        </p:txBody>
      </p:sp>
      <p:sp>
        <p:nvSpPr>
          <p:cNvPr id="464" name="Rectangle 15"/>
          <p:cNvSpPr/>
          <p:nvPr/>
        </p:nvSpPr>
        <p:spPr>
          <a:xfrm>
            <a:off x="2449440" y="3298680"/>
            <a:ext cx="6307200" cy="97956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 is 10-pt</a:t>
            </a:r>
            <a:endParaRPr b="1" lang="en-US" sz="1000" spc="-1" strike="noStrike">
              <a:solidFill>
                <a:srgbClr val="000000"/>
              </a:solidFill>
              <a:latin typeface="Arial"/>
            </a:endParaRPr>
          </a:p>
        </p:txBody>
      </p:sp>
      <p:sp>
        <p:nvSpPr>
          <p:cNvPr id="465" name="Rectangle 16"/>
          <p:cNvSpPr/>
          <p:nvPr/>
        </p:nvSpPr>
        <p:spPr>
          <a:xfrm>
            <a:off x="2449440" y="4638600"/>
            <a:ext cx="6307200" cy="97956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 is 10-pt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6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57B34CE-DB3E-4376-8F6E-4C967EE33B9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6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Vertical chevrons with text</a:t>
            </a:r>
            <a:endParaRPr b="1" lang="en-US" sz="1600" spc="-1" strike="noStrike">
              <a:solidFill>
                <a:srgbClr val="000000"/>
              </a:solidFill>
              <a:latin typeface="Arial"/>
            </a:endParaRPr>
          </a:p>
        </p:txBody>
      </p:sp>
      <p:sp>
        <p:nvSpPr>
          <p:cNvPr id="469" name="AutoShape 4"/>
          <p:cNvSpPr/>
          <p:nvPr/>
        </p:nvSpPr>
        <p:spPr>
          <a:xfrm rot="5400000">
            <a:off x="962280" y="1608840"/>
            <a:ext cx="1028880" cy="1817640"/>
          </a:xfrm>
          <a:custGeom>
            <a:avLst/>
            <a:gdLst>
              <a:gd name="textAreaLeft" fmla="*/ 0 w 1028880"/>
              <a:gd name="textAreaRight" fmla="*/ 1029240 w 1028880"/>
              <a:gd name="textAreaTop" fmla="*/ 0 h 1817640"/>
              <a:gd name="textAreaBottom" fmla="*/ 1818000 h 181764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6480">
            <a:solidFill>
              <a:srgbClr val="003399"/>
            </a:solidFill>
            <a:miter/>
          </a:ln>
        </p:spPr>
        <p:style>
          <a:lnRef idx="0"/>
          <a:fillRef idx="0"/>
          <a:effectRef idx="0"/>
          <a:fontRef idx="minor"/>
        </p:style>
        <p:txBody>
          <a:bodyPr tIns="90000" bIns="90000" anchor="b" anchorCtr="1" vert="eaVert" rot="10800000">
            <a:noAutofit/>
          </a:bodyPr>
          <a:p>
            <a:pPr algn="ctr">
              <a:lnSpc>
                <a:spcPct val="11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470" name="AutoShape 5"/>
          <p:cNvSpPr/>
          <p:nvPr/>
        </p:nvSpPr>
        <p:spPr>
          <a:xfrm rot="5400000">
            <a:off x="962280" y="2485080"/>
            <a:ext cx="1028880" cy="1817640"/>
          </a:xfrm>
          <a:custGeom>
            <a:avLst/>
            <a:gdLst>
              <a:gd name="textAreaLeft" fmla="*/ 0 w 1028880"/>
              <a:gd name="textAreaRight" fmla="*/ 1029240 w 1028880"/>
              <a:gd name="textAreaTop" fmla="*/ 0 h 1817640"/>
              <a:gd name="textAreaBottom" fmla="*/ 1818000 h 181764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6480">
            <a:solidFill>
              <a:srgbClr val="003399"/>
            </a:solidFill>
            <a:miter/>
          </a:ln>
        </p:spPr>
        <p:style>
          <a:lnRef idx="0"/>
          <a:fillRef idx="0"/>
          <a:effectRef idx="0"/>
          <a:fontRef idx="minor"/>
        </p:style>
        <p:txBody>
          <a:bodyPr tIns="90000" bIns="90000" anchor="b" anchorCtr="1" vert="eaVert" rot="10800000">
            <a:noAutofit/>
          </a:bodyPr>
          <a:p>
            <a:pPr algn="ctr">
              <a:lnSpc>
                <a:spcPct val="11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nl-NL" sz="1200" spc="-1" strike="noStrike">
                <a:solidFill>
                  <a:srgbClr val="000000"/>
                </a:solidFill>
                <a:latin typeface="Arial"/>
              </a:rPr>
              <a:t>.....</a:t>
            </a:r>
            <a:endParaRPr b="1" lang="en-US" sz="1200" spc="-1" strike="noStrike">
              <a:solidFill>
                <a:srgbClr val="000000"/>
              </a:solidFill>
              <a:latin typeface="Arial"/>
            </a:endParaRPr>
          </a:p>
        </p:txBody>
      </p:sp>
      <p:sp>
        <p:nvSpPr>
          <p:cNvPr id="471" name="AutoShape 6"/>
          <p:cNvSpPr/>
          <p:nvPr/>
        </p:nvSpPr>
        <p:spPr>
          <a:xfrm rot="5400000">
            <a:off x="962280" y="3361320"/>
            <a:ext cx="1028880" cy="1817640"/>
          </a:xfrm>
          <a:custGeom>
            <a:avLst/>
            <a:gdLst>
              <a:gd name="textAreaLeft" fmla="*/ 0 w 1028880"/>
              <a:gd name="textAreaRight" fmla="*/ 1029240 w 1028880"/>
              <a:gd name="textAreaTop" fmla="*/ 0 h 1817640"/>
              <a:gd name="textAreaBottom" fmla="*/ 1818000 h 181764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6480">
            <a:solidFill>
              <a:srgbClr val="003399"/>
            </a:solidFill>
            <a:miter/>
          </a:ln>
        </p:spPr>
        <p:style>
          <a:lnRef idx="0"/>
          <a:fillRef idx="0"/>
          <a:effectRef idx="0"/>
          <a:fontRef idx="minor"/>
        </p:style>
        <p:txBody>
          <a:bodyPr tIns="90000" bIns="90000" anchor="b" anchorCtr="1" vert="eaVert" rot="10800000">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nl-NL" sz="1200" spc="-1" strike="noStrike">
                <a:solidFill>
                  <a:srgbClr val="000000"/>
                </a:solidFill>
                <a:latin typeface="Arial"/>
              </a:rPr>
              <a:t>.....</a:t>
            </a:r>
            <a:endParaRPr b="1" lang="en-US" sz="1200" spc="-1" strike="noStrike">
              <a:solidFill>
                <a:srgbClr val="000000"/>
              </a:solidFill>
              <a:latin typeface="Arial"/>
            </a:endParaRPr>
          </a:p>
        </p:txBody>
      </p:sp>
      <p:sp>
        <p:nvSpPr>
          <p:cNvPr id="472" name="AutoShape 7"/>
          <p:cNvSpPr/>
          <p:nvPr/>
        </p:nvSpPr>
        <p:spPr>
          <a:xfrm rot="5400000">
            <a:off x="962640" y="4237920"/>
            <a:ext cx="1028520" cy="1817640"/>
          </a:xfrm>
          <a:custGeom>
            <a:avLst/>
            <a:gdLst>
              <a:gd name="textAreaLeft" fmla="*/ 0 w 1028520"/>
              <a:gd name="textAreaRight" fmla="*/ 1028520 w 1028520"/>
              <a:gd name="textAreaTop" fmla="*/ 0 h 1817640"/>
              <a:gd name="textAreaBottom" fmla="*/ 1818000 h 181764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6480">
            <a:solidFill>
              <a:srgbClr val="003399"/>
            </a:solidFill>
            <a:miter/>
          </a:ln>
        </p:spPr>
        <p:style>
          <a:lnRef idx="0"/>
          <a:fillRef idx="0"/>
          <a:effectRef idx="0"/>
          <a:fontRef idx="minor"/>
        </p:style>
        <p:txBody>
          <a:bodyPr tIns="90000" bIns="90000" anchor="b" anchorCtr="1" vert="eaVert" rot="10800000">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nl-NL" sz="1200" spc="-1" strike="noStrike">
                <a:solidFill>
                  <a:srgbClr val="000000"/>
                </a:solidFill>
                <a:latin typeface="Arial"/>
              </a:rPr>
              <a:t>.....</a:t>
            </a:r>
            <a:endParaRPr b="1" lang="en-US" sz="1200" spc="-1" strike="noStrike">
              <a:solidFill>
                <a:srgbClr val="000000"/>
              </a:solidFill>
              <a:latin typeface="Arial"/>
            </a:endParaRPr>
          </a:p>
        </p:txBody>
      </p:sp>
      <p:sp>
        <p:nvSpPr>
          <p:cNvPr id="473" name="Rectangle 18"/>
          <p:cNvSpPr/>
          <p:nvPr/>
        </p:nvSpPr>
        <p:spPr>
          <a:xfrm>
            <a:off x="2576520" y="2003400"/>
            <a:ext cx="6180120" cy="8272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
        <p:nvSpPr>
          <p:cNvPr id="474" name="Rectangle 19"/>
          <p:cNvSpPr/>
          <p:nvPr/>
        </p:nvSpPr>
        <p:spPr>
          <a:xfrm>
            <a:off x="2576520" y="2879640"/>
            <a:ext cx="6180120" cy="8272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
        <p:nvSpPr>
          <p:cNvPr id="475" name="Rectangle 20"/>
          <p:cNvSpPr/>
          <p:nvPr/>
        </p:nvSpPr>
        <p:spPr>
          <a:xfrm>
            <a:off x="2576520" y="3755880"/>
            <a:ext cx="6180120" cy="8272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
        <p:nvSpPr>
          <p:cNvPr id="476" name="Rectangle 21"/>
          <p:cNvSpPr/>
          <p:nvPr/>
        </p:nvSpPr>
        <p:spPr>
          <a:xfrm>
            <a:off x="2576520" y="4632480"/>
            <a:ext cx="6180120" cy="82692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7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28ECE1B-C296-4FD1-9B01-7DFE5790B90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7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Influencing chevrons </a:t>
            </a:r>
            <a:endParaRPr b="1" lang="en-US" sz="1600" spc="-1" strike="noStrike">
              <a:solidFill>
                <a:srgbClr val="000000"/>
              </a:solidFill>
              <a:latin typeface="Arial"/>
            </a:endParaRPr>
          </a:p>
        </p:txBody>
      </p:sp>
      <p:sp>
        <p:nvSpPr>
          <p:cNvPr id="480" name="Rectangle 3"/>
          <p:cNvSpPr/>
          <p:nvPr/>
        </p:nvSpPr>
        <p:spPr>
          <a:xfrm>
            <a:off x="3257640" y="1838160"/>
            <a:ext cx="2600280" cy="396720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481" name="AutoShape 4"/>
          <p:cNvSpPr/>
          <p:nvPr/>
        </p:nvSpPr>
        <p:spPr>
          <a:xfrm>
            <a:off x="692280" y="1911240"/>
            <a:ext cx="3144600" cy="1136880"/>
          </a:xfrm>
          <a:custGeom>
            <a:avLst/>
            <a:gdLst>
              <a:gd name="textAreaLeft" fmla="*/ 0 w 3144600"/>
              <a:gd name="textAreaRight" fmla="*/ 3144960 w 3144600"/>
              <a:gd name="textAreaTop" fmla="*/ 0 h 1136880"/>
              <a:gd name="textAreaBottom" fmla="*/ 1137240 h 1136880"/>
            </a:gdLst>
            <a:ahLst/>
            <a:rect l="textAreaLeft" t="textAreaTop" r="textAreaRight" b="textAreaBottom"/>
            <a:pathLst>
              <a:path w="21600" h="21600">
                <a:moveTo>
                  <a:pt x="0" y="0"/>
                </a:moveTo>
                <a:lnTo>
                  <a:pt x="19759" y="0"/>
                </a:lnTo>
                <a:lnTo>
                  <a:pt x="21600" y="10800"/>
                </a:lnTo>
                <a:lnTo>
                  <a:pt x="19759"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482" name="AutoShape 5"/>
          <p:cNvSpPr/>
          <p:nvPr/>
        </p:nvSpPr>
        <p:spPr>
          <a:xfrm>
            <a:off x="692280" y="3216240"/>
            <a:ext cx="3144600" cy="1136520"/>
          </a:xfrm>
          <a:custGeom>
            <a:avLst/>
            <a:gdLst>
              <a:gd name="textAreaLeft" fmla="*/ 0 w 3144600"/>
              <a:gd name="textAreaRight" fmla="*/ 3144960 w 3144600"/>
              <a:gd name="textAreaTop" fmla="*/ 0 h 1136520"/>
              <a:gd name="textAreaBottom" fmla="*/ 1136880 h 1136520"/>
            </a:gdLst>
            <a:ahLst/>
            <a:rect l="textAreaLeft" t="textAreaTop" r="textAreaRight" b="textAreaBottom"/>
            <a:pathLst>
              <a:path w="21600" h="21600">
                <a:moveTo>
                  <a:pt x="0" y="0"/>
                </a:moveTo>
                <a:lnTo>
                  <a:pt x="19759" y="0"/>
                </a:lnTo>
                <a:lnTo>
                  <a:pt x="21600" y="10800"/>
                </a:lnTo>
                <a:lnTo>
                  <a:pt x="19759"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483" name="AutoShape 6"/>
          <p:cNvSpPr/>
          <p:nvPr/>
        </p:nvSpPr>
        <p:spPr>
          <a:xfrm>
            <a:off x="692280" y="4537080"/>
            <a:ext cx="3144600" cy="1136520"/>
          </a:xfrm>
          <a:custGeom>
            <a:avLst/>
            <a:gdLst>
              <a:gd name="textAreaLeft" fmla="*/ 0 w 3144600"/>
              <a:gd name="textAreaRight" fmla="*/ 3144960 w 3144600"/>
              <a:gd name="textAreaTop" fmla="*/ 0 h 1136520"/>
              <a:gd name="textAreaBottom" fmla="*/ 1136880 h 1136520"/>
            </a:gdLst>
            <a:ahLst/>
            <a:rect l="textAreaLeft" t="textAreaTop" r="textAreaRight" b="textAreaBottom"/>
            <a:pathLst>
              <a:path w="21600" h="21600">
                <a:moveTo>
                  <a:pt x="0" y="0"/>
                </a:moveTo>
                <a:lnTo>
                  <a:pt x="19759" y="0"/>
                </a:lnTo>
                <a:lnTo>
                  <a:pt x="21600" y="10800"/>
                </a:lnTo>
                <a:lnTo>
                  <a:pt x="19759"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484" name="AutoShape 7"/>
          <p:cNvSpPr/>
          <p:nvPr/>
        </p:nvSpPr>
        <p:spPr>
          <a:xfrm flipH="1">
            <a:off x="5279400" y="4537080"/>
            <a:ext cx="3144600" cy="1136520"/>
          </a:xfrm>
          <a:custGeom>
            <a:avLst/>
            <a:gdLst>
              <a:gd name="textAreaLeft" fmla="*/ -360 w 3144600"/>
              <a:gd name="textAreaRight" fmla="*/ 3144600 w 3144600"/>
              <a:gd name="textAreaTop" fmla="*/ 0 h 1136520"/>
              <a:gd name="textAreaBottom" fmla="*/ 1136880 h 1136520"/>
            </a:gdLst>
            <a:ahLst/>
            <a:rect l="textAreaLeft" t="textAreaTop" r="textAreaRight" b="textAreaBottom"/>
            <a:pathLst>
              <a:path w="21600" h="21600">
                <a:moveTo>
                  <a:pt x="0" y="0"/>
                </a:moveTo>
                <a:lnTo>
                  <a:pt x="19759" y="0"/>
                </a:lnTo>
                <a:lnTo>
                  <a:pt x="21600" y="10800"/>
                </a:lnTo>
                <a:lnTo>
                  <a:pt x="19759"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485" name="AutoShape 8"/>
          <p:cNvSpPr/>
          <p:nvPr/>
        </p:nvSpPr>
        <p:spPr>
          <a:xfrm flipH="1">
            <a:off x="5279400" y="3224160"/>
            <a:ext cx="3144600" cy="1136880"/>
          </a:xfrm>
          <a:custGeom>
            <a:avLst/>
            <a:gdLst>
              <a:gd name="textAreaLeft" fmla="*/ -360 w 3144600"/>
              <a:gd name="textAreaRight" fmla="*/ 3144600 w 3144600"/>
              <a:gd name="textAreaTop" fmla="*/ 0 h 1136880"/>
              <a:gd name="textAreaBottom" fmla="*/ 1137240 h 1136880"/>
            </a:gdLst>
            <a:ahLst/>
            <a:rect l="textAreaLeft" t="textAreaTop" r="textAreaRight" b="textAreaBottom"/>
            <a:pathLst>
              <a:path w="21600" h="21600">
                <a:moveTo>
                  <a:pt x="0" y="0"/>
                </a:moveTo>
                <a:lnTo>
                  <a:pt x="19759" y="0"/>
                </a:lnTo>
                <a:lnTo>
                  <a:pt x="21600" y="10800"/>
                </a:lnTo>
                <a:lnTo>
                  <a:pt x="19759"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486" name="AutoShape 9"/>
          <p:cNvSpPr/>
          <p:nvPr/>
        </p:nvSpPr>
        <p:spPr>
          <a:xfrm flipH="1">
            <a:off x="5279400" y="1911240"/>
            <a:ext cx="3144600" cy="1136880"/>
          </a:xfrm>
          <a:custGeom>
            <a:avLst/>
            <a:gdLst>
              <a:gd name="textAreaLeft" fmla="*/ -360 w 3144600"/>
              <a:gd name="textAreaRight" fmla="*/ 3144600 w 3144600"/>
              <a:gd name="textAreaTop" fmla="*/ 0 h 1136880"/>
              <a:gd name="textAreaBottom" fmla="*/ 1137240 h 1136880"/>
            </a:gdLst>
            <a:ahLst/>
            <a:rect l="textAreaLeft" t="textAreaTop" r="textAreaRight" b="textAreaBottom"/>
            <a:pathLst>
              <a:path w="21600" h="21600">
                <a:moveTo>
                  <a:pt x="0" y="0"/>
                </a:moveTo>
                <a:lnTo>
                  <a:pt x="19759" y="0"/>
                </a:lnTo>
                <a:lnTo>
                  <a:pt x="21600" y="10800"/>
                </a:lnTo>
                <a:lnTo>
                  <a:pt x="19759"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8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46030A-76C3-405F-AAFF-718298DC8C0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8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Chevrons resulting From</a:t>
            </a:r>
            <a:endParaRPr b="1" lang="en-US" sz="1600" spc="-1" strike="noStrike">
              <a:solidFill>
                <a:srgbClr val="000000"/>
              </a:solidFill>
              <a:latin typeface="Arial"/>
            </a:endParaRPr>
          </a:p>
        </p:txBody>
      </p:sp>
      <p:sp>
        <p:nvSpPr>
          <p:cNvPr id="490" name="Rectangle 3"/>
          <p:cNvSpPr/>
          <p:nvPr/>
        </p:nvSpPr>
        <p:spPr>
          <a:xfrm>
            <a:off x="3268800" y="1693800"/>
            <a:ext cx="2600280" cy="396720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491" name="AutoShape 4"/>
          <p:cNvSpPr/>
          <p:nvPr/>
        </p:nvSpPr>
        <p:spPr>
          <a:xfrm>
            <a:off x="5369040" y="1819440"/>
            <a:ext cx="3165480" cy="730080"/>
          </a:xfrm>
          <a:custGeom>
            <a:avLst/>
            <a:gdLst>
              <a:gd name="textAreaLeft" fmla="*/ 0 w 3165480"/>
              <a:gd name="textAreaRight" fmla="*/ 3165840 w 3165480"/>
              <a:gd name="textAreaTop" fmla="*/ 0 h 730080"/>
              <a:gd name="textAreaBottom" fmla="*/ 730440 h 73008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2" name="AutoShape 5"/>
          <p:cNvSpPr/>
          <p:nvPr/>
        </p:nvSpPr>
        <p:spPr>
          <a:xfrm>
            <a:off x="5369040" y="2822400"/>
            <a:ext cx="3165480" cy="730440"/>
          </a:xfrm>
          <a:custGeom>
            <a:avLst/>
            <a:gdLst>
              <a:gd name="textAreaLeft" fmla="*/ 0 w 3165480"/>
              <a:gd name="textAreaRight" fmla="*/ 3165840 w 3165480"/>
              <a:gd name="textAreaTop" fmla="*/ 0 h 730440"/>
              <a:gd name="textAreaBottom" fmla="*/ 730800 h 73044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3" name="AutoShape 6"/>
          <p:cNvSpPr/>
          <p:nvPr/>
        </p:nvSpPr>
        <p:spPr>
          <a:xfrm>
            <a:off x="5369040" y="4816440"/>
            <a:ext cx="3165480" cy="730440"/>
          </a:xfrm>
          <a:custGeom>
            <a:avLst/>
            <a:gdLst>
              <a:gd name="textAreaLeft" fmla="*/ 0 w 3165480"/>
              <a:gd name="textAreaRight" fmla="*/ 3165840 w 3165480"/>
              <a:gd name="textAreaTop" fmla="*/ 0 h 730440"/>
              <a:gd name="textAreaBottom" fmla="*/ 730800 h 73044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4" name="AutoShape 7"/>
          <p:cNvSpPr/>
          <p:nvPr/>
        </p:nvSpPr>
        <p:spPr>
          <a:xfrm>
            <a:off x="5369040" y="3813120"/>
            <a:ext cx="3165480" cy="730440"/>
          </a:xfrm>
          <a:custGeom>
            <a:avLst/>
            <a:gdLst>
              <a:gd name="textAreaLeft" fmla="*/ 0 w 3165480"/>
              <a:gd name="textAreaRight" fmla="*/ 3165840 w 3165480"/>
              <a:gd name="textAreaTop" fmla="*/ 0 h 730440"/>
              <a:gd name="textAreaBottom" fmla="*/ 730800 h 73044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5" name="AutoShape 8"/>
          <p:cNvSpPr/>
          <p:nvPr/>
        </p:nvSpPr>
        <p:spPr>
          <a:xfrm flipH="1">
            <a:off x="602640" y="1819440"/>
            <a:ext cx="3165480" cy="730080"/>
          </a:xfrm>
          <a:custGeom>
            <a:avLst/>
            <a:gdLst>
              <a:gd name="textAreaLeft" fmla="*/ -360 w 3165480"/>
              <a:gd name="textAreaRight" fmla="*/ 3165480 w 3165480"/>
              <a:gd name="textAreaTop" fmla="*/ 0 h 730080"/>
              <a:gd name="textAreaBottom" fmla="*/ 730440 h 73008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6" name="AutoShape 9"/>
          <p:cNvSpPr/>
          <p:nvPr/>
        </p:nvSpPr>
        <p:spPr>
          <a:xfrm flipH="1">
            <a:off x="602640" y="2822400"/>
            <a:ext cx="3165480" cy="730440"/>
          </a:xfrm>
          <a:custGeom>
            <a:avLst/>
            <a:gdLst>
              <a:gd name="textAreaLeft" fmla="*/ -360 w 3165480"/>
              <a:gd name="textAreaRight" fmla="*/ 3165480 w 3165480"/>
              <a:gd name="textAreaTop" fmla="*/ 0 h 730440"/>
              <a:gd name="textAreaBottom" fmla="*/ 730800 h 73044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7" name="AutoShape 10"/>
          <p:cNvSpPr/>
          <p:nvPr/>
        </p:nvSpPr>
        <p:spPr>
          <a:xfrm flipH="1">
            <a:off x="602640" y="4816440"/>
            <a:ext cx="3165480" cy="730440"/>
          </a:xfrm>
          <a:custGeom>
            <a:avLst/>
            <a:gdLst>
              <a:gd name="textAreaLeft" fmla="*/ -360 w 3165480"/>
              <a:gd name="textAreaRight" fmla="*/ 3165480 w 3165480"/>
              <a:gd name="textAreaTop" fmla="*/ 0 h 730440"/>
              <a:gd name="textAreaBottom" fmla="*/ 730800 h 73044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498" name="AutoShape 11"/>
          <p:cNvSpPr/>
          <p:nvPr/>
        </p:nvSpPr>
        <p:spPr>
          <a:xfrm flipH="1">
            <a:off x="602640" y="3813120"/>
            <a:ext cx="3165480" cy="730440"/>
          </a:xfrm>
          <a:custGeom>
            <a:avLst/>
            <a:gdLst>
              <a:gd name="textAreaLeft" fmla="*/ -360 w 3165480"/>
              <a:gd name="textAreaRight" fmla="*/ 3165480 w 3165480"/>
              <a:gd name="textAreaTop" fmla="*/ 0 h 730440"/>
              <a:gd name="textAreaBottom" fmla="*/ 730800 h 730440"/>
            </a:gdLst>
            <a:ahLst/>
            <a:rect l="textAreaLeft" t="textAreaTop" r="textAreaRight" b="textAreaBottom"/>
            <a:pathLst>
              <a:path w="21600" h="21600">
                <a:moveTo>
                  <a:pt x="0" y="0"/>
                </a:moveTo>
                <a:lnTo>
                  <a:pt x="19860" y="0"/>
                </a:lnTo>
                <a:lnTo>
                  <a:pt x="21600" y="10800"/>
                </a:lnTo>
                <a:lnTo>
                  <a:pt x="19860"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0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2FEA31B-DD48-4F24-B6A2-671E425FEEE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0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Chevrons leading to</a:t>
            </a:r>
            <a:endParaRPr b="1" lang="en-US" sz="1600" spc="-1" strike="noStrike">
              <a:solidFill>
                <a:srgbClr val="000000"/>
              </a:solidFill>
              <a:latin typeface="Arial"/>
            </a:endParaRPr>
          </a:p>
        </p:txBody>
      </p:sp>
      <p:sp>
        <p:nvSpPr>
          <p:cNvPr id="502" name="Rectangle 3"/>
          <p:cNvSpPr/>
          <p:nvPr/>
        </p:nvSpPr>
        <p:spPr>
          <a:xfrm>
            <a:off x="6396120" y="1982880"/>
            <a:ext cx="1985760" cy="396720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503" name="AutoShape 4"/>
          <p:cNvSpPr/>
          <p:nvPr/>
        </p:nvSpPr>
        <p:spPr>
          <a:xfrm>
            <a:off x="517680" y="2066760"/>
            <a:ext cx="6137280" cy="857520"/>
          </a:xfrm>
          <a:custGeom>
            <a:avLst/>
            <a:gdLst>
              <a:gd name="textAreaLeft" fmla="*/ 0 w 6137280"/>
              <a:gd name="textAreaRight" fmla="*/ 6137640 w 6137280"/>
              <a:gd name="textAreaTop" fmla="*/ 0 h 857520"/>
              <a:gd name="textAreaBottom" fmla="*/ 857880 h 857520"/>
            </a:gdLst>
            <a:ahLst/>
            <a:rect l="textAreaLeft" t="textAreaTop" r="textAreaRight" b="textAreaBottom"/>
            <a:pathLst>
              <a:path w="21600" h="21600">
                <a:moveTo>
                  <a:pt x="0" y="0"/>
                </a:moveTo>
                <a:lnTo>
                  <a:pt x="20986" y="0"/>
                </a:lnTo>
                <a:lnTo>
                  <a:pt x="21600" y="10800"/>
                </a:lnTo>
                <a:lnTo>
                  <a:pt x="20986"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504" name="AutoShape 5"/>
          <p:cNvSpPr/>
          <p:nvPr/>
        </p:nvSpPr>
        <p:spPr>
          <a:xfrm>
            <a:off x="517680" y="3024360"/>
            <a:ext cx="6137280" cy="857160"/>
          </a:xfrm>
          <a:custGeom>
            <a:avLst/>
            <a:gdLst>
              <a:gd name="textAreaLeft" fmla="*/ 0 w 6137280"/>
              <a:gd name="textAreaRight" fmla="*/ 6137640 w 6137280"/>
              <a:gd name="textAreaTop" fmla="*/ 0 h 857160"/>
              <a:gd name="textAreaBottom" fmla="*/ 857520 h 857160"/>
            </a:gdLst>
            <a:ahLst/>
            <a:rect l="textAreaLeft" t="textAreaTop" r="textAreaRight" b="textAreaBottom"/>
            <a:pathLst>
              <a:path w="21600" h="21600">
                <a:moveTo>
                  <a:pt x="0" y="0"/>
                </a:moveTo>
                <a:lnTo>
                  <a:pt x="20986" y="0"/>
                </a:lnTo>
                <a:lnTo>
                  <a:pt x="21600" y="10800"/>
                </a:lnTo>
                <a:lnTo>
                  <a:pt x="20986"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505" name="AutoShape 6"/>
          <p:cNvSpPr/>
          <p:nvPr/>
        </p:nvSpPr>
        <p:spPr>
          <a:xfrm>
            <a:off x="517680" y="3983040"/>
            <a:ext cx="6137280" cy="857160"/>
          </a:xfrm>
          <a:custGeom>
            <a:avLst/>
            <a:gdLst>
              <a:gd name="textAreaLeft" fmla="*/ 0 w 6137280"/>
              <a:gd name="textAreaRight" fmla="*/ 6137640 w 6137280"/>
              <a:gd name="textAreaTop" fmla="*/ 0 h 857160"/>
              <a:gd name="textAreaBottom" fmla="*/ 857520 h 857160"/>
            </a:gdLst>
            <a:ahLst/>
            <a:rect l="textAreaLeft" t="textAreaTop" r="textAreaRight" b="textAreaBottom"/>
            <a:pathLst>
              <a:path w="21600" h="21600">
                <a:moveTo>
                  <a:pt x="0" y="0"/>
                </a:moveTo>
                <a:lnTo>
                  <a:pt x="20986" y="0"/>
                </a:lnTo>
                <a:lnTo>
                  <a:pt x="21600" y="10800"/>
                </a:lnTo>
                <a:lnTo>
                  <a:pt x="20986"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506" name="AutoShape 7"/>
          <p:cNvSpPr/>
          <p:nvPr/>
        </p:nvSpPr>
        <p:spPr>
          <a:xfrm>
            <a:off x="517680" y="4941720"/>
            <a:ext cx="6137280" cy="857520"/>
          </a:xfrm>
          <a:custGeom>
            <a:avLst/>
            <a:gdLst>
              <a:gd name="textAreaLeft" fmla="*/ 0 w 6137280"/>
              <a:gd name="textAreaRight" fmla="*/ 6137640 w 6137280"/>
              <a:gd name="textAreaTop" fmla="*/ 0 h 857520"/>
              <a:gd name="textAreaBottom" fmla="*/ 857880 h 857520"/>
            </a:gdLst>
            <a:ahLst/>
            <a:rect l="textAreaLeft" t="textAreaTop" r="textAreaRight" b="textAreaBottom"/>
            <a:pathLst>
              <a:path w="21600" h="21600">
                <a:moveTo>
                  <a:pt x="0" y="0"/>
                </a:moveTo>
                <a:lnTo>
                  <a:pt x="20986" y="0"/>
                </a:lnTo>
                <a:lnTo>
                  <a:pt x="21600" y="10800"/>
                </a:lnTo>
                <a:lnTo>
                  <a:pt x="20986"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0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995C10-63C0-4FE9-BCBE-8DD7D492946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509" name="Group 28"/>
          <p:cNvGrpSpPr/>
          <p:nvPr/>
        </p:nvGrpSpPr>
        <p:grpSpPr>
          <a:xfrm>
            <a:off x="438120" y="1989000"/>
            <a:ext cx="6242040" cy="3703680"/>
            <a:chOff x="438120" y="1989000"/>
            <a:chExt cx="6242040" cy="3703680"/>
          </a:xfrm>
        </p:grpSpPr>
        <p:sp>
          <p:nvSpPr>
            <p:cNvPr id="510" name="Freeform 5"/>
            <p:cNvSpPr/>
            <p:nvPr/>
          </p:nvSpPr>
          <p:spPr>
            <a:xfrm>
              <a:off x="450720" y="3840120"/>
              <a:ext cx="6229440" cy="18525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 name="Freeform 6"/>
            <p:cNvSpPr/>
            <p:nvPr/>
          </p:nvSpPr>
          <p:spPr>
            <a:xfrm>
              <a:off x="465120" y="3840120"/>
              <a:ext cx="5688000" cy="1179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 name="Freeform 7"/>
            <p:cNvSpPr/>
            <p:nvPr/>
          </p:nvSpPr>
          <p:spPr>
            <a:xfrm>
              <a:off x="465120" y="3840120"/>
              <a:ext cx="5108760" cy="584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 name="Freeform 8"/>
            <p:cNvSpPr/>
            <p:nvPr/>
          </p:nvSpPr>
          <p:spPr>
            <a:xfrm>
              <a:off x="438120" y="1989000"/>
              <a:ext cx="6238800" cy="1852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 name="Freeform 9"/>
            <p:cNvSpPr/>
            <p:nvPr/>
          </p:nvSpPr>
          <p:spPr>
            <a:xfrm>
              <a:off x="465120" y="2662200"/>
              <a:ext cx="5675400" cy="1179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 name="Freeform 10"/>
            <p:cNvSpPr/>
            <p:nvPr/>
          </p:nvSpPr>
          <p:spPr>
            <a:xfrm>
              <a:off x="450720" y="3257640"/>
              <a:ext cx="5123160" cy="584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 name="Rectangle 11"/>
            <p:cNvSpPr/>
            <p:nvPr/>
          </p:nvSpPr>
          <p:spPr>
            <a:xfrm>
              <a:off x="519120" y="2255400"/>
              <a:ext cx="4788000" cy="1454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17" name="Rectangle 12"/>
            <p:cNvSpPr/>
            <p:nvPr/>
          </p:nvSpPr>
          <p:spPr>
            <a:xfrm>
              <a:off x="519120" y="2889000"/>
              <a:ext cx="4788000" cy="1454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18" name="Rectangle 13"/>
            <p:cNvSpPr/>
            <p:nvPr/>
          </p:nvSpPr>
          <p:spPr>
            <a:xfrm>
              <a:off x="519120" y="3482640"/>
              <a:ext cx="4788000" cy="1454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19" name="Rectangle 14"/>
            <p:cNvSpPr/>
            <p:nvPr/>
          </p:nvSpPr>
          <p:spPr>
            <a:xfrm>
              <a:off x="519120" y="4055760"/>
              <a:ext cx="4788000" cy="1454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20" name="Rectangle 15"/>
            <p:cNvSpPr/>
            <p:nvPr/>
          </p:nvSpPr>
          <p:spPr>
            <a:xfrm>
              <a:off x="519120" y="4649400"/>
              <a:ext cx="4788000" cy="1454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21" name="Rectangle 16"/>
            <p:cNvSpPr/>
            <p:nvPr/>
          </p:nvSpPr>
          <p:spPr>
            <a:xfrm>
              <a:off x="519120" y="5284440"/>
              <a:ext cx="4788000" cy="1454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5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Text Blocks </a:t>
            </a:r>
            <a:r>
              <a:rPr b="1" lang="de-DE" sz="1600" spc="-1" strike="noStrike">
                <a:solidFill>
                  <a:srgbClr val="000000"/>
                </a:solidFill>
                <a:latin typeface="Arial"/>
                <a:ea typeface="ＭＳ Ｐゴシック"/>
              </a:rPr>
              <a:t>- Arrow leading to</a:t>
            </a:r>
            <a:endParaRPr b="1" lang="en-US" sz="1600" spc="-1" strike="noStrike">
              <a:solidFill>
                <a:srgbClr val="000000"/>
              </a:solidFill>
              <a:latin typeface="Arial"/>
            </a:endParaRPr>
          </a:p>
        </p:txBody>
      </p:sp>
      <p:sp>
        <p:nvSpPr>
          <p:cNvPr id="523" name="Oval 18"/>
          <p:cNvSpPr/>
          <p:nvPr/>
        </p:nvSpPr>
        <p:spPr>
          <a:xfrm>
            <a:off x="6765840" y="3448080"/>
            <a:ext cx="1528920" cy="792000"/>
          </a:xfrm>
          <a:prstGeom prst="ellipse">
            <a:avLst/>
          </a:prstGeom>
          <a:solidFill>
            <a:srgbClr val="8099cc"/>
          </a:solidFill>
          <a:ln w="6480">
            <a:solidFill>
              <a:srgbClr val="8099cc"/>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r>
              <a:rPr b="1" lang="en-GB" sz="1200" spc="-1" strike="noStrike">
                <a:solidFill>
                  <a:srgbClr val="000000"/>
                </a:solidFill>
                <a:latin typeface="Arial"/>
              </a:rPr>
              <a:t>.</a:t>
            </a:r>
            <a:endParaRPr b="1" lang="en-US" sz="1200" spc="-1" strike="noStrike">
              <a:solidFill>
                <a:srgbClr val="000000"/>
              </a:solidFill>
              <a:latin typeface="Arial"/>
            </a:endParaRPr>
          </a:p>
        </p:txBody>
      </p:sp>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2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34CA84-879A-4164-8DFF-F6D9FC56D8A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2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Text Blocks - Four elements</a:t>
            </a:r>
            <a:endParaRPr b="1" lang="en-US" sz="1600" spc="-1" strike="noStrike">
              <a:solidFill>
                <a:srgbClr val="000000"/>
              </a:solidFill>
              <a:latin typeface="Arial"/>
            </a:endParaRPr>
          </a:p>
        </p:txBody>
      </p:sp>
      <p:sp>
        <p:nvSpPr>
          <p:cNvPr id="527" name="Rectangle 3"/>
          <p:cNvSpPr/>
          <p:nvPr/>
        </p:nvSpPr>
        <p:spPr>
          <a:xfrm>
            <a:off x="716040" y="1773360"/>
            <a:ext cx="3800520" cy="20574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528" name="Rectangle 4"/>
          <p:cNvSpPr/>
          <p:nvPr/>
        </p:nvSpPr>
        <p:spPr>
          <a:xfrm>
            <a:off x="716040" y="1758960"/>
            <a:ext cx="3800520" cy="45720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Headline</a:t>
            </a:r>
            <a:endParaRPr b="1" lang="en-US" sz="1100" spc="-1" strike="noStrike">
              <a:solidFill>
                <a:srgbClr val="000000"/>
              </a:solidFill>
              <a:latin typeface="Arial"/>
            </a:endParaRPr>
          </a:p>
        </p:txBody>
      </p:sp>
      <p:sp>
        <p:nvSpPr>
          <p:cNvPr id="529" name="Rectangle 6"/>
          <p:cNvSpPr/>
          <p:nvPr/>
        </p:nvSpPr>
        <p:spPr>
          <a:xfrm>
            <a:off x="4654440" y="1773360"/>
            <a:ext cx="3800520" cy="20574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530" name="Rectangle 9"/>
          <p:cNvSpPr/>
          <p:nvPr/>
        </p:nvSpPr>
        <p:spPr>
          <a:xfrm>
            <a:off x="716040" y="3983040"/>
            <a:ext cx="3800520" cy="20574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531" name="Rectangle 10"/>
          <p:cNvSpPr/>
          <p:nvPr/>
        </p:nvSpPr>
        <p:spPr>
          <a:xfrm>
            <a:off x="716040" y="3983040"/>
            <a:ext cx="3800520" cy="45720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Headline</a:t>
            </a:r>
            <a:endParaRPr b="1" lang="en-US" sz="1100" spc="-1" strike="noStrike">
              <a:solidFill>
                <a:srgbClr val="000000"/>
              </a:solidFill>
              <a:latin typeface="Arial"/>
            </a:endParaRPr>
          </a:p>
        </p:txBody>
      </p:sp>
      <p:sp>
        <p:nvSpPr>
          <p:cNvPr id="532" name="Rectangle 12"/>
          <p:cNvSpPr/>
          <p:nvPr/>
        </p:nvSpPr>
        <p:spPr>
          <a:xfrm>
            <a:off x="4654440" y="3983040"/>
            <a:ext cx="3800520" cy="20574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533" name="Rectangle 13"/>
          <p:cNvSpPr/>
          <p:nvPr/>
        </p:nvSpPr>
        <p:spPr>
          <a:xfrm>
            <a:off x="4654440" y="3983040"/>
            <a:ext cx="3800520" cy="45720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Headline</a:t>
            </a:r>
            <a:endParaRPr b="1" lang="en-US" sz="1100" spc="-1" strike="noStrike">
              <a:solidFill>
                <a:srgbClr val="000000"/>
              </a:solidFill>
              <a:latin typeface="Arial"/>
            </a:endParaRPr>
          </a:p>
        </p:txBody>
      </p:sp>
      <p:sp>
        <p:nvSpPr>
          <p:cNvPr id="534" name="Oval 15"/>
          <p:cNvSpPr/>
          <p:nvPr/>
        </p:nvSpPr>
        <p:spPr>
          <a:xfrm>
            <a:off x="3970440" y="3297240"/>
            <a:ext cx="1220760" cy="121932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 name="Oval 16"/>
          <p:cNvSpPr/>
          <p:nvPr/>
        </p:nvSpPr>
        <p:spPr>
          <a:xfrm>
            <a:off x="4079880" y="3406680"/>
            <a:ext cx="1000080" cy="1001880"/>
          </a:xfrm>
          <a:prstGeom prst="ellipse">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 name="Rectangle 23"/>
          <p:cNvSpPr/>
          <p:nvPr/>
        </p:nvSpPr>
        <p:spPr>
          <a:xfrm>
            <a:off x="4654440" y="1758960"/>
            <a:ext cx="3800520" cy="45720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Headline</a:t>
            </a:r>
            <a:endParaRPr b="1" lang="en-US" sz="1100" spc="-1" strike="noStrike">
              <a:solidFill>
                <a:srgbClr val="000000"/>
              </a:solidFill>
              <a:latin typeface="Arial"/>
            </a:endParaRPr>
          </a:p>
        </p:txBody>
      </p:sp>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3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011726-9EFC-4A61-BF43-67B36700F55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3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Text Blocks </a:t>
            </a:r>
            <a:r>
              <a:rPr b="1" lang="de-DE" sz="1600" spc="-1" strike="noStrike">
                <a:solidFill>
                  <a:srgbClr val="000000"/>
                </a:solidFill>
                <a:latin typeface="Arial"/>
                <a:ea typeface="ＭＳ Ｐゴシック"/>
              </a:rPr>
              <a:t>- M</a:t>
            </a:r>
            <a:r>
              <a:rPr b="1" lang="de-DE" sz="1600" spc="-1" strike="noStrike">
                <a:solidFill>
                  <a:srgbClr val="000000"/>
                </a:solidFill>
                <a:latin typeface="Arial"/>
              </a:rPr>
              <a:t>atrix</a:t>
            </a:r>
            <a:endParaRPr b="1" lang="en-US" sz="1600" spc="-1" strike="noStrike">
              <a:solidFill>
                <a:srgbClr val="000000"/>
              </a:solidFill>
              <a:latin typeface="Arial"/>
            </a:endParaRPr>
          </a:p>
        </p:txBody>
      </p:sp>
      <p:sp>
        <p:nvSpPr>
          <p:cNvPr id="540" name="Rectangle 3"/>
          <p:cNvSpPr/>
          <p:nvPr/>
        </p:nvSpPr>
        <p:spPr>
          <a:xfrm>
            <a:off x="803160" y="249228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41" name="Rectangle 7"/>
          <p:cNvSpPr/>
          <p:nvPr/>
        </p:nvSpPr>
        <p:spPr>
          <a:xfrm>
            <a:off x="2732040" y="1627200"/>
            <a:ext cx="1800360" cy="719280"/>
          </a:xfrm>
          <a:prstGeom prst="rect">
            <a:avLst/>
          </a:prstGeom>
          <a:solidFill>
            <a:srgbClr val="8099cc"/>
          </a:solidFill>
          <a:ln w="936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542" name="Rectangle 8"/>
          <p:cNvSpPr/>
          <p:nvPr/>
        </p:nvSpPr>
        <p:spPr>
          <a:xfrm>
            <a:off x="4660920" y="1627200"/>
            <a:ext cx="1800360" cy="719280"/>
          </a:xfrm>
          <a:prstGeom prst="rect">
            <a:avLst/>
          </a:prstGeom>
          <a:solidFill>
            <a:srgbClr val="8099cc"/>
          </a:solidFill>
          <a:ln w="936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543" name="Rectangle 9"/>
          <p:cNvSpPr/>
          <p:nvPr/>
        </p:nvSpPr>
        <p:spPr>
          <a:xfrm>
            <a:off x="6589800" y="1627200"/>
            <a:ext cx="1800000" cy="719280"/>
          </a:xfrm>
          <a:prstGeom prst="rect">
            <a:avLst/>
          </a:prstGeom>
          <a:solidFill>
            <a:srgbClr val="8099cc"/>
          </a:solidFill>
          <a:ln w="936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544" name="Rectangle 47"/>
          <p:cNvSpPr/>
          <p:nvPr/>
        </p:nvSpPr>
        <p:spPr>
          <a:xfrm>
            <a:off x="2732040" y="249228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45" name="Rectangle 48"/>
          <p:cNvSpPr/>
          <p:nvPr/>
        </p:nvSpPr>
        <p:spPr>
          <a:xfrm>
            <a:off x="4660920" y="249228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46" name="Rectangle 49"/>
          <p:cNvSpPr/>
          <p:nvPr/>
        </p:nvSpPr>
        <p:spPr>
          <a:xfrm>
            <a:off x="6589800" y="2492280"/>
            <a:ext cx="180000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47" name="Rectangle 51"/>
          <p:cNvSpPr/>
          <p:nvPr/>
        </p:nvSpPr>
        <p:spPr>
          <a:xfrm>
            <a:off x="803160" y="342900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48" name="Rectangle 52"/>
          <p:cNvSpPr/>
          <p:nvPr/>
        </p:nvSpPr>
        <p:spPr>
          <a:xfrm>
            <a:off x="803160" y="4365720"/>
            <a:ext cx="1800360" cy="7189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49" name="Rectangle 53"/>
          <p:cNvSpPr/>
          <p:nvPr/>
        </p:nvSpPr>
        <p:spPr>
          <a:xfrm>
            <a:off x="803160" y="530208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0" name="Rectangle 54"/>
          <p:cNvSpPr/>
          <p:nvPr/>
        </p:nvSpPr>
        <p:spPr>
          <a:xfrm>
            <a:off x="2732040" y="342900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1" name="Rectangle 55"/>
          <p:cNvSpPr/>
          <p:nvPr/>
        </p:nvSpPr>
        <p:spPr>
          <a:xfrm>
            <a:off x="2732040" y="4365720"/>
            <a:ext cx="1800360" cy="7189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2" name="Rectangle 56"/>
          <p:cNvSpPr/>
          <p:nvPr/>
        </p:nvSpPr>
        <p:spPr>
          <a:xfrm>
            <a:off x="2732040" y="530208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3" name="Rectangle 57"/>
          <p:cNvSpPr/>
          <p:nvPr/>
        </p:nvSpPr>
        <p:spPr>
          <a:xfrm>
            <a:off x="4660920" y="342900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4" name="Rectangle 58"/>
          <p:cNvSpPr/>
          <p:nvPr/>
        </p:nvSpPr>
        <p:spPr>
          <a:xfrm>
            <a:off x="4660920" y="4365720"/>
            <a:ext cx="1800360" cy="7189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5" name="Rectangle 59"/>
          <p:cNvSpPr/>
          <p:nvPr/>
        </p:nvSpPr>
        <p:spPr>
          <a:xfrm>
            <a:off x="4660920" y="5302080"/>
            <a:ext cx="180036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6" name="Rectangle 60"/>
          <p:cNvSpPr/>
          <p:nvPr/>
        </p:nvSpPr>
        <p:spPr>
          <a:xfrm>
            <a:off x="6589800" y="3429000"/>
            <a:ext cx="180000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7" name="Rectangle 61"/>
          <p:cNvSpPr/>
          <p:nvPr/>
        </p:nvSpPr>
        <p:spPr>
          <a:xfrm>
            <a:off x="6589800" y="4365720"/>
            <a:ext cx="1800000" cy="7189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558" name="Rectangle 62"/>
          <p:cNvSpPr/>
          <p:nvPr/>
        </p:nvSpPr>
        <p:spPr>
          <a:xfrm>
            <a:off x="6589800" y="5302080"/>
            <a:ext cx="1800000" cy="7192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6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69FC6EF-3883-4DC5-8167-C2F84E76A11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6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Text Blocks - Elements Leading To</a:t>
            </a:r>
            <a:endParaRPr b="1" lang="en-US" sz="1600" spc="-1" strike="noStrike">
              <a:solidFill>
                <a:srgbClr val="000000"/>
              </a:solidFill>
              <a:latin typeface="Arial"/>
            </a:endParaRPr>
          </a:p>
        </p:txBody>
      </p:sp>
      <p:sp>
        <p:nvSpPr>
          <p:cNvPr id="562" name="Rectangle 3"/>
          <p:cNvSpPr/>
          <p:nvPr/>
        </p:nvSpPr>
        <p:spPr>
          <a:xfrm>
            <a:off x="784080" y="170028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3" name="Rectangle 4"/>
          <p:cNvSpPr/>
          <p:nvPr/>
        </p:nvSpPr>
        <p:spPr>
          <a:xfrm>
            <a:off x="2313000" y="170028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4" name="Rectangle 5"/>
          <p:cNvSpPr/>
          <p:nvPr/>
        </p:nvSpPr>
        <p:spPr>
          <a:xfrm>
            <a:off x="3832200" y="170028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5" name="Rectangle 6"/>
          <p:cNvSpPr/>
          <p:nvPr/>
        </p:nvSpPr>
        <p:spPr>
          <a:xfrm>
            <a:off x="784080" y="459576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6" name="Rectangle 7"/>
          <p:cNvSpPr/>
          <p:nvPr/>
        </p:nvSpPr>
        <p:spPr>
          <a:xfrm>
            <a:off x="2313000" y="459576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7" name="Rectangle 8"/>
          <p:cNvSpPr/>
          <p:nvPr/>
        </p:nvSpPr>
        <p:spPr>
          <a:xfrm>
            <a:off x="3832200" y="459576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8" name="Rectangle 9"/>
          <p:cNvSpPr/>
          <p:nvPr/>
        </p:nvSpPr>
        <p:spPr>
          <a:xfrm>
            <a:off x="784080" y="314784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69" name="Rectangle 10"/>
          <p:cNvSpPr/>
          <p:nvPr/>
        </p:nvSpPr>
        <p:spPr>
          <a:xfrm>
            <a:off x="2313000" y="314784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70" name="Rectangle 11"/>
          <p:cNvSpPr/>
          <p:nvPr/>
        </p:nvSpPr>
        <p:spPr>
          <a:xfrm>
            <a:off x="3832200" y="3147840"/>
            <a:ext cx="1406520" cy="13716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571" name="AutoShape 12"/>
          <p:cNvSpPr/>
          <p:nvPr/>
        </p:nvSpPr>
        <p:spPr>
          <a:xfrm>
            <a:off x="5445000" y="1700280"/>
            <a:ext cx="336600" cy="4267080"/>
          </a:xfrm>
          <a:custGeom>
            <a:avLst/>
            <a:gdLst>
              <a:gd name="textAreaLeft" fmla="*/ 0 w 336600"/>
              <a:gd name="textAreaRight" fmla="*/ 336960 w 336600"/>
              <a:gd name="textAreaTop" fmla="*/ 0 h 4267080"/>
              <a:gd name="textAreaBottom" fmla="*/ 4267440 h 4267080"/>
            </a:gdLst>
            <a:ahLst/>
            <a:rect l="textAreaLeft" t="textAreaTop" r="textAreaRight" b="textAreaBottom"/>
            <a:pathLst>
              <a:path w="21600" h="21600">
                <a:moveTo>
                  <a:pt x="0" y="0"/>
                </a:moveTo>
                <a:lnTo>
                  <a:pt x="0" y="0"/>
                </a:lnTo>
                <a:lnTo>
                  <a:pt x="21600" y="10800"/>
                </a:lnTo>
                <a:lnTo>
                  <a:pt x="0" y="21600"/>
                </a:lnTo>
                <a:lnTo>
                  <a:pt x="0" y="21600"/>
                </a:lnTo>
                <a:close/>
              </a:path>
            </a:pathLst>
          </a:cu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 name="AutoShape 13"/>
          <p:cNvSpPr/>
          <p:nvPr/>
        </p:nvSpPr>
        <p:spPr>
          <a:xfrm rot="5400000">
            <a:off x="6634800" y="1073880"/>
            <a:ext cx="609480" cy="1861920"/>
          </a:xfrm>
          <a:custGeom>
            <a:avLst/>
            <a:gdLst>
              <a:gd name="textAreaLeft" fmla="*/ 0 w 609480"/>
              <a:gd name="textAreaRight" fmla="*/ 609840 w 609480"/>
              <a:gd name="textAreaTop" fmla="*/ 0 h 1861920"/>
              <a:gd name="textAreaBottom" fmla="*/ 1862280 h 1861920"/>
            </a:gdLst>
            <a:ahLst/>
            <a:rect l="textAreaLeft" t="textAreaTop" r="textAreaRight" b="textAreaBottom"/>
            <a:pathLst>
              <a:path w="21600" h="21600">
                <a:moveTo>
                  <a:pt x="0" y="0"/>
                </a:moveTo>
                <a:lnTo>
                  <a:pt x="14819" y="0"/>
                </a:lnTo>
                <a:lnTo>
                  <a:pt x="21600" y="10800"/>
                </a:lnTo>
                <a:lnTo>
                  <a:pt x="14819" y="21600"/>
                </a:lnTo>
                <a:lnTo>
                  <a:pt x="0" y="21600"/>
                </a:lnTo>
                <a:close/>
              </a:path>
            </a:pathLst>
          </a:custGeom>
          <a:solidFill>
            <a:srgbClr val="8099cc"/>
          </a:solidFill>
          <a:ln w="12600">
            <a:solidFill>
              <a:srgbClr val="8099cc"/>
            </a:solidFill>
            <a:miter/>
          </a:ln>
        </p:spPr>
        <p:style>
          <a:lnRef idx="0"/>
          <a:fillRef idx="0"/>
          <a:effectRef idx="0"/>
          <a:fontRef idx="minor"/>
        </p:style>
        <p:txBody>
          <a:bodyPr tIns="90000" bIns="9000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grpSp>
        <p:nvGrpSpPr>
          <p:cNvPr id="573" name="Group 14"/>
          <p:cNvGrpSpPr/>
          <p:nvPr/>
        </p:nvGrpSpPr>
        <p:grpSpPr>
          <a:xfrm>
            <a:off x="6008760" y="2216160"/>
            <a:ext cx="1861920" cy="3751200"/>
            <a:chOff x="6008760" y="2216160"/>
            <a:chExt cx="1861920" cy="3751200"/>
          </a:xfrm>
        </p:grpSpPr>
        <p:sp>
          <p:nvSpPr>
            <p:cNvPr id="574" name="Freeform 15"/>
            <p:cNvSpPr/>
            <p:nvPr/>
          </p:nvSpPr>
          <p:spPr>
            <a:xfrm>
              <a:off x="6008760" y="2216160"/>
              <a:ext cx="1861920" cy="3751200"/>
            </a:xfrm>
            <a:prstGeom prst="pie">
              <a:avLst/>
            </a:prstGeom>
            <a:solidFill>
              <a:srgbClr val="ffffff"/>
            </a:solidFill>
            <a:ln w="12600">
              <a:solidFill>
                <a:srgbClr val="003399"/>
              </a:solidFill>
              <a:round/>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 name="Text Box 16"/>
            <p:cNvSpPr/>
            <p:nvPr/>
          </p:nvSpPr>
          <p:spPr>
            <a:xfrm>
              <a:off x="6073200" y="2413080"/>
              <a:ext cx="1757880" cy="3516120"/>
            </a:xfrm>
            <a:prstGeom prst="rect">
              <a:avLst/>
            </a:prstGeom>
            <a:solidFill>
              <a:srgbClr val="ffffff"/>
            </a:solidFill>
            <a:ln w="0">
              <a:noFill/>
            </a:ln>
          </p:spPr>
          <p:style>
            <a:lnRef idx="0"/>
            <a:fillRef idx="0"/>
            <a:effectRef idx="0"/>
            <a:fontRef idx="minor"/>
          </p:style>
          <p:txBody>
            <a:bodyPr lIns="90000" rIns="90000" tIns="91440" bIns="9144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7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1A7E5E-E23C-4DD0-BE5B-C12C06F4243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78" name="Rectangle 14"/>
          <p:cNvSpPr/>
          <p:nvPr/>
        </p:nvSpPr>
        <p:spPr>
          <a:xfrm>
            <a:off x="1108080" y="1773360"/>
            <a:ext cx="3184560" cy="191448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579" name="Rectangle 17"/>
          <p:cNvSpPr/>
          <p:nvPr/>
        </p:nvSpPr>
        <p:spPr>
          <a:xfrm>
            <a:off x="4822920" y="1773360"/>
            <a:ext cx="3184560" cy="1914480"/>
          </a:xfrm>
          <a:prstGeom prst="rect">
            <a:avLst/>
          </a:prstGeom>
          <a:solidFill>
            <a:srgbClr val="ffffff"/>
          </a:solidFill>
          <a:ln w="12600">
            <a:solidFill>
              <a:srgbClr val="003399"/>
            </a:solidFill>
            <a:miter/>
          </a:ln>
        </p:spPr>
        <p:style>
          <a:lnRef idx="0"/>
          <a:fillRef idx="0"/>
          <a:effectRef idx="0"/>
          <a:fontRef idx="minor"/>
        </p:style>
        <p:txBody>
          <a:bodyPr lIns="1080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580" name="Rectangle 16"/>
          <p:cNvSpPr/>
          <p:nvPr/>
        </p:nvSpPr>
        <p:spPr>
          <a:xfrm>
            <a:off x="4822920" y="3819600"/>
            <a:ext cx="3184560" cy="1914480"/>
          </a:xfrm>
          <a:prstGeom prst="rect">
            <a:avLst/>
          </a:prstGeom>
          <a:solidFill>
            <a:srgbClr val="ffffff"/>
          </a:solidFill>
          <a:ln w="12600">
            <a:solidFill>
              <a:srgbClr val="003399"/>
            </a:solidFill>
            <a:miter/>
          </a:ln>
        </p:spPr>
        <p:style>
          <a:lnRef idx="0"/>
          <a:fillRef idx="0"/>
          <a:effectRef idx="0"/>
          <a:fontRef idx="minor"/>
        </p:style>
        <p:txBody>
          <a:bodyPr lIns="1440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581" name="Rectangle 15"/>
          <p:cNvSpPr/>
          <p:nvPr/>
        </p:nvSpPr>
        <p:spPr>
          <a:xfrm>
            <a:off x="1108080" y="3819600"/>
            <a:ext cx="3184560" cy="191448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58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Relations - Interrelated</a:t>
            </a:r>
            <a:endParaRPr b="1" lang="en-US" sz="1600" spc="-1" strike="noStrike">
              <a:solidFill>
                <a:srgbClr val="000000"/>
              </a:solidFill>
              <a:latin typeface="Arial"/>
            </a:endParaRPr>
          </a:p>
        </p:txBody>
      </p:sp>
      <p:grpSp>
        <p:nvGrpSpPr>
          <p:cNvPr id="583" name="Group 7"/>
          <p:cNvGrpSpPr/>
          <p:nvPr/>
        </p:nvGrpSpPr>
        <p:grpSpPr>
          <a:xfrm>
            <a:off x="2664000" y="1865160"/>
            <a:ext cx="3809160" cy="3811320"/>
            <a:chOff x="2664000" y="1865160"/>
            <a:chExt cx="3809160" cy="3811320"/>
          </a:xfrm>
        </p:grpSpPr>
        <p:sp>
          <p:nvSpPr>
            <p:cNvPr id="584" name="Freeform 8"/>
            <p:cNvSpPr/>
            <p:nvPr/>
          </p:nvSpPr>
          <p:spPr>
            <a:xfrm>
              <a:off x="2892960" y="1865160"/>
              <a:ext cx="1984320" cy="1690560"/>
            </a:xfrm>
            <a:prstGeom prst="pie">
              <a:avLst/>
            </a:prstGeom>
            <a:solidFill>
              <a:srgbClr val="8099cc"/>
            </a:soli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 name="Freeform 9"/>
            <p:cNvSpPr/>
            <p:nvPr/>
          </p:nvSpPr>
          <p:spPr>
            <a:xfrm>
              <a:off x="4220280" y="3978360"/>
              <a:ext cx="1939320" cy="1698120"/>
            </a:xfrm>
            <a:prstGeom prst="pie">
              <a:avLst/>
            </a:prstGeom>
            <a:solidFill>
              <a:srgbClr val="8099cc"/>
            </a:soli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 name="Freeform 10"/>
            <p:cNvSpPr/>
            <p:nvPr/>
          </p:nvSpPr>
          <p:spPr>
            <a:xfrm>
              <a:off x="2664000" y="3360240"/>
              <a:ext cx="1746000" cy="2019600"/>
            </a:xfrm>
            <a:prstGeom prst="pie">
              <a:avLst/>
            </a:prstGeom>
            <a:solidFill>
              <a:srgbClr val="8099cc"/>
            </a:soli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 name="Freeform 11"/>
            <p:cNvSpPr/>
            <p:nvPr/>
          </p:nvSpPr>
          <p:spPr>
            <a:xfrm>
              <a:off x="4702680" y="2131560"/>
              <a:ext cx="1770480" cy="2000880"/>
            </a:xfrm>
            <a:prstGeom prst="pie">
              <a:avLst/>
            </a:prstGeom>
            <a:solidFill>
              <a:srgbClr val="8099cc"/>
            </a:soli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8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75E1AF5-6145-4275-9EF3-1579089DC39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90" name="Rectangle 21"/>
          <p:cNvSpPr/>
          <p:nvPr/>
        </p:nvSpPr>
        <p:spPr>
          <a:xfrm>
            <a:off x="4452840" y="4724280"/>
            <a:ext cx="3775320" cy="64800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591" name="Rectangle 20"/>
          <p:cNvSpPr/>
          <p:nvPr/>
        </p:nvSpPr>
        <p:spPr>
          <a:xfrm>
            <a:off x="3084480" y="3740040"/>
            <a:ext cx="3774960" cy="64764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592" name="Rectangle 19"/>
          <p:cNvSpPr/>
          <p:nvPr/>
        </p:nvSpPr>
        <p:spPr>
          <a:xfrm>
            <a:off x="1716120" y="2755800"/>
            <a:ext cx="3774960" cy="64764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593" name="Rectangle 18"/>
          <p:cNvSpPr/>
          <p:nvPr/>
        </p:nvSpPr>
        <p:spPr>
          <a:xfrm>
            <a:off x="932040" y="1773360"/>
            <a:ext cx="3774960" cy="64764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p:txBody>
      </p:sp>
      <p:sp>
        <p:nvSpPr>
          <p:cNvPr id="59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Relations - Sequence</a:t>
            </a:r>
            <a:endParaRPr b="1" lang="en-US" sz="1600" spc="-1" strike="noStrike">
              <a:solidFill>
                <a:srgbClr val="000000"/>
              </a:solidFill>
              <a:latin typeface="Arial"/>
            </a:endParaRPr>
          </a:p>
        </p:txBody>
      </p:sp>
      <p:grpSp>
        <p:nvGrpSpPr>
          <p:cNvPr id="595" name="Group 7"/>
          <p:cNvGrpSpPr/>
          <p:nvPr/>
        </p:nvGrpSpPr>
        <p:grpSpPr>
          <a:xfrm>
            <a:off x="1182600" y="2565360"/>
            <a:ext cx="398520" cy="576000"/>
            <a:chOff x="1182600" y="2565360"/>
            <a:chExt cx="398520" cy="576000"/>
          </a:xfrm>
        </p:grpSpPr>
        <p:sp>
          <p:nvSpPr>
            <p:cNvPr id="596" name="Line 8"/>
            <p:cNvSpPr/>
            <p:nvPr/>
          </p:nvSpPr>
          <p:spPr>
            <a:xfrm>
              <a:off x="1182600" y="2565360"/>
              <a:ext cx="0" cy="5760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 name="Line 9"/>
            <p:cNvSpPr/>
            <p:nvPr/>
          </p:nvSpPr>
          <p:spPr>
            <a:xfrm>
              <a:off x="1182600" y="3141360"/>
              <a:ext cx="398520" cy="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598" name="Group 10"/>
          <p:cNvGrpSpPr/>
          <p:nvPr/>
        </p:nvGrpSpPr>
        <p:grpSpPr>
          <a:xfrm>
            <a:off x="2543040" y="3537000"/>
            <a:ext cx="400320" cy="576000"/>
            <a:chOff x="2543040" y="3537000"/>
            <a:chExt cx="400320" cy="576000"/>
          </a:xfrm>
        </p:grpSpPr>
        <p:sp>
          <p:nvSpPr>
            <p:cNvPr id="599" name="Line 11"/>
            <p:cNvSpPr/>
            <p:nvPr/>
          </p:nvSpPr>
          <p:spPr>
            <a:xfrm>
              <a:off x="2543040" y="3537000"/>
              <a:ext cx="0" cy="5760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 name="Line 12"/>
            <p:cNvSpPr/>
            <p:nvPr/>
          </p:nvSpPr>
          <p:spPr>
            <a:xfrm>
              <a:off x="2543040" y="4113000"/>
              <a:ext cx="400320" cy="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01" name="Group 13"/>
          <p:cNvGrpSpPr/>
          <p:nvPr/>
        </p:nvGrpSpPr>
        <p:grpSpPr>
          <a:xfrm>
            <a:off x="3906720" y="4508640"/>
            <a:ext cx="398520" cy="576000"/>
            <a:chOff x="3906720" y="4508640"/>
            <a:chExt cx="398520" cy="576000"/>
          </a:xfrm>
        </p:grpSpPr>
        <p:sp>
          <p:nvSpPr>
            <p:cNvPr id="602" name="Line 14"/>
            <p:cNvSpPr/>
            <p:nvPr/>
          </p:nvSpPr>
          <p:spPr>
            <a:xfrm>
              <a:off x="3906720" y="4508640"/>
              <a:ext cx="0" cy="5760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3" name="Line 15"/>
            <p:cNvSpPr/>
            <p:nvPr/>
          </p:nvSpPr>
          <p:spPr>
            <a:xfrm>
              <a:off x="3906720" y="5084640"/>
              <a:ext cx="398520" cy="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0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3F6F12-80B1-4EE6-9A4A-87B1A97601E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06" name="Arc 2"/>
          <p:cNvSpPr/>
          <p:nvPr/>
        </p:nvSpPr>
        <p:spPr>
          <a:xfrm>
            <a:off x="1938240" y="2408400"/>
            <a:ext cx="5292720" cy="2224080"/>
          </a:xfrm>
          <a:prstGeom prst="pie">
            <a:avLst/>
          </a:prstGeom>
          <a:noFill/>
          <a:ln w="12600">
            <a:solidFill>
              <a:srgbClr val="8099cc"/>
            </a:solidFill>
            <a:round/>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60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Relations </a:t>
            </a:r>
            <a:r>
              <a:rPr b="1" lang="nl-NL" sz="1600" spc="-1" strike="noStrike">
                <a:solidFill>
                  <a:srgbClr val="000000"/>
                </a:solidFill>
                <a:latin typeface="Arial"/>
                <a:ea typeface="ＭＳ Ｐゴシック"/>
              </a:rPr>
              <a:t>- Enveloping elements</a:t>
            </a:r>
            <a:endParaRPr b="1" lang="en-US" sz="1600" spc="-1" strike="noStrike">
              <a:solidFill>
                <a:srgbClr val="000000"/>
              </a:solidFill>
              <a:latin typeface="Arial"/>
            </a:endParaRPr>
          </a:p>
        </p:txBody>
      </p:sp>
      <p:sp>
        <p:nvSpPr>
          <p:cNvPr id="608" name="AutoShape 4"/>
          <p:cNvSpPr/>
          <p:nvPr/>
        </p:nvSpPr>
        <p:spPr>
          <a:xfrm flipV="1">
            <a:off x="3344760" y="4411800"/>
            <a:ext cx="2473560" cy="24120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lIns="90000" rIns="90000" tIns="-10800" bIns="-1080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 name="Oval 5"/>
          <p:cNvSpPr/>
          <p:nvPr/>
        </p:nvSpPr>
        <p:spPr>
          <a:xfrm>
            <a:off x="701640" y="3629160"/>
            <a:ext cx="1738440" cy="8762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10" name="Oval 6"/>
          <p:cNvSpPr/>
          <p:nvPr/>
        </p:nvSpPr>
        <p:spPr>
          <a:xfrm>
            <a:off x="1455840" y="2633760"/>
            <a:ext cx="1738080" cy="8762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11" name="Oval 8"/>
          <p:cNvSpPr/>
          <p:nvPr/>
        </p:nvSpPr>
        <p:spPr>
          <a:xfrm>
            <a:off x="2705040" y="1844640"/>
            <a:ext cx="1736640" cy="8762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12" name="Oval 10"/>
          <p:cNvSpPr/>
          <p:nvPr/>
        </p:nvSpPr>
        <p:spPr>
          <a:xfrm flipH="1">
            <a:off x="6577920" y="3629160"/>
            <a:ext cx="1738440" cy="8762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13" name="Oval 12"/>
          <p:cNvSpPr/>
          <p:nvPr/>
        </p:nvSpPr>
        <p:spPr>
          <a:xfrm flipH="1">
            <a:off x="5977080" y="2633760"/>
            <a:ext cx="1738080" cy="8762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14" name="Oval 14"/>
          <p:cNvSpPr/>
          <p:nvPr/>
        </p:nvSpPr>
        <p:spPr>
          <a:xfrm flipH="1">
            <a:off x="4726800" y="1844640"/>
            <a:ext cx="1738440" cy="876240"/>
          </a:xfrm>
          <a:prstGeom prst="ellipse">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15" name="Rectangle 16"/>
          <p:cNvSpPr/>
          <p:nvPr/>
        </p:nvSpPr>
        <p:spPr>
          <a:xfrm>
            <a:off x="1501920" y="4610160"/>
            <a:ext cx="888840" cy="358560"/>
          </a:xfrm>
          <a:prstGeom prst="rect">
            <a:avLst/>
          </a:prstGeom>
          <a:no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 name="Rectangle 17"/>
          <p:cNvSpPr/>
          <p:nvPr/>
        </p:nvSpPr>
        <p:spPr>
          <a:xfrm>
            <a:off x="6823080" y="4610160"/>
            <a:ext cx="857160" cy="371520"/>
          </a:xfrm>
          <a:prstGeom prst="rect">
            <a:avLst/>
          </a:prstGeom>
          <a:no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 name="Rectangle 18"/>
          <p:cNvSpPr/>
          <p:nvPr/>
        </p:nvSpPr>
        <p:spPr>
          <a:xfrm>
            <a:off x="954000" y="4795920"/>
            <a:ext cx="7257960" cy="6379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1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E913CB-F47E-4A8A-BA20-206F942CF76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620" name="Group 29"/>
          <p:cNvGrpSpPr/>
          <p:nvPr/>
        </p:nvGrpSpPr>
        <p:grpSpPr>
          <a:xfrm>
            <a:off x="708120" y="1989000"/>
            <a:ext cx="7727400" cy="3619800"/>
            <a:chOff x="708120" y="1989000"/>
            <a:chExt cx="7727400" cy="3619800"/>
          </a:xfrm>
        </p:grpSpPr>
        <p:sp>
          <p:nvSpPr>
            <p:cNvPr id="621" name="Freeform 3"/>
            <p:cNvSpPr/>
            <p:nvPr/>
          </p:nvSpPr>
          <p:spPr>
            <a:xfrm>
              <a:off x="731520" y="2641680"/>
              <a:ext cx="2917440" cy="45864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2" name="Freeform 4"/>
            <p:cNvSpPr/>
            <p:nvPr/>
          </p:nvSpPr>
          <p:spPr>
            <a:xfrm>
              <a:off x="708120" y="3252960"/>
              <a:ext cx="2584080" cy="5490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 name="Freeform 5"/>
            <p:cNvSpPr/>
            <p:nvPr/>
          </p:nvSpPr>
          <p:spPr>
            <a:xfrm>
              <a:off x="708120" y="3816360"/>
              <a:ext cx="2582640" cy="54756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 name="Oval 6"/>
            <p:cNvSpPr/>
            <p:nvPr/>
          </p:nvSpPr>
          <p:spPr>
            <a:xfrm>
              <a:off x="3314520" y="2556000"/>
              <a:ext cx="2511000" cy="2511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Conclusion</a:t>
              </a:r>
              <a:endParaRPr b="1" lang="en-US" sz="1000" spc="-1" strike="noStrike">
                <a:solidFill>
                  <a:srgbClr val="000000"/>
                </a:solidFill>
                <a:latin typeface="Arial"/>
              </a:endParaRPr>
            </a:p>
          </p:txBody>
        </p:sp>
        <p:sp>
          <p:nvSpPr>
            <p:cNvPr id="625" name="Freeform 7"/>
            <p:cNvSpPr/>
            <p:nvPr/>
          </p:nvSpPr>
          <p:spPr>
            <a:xfrm>
              <a:off x="708120" y="1989000"/>
              <a:ext cx="3857400" cy="59076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 name="Freeform 8"/>
            <p:cNvSpPr/>
            <p:nvPr/>
          </p:nvSpPr>
          <p:spPr>
            <a:xfrm>
              <a:off x="708120" y="5049720"/>
              <a:ext cx="3857400" cy="55908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 name="Freeform 9"/>
            <p:cNvSpPr/>
            <p:nvPr/>
          </p:nvSpPr>
          <p:spPr>
            <a:xfrm>
              <a:off x="708120" y="4592520"/>
              <a:ext cx="2862000" cy="3636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 name="Freeform 10"/>
            <p:cNvSpPr/>
            <p:nvPr/>
          </p:nvSpPr>
          <p:spPr>
            <a:xfrm>
              <a:off x="4574880" y="1989000"/>
              <a:ext cx="3820680" cy="59688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 name="Freeform 11"/>
            <p:cNvSpPr/>
            <p:nvPr/>
          </p:nvSpPr>
          <p:spPr>
            <a:xfrm>
              <a:off x="5492520" y="2641680"/>
              <a:ext cx="2862000" cy="33804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 name="Freeform 12"/>
            <p:cNvSpPr/>
            <p:nvPr/>
          </p:nvSpPr>
          <p:spPr>
            <a:xfrm>
              <a:off x="4579560" y="5032440"/>
              <a:ext cx="3821040" cy="55872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 name="Freeform 13"/>
            <p:cNvSpPr/>
            <p:nvPr/>
          </p:nvSpPr>
          <p:spPr>
            <a:xfrm>
              <a:off x="5538600" y="4622760"/>
              <a:ext cx="2856960" cy="33336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 name="Freeform 14"/>
            <p:cNvSpPr/>
            <p:nvPr/>
          </p:nvSpPr>
          <p:spPr>
            <a:xfrm>
              <a:off x="5835240" y="3252960"/>
              <a:ext cx="2589120" cy="5490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 name="Freeform 15"/>
            <p:cNvSpPr/>
            <p:nvPr/>
          </p:nvSpPr>
          <p:spPr>
            <a:xfrm>
              <a:off x="5835240" y="3813120"/>
              <a:ext cx="2600280" cy="5508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 name="Rectangle 16"/>
            <p:cNvSpPr/>
            <p:nvPr/>
          </p:nvSpPr>
          <p:spPr>
            <a:xfrm>
              <a:off x="745920" y="2155680"/>
              <a:ext cx="2966760" cy="304920"/>
            </a:xfrm>
            <a:prstGeom prst="rect">
              <a:avLst/>
            </a:prstGeom>
            <a:noFill/>
            <a:ln w="0">
              <a:noFill/>
            </a:ln>
          </p:spPr>
          <p:style>
            <a:lnRef idx="0"/>
            <a:fillRef idx="0"/>
            <a:effectRef idx="0"/>
            <a:fontRef idx="minor"/>
          </p:style>
          <p:txBody>
            <a:bodyPr lIns="0" rIns="0" tIns="0" bIns="0" anchor="t">
              <a:no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35" name="Rectangle 17"/>
            <p:cNvSpPr/>
            <p:nvPr/>
          </p:nvSpPr>
          <p:spPr>
            <a:xfrm>
              <a:off x="6141960" y="2122560"/>
              <a:ext cx="2237760" cy="304560"/>
            </a:xfrm>
            <a:prstGeom prst="rect">
              <a:avLst/>
            </a:prstGeom>
            <a:noFill/>
            <a:ln w="0">
              <a:noFill/>
            </a:ln>
          </p:spPr>
          <p:style>
            <a:lnRef idx="0"/>
            <a:fillRef idx="0"/>
            <a:effectRef idx="0"/>
            <a:fontRef idx="minor"/>
          </p:style>
          <p:txBody>
            <a:bodyPr lIns="0" rIns="0" tIns="0" bIns="0" anchor="t">
              <a:no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36" name="Rectangle 18"/>
            <p:cNvSpPr/>
            <p:nvPr/>
          </p:nvSpPr>
          <p:spPr>
            <a:xfrm>
              <a:off x="745920" y="2778120"/>
              <a:ext cx="2428560" cy="145440"/>
            </a:xfrm>
            <a:prstGeom prst="rect">
              <a:avLst/>
            </a:prstGeom>
            <a:noFill/>
            <a:ln w="0">
              <a:noFill/>
            </a:ln>
          </p:spPr>
          <p:style>
            <a:lnRef idx="0"/>
            <a:fillRef idx="0"/>
            <a:effectRef idx="0"/>
            <a:fontRef idx="minor"/>
          </p:style>
          <p:txBody>
            <a:bodyPr lIns="0" rIns="0" tIns="0" bIns="0" anchor="t">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37" name="Rectangle 19"/>
            <p:cNvSpPr/>
            <p:nvPr/>
          </p:nvSpPr>
          <p:spPr>
            <a:xfrm>
              <a:off x="6141960" y="2773440"/>
              <a:ext cx="2228400" cy="304560"/>
            </a:xfrm>
            <a:prstGeom prst="rect">
              <a:avLst/>
            </a:prstGeom>
            <a:noFill/>
            <a:ln w="0">
              <a:noFill/>
            </a:ln>
          </p:spPr>
          <p:style>
            <a:lnRef idx="0"/>
            <a:fillRef idx="0"/>
            <a:effectRef idx="0"/>
            <a:fontRef idx="minor"/>
          </p:style>
          <p:txBody>
            <a:bodyPr lIns="0" rIns="0" tIns="0" bIns="0" anchor="t">
              <a:no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38" name="Rectangle 20"/>
            <p:cNvSpPr/>
            <p:nvPr/>
          </p:nvSpPr>
          <p:spPr>
            <a:xfrm>
              <a:off x="745920" y="3702240"/>
              <a:ext cx="22330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39" name="Rectangle 21"/>
            <p:cNvSpPr/>
            <p:nvPr/>
          </p:nvSpPr>
          <p:spPr>
            <a:xfrm>
              <a:off x="6141960" y="3618000"/>
              <a:ext cx="2234520" cy="304560"/>
            </a:xfrm>
            <a:prstGeom prst="rect">
              <a:avLst/>
            </a:prstGeom>
            <a:noFill/>
            <a:ln w="0">
              <a:noFill/>
            </a:ln>
          </p:spPr>
          <p:style>
            <a:lnRef idx="0"/>
            <a:fillRef idx="0"/>
            <a:effectRef idx="0"/>
            <a:fontRef idx="minor"/>
          </p:style>
          <p:txBody>
            <a:bodyPr lIns="0" rIns="0" tIns="0" bIns="0" anchor="ctr">
              <a:no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40" name="Rectangle 22"/>
            <p:cNvSpPr/>
            <p:nvPr/>
          </p:nvSpPr>
          <p:spPr>
            <a:xfrm>
              <a:off x="745920" y="4492800"/>
              <a:ext cx="2434680" cy="306360"/>
            </a:xfrm>
            <a:prstGeom prst="rect">
              <a:avLst/>
            </a:prstGeom>
            <a:noFill/>
            <a:ln w="0">
              <a:noFill/>
            </a:ln>
          </p:spPr>
          <p:style>
            <a:lnRef idx="0"/>
            <a:fillRef idx="0"/>
            <a:effectRef idx="0"/>
            <a:fontRef idx="minor"/>
          </p:style>
          <p:txBody>
            <a:bodyPr lIns="0" rIns="0" tIns="0" bIns="0" anchor="t">
              <a:no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41" name="Rectangle 23"/>
            <p:cNvSpPr/>
            <p:nvPr/>
          </p:nvSpPr>
          <p:spPr>
            <a:xfrm>
              <a:off x="6141960" y="4475160"/>
              <a:ext cx="2234520" cy="304920"/>
            </a:xfrm>
            <a:prstGeom prst="rect">
              <a:avLst/>
            </a:prstGeom>
            <a:noFill/>
            <a:ln w="0">
              <a:noFill/>
            </a:ln>
          </p:spPr>
          <p:style>
            <a:lnRef idx="0"/>
            <a:fillRef idx="0"/>
            <a:effectRef idx="0"/>
            <a:fontRef idx="minor"/>
          </p:style>
          <p:txBody>
            <a:bodyPr lIns="0" rIns="0" tIns="0" bIns="0" anchor="t">
              <a:no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42" name="Rectangle 24"/>
            <p:cNvSpPr/>
            <p:nvPr/>
          </p:nvSpPr>
          <p:spPr>
            <a:xfrm>
              <a:off x="745920" y="5106960"/>
              <a:ext cx="2953800" cy="145440"/>
            </a:xfrm>
            <a:prstGeom prst="rect">
              <a:avLst/>
            </a:prstGeom>
            <a:noFill/>
            <a:ln w="0">
              <a:noFill/>
            </a:ln>
          </p:spPr>
          <p:style>
            <a:lnRef idx="0"/>
            <a:fillRef idx="0"/>
            <a:effectRef idx="0"/>
            <a:fontRef idx="minor"/>
          </p:style>
          <p:txBody>
            <a:bodyPr lIns="0" rIns="0" tIns="0" bIns="0" anchor="t">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43" name="Rectangle 25"/>
            <p:cNvSpPr/>
            <p:nvPr/>
          </p:nvSpPr>
          <p:spPr>
            <a:xfrm>
              <a:off x="6141960" y="5110200"/>
              <a:ext cx="2234520" cy="145440"/>
            </a:xfrm>
            <a:prstGeom prst="rect">
              <a:avLst/>
            </a:prstGeom>
            <a:noFill/>
            <a:ln w="0">
              <a:noFill/>
            </a:ln>
          </p:spPr>
          <p:style>
            <a:lnRef idx="0"/>
            <a:fillRef idx="0"/>
            <a:effectRef idx="0"/>
            <a:fontRef idx="minor"/>
          </p:style>
          <p:txBody>
            <a:bodyPr lIns="0" rIns="0" tIns="0" bIns="0" anchor="t">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64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Relations - Leading to</a:t>
            </a:r>
            <a:endParaRPr b="1" lang="en-US" sz="1600" spc="-1" strike="noStrike">
              <a:solidFill>
                <a:srgbClr val="000000"/>
              </a:solidFill>
              <a:latin typeface="Arial"/>
            </a:endParaRPr>
          </a:p>
        </p:txBody>
      </p:sp>
    </p:spTree>
  </p:cSld>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4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14742C7-2A59-457C-9479-5D2EB7521B2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47" name="Freeform 2"/>
          <p:cNvSpPr/>
          <p:nvPr/>
        </p:nvSpPr>
        <p:spPr>
          <a:xfrm>
            <a:off x="1265400" y="1916280"/>
            <a:ext cx="3838320" cy="39114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8" name="Freeform 3"/>
          <p:cNvSpPr/>
          <p:nvPr/>
        </p:nvSpPr>
        <p:spPr>
          <a:xfrm>
            <a:off x="4037040" y="1916280"/>
            <a:ext cx="3840120" cy="3911400"/>
          </a:xfrm>
          <a:prstGeom prst="pie">
            <a:avLst/>
          </a:prstGeom>
          <a:solidFill>
            <a:srgbClr val="8099cc"/>
          </a:soli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9" name="Rectangle 4"/>
          <p:cNvSpPr/>
          <p:nvPr/>
        </p:nvSpPr>
        <p:spPr>
          <a:xfrm>
            <a:off x="1455840" y="2084400"/>
            <a:ext cx="2489040" cy="432720"/>
          </a:xfrm>
          <a:prstGeom prst="rect">
            <a:avLst/>
          </a:prstGeom>
          <a:noFill/>
          <a:ln w="0">
            <a:noFill/>
          </a:ln>
        </p:spPr>
        <p:style>
          <a:lnRef idx="0"/>
          <a:fillRef idx="0"/>
          <a:effectRef idx="0"/>
          <a:fontRef idx="minor"/>
        </p:style>
        <p:txBody>
          <a:bodyPr lIns="0" rIns="0" tIns="0" bIns="0" anchor="t">
            <a:spAutoFit/>
          </a:bodyPr>
          <a:p>
            <a:pPr marL="177840" indent="-177840">
              <a:lnSpc>
                <a:spcPct val="100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a:p>
            <a:pPr marL="177840" indent="-177840">
              <a:lnSpc>
                <a:spcPct val="100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5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Relations - Interaction</a:t>
            </a:r>
            <a:endParaRPr b="1" lang="en-US" sz="1600" spc="-1" strike="noStrike">
              <a:solidFill>
                <a:srgbClr val="000000"/>
              </a:solidFill>
              <a:latin typeface="Arial"/>
            </a:endParaRPr>
          </a:p>
        </p:txBody>
      </p:sp>
      <p:sp>
        <p:nvSpPr>
          <p:cNvPr id="651" name="Rectangle 6"/>
          <p:cNvSpPr/>
          <p:nvPr/>
        </p:nvSpPr>
        <p:spPr>
          <a:xfrm>
            <a:off x="5121360" y="2084400"/>
            <a:ext cx="2489040" cy="432720"/>
          </a:xfrm>
          <a:prstGeom prst="rect">
            <a:avLst/>
          </a:prstGeom>
          <a:noFill/>
          <a:ln w="0">
            <a:noFill/>
          </a:ln>
        </p:spPr>
        <p:style>
          <a:lnRef idx="0"/>
          <a:fillRef idx="0"/>
          <a:effectRef idx="0"/>
          <a:fontRef idx="minor"/>
        </p:style>
        <p:txBody>
          <a:bodyPr lIns="0" rIns="0" tIns="0" bIns="0" anchor="t">
            <a:spAutoFit/>
          </a:bodyPr>
          <a:p>
            <a:pPr marL="177840" indent="-177840">
              <a:lnSpc>
                <a:spcPct val="100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a:p>
            <a:pPr marL="177840" indent="-177840">
              <a:lnSpc>
                <a:spcPct val="100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Tree>
  </p:cSld>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5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C30BF0-A5B9-4DC0-A226-14E61B777C1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5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Relations - Coupled vertical</a:t>
            </a:r>
            <a:endParaRPr b="1" lang="en-US" sz="1600" spc="-1" strike="noStrike">
              <a:solidFill>
                <a:srgbClr val="000000"/>
              </a:solidFill>
              <a:latin typeface="Arial"/>
            </a:endParaRPr>
          </a:p>
        </p:txBody>
      </p:sp>
      <p:sp>
        <p:nvSpPr>
          <p:cNvPr id="655" name="Freeform 3"/>
          <p:cNvSpPr/>
          <p:nvPr/>
        </p:nvSpPr>
        <p:spPr>
          <a:xfrm>
            <a:off x="2365200" y="1898640"/>
            <a:ext cx="4394520" cy="32688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 name="Freeform 4"/>
          <p:cNvSpPr/>
          <p:nvPr/>
        </p:nvSpPr>
        <p:spPr>
          <a:xfrm>
            <a:off x="2365200" y="2595600"/>
            <a:ext cx="4394520" cy="3254400"/>
          </a:xfrm>
          <a:prstGeom prst="pie">
            <a:avLst/>
          </a:prstGeom>
          <a:solidFill>
            <a:srgbClr val="8099cc"/>
          </a:soli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7" name="Rectangle 5"/>
          <p:cNvSpPr/>
          <p:nvPr/>
        </p:nvSpPr>
        <p:spPr>
          <a:xfrm>
            <a:off x="2460600" y="2014560"/>
            <a:ext cx="4195800" cy="145440"/>
          </a:xfrm>
          <a:prstGeom prst="rect">
            <a:avLst/>
          </a:prstGeom>
          <a:noFill/>
          <a:ln w="0">
            <a:noFill/>
          </a:ln>
        </p:spPr>
        <p:style>
          <a:lnRef idx="0"/>
          <a:fillRef idx="0"/>
          <a:effectRef idx="0"/>
          <a:fontRef idx="minor"/>
        </p:style>
        <p:txBody>
          <a:bodyPr lIns="0" rIns="0" tIns="0" bIns="0" anchor="t">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658" name="Rectangle 6"/>
          <p:cNvSpPr/>
          <p:nvPr/>
        </p:nvSpPr>
        <p:spPr>
          <a:xfrm>
            <a:off x="2475000" y="5595120"/>
            <a:ext cx="4195800" cy="145440"/>
          </a:xfrm>
          <a:prstGeom prst="rect">
            <a:avLst/>
          </a:prstGeom>
          <a:noFill/>
          <a:ln w="0">
            <a:noFill/>
          </a:ln>
        </p:spPr>
        <p:style>
          <a:lnRef idx="0"/>
          <a:fillRef idx="0"/>
          <a:effectRef idx="0"/>
          <a:fontRef idx="minor"/>
        </p:style>
        <p:txBody>
          <a:bodyPr lIns="0" rIns="0" tIns="0" bIns="0" anchor="b">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6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D57224-A066-4BF8-9B6A-0382A495B98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6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Relations - </a:t>
            </a:r>
            <a:r>
              <a:rPr b="1" lang="en-GB" sz="1600" spc="-1" strike="noStrike">
                <a:solidFill>
                  <a:srgbClr val="000000"/>
                </a:solidFill>
                <a:latin typeface="Arial"/>
                <a:ea typeface="ＭＳ Ｐゴシック"/>
              </a:rPr>
              <a:t>Working together</a:t>
            </a:r>
            <a:endParaRPr b="1" lang="en-US" sz="1600" spc="-1" strike="noStrike">
              <a:solidFill>
                <a:srgbClr val="000000"/>
              </a:solidFill>
              <a:latin typeface="Arial"/>
            </a:endParaRPr>
          </a:p>
        </p:txBody>
      </p:sp>
      <p:grpSp>
        <p:nvGrpSpPr>
          <p:cNvPr id="662" name="Group 11"/>
          <p:cNvGrpSpPr/>
          <p:nvPr/>
        </p:nvGrpSpPr>
        <p:grpSpPr>
          <a:xfrm>
            <a:off x="1514520" y="1749600"/>
            <a:ext cx="6100560" cy="3840120"/>
            <a:chOff x="1514520" y="1749600"/>
            <a:chExt cx="6100560" cy="3840120"/>
          </a:xfrm>
        </p:grpSpPr>
        <p:sp>
          <p:nvSpPr>
            <p:cNvPr id="663" name="Rectangle 3"/>
            <p:cNvSpPr/>
            <p:nvPr/>
          </p:nvSpPr>
          <p:spPr>
            <a:xfrm>
              <a:off x="1514520" y="3519360"/>
              <a:ext cx="6099120" cy="2070360"/>
            </a:xfrm>
            <a:prstGeom prst="rect">
              <a:avLst/>
            </a:prstGeom>
            <a:solidFill>
              <a:srgbClr val="8099cc"/>
            </a:solidFill>
            <a:ln w="12600">
              <a:solidFill>
                <a:srgbClr val="8099cc"/>
              </a:solidFill>
              <a:miter/>
            </a:ln>
          </p:spPr>
          <p:style>
            <a:lnRef idx="0"/>
            <a:fillRef idx="0"/>
            <a:effectRef idx="0"/>
            <a:fontRef idx="minor"/>
          </p:style>
          <p:txBody>
            <a:bodyPr lIns="90000" rIns="90000" tIns="360000" bIns="91440" anchor="t">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664" name="AutoShape 4"/>
            <p:cNvSpPr/>
            <p:nvPr/>
          </p:nvSpPr>
          <p:spPr>
            <a:xfrm rot="5400000">
              <a:off x="3529800" y="-265680"/>
              <a:ext cx="2070000" cy="6100560"/>
            </a:xfrm>
            <a:prstGeom prst="rightArrowCallout">
              <a:avLst>
                <a:gd name="adj1" fmla="val 38889"/>
                <a:gd name="adj2" fmla="val 32869"/>
                <a:gd name="adj3" fmla="val 9009"/>
                <a:gd name="adj4" fmla="val 85060"/>
              </a:avLst>
            </a:prstGeom>
            <a:solidFill>
              <a:srgbClr val="ffffff"/>
            </a:solidFill>
            <a:ln w="12600">
              <a:solidFill>
                <a:srgbClr val="003399"/>
              </a:solidFill>
              <a:miter/>
            </a:ln>
          </p:spPr>
          <p:style>
            <a:lnRef idx="0"/>
            <a:fillRef idx="0"/>
            <a:effectRef idx="0"/>
            <a:fontRef idx="minor"/>
          </p:style>
          <p:txBody>
            <a:bodyPr rIns="180000" tIns="90000" bIns="90000" anchor="t" anchorCtr="1" vert="eaVert" rot="10800000">
              <a:no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a:t>
              </a:r>
              <a:endParaRPr b="1" lang="en-US" sz="1200" spc="-1" strike="noStrike">
                <a:solidFill>
                  <a:srgbClr val="000000"/>
                </a:solidFill>
                <a:latin typeface="Arial"/>
              </a:endParaRPr>
            </a:p>
          </p:txBody>
        </p:sp>
        <p:sp>
          <p:nvSpPr>
            <p:cNvPr id="665" name="AutoShape 5"/>
            <p:cNvSpPr/>
            <p:nvPr/>
          </p:nvSpPr>
          <p:spPr>
            <a:xfrm flipH="1" rot="5404200">
              <a:off x="4394160" y="2652480"/>
              <a:ext cx="338400" cy="1366920"/>
            </a:xfrm>
            <a:prstGeom prst="rightArrow">
              <a:avLst>
                <a:gd name="adj1" fmla="val 59167"/>
                <a:gd name="adj2" fmla="val 69921"/>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6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7FC8DE6-BA37-4FFD-B14F-40CE8049DD8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6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Relations </a:t>
            </a:r>
            <a:r>
              <a:rPr b="1" lang="nl-NL" sz="1600" spc="-1" strike="noStrike">
                <a:solidFill>
                  <a:srgbClr val="000000"/>
                </a:solidFill>
                <a:latin typeface="Arial"/>
                <a:ea typeface="ＭＳ Ｐゴシック"/>
              </a:rPr>
              <a:t>- Interrelations</a:t>
            </a:r>
            <a:endParaRPr b="1" lang="en-US" sz="1600" spc="-1" strike="noStrike">
              <a:solidFill>
                <a:srgbClr val="000000"/>
              </a:solidFill>
              <a:latin typeface="Arial"/>
            </a:endParaRPr>
          </a:p>
        </p:txBody>
      </p:sp>
      <p:sp>
        <p:nvSpPr>
          <p:cNvPr id="669" name="Oval 3"/>
          <p:cNvSpPr/>
          <p:nvPr/>
        </p:nvSpPr>
        <p:spPr>
          <a:xfrm>
            <a:off x="3673440" y="2763720"/>
            <a:ext cx="1781280" cy="178128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a:t>
            </a:r>
            <a:endParaRPr b="1" lang="en-US" sz="1000" spc="-1" strike="noStrike">
              <a:solidFill>
                <a:srgbClr val="000000"/>
              </a:solidFill>
              <a:latin typeface="Arial"/>
            </a:endParaRPr>
          </a:p>
        </p:txBody>
      </p:sp>
      <p:sp>
        <p:nvSpPr>
          <p:cNvPr id="670" name="AutoShape 4"/>
          <p:cNvSpPr/>
          <p:nvPr/>
        </p:nvSpPr>
        <p:spPr>
          <a:xfrm>
            <a:off x="631800" y="2460600"/>
            <a:ext cx="3319560" cy="2360520"/>
          </a:xfrm>
          <a:custGeom>
            <a:avLst/>
            <a:gdLst>
              <a:gd name="textAreaLeft" fmla="*/ 0 w 3319560"/>
              <a:gd name="textAreaRight" fmla="*/ 3319920 w 3319560"/>
              <a:gd name="textAreaTop" fmla="*/ 0 h 2360520"/>
              <a:gd name="textAreaBottom" fmla="*/ 2360880 h 2360520"/>
            </a:gdLst>
            <a:ahLst/>
            <a:rect l="textAreaLeft" t="textAreaTop" r="textAreaRight" b="textAreaBottom"/>
            <a:pathLst>
              <a:path w="21600" h="21600">
                <a:moveTo>
                  <a:pt x="0" y="0"/>
                </a:moveTo>
                <a:lnTo>
                  <a:pt x="19853" y="0"/>
                </a:lnTo>
                <a:lnTo>
                  <a:pt x="21600" y="10800"/>
                </a:lnTo>
                <a:lnTo>
                  <a:pt x="19853"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671" name="AutoShape 5"/>
          <p:cNvSpPr/>
          <p:nvPr/>
        </p:nvSpPr>
        <p:spPr>
          <a:xfrm flipH="1">
            <a:off x="5191920" y="2460600"/>
            <a:ext cx="3319560" cy="2360520"/>
          </a:xfrm>
          <a:custGeom>
            <a:avLst/>
            <a:gdLst>
              <a:gd name="textAreaLeft" fmla="*/ -360 w 3319560"/>
              <a:gd name="textAreaRight" fmla="*/ 3319560 w 3319560"/>
              <a:gd name="textAreaTop" fmla="*/ 0 h 2360520"/>
              <a:gd name="textAreaBottom" fmla="*/ 2360880 h 2360520"/>
            </a:gdLst>
            <a:ahLst/>
            <a:rect l="textAreaLeft" t="textAreaTop" r="textAreaRight" b="textAreaBottom"/>
            <a:pathLst>
              <a:path w="21600" h="21600">
                <a:moveTo>
                  <a:pt x="0" y="0"/>
                </a:moveTo>
                <a:lnTo>
                  <a:pt x="19853" y="0"/>
                </a:lnTo>
                <a:lnTo>
                  <a:pt x="21600" y="10800"/>
                </a:lnTo>
                <a:lnTo>
                  <a:pt x="19853" y="21600"/>
                </a:lnTo>
                <a:lnTo>
                  <a:pt x="0" y="216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672" name="Rectangle 6"/>
          <p:cNvSpPr/>
          <p:nvPr/>
        </p:nvSpPr>
        <p:spPr>
          <a:xfrm>
            <a:off x="631800" y="5281560"/>
            <a:ext cx="3049560" cy="5335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a:t>
            </a:r>
            <a:endParaRPr b="1" lang="en-US" sz="1000" spc="-1" strike="noStrike">
              <a:solidFill>
                <a:srgbClr val="000000"/>
              </a:solidFill>
              <a:latin typeface="Arial"/>
            </a:endParaRPr>
          </a:p>
        </p:txBody>
      </p:sp>
      <p:sp>
        <p:nvSpPr>
          <p:cNvPr id="673" name="Rectangle 7"/>
          <p:cNvSpPr/>
          <p:nvPr/>
        </p:nvSpPr>
        <p:spPr>
          <a:xfrm>
            <a:off x="5462640" y="5343480"/>
            <a:ext cx="3049560" cy="5335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a:t>
            </a:r>
            <a:endParaRPr b="1" lang="en-US" sz="1000" spc="-1" strike="noStrike">
              <a:solidFill>
                <a:srgbClr val="000000"/>
              </a:solidFill>
              <a:latin typeface="Arial"/>
            </a:endParaRPr>
          </a:p>
        </p:txBody>
      </p:sp>
      <p:sp>
        <p:nvSpPr>
          <p:cNvPr id="674" name="AutoShape 8"/>
          <p:cNvSpPr/>
          <p:nvPr/>
        </p:nvSpPr>
        <p:spPr>
          <a:xfrm flipV="1">
            <a:off x="631800" y="4900680"/>
            <a:ext cx="3024360" cy="30456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lIns="90000" rIns="90000" tIns="10080" bIns="100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5" name="AutoShape 9"/>
          <p:cNvSpPr/>
          <p:nvPr/>
        </p:nvSpPr>
        <p:spPr>
          <a:xfrm flipV="1">
            <a:off x="5484960" y="4900680"/>
            <a:ext cx="3024000" cy="30456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lIns="90000" rIns="90000" tIns="10080" bIns="100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6" name="Rectangle 10"/>
          <p:cNvSpPr/>
          <p:nvPr/>
        </p:nvSpPr>
        <p:spPr>
          <a:xfrm>
            <a:off x="631800" y="1722600"/>
            <a:ext cx="3049560" cy="5331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a:t>
            </a:r>
            <a:endParaRPr b="1" lang="en-US" sz="1000" spc="-1" strike="noStrike">
              <a:solidFill>
                <a:srgbClr val="000000"/>
              </a:solidFill>
              <a:latin typeface="Arial"/>
            </a:endParaRPr>
          </a:p>
        </p:txBody>
      </p:sp>
      <p:sp>
        <p:nvSpPr>
          <p:cNvPr id="677" name="Rectangle 11"/>
          <p:cNvSpPr/>
          <p:nvPr/>
        </p:nvSpPr>
        <p:spPr>
          <a:xfrm>
            <a:off x="5462640" y="1784520"/>
            <a:ext cx="3049560" cy="5331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7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30AE815-C2BC-472F-A989-C7B521627A1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8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Relations </a:t>
            </a:r>
            <a:r>
              <a:rPr b="1" lang="en-GB" sz="1600" spc="-1" strike="noStrike">
                <a:solidFill>
                  <a:srgbClr val="000000"/>
                </a:solidFill>
                <a:latin typeface="Arial"/>
                <a:ea typeface="ＭＳ Ｐゴシック"/>
              </a:rPr>
              <a:t>- Sources leading to</a:t>
            </a:r>
            <a:endParaRPr b="1" lang="en-US" sz="1600" spc="-1" strike="noStrike">
              <a:solidFill>
                <a:srgbClr val="000000"/>
              </a:solidFill>
              <a:latin typeface="Arial"/>
            </a:endParaRPr>
          </a:p>
        </p:txBody>
      </p:sp>
      <p:sp>
        <p:nvSpPr>
          <p:cNvPr id="681" name="Oval 9"/>
          <p:cNvSpPr/>
          <p:nvPr/>
        </p:nvSpPr>
        <p:spPr>
          <a:xfrm>
            <a:off x="3735360" y="3100320"/>
            <a:ext cx="1709640" cy="1716120"/>
          </a:xfrm>
          <a:prstGeom prst="ellipse">
            <a:avLst/>
          </a:prstGeom>
          <a:solidFill>
            <a:srgbClr val="8099cc"/>
          </a:solidFill>
          <a:ln w="0">
            <a:noFill/>
          </a:ln>
          <a:effectLst>
            <a:outerShdw dist="17819" dir="2700000" blurRad="0" rotWithShape="0">
              <a:srgbClr val="808080"/>
            </a:outerShdw>
          </a:effectLst>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682" name="Oval 3"/>
          <p:cNvSpPr/>
          <p:nvPr/>
        </p:nvSpPr>
        <p:spPr>
          <a:xfrm>
            <a:off x="3735360" y="3100320"/>
            <a:ext cx="1716120" cy="171612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683" name="Rectangle 10"/>
          <p:cNvSpPr/>
          <p:nvPr/>
        </p:nvSpPr>
        <p:spPr>
          <a:xfrm>
            <a:off x="411120" y="1844640"/>
            <a:ext cx="3375000" cy="53352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900" spc="-1" strike="noStrike">
                <a:solidFill>
                  <a:srgbClr val="000000"/>
                </a:solidFill>
                <a:latin typeface="Arial"/>
              </a:rPr>
              <a:t>....</a:t>
            </a:r>
            <a:endParaRPr b="1" lang="en-US" sz="900" spc="-1" strike="noStrike">
              <a:solidFill>
                <a:srgbClr val="000000"/>
              </a:solidFill>
              <a:latin typeface="Arial"/>
            </a:endParaRPr>
          </a:p>
        </p:txBody>
      </p:sp>
      <p:sp>
        <p:nvSpPr>
          <p:cNvPr id="684" name="Rectangle 11"/>
          <p:cNvSpPr/>
          <p:nvPr/>
        </p:nvSpPr>
        <p:spPr>
          <a:xfrm>
            <a:off x="5381640" y="1835280"/>
            <a:ext cx="3375000" cy="53316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900" spc="-1" strike="noStrike">
                <a:solidFill>
                  <a:srgbClr val="000000"/>
                </a:solidFill>
                <a:latin typeface="Arial"/>
              </a:rPr>
              <a:t>....</a:t>
            </a:r>
            <a:endParaRPr b="1" lang="en-US" sz="900" spc="-1" strike="noStrike">
              <a:solidFill>
                <a:srgbClr val="000000"/>
              </a:solidFill>
              <a:latin typeface="Arial"/>
            </a:endParaRPr>
          </a:p>
        </p:txBody>
      </p:sp>
      <p:sp>
        <p:nvSpPr>
          <p:cNvPr id="685" name="AutoShape 13"/>
          <p:cNvSpPr/>
          <p:nvPr/>
        </p:nvSpPr>
        <p:spPr>
          <a:xfrm>
            <a:off x="411120" y="2435400"/>
            <a:ext cx="3667320" cy="3166920"/>
          </a:xfrm>
          <a:custGeom>
            <a:avLst/>
            <a:gdLst>
              <a:gd name="textAreaLeft" fmla="*/ 0 w 3667320"/>
              <a:gd name="textAreaRight" fmla="*/ 3667680 w 3667320"/>
              <a:gd name="textAreaTop" fmla="*/ 0 h 3166920"/>
              <a:gd name="textAreaBottom" fmla="*/ 3167280 h 3166920"/>
            </a:gdLst>
            <a:ahLst/>
            <a:rect l="textAreaLeft" t="textAreaTop" r="textAreaRight" b="textAreaBottom"/>
            <a:pathLst>
              <a:path w="21600" h="21600">
                <a:moveTo>
                  <a:pt x="0" y="0"/>
                </a:moveTo>
                <a:lnTo>
                  <a:pt x="19851" y="0"/>
                </a:lnTo>
                <a:lnTo>
                  <a:pt x="21600" y="10800"/>
                </a:lnTo>
                <a:lnTo>
                  <a:pt x="19851" y="21600"/>
                </a:lnTo>
                <a:lnTo>
                  <a:pt x="0" y="21600"/>
                </a:lnTo>
                <a:close/>
              </a:path>
            </a:pathLst>
          </a:cu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001"/>
              </a:spcBef>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686" name="AutoShape 15"/>
          <p:cNvSpPr/>
          <p:nvPr/>
        </p:nvSpPr>
        <p:spPr>
          <a:xfrm flipH="1">
            <a:off x="5089680" y="2435400"/>
            <a:ext cx="3666960" cy="3166920"/>
          </a:xfrm>
          <a:custGeom>
            <a:avLst/>
            <a:gdLst>
              <a:gd name="textAreaLeft" fmla="*/ 360 w 3666960"/>
              <a:gd name="textAreaRight" fmla="*/ 3667680 w 3666960"/>
              <a:gd name="textAreaTop" fmla="*/ 0 h 3166920"/>
              <a:gd name="textAreaBottom" fmla="*/ 3167280 h 3166920"/>
            </a:gdLst>
            <a:ahLst/>
            <a:rect l="textAreaLeft" t="textAreaTop" r="textAreaRight" b="textAreaBottom"/>
            <a:pathLst>
              <a:path w="21600" h="21600">
                <a:moveTo>
                  <a:pt x="0" y="0"/>
                </a:moveTo>
                <a:lnTo>
                  <a:pt x="19851" y="0"/>
                </a:lnTo>
                <a:lnTo>
                  <a:pt x="21600" y="10800"/>
                </a:lnTo>
                <a:lnTo>
                  <a:pt x="19851" y="21600"/>
                </a:lnTo>
                <a:lnTo>
                  <a:pt x="0" y="21600"/>
                </a:lnTo>
                <a:close/>
              </a:path>
            </a:pathLst>
          </a:custGeom>
          <a:solidFill>
            <a:srgbClr val="ffffff"/>
          </a:solidFill>
          <a:ln w="12600">
            <a:solidFill>
              <a:srgbClr val="003399"/>
            </a:solidFill>
            <a:miter/>
          </a:ln>
        </p:spPr>
        <p:style>
          <a:lnRef idx="0"/>
          <a:fillRef idx="0"/>
          <a:effectRef idx="0"/>
          <a:fontRef idx="minor"/>
        </p:style>
        <p:txBody>
          <a:bodyPr lIns="72000" rIns="216000" tIns="72000" bIns="72000" anchor="t">
            <a:noAutofit/>
          </a:bodyPr>
          <a:p>
            <a:pPr>
              <a:lnSpc>
                <a:spcPct val="106000"/>
              </a:lnSpc>
              <a:spcBef>
                <a:spcPts val="1001"/>
              </a:spcBef>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687" name="Rectangle 16"/>
          <p:cNvSpPr/>
          <p:nvPr/>
        </p:nvSpPr>
        <p:spPr>
          <a:xfrm>
            <a:off x="512640" y="2532240"/>
            <a:ext cx="3179880" cy="29764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 is 10-pt</a:t>
            </a:r>
            <a:endParaRPr b="1" lang="en-US" sz="1000" spc="-1" strike="noStrike">
              <a:solidFill>
                <a:srgbClr val="000000"/>
              </a:solidFill>
              <a:latin typeface="Arial"/>
            </a:endParaRPr>
          </a:p>
        </p:txBody>
      </p:sp>
      <p:sp>
        <p:nvSpPr>
          <p:cNvPr id="688" name="Rectangle 17"/>
          <p:cNvSpPr/>
          <p:nvPr/>
        </p:nvSpPr>
        <p:spPr>
          <a:xfrm>
            <a:off x="5432400" y="2532240"/>
            <a:ext cx="3179880" cy="29764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 is 10-pt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9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44FFB98-4527-49F4-93D8-C6BED75EB8C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691" name="Group 2"/>
          <p:cNvGrpSpPr/>
          <p:nvPr/>
        </p:nvGrpSpPr>
        <p:grpSpPr>
          <a:xfrm>
            <a:off x="871560" y="1542960"/>
            <a:ext cx="7399080" cy="4406760"/>
            <a:chOff x="871560" y="1542960"/>
            <a:chExt cx="7399080" cy="4406760"/>
          </a:xfrm>
        </p:grpSpPr>
        <p:sp>
          <p:nvSpPr>
            <p:cNvPr id="692" name="Oval 3"/>
            <p:cNvSpPr/>
            <p:nvPr/>
          </p:nvSpPr>
          <p:spPr>
            <a:xfrm>
              <a:off x="3482640" y="3239640"/>
              <a:ext cx="2195280" cy="1017720"/>
            </a:xfrm>
            <a:prstGeom prst="ellipse">
              <a:avLst/>
            </a:prstGeom>
            <a:solidFill>
              <a:srgbClr val="8099cc"/>
            </a:solidFill>
            <a:ln w="12600">
              <a:solidFill>
                <a:srgbClr val="8099cc"/>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1" lang="de-DE" sz="1100" spc="-1" strike="noStrike">
                  <a:solidFill>
                    <a:srgbClr val="000000"/>
                  </a:solidFill>
                  <a:latin typeface="Arial"/>
                </a:rPr>
                <a:t>It all comes </a:t>
              </a:r>
              <a:endParaRPr b="1" lang="en-US" sz="1100" spc="-1" strike="noStrike">
                <a:solidFill>
                  <a:srgbClr val="000000"/>
                </a:solidFill>
                <a:latin typeface="Arial"/>
              </a:endParaRPr>
            </a:p>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1" lang="de-DE" sz="1100" spc="-1" strike="noStrike">
                  <a:solidFill>
                    <a:srgbClr val="000000"/>
                  </a:solidFill>
                  <a:latin typeface="Arial"/>
                </a:rPr>
                <a:t>down to this</a:t>
              </a:r>
              <a:endParaRPr b="1" lang="en-US" sz="1100" spc="-1" strike="noStrike">
                <a:solidFill>
                  <a:srgbClr val="000000"/>
                </a:solidFill>
                <a:latin typeface="Arial"/>
              </a:endParaRPr>
            </a:p>
          </p:txBody>
        </p:sp>
        <p:sp>
          <p:nvSpPr>
            <p:cNvPr id="693" name="Rectangle 4"/>
            <p:cNvSpPr/>
            <p:nvPr/>
          </p:nvSpPr>
          <p:spPr>
            <a:xfrm>
              <a:off x="3602880" y="5224680"/>
              <a:ext cx="1954800" cy="72504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94" name="Rectangle 5"/>
            <p:cNvSpPr/>
            <p:nvPr/>
          </p:nvSpPr>
          <p:spPr>
            <a:xfrm>
              <a:off x="6312960" y="2281320"/>
              <a:ext cx="1957680" cy="72504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95" name="Rectangle 6"/>
            <p:cNvSpPr/>
            <p:nvPr/>
          </p:nvSpPr>
          <p:spPr>
            <a:xfrm>
              <a:off x="6312960" y="3385080"/>
              <a:ext cx="1957680" cy="72504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96" name="Rectangle 7"/>
            <p:cNvSpPr/>
            <p:nvPr/>
          </p:nvSpPr>
          <p:spPr>
            <a:xfrm>
              <a:off x="871560" y="4564080"/>
              <a:ext cx="1955880" cy="72360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97" name="Rectangle 8"/>
            <p:cNvSpPr/>
            <p:nvPr/>
          </p:nvSpPr>
          <p:spPr>
            <a:xfrm>
              <a:off x="6312960" y="4564080"/>
              <a:ext cx="1957680" cy="72360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98" name="Rectangle 9"/>
            <p:cNvSpPr/>
            <p:nvPr/>
          </p:nvSpPr>
          <p:spPr>
            <a:xfrm>
              <a:off x="3602880" y="1542960"/>
              <a:ext cx="1954800" cy="72504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699" name="Rectangle 10"/>
            <p:cNvSpPr/>
            <p:nvPr/>
          </p:nvSpPr>
          <p:spPr>
            <a:xfrm>
              <a:off x="871560" y="3385080"/>
              <a:ext cx="1955880" cy="72504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00" name="Rectangle 11"/>
            <p:cNvSpPr/>
            <p:nvPr/>
          </p:nvSpPr>
          <p:spPr>
            <a:xfrm>
              <a:off x="871560" y="2281320"/>
              <a:ext cx="1955880" cy="725040"/>
            </a:xfrm>
            <a:prstGeom prst="rect">
              <a:avLst/>
            </a:prstGeom>
            <a:solidFill>
              <a:srgbClr val="ffffff"/>
            </a:solidFill>
            <a:ln w="12600">
              <a:solidFill>
                <a:srgbClr val="003399"/>
              </a:solidFill>
              <a:miter/>
            </a:ln>
          </p:spPr>
          <p:style>
            <a:lnRef idx="0"/>
            <a:fillRef idx="0"/>
            <a:effectRef idx="0"/>
            <a:fontRef idx="minor"/>
          </p:style>
          <p:txBody>
            <a:bodyPr lIns="87120" rIns="87120" tIns="45000" bIns="45000" anchor="ctr">
              <a:noAutofit/>
            </a:bodyPr>
            <a:p>
              <a:pPr algn="ct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a:t>
              </a:r>
              <a:endParaRPr b="1" lang="en-US" sz="1000" spc="-1" strike="noStrike">
                <a:solidFill>
                  <a:srgbClr val="000000"/>
                </a:solidFill>
                <a:latin typeface="Arial"/>
              </a:endParaRPr>
            </a:p>
          </p:txBody>
        </p:sp>
        <p:cxnSp>
          <p:nvCxnSpPr>
            <p:cNvPr id="701" name="AutoShape 12"/>
            <p:cNvCxnSpPr>
              <a:stCxn id="700" idx="3"/>
              <a:endCxn id="692" idx="1"/>
            </p:cNvCxnSpPr>
            <p:nvPr/>
          </p:nvCxnSpPr>
          <p:spPr>
            <a:xfrm>
              <a:off x="2827080" y="2644200"/>
              <a:ext cx="978120" cy="744120"/>
            </a:xfrm>
            <a:prstGeom prst="curvedConnector2">
              <a:avLst/>
            </a:prstGeom>
            <a:ln w="9360">
              <a:solidFill>
                <a:srgbClr val="003399"/>
              </a:solidFill>
              <a:miter/>
              <a:tailEnd len="med" type="triangle" w="med"/>
            </a:ln>
          </p:spPr>
        </p:cxnSp>
        <p:cxnSp>
          <p:nvCxnSpPr>
            <p:cNvPr id="702" name="AutoShape 13"/>
            <p:cNvCxnSpPr>
              <a:stCxn id="696" idx="3"/>
              <a:endCxn id="692" idx="3"/>
            </p:cNvCxnSpPr>
            <p:nvPr/>
          </p:nvCxnSpPr>
          <p:spPr>
            <a:xfrm flipV="1">
              <a:off x="2827080" y="4108320"/>
              <a:ext cx="978120" cy="817560"/>
            </a:xfrm>
            <a:prstGeom prst="curvedConnector2">
              <a:avLst/>
            </a:prstGeom>
            <a:ln w="9360">
              <a:solidFill>
                <a:srgbClr val="003399"/>
              </a:solidFill>
              <a:miter/>
              <a:tailEnd len="med" type="triangle" w="med"/>
            </a:ln>
          </p:spPr>
        </p:cxnSp>
        <p:cxnSp>
          <p:nvCxnSpPr>
            <p:cNvPr id="703" name="AutoShape 14"/>
            <p:cNvCxnSpPr>
              <a:stCxn id="697" idx="1"/>
              <a:endCxn id="692" idx="5"/>
            </p:cNvCxnSpPr>
            <p:nvPr/>
          </p:nvCxnSpPr>
          <p:spPr>
            <a:xfrm rot="10800000">
              <a:off x="5355000" y="4108320"/>
              <a:ext cx="957960" cy="817560"/>
            </a:xfrm>
            <a:prstGeom prst="curvedConnector2">
              <a:avLst/>
            </a:prstGeom>
            <a:ln w="9360">
              <a:solidFill>
                <a:srgbClr val="003399"/>
              </a:solidFill>
              <a:miter/>
              <a:tailEnd len="med" type="triangle" w="med"/>
            </a:ln>
          </p:spPr>
        </p:cxnSp>
        <p:cxnSp>
          <p:nvCxnSpPr>
            <p:cNvPr id="704" name="AutoShape 15"/>
            <p:cNvCxnSpPr>
              <a:stCxn id="694" idx="1"/>
              <a:endCxn id="692" idx="7"/>
            </p:cNvCxnSpPr>
            <p:nvPr/>
          </p:nvCxnSpPr>
          <p:spPr>
            <a:xfrm flipV="1" rot="10800000">
              <a:off x="5355000" y="2643480"/>
              <a:ext cx="957960" cy="744120"/>
            </a:xfrm>
            <a:prstGeom prst="curvedConnector2">
              <a:avLst/>
            </a:prstGeom>
            <a:ln w="9360">
              <a:solidFill>
                <a:srgbClr val="003399"/>
              </a:solidFill>
              <a:miter/>
              <a:tailEnd len="med" type="triangle" w="med"/>
            </a:ln>
          </p:spPr>
        </p:cxnSp>
        <p:cxnSp>
          <p:nvCxnSpPr>
            <p:cNvPr id="705" name="AutoShape 16"/>
            <p:cNvCxnSpPr>
              <a:stCxn id="698" idx="2"/>
              <a:endCxn id="692" idx="0"/>
            </p:cNvCxnSpPr>
            <p:nvPr/>
          </p:nvCxnSpPr>
          <p:spPr>
            <a:xfrm>
              <a:off x="4579920" y="2268000"/>
              <a:ext cx="1080" cy="972000"/>
            </a:xfrm>
            <a:prstGeom prst="straightConnector1">
              <a:avLst/>
            </a:prstGeom>
            <a:ln w="9360">
              <a:solidFill>
                <a:srgbClr val="003399"/>
              </a:solidFill>
              <a:miter/>
              <a:tailEnd len="med" type="triangle" w="med"/>
            </a:ln>
          </p:spPr>
        </p:cxnSp>
        <p:cxnSp>
          <p:nvCxnSpPr>
            <p:cNvPr id="706" name="AutoShape 17"/>
            <p:cNvCxnSpPr>
              <a:stCxn id="693" idx="0"/>
              <a:endCxn id="692" idx="4"/>
            </p:cNvCxnSpPr>
            <p:nvPr/>
          </p:nvCxnSpPr>
          <p:spPr>
            <a:xfrm flipV="1">
              <a:off x="4579920" y="4256640"/>
              <a:ext cx="1080" cy="968040"/>
            </a:xfrm>
            <a:prstGeom prst="straightConnector1">
              <a:avLst/>
            </a:prstGeom>
            <a:ln w="9360">
              <a:solidFill>
                <a:srgbClr val="003399"/>
              </a:solidFill>
              <a:miter/>
              <a:tailEnd len="med" type="triangle" w="med"/>
            </a:ln>
          </p:spPr>
        </p:cxnSp>
        <p:cxnSp>
          <p:nvCxnSpPr>
            <p:cNvPr id="707" name="AutoShape 18"/>
            <p:cNvCxnSpPr>
              <a:stCxn id="699" idx="3"/>
              <a:endCxn id="692" idx="2"/>
            </p:cNvCxnSpPr>
            <p:nvPr/>
          </p:nvCxnSpPr>
          <p:spPr>
            <a:xfrm>
              <a:off x="2827080" y="3747960"/>
              <a:ext cx="655560" cy="1080"/>
            </a:xfrm>
            <a:prstGeom prst="straightConnector1">
              <a:avLst/>
            </a:prstGeom>
            <a:ln w="9360">
              <a:solidFill>
                <a:srgbClr val="003399"/>
              </a:solidFill>
              <a:miter/>
              <a:tailEnd len="med" type="triangle" w="med"/>
            </a:ln>
          </p:spPr>
        </p:cxnSp>
        <p:cxnSp>
          <p:nvCxnSpPr>
            <p:cNvPr id="708" name="AutoShape 19"/>
            <p:cNvCxnSpPr>
              <a:stCxn id="695" idx="1"/>
              <a:endCxn id="692" idx="6"/>
            </p:cNvCxnSpPr>
            <p:nvPr/>
          </p:nvCxnSpPr>
          <p:spPr>
            <a:xfrm flipH="1">
              <a:off x="5677560" y="3747960"/>
              <a:ext cx="635760" cy="1080"/>
            </a:xfrm>
            <a:prstGeom prst="straightConnector1">
              <a:avLst/>
            </a:prstGeom>
            <a:ln w="9360">
              <a:solidFill>
                <a:srgbClr val="003399"/>
              </a:solidFill>
              <a:miter/>
              <a:tailEnd len="med" type="triangle" w="med"/>
            </a:ln>
          </p:spPr>
        </p:cxnSp>
      </p:grpSp>
      <p:sp>
        <p:nvSpPr>
          <p:cNvPr id="70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Relations - </a:t>
            </a:r>
            <a:r>
              <a:rPr b="1" lang="de-DE" sz="1600" spc="-1" strike="noStrike">
                <a:solidFill>
                  <a:srgbClr val="000000"/>
                </a:solidFill>
                <a:latin typeface="Arial"/>
              </a:rPr>
              <a:t>Gravitating to</a:t>
            </a:r>
            <a:endParaRPr b="1"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1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A66833-7429-47DB-A059-4D8986472B6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1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Quotes</a:t>
            </a:r>
            <a:endParaRPr b="1" lang="en-US" sz="1600" spc="-1" strike="noStrike">
              <a:solidFill>
                <a:srgbClr val="000000"/>
              </a:solidFill>
              <a:latin typeface="Arial"/>
            </a:endParaRPr>
          </a:p>
        </p:txBody>
      </p:sp>
      <p:sp>
        <p:nvSpPr>
          <p:cNvPr id="713" name="AutoShape 3"/>
          <p:cNvSpPr/>
          <p:nvPr/>
        </p:nvSpPr>
        <p:spPr>
          <a:xfrm>
            <a:off x="582480" y="1733400"/>
            <a:ext cx="1486080" cy="92556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14" name="AutoShape 4"/>
          <p:cNvSpPr/>
          <p:nvPr/>
        </p:nvSpPr>
        <p:spPr>
          <a:xfrm>
            <a:off x="4594320" y="1886040"/>
            <a:ext cx="1890720" cy="90144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15" name="AutoShape 5"/>
          <p:cNvSpPr/>
          <p:nvPr/>
        </p:nvSpPr>
        <p:spPr>
          <a:xfrm>
            <a:off x="2598840" y="1952640"/>
            <a:ext cx="1485720" cy="56988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16" name="AutoShape 6"/>
          <p:cNvSpPr/>
          <p:nvPr/>
        </p:nvSpPr>
        <p:spPr>
          <a:xfrm>
            <a:off x="2009880" y="3000240"/>
            <a:ext cx="2208240" cy="120348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17" name="AutoShape 7"/>
          <p:cNvSpPr/>
          <p:nvPr/>
        </p:nvSpPr>
        <p:spPr>
          <a:xfrm>
            <a:off x="4971960" y="3457440"/>
            <a:ext cx="1639800" cy="811440"/>
          </a:xfrm>
          <a:prstGeom prst="wedgeRoundRectCallout">
            <a:avLst>
              <a:gd name="adj1" fmla="val -36898"/>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18" name="AutoShape 8"/>
          <p:cNvSpPr/>
          <p:nvPr/>
        </p:nvSpPr>
        <p:spPr>
          <a:xfrm>
            <a:off x="5095800" y="4714920"/>
            <a:ext cx="3438720" cy="763560"/>
          </a:xfrm>
          <a:prstGeom prst="wedgeRoundRectCallout">
            <a:avLst>
              <a:gd name="adj1" fmla="val -31740"/>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19" name="AutoShape 9"/>
          <p:cNvSpPr/>
          <p:nvPr/>
        </p:nvSpPr>
        <p:spPr>
          <a:xfrm>
            <a:off x="7354800" y="3892680"/>
            <a:ext cx="1484280" cy="544320"/>
          </a:xfrm>
          <a:prstGeom prst="wedgeRoundRectCallout">
            <a:avLst>
              <a:gd name="adj1" fmla="val -33986"/>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20" name="AutoShape 10"/>
          <p:cNvSpPr/>
          <p:nvPr/>
        </p:nvSpPr>
        <p:spPr>
          <a:xfrm>
            <a:off x="6983280" y="1700280"/>
            <a:ext cx="1719360" cy="1644480"/>
          </a:xfrm>
          <a:prstGeom prst="wedgeRoundRectCallout">
            <a:avLst>
              <a:gd name="adj1" fmla="val -33037"/>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21" name="AutoShape 11"/>
          <p:cNvSpPr/>
          <p:nvPr/>
        </p:nvSpPr>
        <p:spPr>
          <a:xfrm>
            <a:off x="2676600" y="4560840"/>
            <a:ext cx="2000160" cy="112860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22" name="AutoShape 12"/>
          <p:cNvSpPr/>
          <p:nvPr/>
        </p:nvSpPr>
        <p:spPr>
          <a:xfrm>
            <a:off x="600120" y="3549600"/>
            <a:ext cx="1057320" cy="69552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
        <p:nvSpPr>
          <p:cNvPr id="723" name="AutoShape 13"/>
          <p:cNvSpPr/>
          <p:nvPr/>
        </p:nvSpPr>
        <p:spPr>
          <a:xfrm>
            <a:off x="520560" y="4821120"/>
            <a:ext cx="1486080" cy="733680"/>
          </a:xfrm>
          <a:prstGeom prst="wedgeRoundRectCallout">
            <a:avLst>
              <a:gd name="adj1" fmla="val -40101"/>
              <a:gd name="adj2" fmla="val 66666"/>
              <a:gd name="adj3" fmla="val 16667"/>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2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505310-8A8F-46E6-9B7F-36C5BADEC53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26" name="AutoShape 13"/>
          <p:cNvSpPr/>
          <p:nvPr/>
        </p:nvSpPr>
        <p:spPr>
          <a:xfrm>
            <a:off x="2390760" y="2238480"/>
            <a:ext cx="3722760" cy="504720"/>
          </a:xfrm>
          <a:prstGeom prst="roundRect">
            <a:avLst>
              <a:gd name="adj" fmla="val 16667"/>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7" name="PlaceHolder 1"/>
          <p:cNvSpPr>
            <a:spLocks noGrp="1"/>
          </p:cNvSpPr>
          <p:nvPr>
            <p:ph type="title"/>
          </p:nvPr>
        </p:nvSpPr>
        <p:spPr>
          <a:xfrm>
            <a:off x="458280" y="496440"/>
            <a:ext cx="82393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728" name="PlaceHolder 2"/>
          <p:cNvSpPr>
            <a:spLocks noGrp="1"/>
          </p:cNvSpPr>
          <p:nvPr>
            <p:ph/>
          </p:nvPr>
        </p:nvSpPr>
        <p:spPr>
          <a:xfrm>
            <a:off x="2651040" y="1730520"/>
            <a:ext cx="5362560" cy="3814560"/>
          </a:xfrm>
          <a:prstGeom prst="rect">
            <a:avLst/>
          </a:prstGeom>
          <a:noFill/>
          <a:ln w="0">
            <a:noFill/>
          </a:ln>
        </p:spPr>
        <p:txBody>
          <a:bodyPr lIns="92160" rIns="92160" tIns="46080" bIns="46080" anchor="t">
            <a:normAutofit fontScale="80011"/>
          </a:bodyPr>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Wingdings 2" charset="2"/>
              <a:buChar char=""/>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3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089EFAA-A08F-4075-A500-A205E76BD2B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3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Logic Trees - One level plus text</a:t>
            </a:r>
            <a:endParaRPr b="1" lang="en-US" sz="1600" spc="-1" strike="noStrike">
              <a:solidFill>
                <a:srgbClr val="000000"/>
              </a:solidFill>
              <a:latin typeface="Arial"/>
            </a:endParaRPr>
          </a:p>
        </p:txBody>
      </p:sp>
      <p:sp>
        <p:nvSpPr>
          <p:cNvPr id="732" name="Rectangle 3"/>
          <p:cNvSpPr/>
          <p:nvPr/>
        </p:nvSpPr>
        <p:spPr>
          <a:xfrm>
            <a:off x="582480" y="3483000"/>
            <a:ext cx="1528920" cy="647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33" name="Rectangle 4"/>
          <p:cNvSpPr/>
          <p:nvPr/>
        </p:nvSpPr>
        <p:spPr>
          <a:xfrm>
            <a:off x="3174840" y="1574640"/>
            <a:ext cx="1528920" cy="648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34" name="Rectangle 5"/>
          <p:cNvSpPr/>
          <p:nvPr/>
        </p:nvSpPr>
        <p:spPr>
          <a:xfrm>
            <a:off x="3173400" y="2846520"/>
            <a:ext cx="1528920" cy="647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35" name="Rectangle 6"/>
          <p:cNvSpPr/>
          <p:nvPr/>
        </p:nvSpPr>
        <p:spPr>
          <a:xfrm>
            <a:off x="3174840" y="4118040"/>
            <a:ext cx="1528920" cy="647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36" name="Rectangle 7"/>
          <p:cNvSpPr/>
          <p:nvPr/>
        </p:nvSpPr>
        <p:spPr>
          <a:xfrm>
            <a:off x="3174840" y="5391000"/>
            <a:ext cx="1528920" cy="648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cxnSp>
        <p:nvCxnSpPr>
          <p:cNvPr id="737" name="AutoShape 8"/>
          <p:cNvCxnSpPr>
            <a:stCxn id="733" idx="1"/>
            <a:endCxn id="732" idx="3"/>
          </p:cNvCxnSpPr>
          <p:nvPr/>
        </p:nvCxnSpPr>
        <p:spPr>
          <a:xfrm flipV="1" rot="10800000">
            <a:off x="2110680" y="1897560"/>
            <a:ext cx="1064160" cy="1909080"/>
          </a:xfrm>
          <a:prstGeom prst="bentConnector3">
            <a:avLst>
              <a:gd name="adj1" fmla="val 49983"/>
            </a:avLst>
          </a:prstGeom>
          <a:ln w="12600">
            <a:solidFill>
              <a:srgbClr val="003399"/>
            </a:solidFill>
            <a:miter/>
          </a:ln>
        </p:spPr>
      </p:cxnSp>
      <p:cxnSp>
        <p:nvCxnSpPr>
          <p:cNvPr id="738" name="AutoShape 9"/>
          <p:cNvCxnSpPr>
            <a:stCxn id="732" idx="3"/>
            <a:endCxn id="734" idx="1"/>
          </p:cNvCxnSpPr>
          <p:nvPr/>
        </p:nvCxnSpPr>
        <p:spPr>
          <a:xfrm flipV="1">
            <a:off x="2111400" y="3169440"/>
            <a:ext cx="1062720" cy="637560"/>
          </a:xfrm>
          <a:prstGeom prst="bentConnector3">
            <a:avLst>
              <a:gd name="adj1" fmla="val 49915"/>
            </a:avLst>
          </a:prstGeom>
          <a:ln w="12600">
            <a:solidFill>
              <a:srgbClr val="003399"/>
            </a:solidFill>
            <a:miter/>
          </a:ln>
        </p:spPr>
      </p:cxnSp>
      <p:cxnSp>
        <p:nvCxnSpPr>
          <p:cNvPr id="739" name="AutoShape 10"/>
          <p:cNvCxnSpPr>
            <a:stCxn id="732" idx="3"/>
            <a:endCxn id="735" idx="1"/>
          </p:cNvCxnSpPr>
          <p:nvPr/>
        </p:nvCxnSpPr>
        <p:spPr>
          <a:xfrm>
            <a:off x="2111400" y="3806640"/>
            <a:ext cx="1064160" cy="635400"/>
          </a:xfrm>
          <a:prstGeom prst="bentConnector3">
            <a:avLst>
              <a:gd name="adj1" fmla="val 49847"/>
            </a:avLst>
          </a:prstGeom>
          <a:ln w="12600">
            <a:solidFill>
              <a:srgbClr val="003399"/>
            </a:solidFill>
            <a:miter/>
          </a:ln>
        </p:spPr>
      </p:cxnSp>
      <p:cxnSp>
        <p:nvCxnSpPr>
          <p:cNvPr id="740" name="AutoShape 11"/>
          <p:cNvCxnSpPr>
            <a:stCxn id="732" idx="3"/>
            <a:endCxn id="736" idx="1"/>
          </p:cNvCxnSpPr>
          <p:nvPr/>
        </p:nvCxnSpPr>
        <p:spPr>
          <a:xfrm>
            <a:off x="2111400" y="3807000"/>
            <a:ext cx="1064160" cy="1908720"/>
          </a:xfrm>
          <a:prstGeom prst="bentConnector3">
            <a:avLst>
              <a:gd name="adj1" fmla="val 49847"/>
            </a:avLst>
          </a:prstGeom>
          <a:ln w="12600">
            <a:solidFill>
              <a:srgbClr val="003399"/>
            </a:solidFill>
            <a:miter/>
          </a:ln>
        </p:spPr>
      </p:cxnSp>
      <p:sp>
        <p:nvSpPr>
          <p:cNvPr id="741" name="Text Box 16"/>
          <p:cNvSpPr/>
          <p:nvPr/>
        </p:nvSpPr>
        <p:spPr>
          <a:xfrm>
            <a:off x="4095720" y="88920"/>
            <a:ext cx="4929120" cy="94644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箱を追加し</a:t>
            </a:r>
            <a:r>
              <a:rPr b="0" lang="de-DE" sz="1000" spc="-1" strike="noStrike">
                <a:solidFill>
                  <a:srgbClr val="ff3300"/>
                </a:solidFill>
                <a:latin typeface="Arial"/>
              </a:rPr>
              <a:t>Tree</a:t>
            </a:r>
            <a:r>
              <a:rPr b="0" lang="ja-JP" sz="1000" spc="-1" strike="noStrike">
                <a:solidFill>
                  <a:srgbClr val="ff3300"/>
                </a:solidFill>
                <a:latin typeface="Arial"/>
              </a:rPr>
              <a:t>につなげる際は、オートシェイプのコネクタを使用してください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ツールバー上の「図形の調整」の「配置</a:t>
            </a:r>
            <a:r>
              <a:rPr b="0" lang="en-GB" sz="1000" spc="-1" strike="noStrike">
                <a:solidFill>
                  <a:srgbClr val="ff3300"/>
                </a:solidFill>
                <a:latin typeface="Arial"/>
              </a:rPr>
              <a:t>/</a:t>
            </a:r>
            <a:r>
              <a:rPr b="0" lang="ja-JP" sz="1000" spc="-1" strike="noStrike">
                <a:solidFill>
                  <a:srgbClr val="ff3300"/>
                </a:solidFill>
                <a:latin typeface="Arial"/>
              </a:rPr>
              <a:t>整列」を使用し、適切な位置に配置してください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右から左に向かって、まず整列次に配置という順番で行ってください</a:t>
            </a:r>
            <a:endParaRPr b="1" lang="en-US" sz="1000" spc="-1" strike="noStrike">
              <a:solidFill>
                <a:srgbClr val="000000"/>
              </a:solidFill>
              <a:latin typeface="Arial"/>
            </a:endParaRPr>
          </a:p>
        </p:txBody>
      </p:sp>
      <p:sp>
        <p:nvSpPr>
          <p:cNvPr id="742" name="Rectangle 18"/>
          <p:cNvSpPr/>
          <p:nvPr/>
        </p:nvSpPr>
        <p:spPr>
          <a:xfrm>
            <a:off x="4802040" y="1574640"/>
            <a:ext cx="3954600" cy="8272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
        <p:nvSpPr>
          <p:cNvPr id="743" name="Rectangle 19"/>
          <p:cNvSpPr/>
          <p:nvPr/>
        </p:nvSpPr>
        <p:spPr>
          <a:xfrm>
            <a:off x="4802040" y="2846520"/>
            <a:ext cx="3954600" cy="82692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
        <p:nvSpPr>
          <p:cNvPr id="744" name="Rectangle 20"/>
          <p:cNvSpPr/>
          <p:nvPr/>
        </p:nvSpPr>
        <p:spPr>
          <a:xfrm>
            <a:off x="4802040" y="4118040"/>
            <a:ext cx="3954600" cy="82692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
        <p:nvSpPr>
          <p:cNvPr id="745" name="Rectangle 22"/>
          <p:cNvSpPr/>
          <p:nvPr/>
        </p:nvSpPr>
        <p:spPr>
          <a:xfrm>
            <a:off x="4802040" y="5391000"/>
            <a:ext cx="3954600" cy="827280"/>
          </a:xfrm>
          <a:prstGeom prst="rect">
            <a:avLst/>
          </a:prstGeom>
          <a:noFill/>
          <a:ln w="0">
            <a:noFill/>
          </a:ln>
        </p:spPr>
        <p:style>
          <a:lnRef idx="0"/>
          <a:fillRef idx="0"/>
          <a:effectRef idx="0"/>
          <a:fontRef idx="minor"/>
        </p:style>
        <p:txBody>
          <a:bodyPr lIns="0" rIns="0" tIns="0" bIns="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is 11-pt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is 11-pt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dash point is 10-pt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56B5881-446C-4BD5-8981-481B0B70815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Logic Trees - Two levels</a:t>
            </a:r>
            <a:endParaRPr b="1" lang="en-US" sz="1600" spc="-1" strike="noStrike">
              <a:solidFill>
                <a:srgbClr val="000000"/>
              </a:solidFill>
              <a:latin typeface="Arial"/>
            </a:endParaRPr>
          </a:p>
        </p:txBody>
      </p:sp>
      <p:sp>
        <p:nvSpPr>
          <p:cNvPr id="749" name="Rectangle 3"/>
          <p:cNvSpPr/>
          <p:nvPr/>
        </p:nvSpPr>
        <p:spPr>
          <a:xfrm>
            <a:off x="3376440" y="191628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50" name="Rectangle 4"/>
          <p:cNvSpPr/>
          <p:nvPr/>
        </p:nvSpPr>
        <p:spPr>
          <a:xfrm>
            <a:off x="5902200" y="155592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51" name="Rectangle 5"/>
          <p:cNvSpPr/>
          <p:nvPr/>
        </p:nvSpPr>
        <p:spPr>
          <a:xfrm>
            <a:off x="5902200" y="231156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752" name="AutoShape 6"/>
          <p:cNvCxnSpPr>
            <a:stCxn id="749" idx="3"/>
            <a:endCxn id="750" idx="1"/>
          </p:cNvCxnSpPr>
          <p:nvPr/>
        </p:nvCxnSpPr>
        <p:spPr>
          <a:xfrm flipV="1">
            <a:off x="4841640" y="1861560"/>
            <a:ext cx="1060920" cy="361080"/>
          </a:xfrm>
          <a:prstGeom prst="bentConnector3">
            <a:avLst>
              <a:gd name="adj1" fmla="val 49830"/>
            </a:avLst>
          </a:prstGeom>
          <a:ln w="12600">
            <a:solidFill>
              <a:srgbClr val="003399"/>
            </a:solidFill>
            <a:miter/>
          </a:ln>
        </p:spPr>
      </p:cxnSp>
      <p:cxnSp>
        <p:nvCxnSpPr>
          <p:cNvPr id="753" name="AutoShape 7"/>
          <p:cNvCxnSpPr>
            <a:stCxn id="749" idx="3"/>
            <a:endCxn id="751" idx="1"/>
          </p:cNvCxnSpPr>
          <p:nvPr/>
        </p:nvCxnSpPr>
        <p:spPr>
          <a:xfrm>
            <a:off x="4841640" y="2222640"/>
            <a:ext cx="1060920" cy="396000"/>
          </a:xfrm>
          <a:prstGeom prst="bentConnector3">
            <a:avLst>
              <a:gd name="adj1" fmla="val 49830"/>
            </a:avLst>
          </a:prstGeom>
          <a:ln w="12600">
            <a:solidFill>
              <a:srgbClr val="003399"/>
            </a:solidFill>
            <a:miter/>
          </a:ln>
        </p:spPr>
      </p:cxnSp>
      <p:sp>
        <p:nvSpPr>
          <p:cNvPr id="754" name="Rectangle 8"/>
          <p:cNvSpPr/>
          <p:nvPr/>
        </p:nvSpPr>
        <p:spPr>
          <a:xfrm>
            <a:off x="5902200" y="457992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55" name="Rectangle 9"/>
          <p:cNvSpPr/>
          <p:nvPr/>
        </p:nvSpPr>
        <p:spPr>
          <a:xfrm>
            <a:off x="5902200" y="5337000"/>
            <a:ext cx="1465560" cy="6130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56" name="Rectangle 10"/>
          <p:cNvSpPr/>
          <p:nvPr/>
        </p:nvSpPr>
        <p:spPr>
          <a:xfrm>
            <a:off x="3376440" y="495936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757" name="AutoShape 11"/>
          <p:cNvCxnSpPr>
            <a:stCxn id="756" idx="3"/>
            <a:endCxn id="754" idx="1"/>
          </p:cNvCxnSpPr>
          <p:nvPr/>
        </p:nvCxnSpPr>
        <p:spPr>
          <a:xfrm flipV="1">
            <a:off x="4841640" y="4885920"/>
            <a:ext cx="1060920" cy="380160"/>
          </a:xfrm>
          <a:prstGeom prst="bentConnector3">
            <a:avLst>
              <a:gd name="adj1" fmla="val 49830"/>
            </a:avLst>
          </a:prstGeom>
          <a:ln w="12600">
            <a:solidFill>
              <a:srgbClr val="003399"/>
            </a:solidFill>
            <a:miter/>
          </a:ln>
        </p:spPr>
      </p:cxnSp>
      <p:cxnSp>
        <p:nvCxnSpPr>
          <p:cNvPr id="758" name="AutoShape 12"/>
          <p:cNvCxnSpPr>
            <a:stCxn id="756" idx="3"/>
            <a:endCxn id="755" idx="1"/>
          </p:cNvCxnSpPr>
          <p:nvPr/>
        </p:nvCxnSpPr>
        <p:spPr>
          <a:xfrm>
            <a:off x="4841640" y="5265720"/>
            <a:ext cx="1060920" cy="378720"/>
          </a:xfrm>
          <a:prstGeom prst="bentConnector3">
            <a:avLst>
              <a:gd name="adj1" fmla="val 49830"/>
            </a:avLst>
          </a:prstGeom>
          <a:ln w="12600">
            <a:solidFill>
              <a:srgbClr val="003399"/>
            </a:solidFill>
            <a:miter/>
          </a:ln>
        </p:spPr>
      </p:cxnSp>
      <p:sp>
        <p:nvSpPr>
          <p:cNvPr id="759" name="Rectangle 13"/>
          <p:cNvSpPr/>
          <p:nvPr/>
        </p:nvSpPr>
        <p:spPr>
          <a:xfrm>
            <a:off x="849240" y="3421080"/>
            <a:ext cx="146520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760" name="AutoShape 14"/>
          <p:cNvCxnSpPr>
            <a:stCxn id="749" idx="1"/>
            <a:endCxn id="759" idx="3"/>
          </p:cNvCxnSpPr>
          <p:nvPr/>
        </p:nvCxnSpPr>
        <p:spPr>
          <a:xfrm flipV="1" rot="10800000">
            <a:off x="2313720" y="2222280"/>
            <a:ext cx="1062720" cy="1505520"/>
          </a:xfrm>
          <a:prstGeom prst="bentConnector3">
            <a:avLst>
              <a:gd name="adj1" fmla="val 50050"/>
            </a:avLst>
          </a:prstGeom>
          <a:ln w="12600">
            <a:solidFill>
              <a:srgbClr val="003399"/>
            </a:solidFill>
            <a:miter/>
          </a:ln>
        </p:spPr>
      </p:cxnSp>
      <p:cxnSp>
        <p:nvCxnSpPr>
          <p:cNvPr id="761" name="AutoShape 15"/>
          <p:cNvCxnSpPr>
            <a:stCxn id="759" idx="3"/>
            <a:endCxn id="756" idx="1"/>
          </p:cNvCxnSpPr>
          <p:nvPr/>
        </p:nvCxnSpPr>
        <p:spPr>
          <a:xfrm>
            <a:off x="2314440" y="3727080"/>
            <a:ext cx="1062720" cy="1539000"/>
          </a:xfrm>
          <a:prstGeom prst="bentConnector3">
            <a:avLst>
              <a:gd name="adj1" fmla="val 49915"/>
            </a:avLst>
          </a:prstGeom>
          <a:ln w="12600">
            <a:solidFill>
              <a:srgbClr val="003399"/>
            </a:solidFill>
            <a:miter/>
          </a:ln>
        </p:spPr>
      </p:cxnSp>
      <p:sp>
        <p:nvSpPr>
          <p:cNvPr id="762" name="Rectangle 16"/>
          <p:cNvSpPr/>
          <p:nvPr/>
        </p:nvSpPr>
        <p:spPr>
          <a:xfrm>
            <a:off x="5902200" y="306720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63" name="Rectangle 17"/>
          <p:cNvSpPr/>
          <p:nvPr/>
        </p:nvSpPr>
        <p:spPr>
          <a:xfrm>
            <a:off x="5902200" y="382428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64" name="Rectangle 18"/>
          <p:cNvSpPr/>
          <p:nvPr/>
        </p:nvSpPr>
        <p:spPr>
          <a:xfrm>
            <a:off x="3376440" y="3436920"/>
            <a:ext cx="1465560" cy="612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765" name="AutoShape 19"/>
          <p:cNvCxnSpPr>
            <a:stCxn id="764" idx="3"/>
            <a:endCxn id="762" idx="1"/>
          </p:cNvCxnSpPr>
          <p:nvPr/>
        </p:nvCxnSpPr>
        <p:spPr>
          <a:xfrm flipV="1">
            <a:off x="4841640" y="3372840"/>
            <a:ext cx="1060920" cy="370440"/>
          </a:xfrm>
          <a:prstGeom prst="bentConnector3">
            <a:avLst>
              <a:gd name="adj1" fmla="val 49830"/>
            </a:avLst>
          </a:prstGeom>
          <a:ln w="12600">
            <a:solidFill>
              <a:srgbClr val="003399"/>
            </a:solidFill>
            <a:miter/>
          </a:ln>
        </p:spPr>
      </p:cxnSp>
      <p:cxnSp>
        <p:nvCxnSpPr>
          <p:cNvPr id="766" name="AutoShape 20"/>
          <p:cNvCxnSpPr>
            <a:stCxn id="764" idx="3"/>
            <a:endCxn id="763" idx="1"/>
          </p:cNvCxnSpPr>
          <p:nvPr/>
        </p:nvCxnSpPr>
        <p:spPr>
          <a:xfrm>
            <a:off x="4841640" y="3743280"/>
            <a:ext cx="1060920" cy="388080"/>
          </a:xfrm>
          <a:prstGeom prst="bentConnector3">
            <a:avLst>
              <a:gd name="adj1" fmla="val 49830"/>
            </a:avLst>
          </a:prstGeom>
          <a:ln w="12600">
            <a:solidFill>
              <a:srgbClr val="003399"/>
            </a:solidFill>
            <a:miter/>
          </a:ln>
        </p:spPr>
      </p:cxnSp>
      <p:cxnSp>
        <p:nvCxnSpPr>
          <p:cNvPr id="767" name="AutoShape 21"/>
          <p:cNvCxnSpPr>
            <a:stCxn id="759" idx="3"/>
            <a:endCxn id="764" idx="1"/>
          </p:cNvCxnSpPr>
          <p:nvPr/>
        </p:nvCxnSpPr>
        <p:spPr>
          <a:xfrm>
            <a:off x="2314440" y="3727440"/>
            <a:ext cx="1062720" cy="16560"/>
          </a:xfrm>
          <a:prstGeom prst="bentConnector3">
            <a:avLst>
              <a:gd name="adj1" fmla="val 49915"/>
            </a:avLst>
          </a:prstGeom>
          <a:ln w="12600">
            <a:solidFill>
              <a:srgbClr val="003399"/>
            </a:solidFill>
            <a:miter/>
          </a:ln>
        </p:spPr>
      </p:cxn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6CC1E52-514A-4688-B669-A17C7A296E3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Logic Trees - Vertical</a:t>
            </a:r>
            <a:endParaRPr b="1" lang="en-US" sz="1600" spc="-1" strike="noStrike">
              <a:solidFill>
                <a:srgbClr val="000000"/>
              </a:solidFill>
              <a:latin typeface="Arial"/>
            </a:endParaRPr>
          </a:p>
        </p:txBody>
      </p:sp>
      <p:sp>
        <p:nvSpPr>
          <p:cNvPr id="771" name="Rectangle 3"/>
          <p:cNvSpPr/>
          <p:nvPr/>
        </p:nvSpPr>
        <p:spPr>
          <a:xfrm>
            <a:off x="3938760" y="1773360"/>
            <a:ext cx="1265040" cy="7920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2" name="Rectangle 4"/>
          <p:cNvSpPr/>
          <p:nvPr/>
        </p:nvSpPr>
        <p:spPr>
          <a:xfrm>
            <a:off x="485640" y="4941720"/>
            <a:ext cx="77328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3" name="Rectangle 5"/>
          <p:cNvSpPr/>
          <p:nvPr/>
        </p:nvSpPr>
        <p:spPr>
          <a:xfrm>
            <a:off x="1409760" y="4941720"/>
            <a:ext cx="77292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4" name="Rectangle 6"/>
          <p:cNvSpPr/>
          <p:nvPr/>
        </p:nvSpPr>
        <p:spPr>
          <a:xfrm>
            <a:off x="2335320" y="4941720"/>
            <a:ext cx="77292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5" name="Rectangle 7"/>
          <p:cNvSpPr/>
          <p:nvPr/>
        </p:nvSpPr>
        <p:spPr>
          <a:xfrm>
            <a:off x="3257640" y="4941720"/>
            <a:ext cx="77292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6" name="Rectangle 8"/>
          <p:cNvSpPr/>
          <p:nvPr/>
        </p:nvSpPr>
        <p:spPr>
          <a:xfrm>
            <a:off x="4184640" y="4941720"/>
            <a:ext cx="77328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7" name="Rectangle 9"/>
          <p:cNvSpPr/>
          <p:nvPr/>
        </p:nvSpPr>
        <p:spPr>
          <a:xfrm>
            <a:off x="5108400" y="4941720"/>
            <a:ext cx="77328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8" name="Rectangle 10"/>
          <p:cNvSpPr/>
          <p:nvPr/>
        </p:nvSpPr>
        <p:spPr>
          <a:xfrm>
            <a:off x="6032520" y="4941720"/>
            <a:ext cx="77292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79" name="Rectangle 11"/>
          <p:cNvSpPr/>
          <p:nvPr/>
        </p:nvSpPr>
        <p:spPr>
          <a:xfrm>
            <a:off x="6958080" y="4941720"/>
            <a:ext cx="77292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0" name="Rectangle 12"/>
          <p:cNvSpPr/>
          <p:nvPr/>
        </p:nvSpPr>
        <p:spPr>
          <a:xfrm>
            <a:off x="1163520" y="3357720"/>
            <a:ext cx="1266840" cy="7905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1" name="Rectangle 13"/>
          <p:cNvSpPr/>
          <p:nvPr/>
        </p:nvSpPr>
        <p:spPr>
          <a:xfrm>
            <a:off x="3938760" y="3357720"/>
            <a:ext cx="1266480" cy="7905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2" name="Rectangle 14"/>
          <p:cNvSpPr/>
          <p:nvPr/>
        </p:nvSpPr>
        <p:spPr>
          <a:xfrm>
            <a:off x="6713640" y="3357720"/>
            <a:ext cx="1266840" cy="7905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783" name="AutoShape 15"/>
          <p:cNvCxnSpPr>
            <a:stCxn id="771" idx="2"/>
            <a:endCxn id="780" idx="0"/>
          </p:cNvCxnSpPr>
          <p:nvPr/>
        </p:nvCxnSpPr>
        <p:spPr>
          <a:xfrm rot="5400000">
            <a:off x="2787840" y="1573920"/>
            <a:ext cx="793080" cy="2775600"/>
          </a:xfrm>
          <a:prstGeom prst="bentConnector3">
            <a:avLst>
              <a:gd name="adj1" fmla="val 49863"/>
            </a:avLst>
          </a:prstGeom>
          <a:ln w="12600">
            <a:solidFill>
              <a:srgbClr val="003399"/>
            </a:solidFill>
            <a:miter/>
          </a:ln>
        </p:spPr>
      </p:cxnSp>
      <p:cxnSp>
        <p:nvCxnSpPr>
          <p:cNvPr id="784" name="AutoShape 16"/>
          <p:cNvCxnSpPr>
            <a:stCxn id="771" idx="2"/>
            <a:endCxn id="782" idx="0"/>
          </p:cNvCxnSpPr>
          <p:nvPr/>
        </p:nvCxnSpPr>
        <p:spPr>
          <a:xfrm flipH="1" rot="16200000">
            <a:off x="5563080" y="1573560"/>
            <a:ext cx="793080" cy="2775600"/>
          </a:xfrm>
          <a:prstGeom prst="bentConnector3">
            <a:avLst>
              <a:gd name="adj1" fmla="val 49863"/>
            </a:avLst>
          </a:prstGeom>
          <a:ln w="12600">
            <a:solidFill>
              <a:srgbClr val="003399"/>
            </a:solidFill>
            <a:miter/>
          </a:ln>
        </p:spPr>
      </p:cxnSp>
      <p:cxnSp>
        <p:nvCxnSpPr>
          <p:cNvPr id="785" name="AutoShape 17"/>
          <p:cNvCxnSpPr>
            <a:stCxn id="781" idx="0"/>
            <a:endCxn id="771" idx="2"/>
          </p:cNvCxnSpPr>
          <p:nvPr/>
        </p:nvCxnSpPr>
        <p:spPr>
          <a:xfrm flipV="1">
            <a:off x="4571640" y="2564640"/>
            <a:ext cx="1080" cy="793080"/>
          </a:xfrm>
          <a:prstGeom prst="straightConnector1">
            <a:avLst/>
          </a:prstGeom>
          <a:ln w="12600">
            <a:solidFill>
              <a:srgbClr val="003399"/>
            </a:solidFill>
            <a:miter/>
          </a:ln>
        </p:spPr>
      </p:cxnSp>
      <p:cxnSp>
        <p:nvCxnSpPr>
          <p:cNvPr id="786" name="AutoShape 18"/>
          <p:cNvCxnSpPr>
            <a:stCxn id="772" idx="0"/>
            <a:endCxn id="780" idx="2"/>
          </p:cNvCxnSpPr>
          <p:nvPr/>
        </p:nvCxnSpPr>
        <p:spPr>
          <a:xfrm flipH="1" flipV="1" rot="5400000">
            <a:off x="937800" y="4082400"/>
            <a:ext cx="794160" cy="924840"/>
          </a:xfrm>
          <a:prstGeom prst="bentConnector3">
            <a:avLst>
              <a:gd name="adj1" fmla="val 49977"/>
            </a:avLst>
          </a:prstGeom>
          <a:ln w="12600">
            <a:solidFill>
              <a:srgbClr val="003399"/>
            </a:solidFill>
            <a:miter/>
          </a:ln>
        </p:spPr>
      </p:cxnSp>
      <p:cxnSp>
        <p:nvCxnSpPr>
          <p:cNvPr id="787" name="AutoShape 19"/>
          <p:cNvCxnSpPr>
            <a:stCxn id="780" idx="2"/>
            <a:endCxn id="774" idx="0"/>
          </p:cNvCxnSpPr>
          <p:nvPr/>
        </p:nvCxnSpPr>
        <p:spPr>
          <a:xfrm flipH="1" rot="16200000">
            <a:off x="1862280" y="4082040"/>
            <a:ext cx="794160" cy="926280"/>
          </a:xfrm>
          <a:prstGeom prst="bentConnector3">
            <a:avLst>
              <a:gd name="adj1" fmla="val 49977"/>
            </a:avLst>
          </a:prstGeom>
          <a:ln w="12600">
            <a:solidFill>
              <a:srgbClr val="003399"/>
            </a:solidFill>
            <a:miter/>
          </a:ln>
        </p:spPr>
      </p:cxnSp>
      <p:cxnSp>
        <p:nvCxnSpPr>
          <p:cNvPr id="788" name="AutoShape 20"/>
          <p:cNvCxnSpPr>
            <a:stCxn id="775" idx="0"/>
            <a:endCxn id="781" idx="2"/>
          </p:cNvCxnSpPr>
          <p:nvPr/>
        </p:nvCxnSpPr>
        <p:spPr>
          <a:xfrm flipH="1" flipV="1" rot="5400000">
            <a:off x="3711240" y="4080960"/>
            <a:ext cx="794160" cy="927720"/>
          </a:xfrm>
          <a:prstGeom prst="bentConnector3">
            <a:avLst>
              <a:gd name="adj1" fmla="val 49977"/>
            </a:avLst>
          </a:prstGeom>
          <a:ln w="12600">
            <a:solidFill>
              <a:srgbClr val="003399"/>
            </a:solidFill>
            <a:miter/>
          </a:ln>
        </p:spPr>
      </p:cxnSp>
      <p:cxnSp>
        <p:nvCxnSpPr>
          <p:cNvPr id="789" name="AutoShape 21"/>
          <p:cNvCxnSpPr>
            <a:stCxn id="781" idx="2"/>
            <a:endCxn id="777" idx="0"/>
          </p:cNvCxnSpPr>
          <p:nvPr/>
        </p:nvCxnSpPr>
        <p:spPr>
          <a:xfrm flipH="1" rot="16200000">
            <a:off x="4637160" y="4082760"/>
            <a:ext cx="794160" cy="924480"/>
          </a:xfrm>
          <a:prstGeom prst="bentConnector3">
            <a:avLst>
              <a:gd name="adj1" fmla="val 49977"/>
            </a:avLst>
          </a:prstGeom>
          <a:ln w="12600">
            <a:solidFill>
              <a:srgbClr val="003399"/>
            </a:solidFill>
            <a:miter/>
          </a:ln>
        </p:spPr>
      </p:cxnSp>
      <p:cxnSp>
        <p:nvCxnSpPr>
          <p:cNvPr id="790" name="AutoShape 22"/>
          <p:cNvCxnSpPr>
            <a:stCxn id="778" idx="0"/>
            <a:endCxn id="782" idx="2"/>
          </p:cNvCxnSpPr>
          <p:nvPr/>
        </p:nvCxnSpPr>
        <p:spPr>
          <a:xfrm flipH="1" flipV="1" rot="5400000">
            <a:off x="6486120" y="4080960"/>
            <a:ext cx="794160" cy="927720"/>
          </a:xfrm>
          <a:prstGeom prst="bentConnector3">
            <a:avLst>
              <a:gd name="adj1" fmla="val 49977"/>
            </a:avLst>
          </a:prstGeom>
          <a:ln w="12600">
            <a:solidFill>
              <a:srgbClr val="003399"/>
            </a:solidFill>
            <a:miter/>
          </a:ln>
        </p:spPr>
      </p:cxnSp>
      <p:cxnSp>
        <p:nvCxnSpPr>
          <p:cNvPr id="791" name="AutoShape 23"/>
          <p:cNvCxnSpPr>
            <a:stCxn id="782" idx="2"/>
            <a:endCxn id="792" idx="0"/>
          </p:cNvCxnSpPr>
          <p:nvPr/>
        </p:nvCxnSpPr>
        <p:spPr>
          <a:xfrm flipH="1" rot="16200000">
            <a:off x="7411320" y="4082760"/>
            <a:ext cx="794160" cy="924840"/>
          </a:xfrm>
          <a:prstGeom prst="bentConnector3">
            <a:avLst>
              <a:gd name="adj1" fmla="val 49977"/>
            </a:avLst>
          </a:prstGeom>
          <a:ln w="12600">
            <a:solidFill>
              <a:srgbClr val="003399"/>
            </a:solidFill>
            <a:miter/>
          </a:ln>
        </p:spPr>
      </p:cxnSp>
      <p:cxnSp>
        <p:nvCxnSpPr>
          <p:cNvPr id="793" name="AutoShape 24"/>
          <p:cNvCxnSpPr>
            <a:stCxn id="773" idx="0"/>
            <a:endCxn id="780" idx="2"/>
          </p:cNvCxnSpPr>
          <p:nvPr/>
        </p:nvCxnSpPr>
        <p:spPr>
          <a:xfrm flipV="1">
            <a:off x="1796760" y="4147920"/>
            <a:ext cx="1080" cy="794160"/>
          </a:xfrm>
          <a:prstGeom prst="straightConnector1">
            <a:avLst/>
          </a:prstGeom>
          <a:ln w="12600">
            <a:solidFill>
              <a:srgbClr val="003399"/>
            </a:solidFill>
            <a:miter/>
          </a:ln>
        </p:spPr>
      </p:cxnSp>
      <p:cxnSp>
        <p:nvCxnSpPr>
          <p:cNvPr id="794" name="AutoShape 25"/>
          <p:cNvCxnSpPr>
            <a:stCxn id="776" idx="0"/>
            <a:endCxn id="781" idx="2"/>
          </p:cNvCxnSpPr>
          <p:nvPr/>
        </p:nvCxnSpPr>
        <p:spPr>
          <a:xfrm flipV="1">
            <a:off x="4571640" y="4147920"/>
            <a:ext cx="1080" cy="794160"/>
          </a:xfrm>
          <a:prstGeom prst="straightConnector1">
            <a:avLst/>
          </a:prstGeom>
          <a:ln w="12600">
            <a:solidFill>
              <a:srgbClr val="003399"/>
            </a:solidFill>
            <a:miter/>
          </a:ln>
        </p:spPr>
      </p:cxnSp>
      <p:cxnSp>
        <p:nvCxnSpPr>
          <p:cNvPr id="795" name="AutoShape 26"/>
          <p:cNvCxnSpPr>
            <a:stCxn id="779" idx="0"/>
            <a:endCxn id="782" idx="2"/>
          </p:cNvCxnSpPr>
          <p:nvPr/>
        </p:nvCxnSpPr>
        <p:spPr>
          <a:xfrm flipH="1" flipV="1" rot="5400000">
            <a:off x="6949080" y="4543920"/>
            <a:ext cx="794160" cy="2160"/>
          </a:xfrm>
          <a:prstGeom prst="bentConnector3">
            <a:avLst>
              <a:gd name="adj1" fmla="val 49977"/>
            </a:avLst>
          </a:prstGeom>
          <a:ln w="12600">
            <a:solidFill>
              <a:srgbClr val="003399"/>
            </a:solidFill>
            <a:miter/>
          </a:ln>
        </p:spPr>
      </p:cxnSp>
      <p:sp>
        <p:nvSpPr>
          <p:cNvPr id="792" name="Rectangle 27"/>
          <p:cNvSpPr/>
          <p:nvPr/>
        </p:nvSpPr>
        <p:spPr>
          <a:xfrm>
            <a:off x="7883640" y="4941720"/>
            <a:ext cx="772920" cy="776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0F2CCDE-8A2C-4DE0-9105-C904E3D8FEE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Logic Tree – Vertical with straight lines</a:t>
            </a:r>
            <a:endParaRPr b="1" lang="en-US" sz="1600" spc="-1" strike="noStrike">
              <a:solidFill>
                <a:srgbClr val="000000"/>
              </a:solidFill>
              <a:latin typeface="Arial"/>
            </a:endParaRPr>
          </a:p>
        </p:txBody>
      </p:sp>
      <p:sp>
        <p:nvSpPr>
          <p:cNvPr id="799" name="Rectangle 3"/>
          <p:cNvSpPr/>
          <p:nvPr/>
        </p:nvSpPr>
        <p:spPr>
          <a:xfrm>
            <a:off x="3940200" y="1700280"/>
            <a:ext cx="1266840" cy="7920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00" name="Rectangle 4"/>
          <p:cNvSpPr/>
          <p:nvPr/>
        </p:nvSpPr>
        <p:spPr>
          <a:xfrm>
            <a:off x="498600" y="5019840"/>
            <a:ext cx="77292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01" name="Rectangle 5"/>
          <p:cNvSpPr/>
          <p:nvPr/>
        </p:nvSpPr>
        <p:spPr>
          <a:xfrm>
            <a:off x="141912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02" name="Rectangle 6"/>
          <p:cNvSpPr/>
          <p:nvPr/>
        </p:nvSpPr>
        <p:spPr>
          <a:xfrm>
            <a:off x="234144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803" name="AutoShape 7"/>
          <p:cNvCxnSpPr>
            <a:stCxn id="804" idx="2"/>
            <a:endCxn id="800" idx="0"/>
          </p:cNvCxnSpPr>
          <p:nvPr/>
        </p:nvCxnSpPr>
        <p:spPr>
          <a:xfrm flipH="1">
            <a:off x="885240" y="4154400"/>
            <a:ext cx="921240" cy="866160"/>
          </a:xfrm>
          <a:prstGeom prst="straightConnector1">
            <a:avLst/>
          </a:prstGeom>
          <a:ln w="12600">
            <a:solidFill>
              <a:srgbClr val="003399"/>
            </a:solidFill>
            <a:miter/>
          </a:ln>
        </p:spPr>
      </p:cxnSp>
      <p:cxnSp>
        <p:nvCxnSpPr>
          <p:cNvPr id="805" name="AutoShape 8"/>
          <p:cNvCxnSpPr>
            <a:stCxn id="804" idx="2"/>
            <a:endCxn id="801" idx="0"/>
          </p:cNvCxnSpPr>
          <p:nvPr/>
        </p:nvCxnSpPr>
        <p:spPr>
          <a:xfrm>
            <a:off x="1806120" y="4154400"/>
            <a:ext cx="1080" cy="866160"/>
          </a:xfrm>
          <a:prstGeom prst="straightConnector1">
            <a:avLst/>
          </a:prstGeom>
          <a:ln w="12600">
            <a:solidFill>
              <a:srgbClr val="003399"/>
            </a:solidFill>
            <a:miter/>
          </a:ln>
        </p:spPr>
      </p:cxnSp>
      <p:cxnSp>
        <p:nvCxnSpPr>
          <p:cNvPr id="806" name="AutoShape 9"/>
          <p:cNvCxnSpPr>
            <a:stCxn id="804" idx="2"/>
            <a:endCxn id="802" idx="0"/>
          </p:cNvCxnSpPr>
          <p:nvPr/>
        </p:nvCxnSpPr>
        <p:spPr>
          <a:xfrm>
            <a:off x="1806480" y="4154400"/>
            <a:ext cx="923040" cy="866160"/>
          </a:xfrm>
          <a:prstGeom prst="straightConnector1">
            <a:avLst/>
          </a:prstGeom>
          <a:ln w="12600">
            <a:solidFill>
              <a:srgbClr val="003399"/>
            </a:solidFill>
            <a:miter/>
          </a:ln>
        </p:spPr>
      </p:cxnSp>
      <p:sp>
        <p:nvSpPr>
          <p:cNvPr id="807" name="Rectangle 10"/>
          <p:cNvSpPr/>
          <p:nvPr/>
        </p:nvSpPr>
        <p:spPr>
          <a:xfrm>
            <a:off x="326376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08" name="Rectangle 11"/>
          <p:cNvSpPr/>
          <p:nvPr/>
        </p:nvSpPr>
        <p:spPr>
          <a:xfrm>
            <a:off x="418608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09" name="Rectangle 12"/>
          <p:cNvSpPr/>
          <p:nvPr/>
        </p:nvSpPr>
        <p:spPr>
          <a:xfrm>
            <a:off x="510840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810" name="AutoShape 13"/>
          <p:cNvCxnSpPr>
            <a:stCxn id="811" idx="2"/>
            <a:endCxn id="807" idx="0"/>
          </p:cNvCxnSpPr>
          <p:nvPr/>
        </p:nvCxnSpPr>
        <p:spPr>
          <a:xfrm flipH="1">
            <a:off x="3650760" y="4154400"/>
            <a:ext cx="923040" cy="866160"/>
          </a:xfrm>
          <a:prstGeom prst="straightConnector1">
            <a:avLst/>
          </a:prstGeom>
          <a:ln w="12600">
            <a:solidFill>
              <a:srgbClr val="003399"/>
            </a:solidFill>
            <a:miter/>
          </a:ln>
        </p:spPr>
      </p:cxnSp>
      <p:cxnSp>
        <p:nvCxnSpPr>
          <p:cNvPr id="812" name="AutoShape 14"/>
          <p:cNvCxnSpPr>
            <a:stCxn id="811" idx="2"/>
            <a:endCxn id="808" idx="0"/>
          </p:cNvCxnSpPr>
          <p:nvPr/>
        </p:nvCxnSpPr>
        <p:spPr>
          <a:xfrm>
            <a:off x="4573080" y="4154400"/>
            <a:ext cx="1080" cy="866160"/>
          </a:xfrm>
          <a:prstGeom prst="straightConnector1">
            <a:avLst/>
          </a:prstGeom>
          <a:ln w="12600">
            <a:solidFill>
              <a:srgbClr val="003399"/>
            </a:solidFill>
            <a:miter/>
          </a:ln>
        </p:spPr>
      </p:cxnSp>
      <p:cxnSp>
        <p:nvCxnSpPr>
          <p:cNvPr id="813" name="AutoShape 15"/>
          <p:cNvCxnSpPr>
            <a:stCxn id="811" idx="2"/>
            <a:endCxn id="809" idx="0"/>
          </p:cNvCxnSpPr>
          <p:nvPr/>
        </p:nvCxnSpPr>
        <p:spPr>
          <a:xfrm>
            <a:off x="4573440" y="4154400"/>
            <a:ext cx="923040" cy="866160"/>
          </a:xfrm>
          <a:prstGeom prst="straightConnector1">
            <a:avLst/>
          </a:prstGeom>
          <a:ln w="12600">
            <a:solidFill>
              <a:srgbClr val="003399"/>
            </a:solidFill>
            <a:miter/>
          </a:ln>
        </p:spPr>
      </p:cxnSp>
      <p:sp>
        <p:nvSpPr>
          <p:cNvPr id="814" name="Rectangle 16"/>
          <p:cNvSpPr/>
          <p:nvPr/>
        </p:nvSpPr>
        <p:spPr>
          <a:xfrm>
            <a:off x="602928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15" name="Rectangle 17"/>
          <p:cNvSpPr/>
          <p:nvPr/>
        </p:nvSpPr>
        <p:spPr>
          <a:xfrm>
            <a:off x="6953400" y="5019840"/>
            <a:ext cx="77292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816" name="AutoShape 18"/>
          <p:cNvCxnSpPr>
            <a:stCxn id="817" idx="2"/>
            <a:endCxn id="814" idx="0"/>
          </p:cNvCxnSpPr>
          <p:nvPr/>
        </p:nvCxnSpPr>
        <p:spPr>
          <a:xfrm flipH="1">
            <a:off x="6415920" y="4154400"/>
            <a:ext cx="926280" cy="866160"/>
          </a:xfrm>
          <a:prstGeom prst="straightConnector1">
            <a:avLst/>
          </a:prstGeom>
          <a:ln w="12600">
            <a:solidFill>
              <a:srgbClr val="003399"/>
            </a:solidFill>
            <a:miter/>
          </a:ln>
        </p:spPr>
      </p:cxnSp>
      <p:cxnSp>
        <p:nvCxnSpPr>
          <p:cNvPr id="818" name="AutoShape 19"/>
          <p:cNvCxnSpPr>
            <a:stCxn id="817" idx="2"/>
            <a:endCxn id="815" idx="0"/>
          </p:cNvCxnSpPr>
          <p:nvPr/>
        </p:nvCxnSpPr>
        <p:spPr>
          <a:xfrm flipH="1">
            <a:off x="7340400" y="4154400"/>
            <a:ext cx="2160" cy="866160"/>
          </a:xfrm>
          <a:prstGeom prst="straightConnector1">
            <a:avLst/>
          </a:prstGeom>
          <a:ln w="12600">
            <a:solidFill>
              <a:srgbClr val="003399"/>
            </a:solidFill>
            <a:miter/>
          </a:ln>
        </p:spPr>
      </p:cxnSp>
      <p:cxnSp>
        <p:nvCxnSpPr>
          <p:cNvPr id="819" name="AutoShape 20"/>
          <p:cNvCxnSpPr>
            <a:stCxn id="817" idx="2"/>
            <a:endCxn id="820" idx="0"/>
          </p:cNvCxnSpPr>
          <p:nvPr/>
        </p:nvCxnSpPr>
        <p:spPr>
          <a:xfrm>
            <a:off x="7342200" y="4154400"/>
            <a:ext cx="923040" cy="866160"/>
          </a:xfrm>
          <a:prstGeom prst="straightConnector1">
            <a:avLst/>
          </a:prstGeom>
          <a:ln w="12600">
            <a:solidFill>
              <a:srgbClr val="003399"/>
            </a:solidFill>
            <a:miter/>
          </a:ln>
        </p:spPr>
      </p:cxnSp>
      <p:sp>
        <p:nvSpPr>
          <p:cNvPr id="804" name="Rectangle 21"/>
          <p:cNvSpPr/>
          <p:nvPr/>
        </p:nvSpPr>
        <p:spPr>
          <a:xfrm>
            <a:off x="1173240" y="3362400"/>
            <a:ext cx="1266840" cy="7920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11" name="Rectangle 22"/>
          <p:cNvSpPr/>
          <p:nvPr/>
        </p:nvSpPr>
        <p:spPr>
          <a:xfrm>
            <a:off x="3940200" y="3362400"/>
            <a:ext cx="1266840" cy="7920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17" name="Rectangle 23"/>
          <p:cNvSpPr/>
          <p:nvPr/>
        </p:nvSpPr>
        <p:spPr>
          <a:xfrm>
            <a:off x="6708600" y="3362400"/>
            <a:ext cx="1266840" cy="7920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821" name="AutoShape 24"/>
          <p:cNvCxnSpPr>
            <a:stCxn id="799" idx="2"/>
            <a:endCxn id="811" idx="0"/>
          </p:cNvCxnSpPr>
          <p:nvPr/>
        </p:nvCxnSpPr>
        <p:spPr>
          <a:xfrm flipH="1">
            <a:off x="4572720" y="2491920"/>
            <a:ext cx="1080" cy="870840"/>
          </a:xfrm>
          <a:prstGeom prst="straightConnector1">
            <a:avLst/>
          </a:prstGeom>
          <a:ln w="12600">
            <a:solidFill>
              <a:srgbClr val="003399"/>
            </a:solidFill>
            <a:miter/>
          </a:ln>
        </p:spPr>
      </p:cxnSp>
      <p:cxnSp>
        <p:nvCxnSpPr>
          <p:cNvPr id="822" name="AutoShape 25"/>
          <p:cNvCxnSpPr>
            <a:stCxn id="804" idx="0"/>
            <a:endCxn id="799" idx="2"/>
          </p:cNvCxnSpPr>
          <p:nvPr/>
        </p:nvCxnSpPr>
        <p:spPr>
          <a:xfrm flipV="1">
            <a:off x="1806480" y="2491560"/>
            <a:ext cx="2767680" cy="870840"/>
          </a:xfrm>
          <a:prstGeom prst="straightConnector1">
            <a:avLst/>
          </a:prstGeom>
          <a:ln w="12600">
            <a:solidFill>
              <a:srgbClr val="003399"/>
            </a:solidFill>
            <a:miter/>
          </a:ln>
        </p:spPr>
      </p:cxnSp>
      <p:cxnSp>
        <p:nvCxnSpPr>
          <p:cNvPr id="823" name="AutoShape 26"/>
          <p:cNvCxnSpPr>
            <a:stCxn id="817" idx="0"/>
            <a:endCxn id="799" idx="2"/>
          </p:cNvCxnSpPr>
          <p:nvPr/>
        </p:nvCxnSpPr>
        <p:spPr>
          <a:xfrm flipH="1" flipV="1">
            <a:off x="4572720" y="2491560"/>
            <a:ext cx="2769480" cy="870840"/>
          </a:xfrm>
          <a:prstGeom prst="straightConnector1">
            <a:avLst/>
          </a:prstGeom>
          <a:ln w="12600">
            <a:solidFill>
              <a:srgbClr val="003399"/>
            </a:solidFill>
            <a:miter/>
          </a:ln>
        </p:spPr>
      </p:cxnSp>
      <p:sp>
        <p:nvSpPr>
          <p:cNvPr id="820" name="Rectangle 27"/>
          <p:cNvSpPr/>
          <p:nvPr/>
        </p:nvSpPr>
        <p:spPr>
          <a:xfrm>
            <a:off x="7877160" y="5019840"/>
            <a:ext cx="773280" cy="78552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2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DB27F0-7EB6-42CA-9CF5-607B8CE2B7B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2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Logic Trees - </a:t>
            </a:r>
            <a:r>
              <a:rPr b="1" lang="nl-NL" sz="1600" spc="-1" strike="noStrike">
                <a:solidFill>
                  <a:srgbClr val="000000"/>
                </a:solidFill>
                <a:latin typeface="Arial"/>
                <a:ea typeface="ＭＳ Ｐゴシック"/>
              </a:rPr>
              <a:t>Hypothesis tree</a:t>
            </a:r>
            <a:endParaRPr b="1" lang="en-US" sz="1600" spc="-1" strike="noStrike">
              <a:solidFill>
                <a:srgbClr val="000000"/>
              </a:solidFill>
              <a:latin typeface="Arial"/>
            </a:endParaRPr>
          </a:p>
        </p:txBody>
      </p:sp>
      <p:sp>
        <p:nvSpPr>
          <p:cNvPr id="827" name="Rectangle 3"/>
          <p:cNvSpPr/>
          <p:nvPr/>
        </p:nvSpPr>
        <p:spPr>
          <a:xfrm>
            <a:off x="3268800" y="1595520"/>
            <a:ext cx="2585880" cy="5522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Answer:</a:t>
            </a:r>
            <a:endParaRPr b="1" lang="en-US" sz="10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r>
              <a:rPr b="1" lang="en-US" sz="1000" spc="-1" strike="noStrike">
                <a:solidFill>
                  <a:srgbClr val="000000"/>
                </a:solidFill>
                <a:latin typeface="Arial"/>
              </a:rPr>
              <a:t> </a:t>
            </a:r>
            <a:endParaRPr b="1" lang="en-US" sz="1000" spc="-1" strike="noStrike">
              <a:solidFill>
                <a:srgbClr val="000000"/>
              </a:solidFill>
              <a:latin typeface="Arial"/>
            </a:endParaRPr>
          </a:p>
        </p:txBody>
      </p:sp>
      <p:cxnSp>
        <p:nvCxnSpPr>
          <p:cNvPr id="828" name="AutoShape 4"/>
          <p:cNvCxnSpPr>
            <a:stCxn id="829" idx="0"/>
            <a:endCxn id="827" idx="2"/>
          </p:cNvCxnSpPr>
          <p:nvPr/>
        </p:nvCxnSpPr>
        <p:spPr>
          <a:xfrm flipV="1">
            <a:off x="1379520" y="2147040"/>
            <a:ext cx="3183840" cy="345240"/>
          </a:xfrm>
          <a:prstGeom prst="straightConnector1">
            <a:avLst/>
          </a:prstGeom>
          <a:ln w="12600">
            <a:solidFill>
              <a:srgbClr val="003399"/>
            </a:solidFill>
            <a:miter/>
          </a:ln>
        </p:spPr>
      </p:cxnSp>
      <p:cxnSp>
        <p:nvCxnSpPr>
          <p:cNvPr id="830" name="AutoShape 5"/>
          <p:cNvCxnSpPr>
            <a:stCxn id="831" idx="0"/>
            <a:endCxn id="827" idx="2"/>
          </p:cNvCxnSpPr>
          <p:nvPr/>
        </p:nvCxnSpPr>
        <p:spPr>
          <a:xfrm flipH="1" flipV="1">
            <a:off x="4562280" y="2147040"/>
            <a:ext cx="1068480" cy="345240"/>
          </a:xfrm>
          <a:prstGeom prst="straightConnector1">
            <a:avLst/>
          </a:prstGeom>
          <a:ln w="12600">
            <a:solidFill>
              <a:srgbClr val="003399"/>
            </a:solidFill>
            <a:miter/>
          </a:ln>
        </p:spPr>
      </p:cxnSp>
      <p:sp>
        <p:nvSpPr>
          <p:cNvPr id="832" name="Text Box 6"/>
          <p:cNvSpPr/>
          <p:nvPr/>
        </p:nvSpPr>
        <p:spPr>
          <a:xfrm>
            <a:off x="384120" y="1521000"/>
            <a:ext cx="2122560" cy="704520"/>
          </a:xfrm>
          <a:prstGeom prst="rect">
            <a:avLst/>
          </a:prstGeom>
          <a:noFill/>
          <a:ln w="0">
            <a:noFill/>
          </a:ln>
        </p:spPr>
        <p:style>
          <a:lnRef idx="0"/>
          <a:fillRef idx="0"/>
          <a:effectRef idx="0"/>
          <a:fontRef idx="minor"/>
        </p:style>
        <p:txBody>
          <a:bodyPr lIns="90000" rIns="90000" tIns="46800" bIns="46800" anchor="t">
            <a:spAutoFit/>
          </a:bodyPr>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1.</a:t>
            </a:r>
            <a:r>
              <a:rPr b="0" lang="nl-NL" sz="1000" spc="-1" strike="noStrike">
                <a:solidFill>
                  <a:srgbClr val="000000"/>
                </a:solidFill>
                <a:latin typeface="Arial"/>
              </a:rPr>
              <a:t> </a:t>
            </a:r>
            <a:r>
              <a:rPr b="1" lang="nl-NL" sz="1000" spc="-1" strike="noStrike">
                <a:solidFill>
                  <a:srgbClr val="000000"/>
                </a:solidFill>
                <a:latin typeface="Arial"/>
              </a:rPr>
              <a:t>Introduction</a:t>
            </a:r>
            <a:endParaRPr b="1" lang="en-US" sz="1000" spc="-1" strike="noStrike">
              <a:solidFill>
                <a:srgbClr val="000000"/>
              </a:solidFill>
              <a:latin typeface="Arial"/>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Situation: ...</a:t>
            </a:r>
            <a:r>
              <a:rPr b="0" lang="nl-NL" sz="1000" spc="-1" strike="noStrike">
                <a:solidFill>
                  <a:srgbClr val="000000"/>
                </a:solidFill>
                <a:latin typeface="Arial"/>
              </a:rPr>
              <a:t>	</a:t>
            </a:r>
            <a:endParaRPr b="1" lang="en-US" sz="1000" spc="-1" strike="noStrike">
              <a:solidFill>
                <a:srgbClr val="000000"/>
              </a:solidFill>
              <a:latin typeface="Arial"/>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Complication: ...</a:t>
            </a:r>
            <a:endParaRPr b="1" lang="en-US" sz="1000" spc="-1" strike="noStrike">
              <a:solidFill>
                <a:srgbClr val="000000"/>
              </a:solidFill>
              <a:latin typeface="Arial"/>
            </a:endParaRPr>
          </a:p>
          <a:p>
            <a:pPr marL="177840" indent="-177840">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Question:</a:t>
            </a:r>
            <a:r>
              <a:rPr b="1" lang="nl-NL" sz="1000" spc="-1" strike="noStrike">
                <a:solidFill>
                  <a:srgbClr val="000000"/>
                </a:solidFill>
                <a:latin typeface="Arial"/>
              </a:rPr>
              <a:t> </a:t>
            </a:r>
            <a:r>
              <a:rPr b="0" lang="nl-NL" sz="1000" spc="-1" strike="noStrike">
                <a:solidFill>
                  <a:srgbClr val="000000"/>
                </a:solidFill>
                <a:latin typeface="Arial"/>
              </a:rPr>
              <a:t>...</a:t>
            </a:r>
            <a:endParaRPr b="1" lang="en-US" sz="1000" spc="-1" strike="noStrike">
              <a:solidFill>
                <a:srgbClr val="000000"/>
              </a:solidFill>
              <a:latin typeface="Arial"/>
            </a:endParaRPr>
          </a:p>
        </p:txBody>
      </p:sp>
      <p:cxnSp>
        <p:nvCxnSpPr>
          <p:cNvPr id="833" name="AutoShape 7"/>
          <p:cNvCxnSpPr>
            <a:stCxn id="832" idx="3"/>
            <a:endCxn id="827" idx="1"/>
          </p:cNvCxnSpPr>
          <p:nvPr/>
        </p:nvCxnSpPr>
        <p:spPr>
          <a:xfrm>
            <a:off x="2506320" y="1871280"/>
            <a:ext cx="762840" cy="1080"/>
          </a:xfrm>
          <a:prstGeom prst="straightConnector1">
            <a:avLst/>
          </a:prstGeom>
          <a:ln w="12600">
            <a:solidFill>
              <a:srgbClr val="003399"/>
            </a:solidFill>
            <a:miter/>
            <a:tailEnd len="med" type="triangle" w="med"/>
          </a:ln>
        </p:spPr>
      </p:cxnSp>
      <p:cxnSp>
        <p:nvCxnSpPr>
          <p:cNvPr id="834" name="AutoShape 8"/>
          <p:cNvCxnSpPr>
            <a:stCxn id="835" idx="0"/>
            <a:endCxn id="827" idx="2"/>
          </p:cNvCxnSpPr>
          <p:nvPr/>
        </p:nvCxnSpPr>
        <p:spPr>
          <a:xfrm flipH="1" flipV="1">
            <a:off x="4562280" y="2147040"/>
            <a:ext cx="3196080" cy="345240"/>
          </a:xfrm>
          <a:prstGeom prst="straightConnector1">
            <a:avLst/>
          </a:prstGeom>
          <a:ln w="12600">
            <a:solidFill>
              <a:srgbClr val="003399"/>
            </a:solidFill>
            <a:miter/>
          </a:ln>
        </p:spPr>
      </p:cxnSp>
      <p:cxnSp>
        <p:nvCxnSpPr>
          <p:cNvPr id="836" name="AutoShape 9"/>
          <p:cNvCxnSpPr>
            <a:stCxn id="829" idx="2"/>
            <a:endCxn id="837" idx="0"/>
          </p:cNvCxnSpPr>
          <p:nvPr/>
        </p:nvCxnSpPr>
        <p:spPr>
          <a:xfrm>
            <a:off x="1379160" y="3068640"/>
            <a:ext cx="1080" cy="218160"/>
          </a:xfrm>
          <a:prstGeom prst="straightConnector1">
            <a:avLst/>
          </a:prstGeom>
          <a:ln w="12600">
            <a:solidFill>
              <a:srgbClr val="003399"/>
            </a:solidFill>
            <a:miter/>
          </a:ln>
        </p:spPr>
      </p:cxnSp>
      <p:cxnSp>
        <p:nvCxnSpPr>
          <p:cNvPr id="838" name="AutoShape 10"/>
          <p:cNvCxnSpPr>
            <a:stCxn id="839" idx="2"/>
            <a:endCxn id="840" idx="0"/>
          </p:cNvCxnSpPr>
          <p:nvPr/>
        </p:nvCxnSpPr>
        <p:spPr>
          <a:xfrm>
            <a:off x="3504960" y="3068640"/>
            <a:ext cx="1080" cy="218160"/>
          </a:xfrm>
          <a:prstGeom prst="straightConnector1">
            <a:avLst/>
          </a:prstGeom>
          <a:ln w="12600">
            <a:solidFill>
              <a:srgbClr val="003399"/>
            </a:solidFill>
            <a:miter/>
          </a:ln>
        </p:spPr>
      </p:cxnSp>
      <p:cxnSp>
        <p:nvCxnSpPr>
          <p:cNvPr id="841" name="AutoShape 11"/>
          <p:cNvCxnSpPr>
            <a:stCxn id="831" idx="2"/>
            <a:endCxn id="842" idx="0"/>
          </p:cNvCxnSpPr>
          <p:nvPr/>
        </p:nvCxnSpPr>
        <p:spPr>
          <a:xfrm>
            <a:off x="5630400" y="3068640"/>
            <a:ext cx="1080" cy="218160"/>
          </a:xfrm>
          <a:prstGeom prst="straightConnector1">
            <a:avLst/>
          </a:prstGeom>
          <a:ln w="12600">
            <a:solidFill>
              <a:srgbClr val="003399"/>
            </a:solidFill>
            <a:miter/>
          </a:ln>
        </p:spPr>
      </p:cxnSp>
      <p:sp>
        <p:nvSpPr>
          <p:cNvPr id="829" name="Rectangle 12"/>
          <p:cNvSpPr/>
          <p:nvPr/>
        </p:nvSpPr>
        <p:spPr>
          <a:xfrm>
            <a:off x="388800" y="2492280"/>
            <a:ext cx="1979640" cy="576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2. ... </a:t>
            </a:r>
            <a:endParaRPr b="1" lang="en-US" sz="1000" spc="-1" strike="noStrike">
              <a:solidFill>
                <a:srgbClr val="000000"/>
              </a:solidFill>
              <a:latin typeface="Arial"/>
            </a:endParaRPr>
          </a:p>
        </p:txBody>
      </p:sp>
      <p:sp>
        <p:nvSpPr>
          <p:cNvPr id="839" name="Rectangle 13"/>
          <p:cNvSpPr/>
          <p:nvPr/>
        </p:nvSpPr>
        <p:spPr>
          <a:xfrm>
            <a:off x="2514600" y="2492280"/>
            <a:ext cx="1979640" cy="576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3. ... </a:t>
            </a:r>
            <a:endParaRPr b="1" lang="en-US" sz="1000" spc="-1" strike="noStrike">
              <a:solidFill>
                <a:srgbClr val="000000"/>
              </a:solidFill>
              <a:latin typeface="Arial"/>
            </a:endParaRPr>
          </a:p>
        </p:txBody>
      </p:sp>
      <p:sp>
        <p:nvSpPr>
          <p:cNvPr id="831" name="Rectangle 14"/>
          <p:cNvSpPr/>
          <p:nvPr/>
        </p:nvSpPr>
        <p:spPr>
          <a:xfrm>
            <a:off x="4640400" y="2492280"/>
            <a:ext cx="1979640" cy="576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4. ...</a:t>
            </a:r>
            <a:endParaRPr b="1" lang="en-US" sz="1000" spc="-1" strike="noStrike">
              <a:solidFill>
                <a:srgbClr val="000000"/>
              </a:solidFill>
              <a:latin typeface="Arial"/>
            </a:endParaRPr>
          </a:p>
        </p:txBody>
      </p:sp>
      <p:cxnSp>
        <p:nvCxnSpPr>
          <p:cNvPr id="843" name="AutoShape 18"/>
          <p:cNvCxnSpPr>
            <a:stCxn id="835" idx="2"/>
            <a:endCxn id="844" idx="0"/>
          </p:cNvCxnSpPr>
          <p:nvPr/>
        </p:nvCxnSpPr>
        <p:spPr>
          <a:xfrm>
            <a:off x="7757640" y="3068640"/>
            <a:ext cx="1080" cy="218160"/>
          </a:xfrm>
          <a:prstGeom prst="straightConnector1">
            <a:avLst/>
          </a:prstGeom>
          <a:ln w="12600">
            <a:solidFill>
              <a:srgbClr val="003399"/>
            </a:solidFill>
            <a:miter/>
          </a:ln>
        </p:spPr>
      </p:cxnSp>
      <p:sp>
        <p:nvSpPr>
          <p:cNvPr id="835" name="Rectangle 19"/>
          <p:cNvSpPr/>
          <p:nvPr/>
        </p:nvSpPr>
        <p:spPr>
          <a:xfrm>
            <a:off x="6767640" y="2492280"/>
            <a:ext cx="1979640" cy="576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5. ...</a:t>
            </a:r>
            <a:endParaRPr b="1" lang="en-US" sz="1000" spc="-1" strike="noStrike">
              <a:solidFill>
                <a:srgbClr val="000000"/>
              </a:solidFill>
              <a:latin typeface="Arial"/>
            </a:endParaRPr>
          </a:p>
        </p:txBody>
      </p:sp>
      <p:cxnSp>
        <p:nvCxnSpPr>
          <p:cNvPr id="845" name="AutoShape 21"/>
          <p:cNvCxnSpPr>
            <a:stCxn id="839" idx="0"/>
            <a:endCxn id="827" idx="2"/>
          </p:cNvCxnSpPr>
          <p:nvPr/>
        </p:nvCxnSpPr>
        <p:spPr>
          <a:xfrm flipV="1">
            <a:off x="3504960" y="2147040"/>
            <a:ext cx="1058040" cy="345240"/>
          </a:xfrm>
          <a:prstGeom prst="straightConnector1">
            <a:avLst/>
          </a:prstGeom>
          <a:ln w="12600">
            <a:solidFill>
              <a:srgbClr val="003399"/>
            </a:solidFill>
            <a:miter/>
          </a:ln>
        </p:spPr>
      </p:cxnSp>
      <p:sp>
        <p:nvSpPr>
          <p:cNvPr id="846" name="Text Box 22"/>
          <p:cNvSpPr/>
          <p:nvPr/>
        </p:nvSpPr>
        <p:spPr>
          <a:xfrm>
            <a:off x="4115160" y="2228760"/>
            <a:ext cx="88956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why or how?</a:t>
            </a:r>
            <a:endParaRPr b="1" lang="en-US" sz="1000" spc="-1" strike="noStrike">
              <a:solidFill>
                <a:srgbClr val="000000"/>
              </a:solidFill>
              <a:latin typeface="Arial"/>
            </a:endParaRPr>
          </a:p>
        </p:txBody>
      </p:sp>
      <p:sp>
        <p:nvSpPr>
          <p:cNvPr id="837" name="Rectangle 25"/>
          <p:cNvSpPr/>
          <p:nvPr/>
        </p:nvSpPr>
        <p:spPr>
          <a:xfrm>
            <a:off x="388800" y="3286080"/>
            <a:ext cx="1979640" cy="275292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40" name="Rectangle 26"/>
          <p:cNvSpPr/>
          <p:nvPr/>
        </p:nvSpPr>
        <p:spPr>
          <a:xfrm>
            <a:off x="2514600" y="3286080"/>
            <a:ext cx="1979640" cy="275292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42" name="Rectangle 27"/>
          <p:cNvSpPr/>
          <p:nvPr/>
        </p:nvSpPr>
        <p:spPr>
          <a:xfrm>
            <a:off x="4640400" y="3286080"/>
            <a:ext cx="1979640" cy="275292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44" name="Rectangle 28"/>
          <p:cNvSpPr/>
          <p:nvPr/>
        </p:nvSpPr>
        <p:spPr>
          <a:xfrm>
            <a:off x="6767640" y="3286080"/>
            <a:ext cx="1979640" cy="275292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4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02B04C3-EF82-483D-A368-9D3F30F9B69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4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850" name="Line 2"/>
          <p:cNvSpPr/>
          <p:nvPr/>
        </p:nvSpPr>
        <p:spPr>
          <a:xfrm flipV="1">
            <a:off x="4341960" y="2111400"/>
            <a:ext cx="0" cy="73008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 name="Rectangle 4"/>
          <p:cNvSpPr/>
          <p:nvPr/>
        </p:nvSpPr>
        <p:spPr>
          <a:xfrm>
            <a:off x="3619440" y="1521000"/>
            <a:ext cx="1444680" cy="6476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52" name="Rectangle 5"/>
          <p:cNvSpPr/>
          <p:nvPr/>
        </p:nvSpPr>
        <p:spPr>
          <a:xfrm>
            <a:off x="398520" y="3068640"/>
            <a:ext cx="1442880" cy="6476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853" name="AutoShape 6"/>
          <p:cNvCxnSpPr>
            <a:stCxn id="852" idx="0"/>
            <a:endCxn id="854" idx="0"/>
          </p:cNvCxnSpPr>
          <p:nvPr/>
        </p:nvCxnSpPr>
        <p:spPr>
          <a:xfrm flipH="1" rot="16200000">
            <a:off x="2205000" y="1983960"/>
            <a:ext cx="2160" cy="2170800"/>
          </a:xfrm>
          <a:prstGeom prst="bentConnector3">
            <a:avLst>
              <a:gd name="adj1" fmla="val -14400000"/>
            </a:avLst>
          </a:prstGeom>
          <a:ln w="12600">
            <a:solidFill>
              <a:srgbClr val="003399"/>
            </a:solidFill>
            <a:miter/>
          </a:ln>
        </p:spPr>
      </p:cxnSp>
      <p:cxnSp>
        <p:nvCxnSpPr>
          <p:cNvPr id="855" name="AutoShape 7"/>
          <p:cNvCxnSpPr>
            <a:stCxn id="856" idx="0"/>
            <a:endCxn id="854" idx="0"/>
          </p:cNvCxnSpPr>
          <p:nvPr/>
        </p:nvCxnSpPr>
        <p:spPr>
          <a:xfrm rot="5400000">
            <a:off x="4340160" y="2018160"/>
            <a:ext cx="2160" cy="2102760"/>
          </a:xfrm>
          <a:prstGeom prst="bentConnector3">
            <a:avLst>
              <a:gd name="adj1" fmla="val -14400000"/>
            </a:avLst>
          </a:prstGeom>
          <a:ln w="12600">
            <a:solidFill>
              <a:srgbClr val="003399"/>
            </a:solidFill>
            <a:miter/>
          </a:ln>
        </p:spPr>
      </p:cxnSp>
      <p:cxnSp>
        <p:nvCxnSpPr>
          <p:cNvPr id="857" name="AutoShape 8"/>
          <p:cNvCxnSpPr>
            <a:stCxn id="856" idx="0"/>
            <a:endCxn id="858" idx="0"/>
          </p:cNvCxnSpPr>
          <p:nvPr/>
        </p:nvCxnSpPr>
        <p:spPr>
          <a:xfrm flipH="1" rot="16200000">
            <a:off x="6477120" y="1983960"/>
            <a:ext cx="2160" cy="2170800"/>
          </a:xfrm>
          <a:prstGeom prst="bentConnector3">
            <a:avLst>
              <a:gd name="adj1" fmla="val -14400000"/>
            </a:avLst>
          </a:prstGeom>
          <a:ln w="12600">
            <a:solidFill>
              <a:srgbClr val="003399"/>
            </a:solidFill>
            <a:miter/>
          </a:ln>
        </p:spPr>
      </p:cxnSp>
      <p:sp>
        <p:nvSpPr>
          <p:cNvPr id="859" name="Rectangle 9"/>
          <p:cNvSpPr/>
          <p:nvPr/>
        </p:nvSpPr>
        <p:spPr>
          <a:xfrm>
            <a:off x="990720" y="3930480"/>
            <a:ext cx="13111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0" name="Rectangle 10"/>
          <p:cNvSpPr/>
          <p:nvPr/>
        </p:nvSpPr>
        <p:spPr>
          <a:xfrm>
            <a:off x="990720" y="4506840"/>
            <a:ext cx="13111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1" name="Rectangle 11"/>
          <p:cNvSpPr/>
          <p:nvPr/>
        </p:nvSpPr>
        <p:spPr>
          <a:xfrm>
            <a:off x="990720" y="5083200"/>
            <a:ext cx="13111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2" name="Rectangle 12"/>
          <p:cNvSpPr/>
          <p:nvPr/>
        </p:nvSpPr>
        <p:spPr>
          <a:xfrm>
            <a:off x="990720" y="5661000"/>
            <a:ext cx="13111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3" name="Rectangle 13"/>
          <p:cNvSpPr/>
          <p:nvPr/>
        </p:nvSpPr>
        <p:spPr>
          <a:xfrm>
            <a:off x="5329080" y="2274840"/>
            <a:ext cx="131148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4" name="Rectangle 14"/>
          <p:cNvSpPr/>
          <p:nvPr/>
        </p:nvSpPr>
        <p:spPr>
          <a:xfrm>
            <a:off x="2171880" y="2274840"/>
            <a:ext cx="131256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865" name="AutoShape 15"/>
          <p:cNvCxnSpPr>
            <a:stCxn id="864" idx="3"/>
            <a:endCxn id="851" idx="2"/>
          </p:cNvCxnSpPr>
          <p:nvPr/>
        </p:nvCxnSpPr>
        <p:spPr>
          <a:xfrm flipV="1">
            <a:off x="3484440" y="2168280"/>
            <a:ext cx="858240" cy="288000"/>
          </a:xfrm>
          <a:prstGeom prst="bentConnector2">
            <a:avLst/>
          </a:prstGeom>
          <a:ln w="12600">
            <a:solidFill>
              <a:srgbClr val="003399"/>
            </a:solidFill>
            <a:miter/>
          </a:ln>
        </p:spPr>
      </p:cxnSp>
      <p:cxnSp>
        <p:nvCxnSpPr>
          <p:cNvPr id="866" name="AutoShape 16"/>
          <p:cNvCxnSpPr>
            <a:stCxn id="851" idx="2"/>
            <a:endCxn id="863" idx="1"/>
          </p:cNvCxnSpPr>
          <p:nvPr/>
        </p:nvCxnSpPr>
        <p:spPr>
          <a:xfrm flipH="1" rot="16200000">
            <a:off x="4691880" y="1818360"/>
            <a:ext cx="288000" cy="987840"/>
          </a:xfrm>
          <a:prstGeom prst="bentConnector2">
            <a:avLst/>
          </a:prstGeom>
          <a:ln w="12600">
            <a:solidFill>
              <a:srgbClr val="003399"/>
            </a:solidFill>
            <a:miter/>
          </a:ln>
        </p:spPr>
      </p:cxnSp>
      <p:cxnSp>
        <p:nvCxnSpPr>
          <p:cNvPr id="867" name="AutoShape 17"/>
          <p:cNvCxnSpPr>
            <a:stCxn id="852" idx="2"/>
            <a:endCxn id="859" idx="1"/>
          </p:cNvCxnSpPr>
          <p:nvPr/>
        </p:nvCxnSpPr>
        <p:spPr>
          <a:xfrm rot="5400000">
            <a:off x="857160" y="3848760"/>
            <a:ext cx="396000" cy="130680"/>
          </a:xfrm>
          <a:prstGeom prst="bentConnector4">
            <a:avLst>
              <a:gd name="adj1" fmla="val 26842"/>
              <a:gd name="adj2" fmla="val 275414"/>
            </a:avLst>
          </a:prstGeom>
          <a:ln w="12600">
            <a:solidFill>
              <a:srgbClr val="003399"/>
            </a:solidFill>
            <a:miter/>
          </a:ln>
        </p:spPr>
      </p:cxnSp>
      <p:cxnSp>
        <p:nvCxnSpPr>
          <p:cNvPr id="868" name="AutoShape 18"/>
          <p:cNvCxnSpPr>
            <a:stCxn id="859" idx="1"/>
            <a:endCxn id="860" idx="1"/>
          </p:cNvCxnSpPr>
          <p:nvPr/>
        </p:nvCxnSpPr>
        <p:spPr>
          <a:xfrm flipH="1" flipV="1" rot="10800000">
            <a:off x="990360" y="4110480"/>
            <a:ext cx="2160" cy="577080"/>
          </a:xfrm>
          <a:prstGeom prst="bentConnector3">
            <a:avLst>
              <a:gd name="adj1" fmla="val -14400000"/>
            </a:avLst>
          </a:prstGeom>
          <a:ln w="12600">
            <a:solidFill>
              <a:srgbClr val="003399"/>
            </a:solidFill>
            <a:miter/>
          </a:ln>
        </p:spPr>
      </p:cxnSp>
      <p:cxnSp>
        <p:nvCxnSpPr>
          <p:cNvPr id="869" name="AutoShape 19"/>
          <p:cNvCxnSpPr>
            <a:stCxn id="860" idx="1"/>
            <a:endCxn id="861" idx="1"/>
          </p:cNvCxnSpPr>
          <p:nvPr/>
        </p:nvCxnSpPr>
        <p:spPr>
          <a:xfrm flipH="1" flipV="1" rot="10800000">
            <a:off x="990360" y="4686840"/>
            <a:ext cx="2160" cy="577080"/>
          </a:xfrm>
          <a:prstGeom prst="bentConnector3">
            <a:avLst>
              <a:gd name="adj1" fmla="val -14400000"/>
            </a:avLst>
          </a:prstGeom>
          <a:ln w="12600">
            <a:solidFill>
              <a:srgbClr val="003399"/>
            </a:solidFill>
            <a:miter/>
          </a:ln>
        </p:spPr>
      </p:cxnSp>
      <p:cxnSp>
        <p:nvCxnSpPr>
          <p:cNvPr id="870" name="AutoShape 20"/>
          <p:cNvCxnSpPr>
            <a:stCxn id="861" idx="1"/>
            <a:endCxn id="862" idx="1"/>
          </p:cNvCxnSpPr>
          <p:nvPr/>
        </p:nvCxnSpPr>
        <p:spPr>
          <a:xfrm flipH="1" flipV="1" rot="10800000">
            <a:off x="990360" y="5263200"/>
            <a:ext cx="2160" cy="578520"/>
          </a:xfrm>
          <a:prstGeom prst="bentConnector3">
            <a:avLst>
              <a:gd name="adj1" fmla="val -14400000"/>
            </a:avLst>
          </a:prstGeom>
          <a:ln w="12600">
            <a:solidFill>
              <a:srgbClr val="003399"/>
            </a:solidFill>
            <a:miter/>
          </a:ln>
        </p:spPr>
      </p:cxnSp>
      <p:sp>
        <p:nvSpPr>
          <p:cNvPr id="854" name="Rectangle 21"/>
          <p:cNvSpPr/>
          <p:nvPr/>
        </p:nvSpPr>
        <p:spPr>
          <a:xfrm>
            <a:off x="2568600" y="3068640"/>
            <a:ext cx="1442880" cy="6476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71" name="Rectangle 22"/>
          <p:cNvSpPr/>
          <p:nvPr/>
        </p:nvSpPr>
        <p:spPr>
          <a:xfrm>
            <a:off x="3160800" y="3930480"/>
            <a:ext cx="13129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72" name="Rectangle 23"/>
          <p:cNvSpPr/>
          <p:nvPr/>
        </p:nvSpPr>
        <p:spPr>
          <a:xfrm>
            <a:off x="3160800" y="4506840"/>
            <a:ext cx="13129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73" name="Rectangle 24"/>
          <p:cNvSpPr/>
          <p:nvPr/>
        </p:nvSpPr>
        <p:spPr>
          <a:xfrm>
            <a:off x="3160800" y="5083200"/>
            <a:ext cx="13129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74" name="Rectangle 25"/>
          <p:cNvSpPr/>
          <p:nvPr/>
        </p:nvSpPr>
        <p:spPr>
          <a:xfrm>
            <a:off x="3160800" y="5661000"/>
            <a:ext cx="13129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875" name="AutoShape 26"/>
          <p:cNvCxnSpPr>
            <a:stCxn id="854" idx="2"/>
            <a:endCxn id="871" idx="1"/>
          </p:cNvCxnSpPr>
          <p:nvPr/>
        </p:nvCxnSpPr>
        <p:spPr>
          <a:xfrm rot="5400000">
            <a:off x="3027240" y="3848760"/>
            <a:ext cx="396000" cy="130680"/>
          </a:xfrm>
          <a:prstGeom prst="bentConnector4">
            <a:avLst>
              <a:gd name="adj1" fmla="val 26842"/>
              <a:gd name="adj2" fmla="val 275414"/>
            </a:avLst>
          </a:prstGeom>
          <a:ln w="12600">
            <a:solidFill>
              <a:srgbClr val="003399"/>
            </a:solidFill>
            <a:miter/>
          </a:ln>
        </p:spPr>
      </p:cxnSp>
      <p:cxnSp>
        <p:nvCxnSpPr>
          <p:cNvPr id="876" name="AutoShape 27"/>
          <p:cNvCxnSpPr>
            <a:stCxn id="871" idx="1"/>
            <a:endCxn id="872" idx="1"/>
          </p:cNvCxnSpPr>
          <p:nvPr/>
        </p:nvCxnSpPr>
        <p:spPr>
          <a:xfrm flipH="1" flipV="1" rot="10800000">
            <a:off x="3160440" y="4110480"/>
            <a:ext cx="2160" cy="577080"/>
          </a:xfrm>
          <a:prstGeom prst="bentConnector3">
            <a:avLst>
              <a:gd name="adj1" fmla="val -14400000"/>
            </a:avLst>
          </a:prstGeom>
          <a:ln w="12600">
            <a:solidFill>
              <a:srgbClr val="003399"/>
            </a:solidFill>
            <a:miter/>
          </a:ln>
        </p:spPr>
      </p:cxnSp>
      <p:cxnSp>
        <p:nvCxnSpPr>
          <p:cNvPr id="877" name="AutoShape 28"/>
          <p:cNvCxnSpPr>
            <a:stCxn id="872" idx="1"/>
            <a:endCxn id="873" idx="1"/>
          </p:cNvCxnSpPr>
          <p:nvPr/>
        </p:nvCxnSpPr>
        <p:spPr>
          <a:xfrm flipH="1" flipV="1" rot="10800000">
            <a:off x="3160440" y="4686840"/>
            <a:ext cx="2160" cy="577080"/>
          </a:xfrm>
          <a:prstGeom prst="bentConnector3">
            <a:avLst>
              <a:gd name="adj1" fmla="val -14400000"/>
            </a:avLst>
          </a:prstGeom>
          <a:ln w="12600">
            <a:solidFill>
              <a:srgbClr val="003399"/>
            </a:solidFill>
            <a:miter/>
          </a:ln>
        </p:spPr>
      </p:cxnSp>
      <p:cxnSp>
        <p:nvCxnSpPr>
          <p:cNvPr id="878" name="AutoShape 29"/>
          <p:cNvCxnSpPr>
            <a:stCxn id="873" idx="1"/>
            <a:endCxn id="874" idx="1"/>
          </p:cNvCxnSpPr>
          <p:nvPr/>
        </p:nvCxnSpPr>
        <p:spPr>
          <a:xfrm flipH="1" flipV="1" rot="10800000">
            <a:off x="3160440" y="5263200"/>
            <a:ext cx="2160" cy="578520"/>
          </a:xfrm>
          <a:prstGeom prst="bentConnector3">
            <a:avLst>
              <a:gd name="adj1" fmla="val -14400000"/>
            </a:avLst>
          </a:prstGeom>
          <a:ln w="12600">
            <a:solidFill>
              <a:srgbClr val="003399"/>
            </a:solidFill>
            <a:miter/>
          </a:ln>
        </p:spPr>
      </p:cxnSp>
      <p:sp>
        <p:nvSpPr>
          <p:cNvPr id="856" name="Rectangle 30"/>
          <p:cNvSpPr/>
          <p:nvPr/>
        </p:nvSpPr>
        <p:spPr>
          <a:xfrm>
            <a:off x="4670280" y="3068640"/>
            <a:ext cx="1443240" cy="6476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79" name="Rectangle 31"/>
          <p:cNvSpPr/>
          <p:nvPr/>
        </p:nvSpPr>
        <p:spPr>
          <a:xfrm>
            <a:off x="5261040" y="3930480"/>
            <a:ext cx="13129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80" name="Rectangle 32"/>
          <p:cNvSpPr/>
          <p:nvPr/>
        </p:nvSpPr>
        <p:spPr>
          <a:xfrm>
            <a:off x="5261040" y="4506840"/>
            <a:ext cx="13129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81" name="Rectangle 33"/>
          <p:cNvSpPr/>
          <p:nvPr/>
        </p:nvSpPr>
        <p:spPr>
          <a:xfrm>
            <a:off x="5261040" y="5083200"/>
            <a:ext cx="13129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82" name="Rectangle 34"/>
          <p:cNvSpPr/>
          <p:nvPr/>
        </p:nvSpPr>
        <p:spPr>
          <a:xfrm>
            <a:off x="5261040" y="5661000"/>
            <a:ext cx="13129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883" name="AutoShape 35"/>
          <p:cNvCxnSpPr>
            <a:stCxn id="856" idx="2"/>
            <a:endCxn id="879" idx="1"/>
          </p:cNvCxnSpPr>
          <p:nvPr/>
        </p:nvCxnSpPr>
        <p:spPr>
          <a:xfrm rot="5400000">
            <a:off x="5128560" y="3848040"/>
            <a:ext cx="396000" cy="132480"/>
          </a:xfrm>
          <a:prstGeom prst="bentConnector4">
            <a:avLst>
              <a:gd name="adj1" fmla="val 26842"/>
              <a:gd name="adj2" fmla="val 273297"/>
            </a:avLst>
          </a:prstGeom>
          <a:ln w="12600">
            <a:solidFill>
              <a:srgbClr val="003399"/>
            </a:solidFill>
            <a:miter/>
          </a:ln>
        </p:spPr>
      </p:cxnSp>
      <p:cxnSp>
        <p:nvCxnSpPr>
          <p:cNvPr id="884" name="AutoShape 36"/>
          <p:cNvCxnSpPr>
            <a:stCxn id="879" idx="1"/>
            <a:endCxn id="880" idx="1"/>
          </p:cNvCxnSpPr>
          <p:nvPr/>
        </p:nvCxnSpPr>
        <p:spPr>
          <a:xfrm flipH="1" flipV="1" rot="10800000">
            <a:off x="5260680" y="4110480"/>
            <a:ext cx="2160" cy="577080"/>
          </a:xfrm>
          <a:prstGeom prst="bentConnector3">
            <a:avLst>
              <a:gd name="adj1" fmla="val -14400000"/>
            </a:avLst>
          </a:prstGeom>
          <a:ln w="12600">
            <a:solidFill>
              <a:srgbClr val="003399"/>
            </a:solidFill>
            <a:miter/>
          </a:ln>
        </p:spPr>
      </p:cxnSp>
      <p:cxnSp>
        <p:nvCxnSpPr>
          <p:cNvPr id="885" name="AutoShape 37"/>
          <p:cNvCxnSpPr>
            <a:stCxn id="880" idx="1"/>
            <a:endCxn id="881" idx="1"/>
          </p:cNvCxnSpPr>
          <p:nvPr/>
        </p:nvCxnSpPr>
        <p:spPr>
          <a:xfrm flipH="1" flipV="1" rot="10800000">
            <a:off x="5260680" y="4686840"/>
            <a:ext cx="2160" cy="577080"/>
          </a:xfrm>
          <a:prstGeom prst="bentConnector3">
            <a:avLst>
              <a:gd name="adj1" fmla="val -14400000"/>
            </a:avLst>
          </a:prstGeom>
          <a:ln w="12600">
            <a:solidFill>
              <a:srgbClr val="003399"/>
            </a:solidFill>
            <a:miter/>
          </a:ln>
        </p:spPr>
      </p:cxnSp>
      <p:cxnSp>
        <p:nvCxnSpPr>
          <p:cNvPr id="886" name="AutoShape 38"/>
          <p:cNvCxnSpPr>
            <a:stCxn id="881" idx="1"/>
            <a:endCxn id="882" idx="1"/>
          </p:cNvCxnSpPr>
          <p:nvPr/>
        </p:nvCxnSpPr>
        <p:spPr>
          <a:xfrm flipH="1" flipV="1" rot="10800000">
            <a:off x="5260680" y="5263200"/>
            <a:ext cx="2160" cy="578520"/>
          </a:xfrm>
          <a:prstGeom prst="bentConnector3">
            <a:avLst>
              <a:gd name="adj1" fmla="val -14400000"/>
            </a:avLst>
          </a:prstGeom>
          <a:ln w="12600">
            <a:solidFill>
              <a:srgbClr val="003399"/>
            </a:solidFill>
            <a:miter/>
          </a:ln>
        </p:spPr>
      </p:cxnSp>
      <p:sp>
        <p:nvSpPr>
          <p:cNvPr id="858" name="Rectangle 39"/>
          <p:cNvSpPr/>
          <p:nvPr/>
        </p:nvSpPr>
        <p:spPr>
          <a:xfrm>
            <a:off x="6840360" y="3068640"/>
            <a:ext cx="1443240" cy="6476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87" name="Rectangle 40"/>
          <p:cNvSpPr/>
          <p:nvPr/>
        </p:nvSpPr>
        <p:spPr>
          <a:xfrm>
            <a:off x="7431120" y="3930480"/>
            <a:ext cx="13129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88" name="Rectangle 41"/>
          <p:cNvSpPr/>
          <p:nvPr/>
        </p:nvSpPr>
        <p:spPr>
          <a:xfrm>
            <a:off x="7431120" y="4506840"/>
            <a:ext cx="1312920" cy="36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89" name="Rectangle 42"/>
          <p:cNvSpPr/>
          <p:nvPr/>
        </p:nvSpPr>
        <p:spPr>
          <a:xfrm>
            <a:off x="7431120" y="5083200"/>
            <a:ext cx="13129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90" name="Rectangle 43"/>
          <p:cNvSpPr/>
          <p:nvPr/>
        </p:nvSpPr>
        <p:spPr>
          <a:xfrm>
            <a:off x="7431120" y="5661000"/>
            <a:ext cx="1312920" cy="3618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891" name="AutoShape 44"/>
          <p:cNvCxnSpPr>
            <a:stCxn id="858" idx="2"/>
            <a:endCxn id="887" idx="1"/>
          </p:cNvCxnSpPr>
          <p:nvPr/>
        </p:nvCxnSpPr>
        <p:spPr>
          <a:xfrm rot="5400000">
            <a:off x="7298640" y="3848040"/>
            <a:ext cx="396000" cy="132480"/>
          </a:xfrm>
          <a:prstGeom prst="bentConnector4">
            <a:avLst>
              <a:gd name="adj1" fmla="val 26842"/>
              <a:gd name="adj2" fmla="val 273297"/>
            </a:avLst>
          </a:prstGeom>
          <a:ln w="12600">
            <a:solidFill>
              <a:srgbClr val="003399"/>
            </a:solidFill>
            <a:miter/>
          </a:ln>
        </p:spPr>
      </p:cxnSp>
      <p:cxnSp>
        <p:nvCxnSpPr>
          <p:cNvPr id="892" name="AutoShape 45"/>
          <p:cNvCxnSpPr>
            <a:stCxn id="887" idx="1"/>
            <a:endCxn id="888" idx="1"/>
          </p:cNvCxnSpPr>
          <p:nvPr/>
        </p:nvCxnSpPr>
        <p:spPr>
          <a:xfrm flipH="1" flipV="1" rot="10800000">
            <a:off x="7430760" y="4110480"/>
            <a:ext cx="2160" cy="577080"/>
          </a:xfrm>
          <a:prstGeom prst="bentConnector3">
            <a:avLst>
              <a:gd name="adj1" fmla="val -14400000"/>
            </a:avLst>
          </a:prstGeom>
          <a:ln w="12600">
            <a:solidFill>
              <a:srgbClr val="003399"/>
            </a:solidFill>
            <a:miter/>
          </a:ln>
        </p:spPr>
      </p:cxnSp>
      <p:cxnSp>
        <p:nvCxnSpPr>
          <p:cNvPr id="893" name="AutoShape 46"/>
          <p:cNvCxnSpPr>
            <a:stCxn id="888" idx="1"/>
            <a:endCxn id="889" idx="1"/>
          </p:cNvCxnSpPr>
          <p:nvPr/>
        </p:nvCxnSpPr>
        <p:spPr>
          <a:xfrm flipH="1" flipV="1" rot="10800000">
            <a:off x="7430760" y="4686840"/>
            <a:ext cx="2160" cy="577080"/>
          </a:xfrm>
          <a:prstGeom prst="bentConnector3">
            <a:avLst>
              <a:gd name="adj1" fmla="val -14400000"/>
            </a:avLst>
          </a:prstGeom>
          <a:ln w="12600">
            <a:solidFill>
              <a:srgbClr val="003399"/>
            </a:solidFill>
            <a:miter/>
          </a:ln>
        </p:spPr>
      </p:cxnSp>
      <p:cxnSp>
        <p:nvCxnSpPr>
          <p:cNvPr id="894" name="AutoShape 47"/>
          <p:cNvCxnSpPr>
            <a:stCxn id="889" idx="1"/>
            <a:endCxn id="890" idx="1"/>
          </p:cNvCxnSpPr>
          <p:nvPr/>
        </p:nvCxnSpPr>
        <p:spPr>
          <a:xfrm flipH="1" flipV="1" rot="10800000">
            <a:off x="7430760" y="5263200"/>
            <a:ext cx="2160" cy="578520"/>
          </a:xfrm>
          <a:prstGeom prst="bentConnector3">
            <a:avLst>
              <a:gd name="adj1" fmla="val -14400000"/>
            </a:avLst>
          </a:prstGeom>
          <a:ln w="12600">
            <a:solidFill>
              <a:srgbClr val="003399"/>
            </a:solidFill>
            <a:miter/>
          </a:ln>
        </p:spPr>
      </p:cxnSp>
      <p:cxnSp>
        <p:nvCxnSpPr>
          <p:cNvPr id="895" name="AutoShape 49"/>
          <p:cNvCxnSpPr>
            <a:stCxn id="851" idx="2"/>
            <a:endCxn id="851" idx="2"/>
          </p:cNvCxnSpPr>
          <p:nvPr/>
        </p:nvCxnSpPr>
        <p:spPr>
          <a:xfrm>
            <a:off x="4341600" y="2168280"/>
            <a:ext cx="1080" cy="1080"/>
          </a:xfrm>
          <a:prstGeom prst="straightConnector1">
            <a:avLst/>
          </a:prstGeom>
          <a:ln w="12600">
            <a:solidFill>
              <a:srgbClr val="003399"/>
            </a:solidFill>
            <a:miter/>
          </a:ln>
        </p:spPr>
      </p:cxn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9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D1404D-A262-4CE8-9F94-60B17F66A6D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98" name="Rectangle 21"/>
          <p:cNvSpPr/>
          <p:nvPr/>
        </p:nvSpPr>
        <p:spPr>
          <a:xfrm>
            <a:off x="855720" y="3913200"/>
            <a:ext cx="7399440" cy="2058840"/>
          </a:xfrm>
          <a:prstGeom prst="rect">
            <a:avLst/>
          </a:prstGeom>
          <a:solidFill>
            <a:srgbClr val="ffffff"/>
          </a:solidFill>
          <a:ln w="936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9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900" name="Rectangle 5"/>
          <p:cNvSpPr/>
          <p:nvPr/>
        </p:nvSpPr>
        <p:spPr>
          <a:xfrm>
            <a:off x="6200640" y="2238480"/>
            <a:ext cx="2054520" cy="6094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mmm</a:t>
            </a:r>
            <a:endParaRPr b="1" lang="en-US" sz="1000" spc="-1" strike="noStrike">
              <a:solidFill>
                <a:srgbClr val="000000"/>
              </a:solidFill>
              <a:latin typeface="Arial"/>
            </a:endParaRPr>
          </a:p>
        </p:txBody>
      </p:sp>
      <p:sp>
        <p:nvSpPr>
          <p:cNvPr id="901" name="Rectangle 7"/>
          <p:cNvSpPr/>
          <p:nvPr/>
        </p:nvSpPr>
        <p:spPr>
          <a:xfrm>
            <a:off x="6004080" y="3241800"/>
            <a:ext cx="2251080" cy="6094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zzz</a:t>
            </a:r>
            <a:endParaRPr b="1" lang="en-US" sz="1000" spc="-1" strike="noStrike">
              <a:solidFill>
                <a:srgbClr val="000000"/>
              </a:solidFill>
              <a:latin typeface="Arial"/>
            </a:endParaRPr>
          </a:p>
        </p:txBody>
      </p:sp>
      <p:sp>
        <p:nvSpPr>
          <p:cNvPr id="902" name="Rectangle 9"/>
          <p:cNvSpPr/>
          <p:nvPr/>
        </p:nvSpPr>
        <p:spPr>
          <a:xfrm>
            <a:off x="3430440" y="3241800"/>
            <a:ext cx="2251080" cy="6094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US" sz="1000" spc="-1" strike="noStrike">
                <a:solidFill>
                  <a:srgbClr val="000000"/>
                </a:solidFill>
                <a:latin typeface="Arial"/>
              </a:rPr>
              <a:t>yyy</a:t>
            </a:r>
            <a:endParaRPr b="1" lang="en-US" sz="1000" spc="-1" strike="noStrike">
              <a:solidFill>
                <a:srgbClr val="000000"/>
              </a:solidFill>
              <a:latin typeface="Arial"/>
            </a:endParaRPr>
          </a:p>
        </p:txBody>
      </p:sp>
      <p:sp>
        <p:nvSpPr>
          <p:cNvPr id="903" name="Rectangle 11"/>
          <p:cNvSpPr/>
          <p:nvPr/>
        </p:nvSpPr>
        <p:spPr>
          <a:xfrm>
            <a:off x="855720" y="3241800"/>
            <a:ext cx="2251080" cy="6094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904" name="Rectangle 13"/>
          <p:cNvSpPr/>
          <p:nvPr/>
        </p:nvSpPr>
        <p:spPr>
          <a:xfrm>
            <a:off x="855720" y="1670040"/>
            <a:ext cx="7399440" cy="371520"/>
          </a:xfrm>
          <a:prstGeom prst="rect">
            <a:avLst/>
          </a:prstGeom>
          <a:solidFill>
            <a:srgbClr val="8099cc"/>
          </a:solidFill>
          <a:ln w="12600">
            <a:solidFill>
              <a:srgbClr val="8099cc"/>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Header</a:t>
            </a:r>
            <a:endParaRPr b="1" lang="en-US" sz="1100" spc="-1" strike="noStrike">
              <a:solidFill>
                <a:srgbClr val="000000"/>
              </a:solidFill>
              <a:latin typeface="Arial"/>
            </a:endParaRPr>
          </a:p>
        </p:txBody>
      </p:sp>
      <p:cxnSp>
        <p:nvCxnSpPr>
          <p:cNvPr id="905" name="AutoShape 15"/>
          <p:cNvCxnSpPr>
            <a:stCxn id="902" idx="0"/>
            <a:endCxn id="903" idx="0"/>
          </p:cNvCxnSpPr>
          <p:nvPr/>
        </p:nvCxnSpPr>
        <p:spPr>
          <a:xfrm rot="5400000">
            <a:off x="3267000" y="1954800"/>
            <a:ext cx="2160" cy="2575800"/>
          </a:xfrm>
          <a:prstGeom prst="bentConnector3">
            <a:avLst>
              <a:gd name="adj1" fmla="val -14400000"/>
            </a:avLst>
          </a:prstGeom>
          <a:ln w="12600">
            <a:solidFill>
              <a:srgbClr val="000000"/>
            </a:solidFill>
            <a:miter/>
          </a:ln>
        </p:spPr>
      </p:cxnSp>
      <p:cxnSp>
        <p:nvCxnSpPr>
          <p:cNvPr id="906" name="AutoShape 16"/>
          <p:cNvCxnSpPr>
            <a:stCxn id="903" idx="0"/>
            <a:endCxn id="901" idx="0"/>
          </p:cNvCxnSpPr>
          <p:nvPr/>
        </p:nvCxnSpPr>
        <p:spPr>
          <a:xfrm flipH="1" rot="16200000">
            <a:off x="4554360" y="668160"/>
            <a:ext cx="2160" cy="5149080"/>
          </a:xfrm>
          <a:prstGeom prst="bentConnector3">
            <a:avLst>
              <a:gd name="adj1" fmla="val -14400000"/>
            </a:avLst>
          </a:prstGeom>
          <a:ln w="12600">
            <a:solidFill>
              <a:srgbClr val="003399"/>
            </a:solidFill>
            <a:miter/>
          </a:ln>
        </p:spPr>
      </p:cxnSp>
      <p:cxnSp>
        <p:nvCxnSpPr>
          <p:cNvPr id="907" name="AutoShape 17"/>
          <p:cNvCxnSpPr>
            <a:stCxn id="902" idx="0"/>
            <a:endCxn id="904" idx="2"/>
          </p:cNvCxnSpPr>
          <p:nvPr/>
        </p:nvCxnSpPr>
        <p:spPr>
          <a:xfrm flipV="1">
            <a:off x="4555800" y="2041200"/>
            <a:ext cx="1080" cy="1200960"/>
          </a:xfrm>
          <a:prstGeom prst="straightConnector1">
            <a:avLst/>
          </a:prstGeom>
          <a:ln w="12600">
            <a:solidFill>
              <a:srgbClr val="003399"/>
            </a:solidFill>
            <a:miter/>
          </a:ln>
        </p:spPr>
      </p:cxnSp>
      <p:cxnSp>
        <p:nvCxnSpPr>
          <p:cNvPr id="908" name="AutoShape 18"/>
          <p:cNvCxnSpPr>
            <a:stCxn id="904" idx="2"/>
            <a:endCxn id="900" idx="1"/>
          </p:cNvCxnSpPr>
          <p:nvPr/>
        </p:nvCxnSpPr>
        <p:spPr>
          <a:xfrm flipH="1" rot="16200000">
            <a:off x="5127840" y="1469160"/>
            <a:ext cx="501840" cy="1645200"/>
          </a:xfrm>
          <a:prstGeom prst="bentConnector2">
            <a:avLst/>
          </a:prstGeom>
          <a:ln w="12600">
            <a:solidFill>
              <a:srgbClr val="003399"/>
            </a:solidFill>
            <a:miter/>
          </a:ln>
        </p:spPr>
      </p:cxn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1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5D6D47-5013-4DB0-9951-DD82D105144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1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912" name="Rectangle 3"/>
          <p:cNvSpPr/>
          <p:nvPr/>
        </p:nvSpPr>
        <p:spPr>
          <a:xfrm>
            <a:off x="2917800" y="2276640"/>
            <a:ext cx="326376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Main Topic</a:t>
            </a:r>
            <a:endParaRPr b="1" lang="en-US" sz="1100" spc="-1" strike="noStrike">
              <a:solidFill>
                <a:srgbClr val="000000"/>
              </a:solidFill>
              <a:latin typeface="Arial"/>
            </a:endParaRPr>
          </a:p>
        </p:txBody>
      </p:sp>
      <p:sp>
        <p:nvSpPr>
          <p:cNvPr id="913" name="Rectangle 4"/>
          <p:cNvSpPr/>
          <p:nvPr/>
        </p:nvSpPr>
        <p:spPr>
          <a:xfrm>
            <a:off x="919080" y="3382920"/>
            <a:ext cx="2990880" cy="7081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14" name="Rectangle 6"/>
          <p:cNvSpPr/>
          <p:nvPr/>
        </p:nvSpPr>
        <p:spPr>
          <a:xfrm>
            <a:off x="5248440" y="3382920"/>
            <a:ext cx="2990520" cy="7081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15" name="AutoShape 8"/>
          <p:cNvCxnSpPr>
            <a:stCxn id="912" idx="2"/>
            <a:endCxn id="913" idx="0"/>
          </p:cNvCxnSpPr>
          <p:nvPr/>
        </p:nvCxnSpPr>
        <p:spPr>
          <a:xfrm rot="5400000">
            <a:off x="3282120" y="2115720"/>
            <a:ext cx="399240" cy="2135880"/>
          </a:xfrm>
          <a:prstGeom prst="bentConnector3">
            <a:avLst>
              <a:gd name="adj1" fmla="val 49729"/>
            </a:avLst>
          </a:prstGeom>
          <a:ln w="12600">
            <a:solidFill>
              <a:srgbClr val="091d5d"/>
            </a:solidFill>
            <a:miter/>
          </a:ln>
        </p:spPr>
      </p:cxnSp>
      <p:cxnSp>
        <p:nvCxnSpPr>
          <p:cNvPr id="916" name="AutoShape 9"/>
          <p:cNvCxnSpPr>
            <a:stCxn id="912" idx="2"/>
            <a:endCxn id="914" idx="0"/>
          </p:cNvCxnSpPr>
          <p:nvPr/>
        </p:nvCxnSpPr>
        <p:spPr>
          <a:xfrm flipH="1" rot="16200000">
            <a:off x="5446440" y="2086200"/>
            <a:ext cx="399240" cy="2194920"/>
          </a:xfrm>
          <a:prstGeom prst="bentConnector3">
            <a:avLst>
              <a:gd name="adj1" fmla="val 49729"/>
            </a:avLst>
          </a:prstGeom>
          <a:ln w="12600">
            <a:solidFill>
              <a:srgbClr val="091d5d"/>
            </a:solidFill>
            <a:miter/>
          </a:ln>
        </p:spPr>
      </p:cxnSp>
      <p:sp>
        <p:nvSpPr>
          <p:cNvPr id="917" name="Text Box 10"/>
          <p:cNvSpPr/>
          <p:nvPr/>
        </p:nvSpPr>
        <p:spPr>
          <a:xfrm>
            <a:off x="1125360" y="4938840"/>
            <a:ext cx="6891480" cy="244440"/>
          </a:xfrm>
          <a:prstGeom prst="rect">
            <a:avLst/>
          </a:prstGeom>
          <a:noFill/>
          <a:ln w="0">
            <a:noFill/>
          </a:ln>
        </p:spPr>
        <p:style>
          <a:lnRef idx="0"/>
          <a:fillRef idx="0"/>
          <a:effectRef idx="0"/>
          <a:fontRef idx="minor"/>
        </p:style>
        <p:txBody>
          <a:bodyPr lIns="45720" rIns="4572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Text</a:t>
            </a:r>
            <a:endParaRPr b="1" lang="en-US" sz="1200" spc="-1" strike="noStrike">
              <a:solidFill>
                <a:srgbClr val="000000"/>
              </a:solidFill>
              <a:latin typeface="Arial"/>
            </a:endParaRPr>
          </a:p>
        </p:txBody>
      </p:sp>
      <p:sp>
        <p:nvSpPr>
          <p:cNvPr id="918" name="AutoShape 11"/>
          <p:cNvSpPr/>
          <p:nvPr/>
        </p:nvSpPr>
        <p:spPr>
          <a:xfrm rot="5400000">
            <a:off x="4439520" y="4607640"/>
            <a:ext cx="264960" cy="317520"/>
          </a:xfrm>
          <a:prstGeom prst="rightArrow">
            <a:avLst>
              <a:gd name="adj1" fmla="val 49630"/>
              <a:gd name="adj2" fmla="val 50616"/>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919" name="AutoShape 13"/>
          <p:cNvCxnSpPr/>
          <p:nvPr/>
        </p:nvCxnSpPr>
        <p:spPr>
          <a:xfrm rot="5400000">
            <a:off x="3283200" y="2116800"/>
            <a:ext cx="399240" cy="2134080"/>
          </a:xfrm>
          <a:prstGeom prst="bentConnector3">
            <a:avLst>
              <a:gd name="adj1" fmla="val 49729"/>
            </a:avLst>
          </a:prstGeom>
          <a:ln w="12600">
            <a:solidFill>
              <a:srgbClr val="003399"/>
            </a:solidFill>
            <a:miter/>
          </a:ln>
        </p:spPr>
      </p:cxnSp>
      <p:cxnSp>
        <p:nvCxnSpPr>
          <p:cNvPr id="920" name="AutoShape 14"/>
          <p:cNvCxnSpPr/>
          <p:nvPr/>
        </p:nvCxnSpPr>
        <p:spPr>
          <a:xfrm flipH="1" rot="16200000">
            <a:off x="5446440" y="2086200"/>
            <a:ext cx="399240" cy="2194920"/>
          </a:xfrm>
          <a:prstGeom prst="bentConnector3">
            <a:avLst>
              <a:gd name="adj1" fmla="val 49729"/>
            </a:avLst>
          </a:prstGeom>
          <a:ln w="12600">
            <a:solidFill>
              <a:srgbClr val="003399"/>
            </a:solidFill>
            <a:miter/>
          </a:ln>
        </p:spPr>
      </p:cxnSp>
      <p:sp>
        <p:nvSpPr>
          <p:cNvPr id="921" name="Rectangle 16"/>
          <p:cNvSpPr/>
          <p:nvPr/>
        </p:nvSpPr>
        <p:spPr>
          <a:xfrm>
            <a:off x="919080" y="4241880"/>
            <a:ext cx="299088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22" name="Rectangle 17"/>
          <p:cNvSpPr/>
          <p:nvPr/>
        </p:nvSpPr>
        <p:spPr>
          <a:xfrm>
            <a:off x="5248440" y="4241880"/>
            <a:ext cx="299052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2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0A2CA4-3F4E-49F7-A253-DEC18CCDE8B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2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926" name="Text Box 3"/>
          <p:cNvSpPr/>
          <p:nvPr/>
        </p:nvSpPr>
        <p:spPr>
          <a:xfrm>
            <a:off x="1095480" y="4984920"/>
            <a:ext cx="6892920" cy="244440"/>
          </a:xfrm>
          <a:prstGeom prst="rect">
            <a:avLst/>
          </a:prstGeom>
          <a:noFill/>
          <a:ln w="0">
            <a:noFill/>
          </a:ln>
        </p:spPr>
        <p:style>
          <a:lnRef idx="0"/>
          <a:fillRef idx="0"/>
          <a:effectRef idx="0"/>
          <a:fontRef idx="minor"/>
        </p:style>
        <p:txBody>
          <a:bodyPr lIns="45720" rIns="4572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Text</a:t>
            </a:r>
            <a:endParaRPr b="1" lang="en-US" sz="1200" spc="-1" strike="noStrike">
              <a:solidFill>
                <a:srgbClr val="000000"/>
              </a:solidFill>
              <a:latin typeface="Arial"/>
            </a:endParaRPr>
          </a:p>
        </p:txBody>
      </p:sp>
      <p:sp>
        <p:nvSpPr>
          <p:cNvPr id="927" name="AutoShape 4"/>
          <p:cNvSpPr/>
          <p:nvPr/>
        </p:nvSpPr>
        <p:spPr>
          <a:xfrm rot="5400000">
            <a:off x="4409640" y="4654440"/>
            <a:ext cx="264960" cy="315720"/>
          </a:xfrm>
          <a:prstGeom prst="rightArrow">
            <a:avLst>
              <a:gd name="adj1" fmla="val 49630"/>
              <a:gd name="adj2" fmla="val 50616"/>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8" name="Rectangle 5"/>
          <p:cNvSpPr/>
          <p:nvPr/>
        </p:nvSpPr>
        <p:spPr>
          <a:xfrm>
            <a:off x="2919240" y="2178000"/>
            <a:ext cx="3262320" cy="7081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Main Topic</a:t>
            </a:r>
            <a:endParaRPr b="1" lang="en-US" sz="1100" spc="-1" strike="noStrike">
              <a:solidFill>
                <a:srgbClr val="000000"/>
              </a:solidFill>
              <a:latin typeface="Arial"/>
            </a:endParaRPr>
          </a:p>
        </p:txBody>
      </p:sp>
      <p:sp>
        <p:nvSpPr>
          <p:cNvPr id="929" name="Rectangle 6"/>
          <p:cNvSpPr/>
          <p:nvPr/>
        </p:nvSpPr>
        <p:spPr>
          <a:xfrm>
            <a:off x="809640" y="3284640"/>
            <a:ext cx="207792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30" name="Rectangle 8"/>
          <p:cNvSpPr/>
          <p:nvPr/>
        </p:nvSpPr>
        <p:spPr>
          <a:xfrm>
            <a:off x="3508200" y="3284640"/>
            <a:ext cx="207828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31" name="Rectangle 10"/>
          <p:cNvSpPr/>
          <p:nvPr/>
        </p:nvSpPr>
        <p:spPr>
          <a:xfrm>
            <a:off x="6208560" y="3284640"/>
            <a:ext cx="207828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32" name="AutoShape 12"/>
          <p:cNvCxnSpPr>
            <a:stCxn id="928" idx="2"/>
            <a:endCxn id="929" idx="0"/>
          </p:cNvCxnSpPr>
          <p:nvPr/>
        </p:nvCxnSpPr>
        <p:spPr>
          <a:xfrm rot="5400000">
            <a:off x="3000600" y="1734120"/>
            <a:ext cx="399240" cy="2702880"/>
          </a:xfrm>
          <a:prstGeom prst="bentConnector3">
            <a:avLst>
              <a:gd name="adj1" fmla="val 49729"/>
            </a:avLst>
          </a:prstGeom>
          <a:ln w="12600">
            <a:solidFill>
              <a:srgbClr val="003399"/>
            </a:solidFill>
            <a:miter/>
          </a:ln>
        </p:spPr>
      </p:cxnSp>
      <p:cxnSp>
        <p:nvCxnSpPr>
          <p:cNvPr id="933" name="AutoShape 13"/>
          <p:cNvCxnSpPr>
            <a:stCxn id="928" idx="2"/>
            <a:endCxn id="931" idx="0"/>
          </p:cNvCxnSpPr>
          <p:nvPr/>
        </p:nvCxnSpPr>
        <p:spPr>
          <a:xfrm flipH="1" rot="16200000">
            <a:off x="5700600" y="1736640"/>
            <a:ext cx="399240" cy="2697480"/>
          </a:xfrm>
          <a:prstGeom prst="bentConnector3">
            <a:avLst>
              <a:gd name="adj1" fmla="val 49729"/>
            </a:avLst>
          </a:prstGeom>
          <a:ln w="12600">
            <a:solidFill>
              <a:srgbClr val="003399"/>
            </a:solidFill>
            <a:miter/>
          </a:ln>
        </p:spPr>
      </p:cxnSp>
      <p:sp>
        <p:nvSpPr>
          <p:cNvPr id="934" name="Line 14"/>
          <p:cNvSpPr/>
          <p:nvPr/>
        </p:nvSpPr>
        <p:spPr>
          <a:xfrm>
            <a:off x="4549680" y="3068640"/>
            <a:ext cx="0" cy="216000"/>
          </a:xfrm>
          <a:prstGeom prst="line">
            <a:avLst/>
          </a:prstGeom>
          <a:ln w="12600">
            <a:solidFill>
              <a:srgbClr val="091d5d"/>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5" name="Rectangle 17"/>
          <p:cNvSpPr/>
          <p:nvPr/>
        </p:nvSpPr>
        <p:spPr>
          <a:xfrm>
            <a:off x="809640" y="4089240"/>
            <a:ext cx="207648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36" name="Rectangle 18"/>
          <p:cNvSpPr/>
          <p:nvPr/>
        </p:nvSpPr>
        <p:spPr>
          <a:xfrm>
            <a:off x="3510000" y="4089240"/>
            <a:ext cx="207648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37" name="Rectangle 20"/>
          <p:cNvSpPr/>
          <p:nvPr/>
        </p:nvSpPr>
        <p:spPr>
          <a:xfrm>
            <a:off x="6208560" y="4089240"/>
            <a:ext cx="207648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3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113D99-8B4F-4BD3-B3CD-F4047C5026C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4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941" name="Text Box 3"/>
          <p:cNvSpPr/>
          <p:nvPr/>
        </p:nvSpPr>
        <p:spPr>
          <a:xfrm>
            <a:off x="1084320" y="4984920"/>
            <a:ext cx="6891120" cy="244440"/>
          </a:xfrm>
          <a:prstGeom prst="rect">
            <a:avLst/>
          </a:prstGeom>
          <a:noFill/>
          <a:ln w="0">
            <a:noFill/>
          </a:ln>
        </p:spPr>
        <p:style>
          <a:lnRef idx="0"/>
          <a:fillRef idx="0"/>
          <a:effectRef idx="0"/>
          <a:fontRef idx="minor"/>
        </p:style>
        <p:txBody>
          <a:bodyPr lIns="45720" rIns="4572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Text</a:t>
            </a:r>
            <a:endParaRPr b="1" lang="en-US" sz="1200" spc="-1" strike="noStrike">
              <a:solidFill>
                <a:srgbClr val="000000"/>
              </a:solidFill>
              <a:latin typeface="Arial"/>
            </a:endParaRPr>
          </a:p>
        </p:txBody>
      </p:sp>
      <p:sp>
        <p:nvSpPr>
          <p:cNvPr id="942" name="AutoShape 4"/>
          <p:cNvSpPr/>
          <p:nvPr/>
        </p:nvSpPr>
        <p:spPr>
          <a:xfrm rot="5400000">
            <a:off x="4398120" y="4653720"/>
            <a:ext cx="264960" cy="317520"/>
          </a:xfrm>
          <a:prstGeom prst="rightArrow">
            <a:avLst>
              <a:gd name="adj1" fmla="val 49630"/>
              <a:gd name="adj2" fmla="val 50616"/>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3" name="Rectangle 5"/>
          <p:cNvSpPr/>
          <p:nvPr/>
        </p:nvSpPr>
        <p:spPr>
          <a:xfrm>
            <a:off x="2941560" y="2205000"/>
            <a:ext cx="3264120" cy="7081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Main Topic</a:t>
            </a:r>
            <a:endParaRPr b="1" lang="en-US" sz="1100" spc="-1" strike="noStrike">
              <a:solidFill>
                <a:srgbClr val="000000"/>
              </a:solidFill>
              <a:latin typeface="Arial"/>
            </a:endParaRPr>
          </a:p>
        </p:txBody>
      </p:sp>
      <p:sp>
        <p:nvSpPr>
          <p:cNvPr id="944" name="Rectangle 6"/>
          <p:cNvSpPr/>
          <p:nvPr/>
        </p:nvSpPr>
        <p:spPr>
          <a:xfrm>
            <a:off x="792000" y="3311640"/>
            <a:ext cx="17780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45" name="Rectangle 8"/>
          <p:cNvSpPr/>
          <p:nvPr/>
        </p:nvSpPr>
        <p:spPr>
          <a:xfrm>
            <a:off x="4648320" y="3311640"/>
            <a:ext cx="17780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46" name="AutoShape 10"/>
          <p:cNvCxnSpPr>
            <a:stCxn id="943" idx="2"/>
            <a:endCxn id="944" idx="0"/>
          </p:cNvCxnSpPr>
          <p:nvPr/>
        </p:nvCxnSpPr>
        <p:spPr>
          <a:xfrm rot="5400000">
            <a:off x="2927520" y="1666080"/>
            <a:ext cx="399240" cy="2892960"/>
          </a:xfrm>
          <a:prstGeom prst="bentConnector3">
            <a:avLst>
              <a:gd name="adj1" fmla="val 49729"/>
            </a:avLst>
          </a:prstGeom>
          <a:ln w="12600">
            <a:solidFill>
              <a:srgbClr val="003399"/>
            </a:solidFill>
            <a:miter/>
          </a:ln>
        </p:spPr>
      </p:cxnSp>
      <p:cxnSp>
        <p:nvCxnSpPr>
          <p:cNvPr id="947" name="AutoShape 11"/>
          <p:cNvCxnSpPr>
            <a:stCxn id="943" idx="2"/>
            <a:endCxn id="945" idx="0"/>
          </p:cNvCxnSpPr>
          <p:nvPr/>
        </p:nvCxnSpPr>
        <p:spPr>
          <a:xfrm flipH="1" rot="16200000">
            <a:off x="4854960" y="2630160"/>
            <a:ext cx="399240" cy="964440"/>
          </a:xfrm>
          <a:prstGeom prst="bentConnector3">
            <a:avLst>
              <a:gd name="adj1" fmla="val 49729"/>
            </a:avLst>
          </a:prstGeom>
          <a:ln w="12600">
            <a:solidFill>
              <a:srgbClr val="003399"/>
            </a:solidFill>
            <a:miter/>
          </a:ln>
        </p:spPr>
      </p:cxnSp>
      <p:sp>
        <p:nvSpPr>
          <p:cNvPr id="948" name="Rectangle 12"/>
          <p:cNvSpPr/>
          <p:nvPr/>
        </p:nvSpPr>
        <p:spPr>
          <a:xfrm>
            <a:off x="2720880" y="3311640"/>
            <a:ext cx="17780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49" name="Rectangle 14"/>
          <p:cNvSpPr/>
          <p:nvPr/>
        </p:nvSpPr>
        <p:spPr>
          <a:xfrm>
            <a:off x="6575400" y="3311640"/>
            <a:ext cx="17780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50" name="AutoShape 16"/>
          <p:cNvCxnSpPr>
            <a:stCxn id="943" idx="2"/>
            <a:endCxn id="948" idx="0"/>
          </p:cNvCxnSpPr>
          <p:nvPr/>
        </p:nvCxnSpPr>
        <p:spPr>
          <a:xfrm rot="5400000">
            <a:off x="3891960" y="2630520"/>
            <a:ext cx="399240" cy="964080"/>
          </a:xfrm>
          <a:prstGeom prst="bentConnector3">
            <a:avLst>
              <a:gd name="adj1" fmla="val 49729"/>
            </a:avLst>
          </a:prstGeom>
          <a:ln w="12600">
            <a:solidFill>
              <a:srgbClr val="003399"/>
            </a:solidFill>
            <a:miter/>
          </a:ln>
        </p:spPr>
      </p:cxnSp>
      <p:cxnSp>
        <p:nvCxnSpPr>
          <p:cNvPr id="951" name="AutoShape 17"/>
          <p:cNvCxnSpPr>
            <a:stCxn id="943" idx="2"/>
            <a:endCxn id="949" idx="0"/>
          </p:cNvCxnSpPr>
          <p:nvPr/>
        </p:nvCxnSpPr>
        <p:spPr>
          <a:xfrm flipH="1" rot="16200000">
            <a:off x="5818680" y="1666440"/>
            <a:ext cx="399240" cy="2891880"/>
          </a:xfrm>
          <a:prstGeom prst="bentConnector3">
            <a:avLst>
              <a:gd name="adj1" fmla="val 49729"/>
            </a:avLst>
          </a:prstGeom>
          <a:ln w="12600">
            <a:solidFill>
              <a:srgbClr val="091d5d"/>
            </a:solidFill>
            <a:miter/>
          </a:ln>
        </p:spPr>
      </p:cxnSp>
      <p:sp>
        <p:nvSpPr>
          <p:cNvPr id="952" name="Rectangle 20"/>
          <p:cNvSpPr/>
          <p:nvPr/>
        </p:nvSpPr>
        <p:spPr>
          <a:xfrm>
            <a:off x="716040" y="4089240"/>
            <a:ext cx="17780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53" name="Rectangle 22"/>
          <p:cNvSpPr/>
          <p:nvPr/>
        </p:nvSpPr>
        <p:spPr>
          <a:xfrm>
            <a:off x="2643120" y="4089240"/>
            <a:ext cx="17780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54" name="Rectangle 23"/>
          <p:cNvSpPr/>
          <p:nvPr/>
        </p:nvSpPr>
        <p:spPr>
          <a:xfrm>
            <a:off x="4570560" y="4089240"/>
            <a:ext cx="177768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55" name="Rectangle 24"/>
          <p:cNvSpPr/>
          <p:nvPr/>
        </p:nvSpPr>
        <p:spPr>
          <a:xfrm>
            <a:off x="6499080" y="4089240"/>
            <a:ext cx="17780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5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829EA4-0AD4-4E9C-A3FE-4F9AE906F1A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5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959" name="Text Box 3"/>
          <p:cNvSpPr/>
          <p:nvPr/>
        </p:nvSpPr>
        <p:spPr>
          <a:xfrm>
            <a:off x="1000080" y="5049720"/>
            <a:ext cx="7066080" cy="297000"/>
          </a:xfrm>
          <a:prstGeom prst="rect">
            <a:avLst/>
          </a:prstGeom>
          <a:noFill/>
          <a:ln w="0">
            <a:noFill/>
          </a:ln>
        </p:spPr>
        <p:style>
          <a:lnRef idx="0"/>
          <a:fillRef idx="0"/>
          <a:effectRef idx="0"/>
          <a:fontRef idx="minor"/>
        </p:style>
        <p:txBody>
          <a:bodyPr lIns="45720" rIns="4572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Text</a:t>
            </a:r>
            <a:endParaRPr b="1" lang="en-US" sz="1200" spc="-1" strike="noStrike">
              <a:solidFill>
                <a:srgbClr val="000000"/>
              </a:solidFill>
              <a:latin typeface="Arial"/>
            </a:endParaRPr>
          </a:p>
        </p:txBody>
      </p:sp>
      <p:sp>
        <p:nvSpPr>
          <p:cNvPr id="960" name="Rectangle 5"/>
          <p:cNvSpPr/>
          <p:nvPr/>
        </p:nvSpPr>
        <p:spPr>
          <a:xfrm>
            <a:off x="2932200" y="2212920"/>
            <a:ext cx="3265560" cy="7081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Main Topic</a:t>
            </a:r>
            <a:endParaRPr b="1" lang="en-US" sz="1100" spc="-1" strike="noStrike">
              <a:solidFill>
                <a:srgbClr val="000000"/>
              </a:solidFill>
              <a:latin typeface="Arial"/>
            </a:endParaRPr>
          </a:p>
        </p:txBody>
      </p:sp>
      <p:sp>
        <p:nvSpPr>
          <p:cNvPr id="961" name="Rectangle 6"/>
          <p:cNvSpPr/>
          <p:nvPr/>
        </p:nvSpPr>
        <p:spPr>
          <a:xfrm>
            <a:off x="1012680" y="3319560"/>
            <a:ext cx="127800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62" name="Rectangle 8"/>
          <p:cNvSpPr/>
          <p:nvPr/>
        </p:nvSpPr>
        <p:spPr>
          <a:xfrm>
            <a:off x="3925800" y="3319560"/>
            <a:ext cx="127800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63" name="AutoShape 10"/>
          <p:cNvCxnSpPr>
            <a:stCxn id="960" idx="2"/>
            <a:endCxn id="961" idx="0"/>
          </p:cNvCxnSpPr>
          <p:nvPr/>
        </p:nvCxnSpPr>
        <p:spPr>
          <a:xfrm rot="5400000">
            <a:off x="2909160" y="1663560"/>
            <a:ext cx="399240" cy="2913480"/>
          </a:xfrm>
          <a:prstGeom prst="bentConnector3">
            <a:avLst>
              <a:gd name="adj1" fmla="val 49729"/>
            </a:avLst>
          </a:prstGeom>
          <a:ln w="12600">
            <a:solidFill>
              <a:srgbClr val="003399"/>
            </a:solidFill>
            <a:miter/>
          </a:ln>
        </p:spPr>
      </p:cxnSp>
      <p:cxnSp>
        <p:nvCxnSpPr>
          <p:cNvPr id="964" name="AutoShape 11"/>
          <p:cNvCxnSpPr>
            <a:stCxn id="960" idx="2"/>
            <a:endCxn id="962" idx="0"/>
          </p:cNvCxnSpPr>
          <p:nvPr/>
        </p:nvCxnSpPr>
        <p:spPr>
          <a:xfrm flipH="1">
            <a:off x="4564800" y="2920680"/>
            <a:ext cx="1080" cy="399240"/>
          </a:xfrm>
          <a:prstGeom prst="straightConnector1">
            <a:avLst/>
          </a:prstGeom>
          <a:ln w="12600">
            <a:solidFill>
              <a:srgbClr val="091d5d"/>
            </a:solidFill>
            <a:miter/>
          </a:ln>
        </p:spPr>
      </p:cxnSp>
      <p:sp>
        <p:nvSpPr>
          <p:cNvPr id="965" name="Rectangle 12"/>
          <p:cNvSpPr/>
          <p:nvPr/>
        </p:nvSpPr>
        <p:spPr>
          <a:xfrm>
            <a:off x="2470320" y="3319560"/>
            <a:ext cx="127620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66" name="Rectangle 14"/>
          <p:cNvSpPr/>
          <p:nvPr/>
        </p:nvSpPr>
        <p:spPr>
          <a:xfrm>
            <a:off x="5383080" y="3319560"/>
            <a:ext cx="127800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67" name="AutoShape 16"/>
          <p:cNvCxnSpPr>
            <a:stCxn id="960" idx="2"/>
            <a:endCxn id="965" idx="0"/>
          </p:cNvCxnSpPr>
          <p:nvPr/>
        </p:nvCxnSpPr>
        <p:spPr>
          <a:xfrm rot="5400000">
            <a:off x="3637080" y="2391480"/>
            <a:ext cx="399240" cy="1458000"/>
          </a:xfrm>
          <a:prstGeom prst="bentConnector3">
            <a:avLst>
              <a:gd name="adj1" fmla="val 49729"/>
            </a:avLst>
          </a:prstGeom>
          <a:ln w="12600">
            <a:solidFill>
              <a:srgbClr val="003399"/>
            </a:solidFill>
            <a:miter/>
          </a:ln>
        </p:spPr>
      </p:cxnSp>
      <p:cxnSp>
        <p:nvCxnSpPr>
          <p:cNvPr id="968" name="AutoShape 17"/>
          <p:cNvCxnSpPr>
            <a:stCxn id="960" idx="2"/>
            <a:endCxn id="966" idx="0"/>
          </p:cNvCxnSpPr>
          <p:nvPr/>
        </p:nvCxnSpPr>
        <p:spPr>
          <a:xfrm flipH="1" rot="16200000">
            <a:off x="5094720" y="2391120"/>
            <a:ext cx="399240" cy="1458000"/>
          </a:xfrm>
          <a:prstGeom prst="bentConnector3">
            <a:avLst>
              <a:gd name="adj1" fmla="val 49729"/>
            </a:avLst>
          </a:prstGeom>
          <a:ln w="12600">
            <a:solidFill>
              <a:srgbClr val="003399"/>
            </a:solidFill>
            <a:miter/>
          </a:ln>
        </p:spPr>
      </p:cxnSp>
      <p:sp>
        <p:nvSpPr>
          <p:cNvPr id="969" name="Rectangle 18"/>
          <p:cNvSpPr/>
          <p:nvPr/>
        </p:nvSpPr>
        <p:spPr>
          <a:xfrm>
            <a:off x="6840360" y="3319560"/>
            <a:ext cx="127800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70" name="AutoShape 20"/>
          <p:cNvCxnSpPr>
            <a:stCxn id="960" idx="2"/>
            <a:endCxn id="969" idx="0"/>
          </p:cNvCxnSpPr>
          <p:nvPr/>
        </p:nvCxnSpPr>
        <p:spPr>
          <a:xfrm flipH="1" rot="16200000">
            <a:off x="5822640" y="1662480"/>
            <a:ext cx="399240" cy="2915640"/>
          </a:xfrm>
          <a:prstGeom prst="bentConnector3">
            <a:avLst>
              <a:gd name="adj1" fmla="val 49729"/>
            </a:avLst>
          </a:prstGeom>
          <a:ln w="12600">
            <a:solidFill>
              <a:srgbClr val="003399"/>
            </a:solidFill>
            <a:miter/>
          </a:ln>
        </p:spPr>
      </p:cxnSp>
      <p:sp>
        <p:nvSpPr>
          <p:cNvPr id="971" name="AutoShape 22"/>
          <p:cNvSpPr/>
          <p:nvPr/>
        </p:nvSpPr>
        <p:spPr>
          <a:xfrm rot="5400000">
            <a:off x="4398120" y="4691880"/>
            <a:ext cx="264960" cy="317520"/>
          </a:xfrm>
          <a:prstGeom prst="rightArrow">
            <a:avLst>
              <a:gd name="adj1" fmla="val 49630"/>
              <a:gd name="adj2" fmla="val 50616"/>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2" name="Rectangle 24"/>
          <p:cNvSpPr/>
          <p:nvPr/>
        </p:nvSpPr>
        <p:spPr>
          <a:xfrm>
            <a:off x="1025640" y="4089240"/>
            <a:ext cx="12780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73" name="Rectangle 25"/>
          <p:cNvSpPr/>
          <p:nvPr/>
        </p:nvSpPr>
        <p:spPr>
          <a:xfrm>
            <a:off x="2481120" y="4089240"/>
            <a:ext cx="12780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74" name="Rectangle 26"/>
          <p:cNvSpPr/>
          <p:nvPr/>
        </p:nvSpPr>
        <p:spPr>
          <a:xfrm>
            <a:off x="3938760" y="4089240"/>
            <a:ext cx="12776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75" name="Rectangle 27"/>
          <p:cNvSpPr/>
          <p:nvPr/>
        </p:nvSpPr>
        <p:spPr>
          <a:xfrm>
            <a:off x="5396040" y="4089240"/>
            <a:ext cx="12776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76" name="Rectangle 28"/>
          <p:cNvSpPr/>
          <p:nvPr/>
        </p:nvSpPr>
        <p:spPr>
          <a:xfrm>
            <a:off x="6853320" y="4089240"/>
            <a:ext cx="12780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7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E3B7E65-90B8-4B19-9CA8-3524139188D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7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980" name="Text Box 3"/>
          <p:cNvSpPr/>
          <p:nvPr/>
        </p:nvSpPr>
        <p:spPr>
          <a:xfrm>
            <a:off x="831960" y="4959360"/>
            <a:ext cx="7480080" cy="270000"/>
          </a:xfrm>
          <a:prstGeom prst="rect">
            <a:avLst/>
          </a:prstGeom>
          <a:noFill/>
          <a:ln w="0">
            <a:noFill/>
          </a:ln>
        </p:spPr>
        <p:style>
          <a:lnRef idx="0"/>
          <a:fillRef idx="0"/>
          <a:effectRef idx="0"/>
          <a:fontRef idx="minor"/>
        </p:style>
        <p:txBody>
          <a:bodyPr lIns="45720" rIns="4572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Text</a:t>
            </a:r>
            <a:endParaRPr b="1" lang="en-US" sz="1200" spc="-1" strike="noStrike">
              <a:solidFill>
                <a:srgbClr val="000000"/>
              </a:solidFill>
              <a:latin typeface="Arial"/>
            </a:endParaRPr>
          </a:p>
        </p:txBody>
      </p:sp>
      <p:sp>
        <p:nvSpPr>
          <p:cNvPr id="981" name="Rectangle 5"/>
          <p:cNvSpPr/>
          <p:nvPr/>
        </p:nvSpPr>
        <p:spPr>
          <a:xfrm>
            <a:off x="2909880" y="2205000"/>
            <a:ext cx="3265560" cy="7081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Main Topic</a:t>
            </a:r>
            <a:endParaRPr b="1" lang="en-US" sz="1100" spc="-1" strike="noStrike">
              <a:solidFill>
                <a:srgbClr val="000000"/>
              </a:solidFill>
              <a:latin typeface="Arial"/>
            </a:endParaRPr>
          </a:p>
        </p:txBody>
      </p:sp>
      <p:sp>
        <p:nvSpPr>
          <p:cNvPr id="982" name="Rectangle 6"/>
          <p:cNvSpPr/>
          <p:nvPr/>
        </p:nvSpPr>
        <p:spPr>
          <a:xfrm>
            <a:off x="803160" y="3311640"/>
            <a:ext cx="11876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83" name="Rectangle 8"/>
          <p:cNvSpPr/>
          <p:nvPr/>
        </p:nvSpPr>
        <p:spPr>
          <a:xfrm>
            <a:off x="4589640" y="3311640"/>
            <a:ext cx="11858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84" name="AutoShape 10"/>
          <p:cNvCxnSpPr>
            <a:stCxn id="981" idx="2"/>
            <a:endCxn id="982" idx="0"/>
          </p:cNvCxnSpPr>
          <p:nvPr/>
        </p:nvCxnSpPr>
        <p:spPr>
          <a:xfrm rot="5400000">
            <a:off x="2770560" y="1539000"/>
            <a:ext cx="399240" cy="3147120"/>
          </a:xfrm>
          <a:prstGeom prst="bentConnector3">
            <a:avLst>
              <a:gd name="adj1" fmla="val 49729"/>
            </a:avLst>
          </a:prstGeom>
          <a:ln w="12600">
            <a:solidFill>
              <a:srgbClr val="003399"/>
            </a:solidFill>
            <a:miter/>
          </a:ln>
        </p:spPr>
      </p:cxnSp>
      <p:cxnSp>
        <p:nvCxnSpPr>
          <p:cNvPr id="985" name="AutoShape 11"/>
          <p:cNvCxnSpPr>
            <a:stCxn id="981" idx="2"/>
            <a:endCxn id="983" idx="0"/>
          </p:cNvCxnSpPr>
          <p:nvPr/>
        </p:nvCxnSpPr>
        <p:spPr>
          <a:xfrm flipH="1" rot="16200000">
            <a:off x="4663080" y="2792160"/>
            <a:ext cx="399240" cy="640440"/>
          </a:xfrm>
          <a:prstGeom prst="bentConnector3">
            <a:avLst>
              <a:gd name="adj1" fmla="val 49729"/>
            </a:avLst>
          </a:prstGeom>
          <a:ln w="12600">
            <a:solidFill>
              <a:srgbClr val="003399"/>
            </a:solidFill>
            <a:miter/>
          </a:ln>
        </p:spPr>
      </p:cxnSp>
      <p:sp>
        <p:nvSpPr>
          <p:cNvPr id="986" name="Rectangle 12"/>
          <p:cNvSpPr/>
          <p:nvPr/>
        </p:nvSpPr>
        <p:spPr>
          <a:xfrm>
            <a:off x="2065320" y="3311640"/>
            <a:ext cx="11858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sp>
        <p:nvSpPr>
          <p:cNvPr id="987" name="Rectangle 14"/>
          <p:cNvSpPr/>
          <p:nvPr/>
        </p:nvSpPr>
        <p:spPr>
          <a:xfrm>
            <a:off x="5851440" y="3311640"/>
            <a:ext cx="11876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88" name="AutoShape 16"/>
          <p:cNvCxnSpPr>
            <a:stCxn id="981" idx="2"/>
            <a:endCxn id="986" idx="0"/>
          </p:cNvCxnSpPr>
          <p:nvPr/>
        </p:nvCxnSpPr>
        <p:spPr>
          <a:xfrm rot="5400000">
            <a:off x="3401280" y="2169720"/>
            <a:ext cx="399240" cy="1885320"/>
          </a:xfrm>
          <a:prstGeom prst="bentConnector3">
            <a:avLst>
              <a:gd name="adj1" fmla="val 49729"/>
            </a:avLst>
          </a:prstGeom>
          <a:ln w="12600">
            <a:solidFill>
              <a:srgbClr val="003399"/>
            </a:solidFill>
            <a:miter/>
          </a:ln>
        </p:spPr>
      </p:cxnSp>
      <p:cxnSp>
        <p:nvCxnSpPr>
          <p:cNvPr id="989" name="AutoShape 17"/>
          <p:cNvCxnSpPr>
            <a:stCxn id="981" idx="2"/>
            <a:endCxn id="987" idx="0"/>
          </p:cNvCxnSpPr>
          <p:nvPr/>
        </p:nvCxnSpPr>
        <p:spPr>
          <a:xfrm flipH="1" rot="16200000">
            <a:off x="5294880" y="2161080"/>
            <a:ext cx="399240" cy="1902240"/>
          </a:xfrm>
          <a:prstGeom prst="bentConnector3">
            <a:avLst>
              <a:gd name="adj1" fmla="val 49729"/>
            </a:avLst>
          </a:prstGeom>
          <a:ln w="12600">
            <a:solidFill>
              <a:srgbClr val="003399"/>
            </a:solidFill>
            <a:miter/>
          </a:ln>
        </p:spPr>
      </p:cxnSp>
      <p:sp>
        <p:nvSpPr>
          <p:cNvPr id="990" name="Rectangle 18"/>
          <p:cNvSpPr/>
          <p:nvPr/>
        </p:nvSpPr>
        <p:spPr>
          <a:xfrm>
            <a:off x="7115040" y="3311640"/>
            <a:ext cx="118764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91" name="AutoShape 20"/>
          <p:cNvCxnSpPr>
            <a:stCxn id="981" idx="2"/>
            <a:endCxn id="990" idx="0"/>
          </p:cNvCxnSpPr>
          <p:nvPr/>
        </p:nvCxnSpPr>
        <p:spPr>
          <a:xfrm flipH="1" rot="16200000">
            <a:off x="5925960" y="1529280"/>
            <a:ext cx="399240" cy="3166200"/>
          </a:xfrm>
          <a:prstGeom prst="bentConnector3">
            <a:avLst>
              <a:gd name="adj1" fmla="val 49729"/>
            </a:avLst>
          </a:prstGeom>
          <a:ln w="12600">
            <a:solidFill>
              <a:srgbClr val="003399"/>
            </a:solidFill>
            <a:miter/>
          </a:ln>
        </p:spPr>
      </p:cxnSp>
      <p:sp>
        <p:nvSpPr>
          <p:cNvPr id="992" name="Rectangle 21"/>
          <p:cNvSpPr/>
          <p:nvPr/>
        </p:nvSpPr>
        <p:spPr>
          <a:xfrm>
            <a:off x="3327480" y="3311640"/>
            <a:ext cx="1187280" cy="707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Subtopic</a:t>
            </a:r>
            <a:endParaRPr b="1" lang="en-US" sz="1100" spc="-1" strike="noStrike">
              <a:solidFill>
                <a:srgbClr val="000000"/>
              </a:solidFill>
              <a:latin typeface="Arial"/>
            </a:endParaRPr>
          </a:p>
        </p:txBody>
      </p:sp>
      <p:cxnSp>
        <p:nvCxnSpPr>
          <p:cNvPr id="993" name="AutoShape 23"/>
          <p:cNvCxnSpPr>
            <a:stCxn id="981" idx="2"/>
            <a:endCxn id="992" idx="0"/>
          </p:cNvCxnSpPr>
          <p:nvPr/>
        </p:nvCxnSpPr>
        <p:spPr>
          <a:xfrm rot="5400000">
            <a:off x="4032360" y="2800800"/>
            <a:ext cx="399240" cy="623160"/>
          </a:xfrm>
          <a:prstGeom prst="bentConnector3">
            <a:avLst>
              <a:gd name="adj1" fmla="val 49729"/>
            </a:avLst>
          </a:prstGeom>
          <a:ln w="12600">
            <a:solidFill>
              <a:srgbClr val="003399"/>
            </a:solidFill>
            <a:miter/>
          </a:ln>
        </p:spPr>
      </p:cxnSp>
      <p:sp>
        <p:nvSpPr>
          <p:cNvPr id="994" name="AutoShape 25"/>
          <p:cNvSpPr/>
          <p:nvPr/>
        </p:nvSpPr>
        <p:spPr>
          <a:xfrm rot="5400000">
            <a:off x="4423680" y="4653720"/>
            <a:ext cx="264960" cy="317520"/>
          </a:xfrm>
          <a:prstGeom prst="rightArrow">
            <a:avLst>
              <a:gd name="adj1" fmla="val 49630"/>
              <a:gd name="adj2" fmla="val 50616"/>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 name="Rectangle 26"/>
          <p:cNvSpPr/>
          <p:nvPr/>
        </p:nvSpPr>
        <p:spPr>
          <a:xfrm>
            <a:off x="803160" y="4089240"/>
            <a:ext cx="11876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96" name="Rectangle 32"/>
          <p:cNvSpPr/>
          <p:nvPr/>
        </p:nvSpPr>
        <p:spPr>
          <a:xfrm>
            <a:off x="2065320" y="4089240"/>
            <a:ext cx="11876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97" name="Rectangle 33"/>
          <p:cNvSpPr/>
          <p:nvPr/>
        </p:nvSpPr>
        <p:spPr>
          <a:xfrm>
            <a:off x="3327480" y="4089240"/>
            <a:ext cx="118728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98" name="Rectangle 34"/>
          <p:cNvSpPr/>
          <p:nvPr/>
        </p:nvSpPr>
        <p:spPr>
          <a:xfrm>
            <a:off x="4589640" y="4089240"/>
            <a:ext cx="118728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999" name="Rectangle 35"/>
          <p:cNvSpPr/>
          <p:nvPr/>
        </p:nvSpPr>
        <p:spPr>
          <a:xfrm>
            <a:off x="5851440" y="4089240"/>
            <a:ext cx="11876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1000" name="Rectangle 36"/>
          <p:cNvSpPr/>
          <p:nvPr/>
        </p:nvSpPr>
        <p:spPr>
          <a:xfrm>
            <a:off x="7115040" y="4089240"/>
            <a:ext cx="11876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0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AECAEE-3DFC-4158-A89A-B47441ACCC2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0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Org Charts</a:t>
            </a:r>
            <a:endParaRPr b="1" lang="en-US" sz="1600" spc="-1" strike="noStrike">
              <a:solidFill>
                <a:srgbClr val="000000"/>
              </a:solidFill>
              <a:latin typeface="Arial"/>
            </a:endParaRPr>
          </a:p>
        </p:txBody>
      </p:sp>
      <p:sp>
        <p:nvSpPr>
          <p:cNvPr id="1004" name="Rectangle 3"/>
          <p:cNvSpPr/>
          <p:nvPr/>
        </p:nvSpPr>
        <p:spPr>
          <a:xfrm>
            <a:off x="6122880" y="4436640"/>
            <a:ext cx="3985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05" name="Rectangle 4"/>
          <p:cNvSpPr/>
          <p:nvPr/>
        </p:nvSpPr>
        <p:spPr>
          <a:xfrm>
            <a:off x="6122880" y="4712760"/>
            <a:ext cx="3985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06" name="Rectangle 5"/>
          <p:cNvSpPr/>
          <p:nvPr/>
        </p:nvSpPr>
        <p:spPr>
          <a:xfrm>
            <a:off x="6122880" y="5008320"/>
            <a:ext cx="3985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07" name="Rectangle 6"/>
          <p:cNvSpPr/>
          <p:nvPr/>
        </p:nvSpPr>
        <p:spPr>
          <a:xfrm>
            <a:off x="6122880" y="5275080"/>
            <a:ext cx="3985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08" name="Rectangle 7"/>
          <p:cNvSpPr/>
          <p:nvPr/>
        </p:nvSpPr>
        <p:spPr>
          <a:xfrm>
            <a:off x="6122880" y="5541480"/>
            <a:ext cx="3985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09" name="Rectangle 8"/>
          <p:cNvSpPr/>
          <p:nvPr/>
        </p:nvSpPr>
        <p:spPr>
          <a:xfrm>
            <a:off x="3728880" y="1700280"/>
            <a:ext cx="1636920" cy="49536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10" name="Rectangle 9"/>
          <p:cNvSpPr/>
          <p:nvPr/>
        </p:nvSpPr>
        <p:spPr>
          <a:xfrm>
            <a:off x="3728880" y="2786040"/>
            <a:ext cx="1636920" cy="49536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11" name="Rectangle 10"/>
          <p:cNvSpPr/>
          <p:nvPr/>
        </p:nvSpPr>
        <p:spPr>
          <a:xfrm>
            <a:off x="1327320" y="2786040"/>
            <a:ext cx="1636560" cy="49536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12" name="Rectangle 11"/>
          <p:cNvSpPr/>
          <p:nvPr/>
        </p:nvSpPr>
        <p:spPr>
          <a:xfrm>
            <a:off x="6140520" y="2786040"/>
            <a:ext cx="1636560" cy="49536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13" name="Rectangle 20"/>
          <p:cNvSpPr/>
          <p:nvPr/>
        </p:nvSpPr>
        <p:spPr>
          <a:xfrm>
            <a:off x="1303200" y="443664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14" name="Rectangle 21"/>
          <p:cNvSpPr/>
          <p:nvPr/>
        </p:nvSpPr>
        <p:spPr>
          <a:xfrm>
            <a:off x="1303200" y="471276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15" name="Rectangle 22"/>
          <p:cNvSpPr/>
          <p:nvPr/>
        </p:nvSpPr>
        <p:spPr>
          <a:xfrm>
            <a:off x="1303200" y="500832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16" name="Rectangle 23"/>
          <p:cNvSpPr/>
          <p:nvPr/>
        </p:nvSpPr>
        <p:spPr>
          <a:xfrm>
            <a:off x="1303200" y="52750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17" name="Rectangle 24"/>
          <p:cNvSpPr/>
          <p:nvPr/>
        </p:nvSpPr>
        <p:spPr>
          <a:xfrm>
            <a:off x="1303200" y="55414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18" name="Rectangle 25"/>
          <p:cNvSpPr/>
          <p:nvPr/>
        </p:nvSpPr>
        <p:spPr>
          <a:xfrm>
            <a:off x="2025720" y="443664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19" name="Rectangle 26"/>
          <p:cNvSpPr/>
          <p:nvPr/>
        </p:nvSpPr>
        <p:spPr>
          <a:xfrm>
            <a:off x="2025720" y="471276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0" name="Rectangle 27"/>
          <p:cNvSpPr/>
          <p:nvPr/>
        </p:nvSpPr>
        <p:spPr>
          <a:xfrm>
            <a:off x="2025720" y="500832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1" name="Rectangle 28"/>
          <p:cNvSpPr/>
          <p:nvPr/>
        </p:nvSpPr>
        <p:spPr>
          <a:xfrm>
            <a:off x="2025720" y="52750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2" name="Rectangle 29"/>
          <p:cNvSpPr/>
          <p:nvPr/>
        </p:nvSpPr>
        <p:spPr>
          <a:xfrm>
            <a:off x="2025720" y="55414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3" name="Rectangle 30"/>
          <p:cNvSpPr/>
          <p:nvPr/>
        </p:nvSpPr>
        <p:spPr>
          <a:xfrm>
            <a:off x="2763720" y="443664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4" name="Rectangle 31"/>
          <p:cNvSpPr/>
          <p:nvPr/>
        </p:nvSpPr>
        <p:spPr>
          <a:xfrm>
            <a:off x="2763720" y="471276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5" name="Rectangle 32"/>
          <p:cNvSpPr/>
          <p:nvPr/>
        </p:nvSpPr>
        <p:spPr>
          <a:xfrm>
            <a:off x="2763720" y="500832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6" name="Rectangle 33"/>
          <p:cNvSpPr/>
          <p:nvPr/>
        </p:nvSpPr>
        <p:spPr>
          <a:xfrm>
            <a:off x="2763720" y="52750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7" name="Rectangle 34"/>
          <p:cNvSpPr/>
          <p:nvPr/>
        </p:nvSpPr>
        <p:spPr>
          <a:xfrm>
            <a:off x="2763720" y="55414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8" name="Rectangle 35"/>
          <p:cNvSpPr/>
          <p:nvPr/>
        </p:nvSpPr>
        <p:spPr>
          <a:xfrm>
            <a:off x="3705120" y="443664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29" name="Rectangle 36"/>
          <p:cNvSpPr/>
          <p:nvPr/>
        </p:nvSpPr>
        <p:spPr>
          <a:xfrm>
            <a:off x="3705120" y="471276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0" name="Rectangle 37"/>
          <p:cNvSpPr/>
          <p:nvPr/>
        </p:nvSpPr>
        <p:spPr>
          <a:xfrm>
            <a:off x="3705120" y="500832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1" name="Rectangle 38"/>
          <p:cNvSpPr/>
          <p:nvPr/>
        </p:nvSpPr>
        <p:spPr>
          <a:xfrm>
            <a:off x="3705120" y="52750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2" name="Rectangle 39"/>
          <p:cNvSpPr/>
          <p:nvPr/>
        </p:nvSpPr>
        <p:spPr>
          <a:xfrm>
            <a:off x="3705120" y="55414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3" name="Rectangle 40"/>
          <p:cNvSpPr/>
          <p:nvPr/>
        </p:nvSpPr>
        <p:spPr>
          <a:xfrm>
            <a:off x="4427640" y="443664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4" name="Rectangle 41"/>
          <p:cNvSpPr/>
          <p:nvPr/>
        </p:nvSpPr>
        <p:spPr>
          <a:xfrm>
            <a:off x="4427640" y="471276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5" name="Rectangle 42"/>
          <p:cNvSpPr/>
          <p:nvPr/>
        </p:nvSpPr>
        <p:spPr>
          <a:xfrm>
            <a:off x="4427640" y="500832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6" name="Rectangle 43"/>
          <p:cNvSpPr/>
          <p:nvPr/>
        </p:nvSpPr>
        <p:spPr>
          <a:xfrm>
            <a:off x="4427640" y="52750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7" name="Rectangle 44"/>
          <p:cNvSpPr/>
          <p:nvPr/>
        </p:nvSpPr>
        <p:spPr>
          <a:xfrm>
            <a:off x="4427640" y="55414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8" name="Rectangle 45"/>
          <p:cNvSpPr/>
          <p:nvPr/>
        </p:nvSpPr>
        <p:spPr>
          <a:xfrm>
            <a:off x="5165640" y="443664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39" name="Rectangle 46"/>
          <p:cNvSpPr/>
          <p:nvPr/>
        </p:nvSpPr>
        <p:spPr>
          <a:xfrm>
            <a:off x="5165640" y="471276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0" name="Rectangle 47"/>
          <p:cNvSpPr/>
          <p:nvPr/>
        </p:nvSpPr>
        <p:spPr>
          <a:xfrm>
            <a:off x="5165640" y="500832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1" name="Rectangle 48"/>
          <p:cNvSpPr/>
          <p:nvPr/>
        </p:nvSpPr>
        <p:spPr>
          <a:xfrm>
            <a:off x="5165640" y="52750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2" name="Rectangle 49"/>
          <p:cNvSpPr/>
          <p:nvPr/>
        </p:nvSpPr>
        <p:spPr>
          <a:xfrm>
            <a:off x="5165640" y="5541480"/>
            <a:ext cx="39708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3" name="Rectangle 50"/>
          <p:cNvSpPr/>
          <p:nvPr/>
        </p:nvSpPr>
        <p:spPr>
          <a:xfrm>
            <a:off x="7585200" y="443664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4" name="Rectangle 51"/>
          <p:cNvSpPr/>
          <p:nvPr/>
        </p:nvSpPr>
        <p:spPr>
          <a:xfrm>
            <a:off x="7585200" y="471276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5" name="Rectangle 52"/>
          <p:cNvSpPr/>
          <p:nvPr/>
        </p:nvSpPr>
        <p:spPr>
          <a:xfrm>
            <a:off x="7585200" y="500832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6" name="Rectangle 53"/>
          <p:cNvSpPr/>
          <p:nvPr/>
        </p:nvSpPr>
        <p:spPr>
          <a:xfrm>
            <a:off x="7585200" y="52750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047" name="Rectangle 54"/>
          <p:cNvSpPr/>
          <p:nvPr/>
        </p:nvSpPr>
        <p:spPr>
          <a:xfrm>
            <a:off x="7585200" y="55414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cxnSp>
        <p:nvCxnSpPr>
          <p:cNvPr id="1048" name="AutoShape 55"/>
          <p:cNvCxnSpPr>
            <a:stCxn id="1009" idx="2"/>
            <a:endCxn id="1011" idx="0"/>
          </p:cNvCxnSpPr>
          <p:nvPr/>
        </p:nvCxnSpPr>
        <p:spPr>
          <a:xfrm rot="5400000">
            <a:off x="3051360" y="1289880"/>
            <a:ext cx="591120" cy="2402640"/>
          </a:xfrm>
          <a:prstGeom prst="bentConnector3">
            <a:avLst>
              <a:gd name="adj1" fmla="val 49969"/>
            </a:avLst>
          </a:prstGeom>
          <a:ln w="12600">
            <a:solidFill>
              <a:srgbClr val="003399"/>
            </a:solidFill>
            <a:miter/>
          </a:ln>
        </p:spPr>
      </p:cxnSp>
      <p:cxnSp>
        <p:nvCxnSpPr>
          <p:cNvPr id="1049" name="AutoShape 56"/>
          <p:cNvCxnSpPr>
            <a:stCxn id="1009" idx="2"/>
            <a:endCxn id="1010" idx="0"/>
          </p:cNvCxnSpPr>
          <p:nvPr/>
        </p:nvCxnSpPr>
        <p:spPr>
          <a:xfrm>
            <a:off x="4547880" y="2195640"/>
            <a:ext cx="1080" cy="591120"/>
          </a:xfrm>
          <a:prstGeom prst="straightConnector1">
            <a:avLst/>
          </a:prstGeom>
          <a:ln w="12600">
            <a:solidFill>
              <a:srgbClr val="003399"/>
            </a:solidFill>
            <a:miter/>
          </a:ln>
        </p:spPr>
      </p:cxnSp>
      <p:cxnSp>
        <p:nvCxnSpPr>
          <p:cNvPr id="1050" name="AutoShape 57"/>
          <p:cNvCxnSpPr>
            <a:stCxn id="1009" idx="2"/>
            <a:endCxn id="1012" idx="0"/>
          </p:cNvCxnSpPr>
          <p:nvPr/>
        </p:nvCxnSpPr>
        <p:spPr>
          <a:xfrm flipH="1" rot="16200000">
            <a:off x="5458680" y="1284840"/>
            <a:ext cx="591120" cy="2412000"/>
          </a:xfrm>
          <a:prstGeom prst="bentConnector3">
            <a:avLst>
              <a:gd name="adj1" fmla="val 49969"/>
            </a:avLst>
          </a:prstGeom>
          <a:ln w="12600">
            <a:solidFill>
              <a:srgbClr val="003399"/>
            </a:solidFill>
            <a:miter/>
          </a:ln>
        </p:spPr>
      </p:cxnSp>
      <p:cxnSp>
        <p:nvCxnSpPr>
          <p:cNvPr id="1051" name="AutoShape 58"/>
          <p:cNvCxnSpPr>
            <a:stCxn id="1011" idx="2"/>
            <a:endCxn id="1052" idx="0"/>
          </p:cNvCxnSpPr>
          <p:nvPr/>
        </p:nvCxnSpPr>
        <p:spPr>
          <a:xfrm rot="5400000">
            <a:off x="1490040" y="3206520"/>
            <a:ext cx="581400" cy="731160"/>
          </a:xfrm>
          <a:prstGeom prst="bentConnector3">
            <a:avLst>
              <a:gd name="adj1" fmla="val 50000"/>
            </a:avLst>
          </a:prstGeom>
          <a:ln w="12600">
            <a:solidFill>
              <a:srgbClr val="003399"/>
            </a:solidFill>
            <a:miter/>
          </a:ln>
        </p:spPr>
      </p:cxnSp>
      <p:cxnSp>
        <p:nvCxnSpPr>
          <p:cNvPr id="1053" name="AutoShape 59"/>
          <p:cNvCxnSpPr>
            <a:stCxn id="1011" idx="2"/>
            <a:endCxn id="1054" idx="0"/>
          </p:cNvCxnSpPr>
          <p:nvPr/>
        </p:nvCxnSpPr>
        <p:spPr>
          <a:xfrm flipH="1" rot="16200000">
            <a:off x="2220840" y="3206520"/>
            <a:ext cx="581400" cy="730800"/>
          </a:xfrm>
          <a:prstGeom prst="bentConnector3">
            <a:avLst>
              <a:gd name="adj1" fmla="val 50000"/>
            </a:avLst>
          </a:prstGeom>
          <a:ln w="12600">
            <a:solidFill>
              <a:srgbClr val="003399"/>
            </a:solidFill>
            <a:miter/>
          </a:ln>
        </p:spPr>
      </p:cxnSp>
      <p:cxnSp>
        <p:nvCxnSpPr>
          <p:cNvPr id="1055" name="AutoShape 60"/>
          <p:cNvCxnSpPr>
            <a:stCxn id="1011" idx="2"/>
            <a:endCxn id="1056" idx="0"/>
          </p:cNvCxnSpPr>
          <p:nvPr/>
        </p:nvCxnSpPr>
        <p:spPr>
          <a:xfrm>
            <a:off x="2145960" y="3281400"/>
            <a:ext cx="1080" cy="581400"/>
          </a:xfrm>
          <a:prstGeom prst="straightConnector1">
            <a:avLst/>
          </a:prstGeom>
          <a:ln w="12600">
            <a:solidFill>
              <a:srgbClr val="003399"/>
            </a:solidFill>
            <a:miter/>
          </a:ln>
        </p:spPr>
      </p:cxnSp>
      <p:cxnSp>
        <p:nvCxnSpPr>
          <p:cNvPr id="1057" name="AutoShape 61"/>
          <p:cNvCxnSpPr>
            <a:stCxn id="1010" idx="2"/>
            <a:endCxn id="1058" idx="0"/>
          </p:cNvCxnSpPr>
          <p:nvPr/>
        </p:nvCxnSpPr>
        <p:spPr>
          <a:xfrm>
            <a:off x="4547880" y="3281400"/>
            <a:ext cx="1080" cy="581400"/>
          </a:xfrm>
          <a:prstGeom prst="straightConnector1">
            <a:avLst/>
          </a:prstGeom>
          <a:ln w="12600">
            <a:solidFill>
              <a:srgbClr val="003399"/>
            </a:solidFill>
            <a:miter/>
          </a:ln>
        </p:spPr>
      </p:cxnSp>
      <p:cxnSp>
        <p:nvCxnSpPr>
          <p:cNvPr id="1059" name="AutoShape 62"/>
          <p:cNvCxnSpPr>
            <a:stCxn id="1012" idx="2"/>
          </p:cNvCxnSpPr>
          <p:nvPr/>
        </p:nvCxnSpPr>
        <p:spPr>
          <a:xfrm>
            <a:off x="6959160" y="3281400"/>
            <a:ext cx="2520" cy="581400"/>
          </a:xfrm>
          <a:prstGeom prst="straightConnector1">
            <a:avLst/>
          </a:prstGeom>
          <a:ln w="12600">
            <a:solidFill>
              <a:srgbClr val="003399"/>
            </a:solidFill>
            <a:miter/>
          </a:ln>
        </p:spPr>
      </p:cxnSp>
      <p:cxnSp>
        <p:nvCxnSpPr>
          <p:cNvPr id="1060" name="AutoShape 63"/>
          <p:cNvCxnSpPr>
            <a:stCxn id="1010" idx="2"/>
            <a:endCxn id="1061" idx="0"/>
          </p:cNvCxnSpPr>
          <p:nvPr/>
        </p:nvCxnSpPr>
        <p:spPr>
          <a:xfrm rot="5400000">
            <a:off x="3891960" y="3206520"/>
            <a:ext cx="581400" cy="731160"/>
          </a:xfrm>
          <a:prstGeom prst="bentConnector3">
            <a:avLst>
              <a:gd name="adj1" fmla="val 50000"/>
            </a:avLst>
          </a:prstGeom>
          <a:ln w="12600">
            <a:solidFill>
              <a:srgbClr val="003399"/>
            </a:solidFill>
            <a:miter/>
          </a:ln>
        </p:spPr>
      </p:cxnSp>
      <p:cxnSp>
        <p:nvCxnSpPr>
          <p:cNvPr id="1062" name="AutoShape 64"/>
          <p:cNvCxnSpPr>
            <a:stCxn id="1010" idx="2"/>
            <a:endCxn id="1063" idx="0"/>
          </p:cNvCxnSpPr>
          <p:nvPr/>
        </p:nvCxnSpPr>
        <p:spPr>
          <a:xfrm flipH="1" rot="16200000">
            <a:off x="4622760" y="3205800"/>
            <a:ext cx="581400" cy="732600"/>
          </a:xfrm>
          <a:prstGeom prst="bentConnector3">
            <a:avLst>
              <a:gd name="adj1" fmla="val 50000"/>
            </a:avLst>
          </a:prstGeom>
          <a:ln w="12600">
            <a:solidFill>
              <a:srgbClr val="003399"/>
            </a:solidFill>
            <a:miter/>
          </a:ln>
        </p:spPr>
      </p:cxnSp>
      <p:cxnSp>
        <p:nvCxnSpPr>
          <p:cNvPr id="1064" name="AutoShape 65"/>
          <p:cNvCxnSpPr>
            <a:stCxn id="1012" idx="2"/>
            <a:endCxn id="1065" idx="0"/>
          </p:cNvCxnSpPr>
          <p:nvPr/>
        </p:nvCxnSpPr>
        <p:spPr>
          <a:xfrm rot="5400000">
            <a:off x="6303600" y="3206880"/>
            <a:ext cx="581400" cy="730800"/>
          </a:xfrm>
          <a:prstGeom prst="bentConnector3">
            <a:avLst>
              <a:gd name="adj1" fmla="val 50000"/>
            </a:avLst>
          </a:prstGeom>
          <a:ln w="12600">
            <a:solidFill>
              <a:srgbClr val="003399"/>
            </a:solidFill>
            <a:miter/>
          </a:ln>
        </p:spPr>
      </p:cxnSp>
      <p:cxnSp>
        <p:nvCxnSpPr>
          <p:cNvPr id="1066" name="AutoShape 66"/>
          <p:cNvCxnSpPr>
            <a:stCxn id="1012" idx="2"/>
            <a:endCxn id="1067" idx="0"/>
          </p:cNvCxnSpPr>
          <p:nvPr/>
        </p:nvCxnSpPr>
        <p:spPr>
          <a:xfrm flipH="1" rot="16200000">
            <a:off x="7033320" y="3206520"/>
            <a:ext cx="581400" cy="731160"/>
          </a:xfrm>
          <a:prstGeom prst="bentConnector3">
            <a:avLst>
              <a:gd name="adj1" fmla="val 50000"/>
            </a:avLst>
          </a:prstGeom>
          <a:ln w="12600">
            <a:solidFill>
              <a:srgbClr val="003399"/>
            </a:solidFill>
            <a:miter/>
          </a:ln>
        </p:spPr>
      </p:cxnSp>
      <p:cxnSp>
        <p:nvCxnSpPr>
          <p:cNvPr id="1068" name="AutoShape 67"/>
          <p:cNvCxnSpPr>
            <a:endCxn id="1013" idx="1"/>
          </p:cNvCxnSpPr>
          <p:nvPr/>
        </p:nvCxnSpPr>
        <p:spPr>
          <a:xfrm flipH="1" rot="16200000">
            <a:off x="1145160" y="4352760"/>
            <a:ext cx="200880" cy="114840"/>
          </a:xfrm>
          <a:prstGeom prst="bentConnector2">
            <a:avLst/>
          </a:prstGeom>
          <a:ln w="12600">
            <a:solidFill>
              <a:srgbClr val="003399"/>
            </a:solidFill>
            <a:miter/>
          </a:ln>
        </p:spPr>
      </p:cxnSp>
      <p:cxnSp>
        <p:nvCxnSpPr>
          <p:cNvPr id="1069" name="AutoShape 68"/>
          <p:cNvCxnSpPr>
            <a:endCxn id="1014" idx="1"/>
          </p:cNvCxnSpPr>
          <p:nvPr/>
        </p:nvCxnSpPr>
        <p:spPr>
          <a:xfrm flipH="1" rot="16200000">
            <a:off x="1006920" y="4490640"/>
            <a:ext cx="477000" cy="114840"/>
          </a:xfrm>
          <a:prstGeom prst="bentConnector2">
            <a:avLst/>
          </a:prstGeom>
          <a:ln w="12600">
            <a:solidFill>
              <a:srgbClr val="003399"/>
            </a:solidFill>
            <a:miter/>
          </a:ln>
        </p:spPr>
      </p:cxnSp>
      <p:cxnSp>
        <p:nvCxnSpPr>
          <p:cNvPr id="1070" name="AutoShape 69"/>
          <p:cNvCxnSpPr>
            <a:endCxn id="1015" idx="1"/>
          </p:cNvCxnSpPr>
          <p:nvPr/>
        </p:nvCxnSpPr>
        <p:spPr>
          <a:xfrm flipH="1" rot="16200000">
            <a:off x="859320" y="4638600"/>
            <a:ext cx="772560" cy="114840"/>
          </a:xfrm>
          <a:prstGeom prst="bentConnector2">
            <a:avLst/>
          </a:prstGeom>
          <a:ln w="12600">
            <a:solidFill>
              <a:srgbClr val="003399"/>
            </a:solidFill>
            <a:miter/>
          </a:ln>
        </p:spPr>
      </p:cxnSp>
      <p:cxnSp>
        <p:nvCxnSpPr>
          <p:cNvPr id="1071" name="AutoShape 70"/>
          <p:cNvCxnSpPr>
            <a:endCxn id="1016" idx="1"/>
          </p:cNvCxnSpPr>
          <p:nvPr/>
        </p:nvCxnSpPr>
        <p:spPr>
          <a:xfrm flipH="1" rot="16200000">
            <a:off x="726120" y="4771800"/>
            <a:ext cx="1038600" cy="114840"/>
          </a:xfrm>
          <a:prstGeom prst="bentConnector2">
            <a:avLst/>
          </a:prstGeom>
          <a:ln w="12600">
            <a:solidFill>
              <a:srgbClr val="003399"/>
            </a:solidFill>
            <a:miter/>
          </a:ln>
        </p:spPr>
      </p:cxnSp>
      <p:cxnSp>
        <p:nvCxnSpPr>
          <p:cNvPr id="1072" name="AutoShape 71"/>
          <p:cNvCxnSpPr>
            <a:endCxn id="1017" idx="1"/>
          </p:cNvCxnSpPr>
          <p:nvPr/>
        </p:nvCxnSpPr>
        <p:spPr>
          <a:xfrm flipH="1" rot="16200000">
            <a:off x="592560" y="4905000"/>
            <a:ext cx="1305720" cy="114840"/>
          </a:xfrm>
          <a:prstGeom prst="bentConnector2">
            <a:avLst/>
          </a:prstGeom>
          <a:ln w="12600">
            <a:solidFill>
              <a:srgbClr val="003399"/>
            </a:solidFill>
            <a:miter/>
          </a:ln>
        </p:spPr>
      </p:cxnSp>
      <p:cxnSp>
        <p:nvCxnSpPr>
          <p:cNvPr id="1073" name="AutoShape 72"/>
          <p:cNvCxnSpPr>
            <a:endCxn id="1018" idx="1"/>
          </p:cNvCxnSpPr>
          <p:nvPr/>
        </p:nvCxnSpPr>
        <p:spPr>
          <a:xfrm flipH="1" rot="16200000">
            <a:off x="1872360" y="4357440"/>
            <a:ext cx="200880" cy="105480"/>
          </a:xfrm>
          <a:prstGeom prst="bentConnector2">
            <a:avLst/>
          </a:prstGeom>
          <a:ln w="12600">
            <a:solidFill>
              <a:srgbClr val="003399"/>
            </a:solidFill>
            <a:miter/>
          </a:ln>
        </p:spPr>
      </p:cxnSp>
      <p:cxnSp>
        <p:nvCxnSpPr>
          <p:cNvPr id="1074" name="AutoShape 73"/>
          <p:cNvCxnSpPr>
            <a:endCxn id="1019" idx="1"/>
          </p:cNvCxnSpPr>
          <p:nvPr/>
        </p:nvCxnSpPr>
        <p:spPr>
          <a:xfrm flipH="1" rot="16200000">
            <a:off x="1734120" y="4495320"/>
            <a:ext cx="477000" cy="105480"/>
          </a:xfrm>
          <a:prstGeom prst="bentConnector2">
            <a:avLst/>
          </a:prstGeom>
          <a:ln w="12600">
            <a:solidFill>
              <a:srgbClr val="003399"/>
            </a:solidFill>
            <a:miter/>
          </a:ln>
        </p:spPr>
      </p:cxnSp>
      <p:cxnSp>
        <p:nvCxnSpPr>
          <p:cNvPr id="1075" name="AutoShape 74"/>
          <p:cNvCxnSpPr>
            <a:endCxn id="1020" idx="1"/>
          </p:cNvCxnSpPr>
          <p:nvPr/>
        </p:nvCxnSpPr>
        <p:spPr>
          <a:xfrm flipH="1" rot="16200000">
            <a:off x="1586520" y="4643280"/>
            <a:ext cx="772560" cy="105480"/>
          </a:xfrm>
          <a:prstGeom prst="bentConnector2">
            <a:avLst/>
          </a:prstGeom>
          <a:ln w="12600">
            <a:solidFill>
              <a:srgbClr val="003399"/>
            </a:solidFill>
            <a:miter/>
          </a:ln>
        </p:spPr>
      </p:cxnSp>
      <p:cxnSp>
        <p:nvCxnSpPr>
          <p:cNvPr id="1076" name="AutoShape 75"/>
          <p:cNvCxnSpPr>
            <a:endCxn id="1021" idx="1"/>
          </p:cNvCxnSpPr>
          <p:nvPr/>
        </p:nvCxnSpPr>
        <p:spPr>
          <a:xfrm flipH="1" rot="16200000">
            <a:off x="1453320" y="4776480"/>
            <a:ext cx="1038600" cy="105480"/>
          </a:xfrm>
          <a:prstGeom prst="bentConnector2">
            <a:avLst/>
          </a:prstGeom>
          <a:ln w="12600">
            <a:solidFill>
              <a:srgbClr val="003399"/>
            </a:solidFill>
            <a:miter/>
          </a:ln>
        </p:spPr>
      </p:cxnSp>
      <p:cxnSp>
        <p:nvCxnSpPr>
          <p:cNvPr id="1077" name="AutoShape 76"/>
          <p:cNvCxnSpPr>
            <a:endCxn id="1022" idx="1"/>
          </p:cNvCxnSpPr>
          <p:nvPr/>
        </p:nvCxnSpPr>
        <p:spPr>
          <a:xfrm flipH="1" rot="16200000">
            <a:off x="1319760" y="4909680"/>
            <a:ext cx="1305720" cy="105480"/>
          </a:xfrm>
          <a:prstGeom prst="bentConnector2">
            <a:avLst/>
          </a:prstGeom>
          <a:ln w="12600">
            <a:solidFill>
              <a:srgbClr val="003399"/>
            </a:solidFill>
            <a:miter/>
          </a:ln>
        </p:spPr>
      </p:cxnSp>
      <p:cxnSp>
        <p:nvCxnSpPr>
          <p:cNvPr id="1078" name="AutoShape 77"/>
          <p:cNvCxnSpPr>
            <a:endCxn id="1023" idx="1"/>
          </p:cNvCxnSpPr>
          <p:nvPr/>
        </p:nvCxnSpPr>
        <p:spPr>
          <a:xfrm flipH="1" rot="16200000">
            <a:off x="2605680" y="4352760"/>
            <a:ext cx="200880" cy="114840"/>
          </a:xfrm>
          <a:prstGeom prst="bentConnector2">
            <a:avLst/>
          </a:prstGeom>
          <a:ln w="12600">
            <a:solidFill>
              <a:srgbClr val="003399"/>
            </a:solidFill>
            <a:miter/>
          </a:ln>
        </p:spPr>
      </p:cxnSp>
      <p:cxnSp>
        <p:nvCxnSpPr>
          <p:cNvPr id="1079" name="AutoShape 78"/>
          <p:cNvCxnSpPr>
            <a:endCxn id="1024" idx="1"/>
          </p:cNvCxnSpPr>
          <p:nvPr/>
        </p:nvCxnSpPr>
        <p:spPr>
          <a:xfrm flipH="1" rot="16200000">
            <a:off x="2467440" y="4490640"/>
            <a:ext cx="477000" cy="114840"/>
          </a:xfrm>
          <a:prstGeom prst="bentConnector2">
            <a:avLst/>
          </a:prstGeom>
          <a:ln w="12600">
            <a:solidFill>
              <a:srgbClr val="003399"/>
            </a:solidFill>
            <a:miter/>
          </a:ln>
        </p:spPr>
      </p:cxnSp>
      <p:cxnSp>
        <p:nvCxnSpPr>
          <p:cNvPr id="1080" name="AutoShape 79"/>
          <p:cNvCxnSpPr>
            <a:endCxn id="1025" idx="1"/>
          </p:cNvCxnSpPr>
          <p:nvPr/>
        </p:nvCxnSpPr>
        <p:spPr>
          <a:xfrm flipH="1" rot="16200000">
            <a:off x="2319840" y="4638600"/>
            <a:ext cx="772560" cy="114840"/>
          </a:xfrm>
          <a:prstGeom prst="bentConnector2">
            <a:avLst/>
          </a:prstGeom>
          <a:ln w="12600">
            <a:solidFill>
              <a:srgbClr val="003399"/>
            </a:solidFill>
            <a:miter/>
          </a:ln>
        </p:spPr>
      </p:cxnSp>
      <p:cxnSp>
        <p:nvCxnSpPr>
          <p:cNvPr id="1081" name="AutoShape 80"/>
          <p:cNvCxnSpPr>
            <a:endCxn id="1026" idx="1"/>
          </p:cNvCxnSpPr>
          <p:nvPr/>
        </p:nvCxnSpPr>
        <p:spPr>
          <a:xfrm flipH="1" rot="16200000">
            <a:off x="2186640" y="4771800"/>
            <a:ext cx="1038600" cy="114840"/>
          </a:xfrm>
          <a:prstGeom prst="bentConnector2">
            <a:avLst/>
          </a:prstGeom>
          <a:ln w="12600">
            <a:solidFill>
              <a:srgbClr val="003399"/>
            </a:solidFill>
            <a:miter/>
          </a:ln>
        </p:spPr>
      </p:cxnSp>
      <p:cxnSp>
        <p:nvCxnSpPr>
          <p:cNvPr id="1082" name="AutoShape 81"/>
          <p:cNvCxnSpPr>
            <a:endCxn id="1027" idx="1"/>
          </p:cNvCxnSpPr>
          <p:nvPr/>
        </p:nvCxnSpPr>
        <p:spPr>
          <a:xfrm flipH="1" rot="16200000">
            <a:off x="2053080" y="4905000"/>
            <a:ext cx="1305720" cy="114840"/>
          </a:xfrm>
          <a:prstGeom prst="bentConnector2">
            <a:avLst/>
          </a:prstGeom>
          <a:ln w="12600">
            <a:solidFill>
              <a:srgbClr val="003399"/>
            </a:solidFill>
            <a:miter/>
          </a:ln>
        </p:spPr>
      </p:cxnSp>
      <p:cxnSp>
        <p:nvCxnSpPr>
          <p:cNvPr id="1083" name="AutoShape 82"/>
          <p:cNvCxnSpPr>
            <a:endCxn id="1028" idx="1"/>
          </p:cNvCxnSpPr>
          <p:nvPr/>
        </p:nvCxnSpPr>
        <p:spPr>
          <a:xfrm flipH="1" rot="16200000">
            <a:off x="3547080" y="4352760"/>
            <a:ext cx="200880" cy="114840"/>
          </a:xfrm>
          <a:prstGeom prst="bentConnector2">
            <a:avLst/>
          </a:prstGeom>
          <a:ln w="12600">
            <a:solidFill>
              <a:srgbClr val="003399"/>
            </a:solidFill>
            <a:miter/>
          </a:ln>
        </p:spPr>
      </p:cxnSp>
      <p:cxnSp>
        <p:nvCxnSpPr>
          <p:cNvPr id="1084" name="AutoShape 83"/>
          <p:cNvCxnSpPr>
            <a:endCxn id="1029" idx="1"/>
          </p:cNvCxnSpPr>
          <p:nvPr/>
        </p:nvCxnSpPr>
        <p:spPr>
          <a:xfrm flipH="1" rot="16200000">
            <a:off x="3408840" y="4490640"/>
            <a:ext cx="477000" cy="114840"/>
          </a:xfrm>
          <a:prstGeom prst="bentConnector2">
            <a:avLst/>
          </a:prstGeom>
          <a:ln w="12600">
            <a:solidFill>
              <a:srgbClr val="003399"/>
            </a:solidFill>
            <a:miter/>
          </a:ln>
        </p:spPr>
      </p:cxnSp>
      <p:cxnSp>
        <p:nvCxnSpPr>
          <p:cNvPr id="1085" name="AutoShape 84"/>
          <p:cNvCxnSpPr>
            <a:endCxn id="1030" idx="1"/>
          </p:cNvCxnSpPr>
          <p:nvPr/>
        </p:nvCxnSpPr>
        <p:spPr>
          <a:xfrm flipH="1" rot="16200000">
            <a:off x="3261240" y="4638600"/>
            <a:ext cx="772560" cy="114840"/>
          </a:xfrm>
          <a:prstGeom prst="bentConnector2">
            <a:avLst/>
          </a:prstGeom>
          <a:ln w="12600">
            <a:solidFill>
              <a:srgbClr val="003399"/>
            </a:solidFill>
            <a:miter/>
          </a:ln>
        </p:spPr>
      </p:cxnSp>
      <p:cxnSp>
        <p:nvCxnSpPr>
          <p:cNvPr id="1086" name="AutoShape 85"/>
          <p:cNvCxnSpPr>
            <a:endCxn id="1031" idx="1"/>
          </p:cNvCxnSpPr>
          <p:nvPr/>
        </p:nvCxnSpPr>
        <p:spPr>
          <a:xfrm flipH="1" rot="16200000">
            <a:off x="3128040" y="4771800"/>
            <a:ext cx="1038600" cy="114840"/>
          </a:xfrm>
          <a:prstGeom prst="bentConnector2">
            <a:avLst/>
          </a:prstGeom>
          <a:ln w="12600">
            <a:solidFill>
              <a:srgbClr val="003399"/>
            </a:solidFill>
            <a:miter/>
          </a:ln>
        </p:spPr>
      </p:cxnSp>
      <p:cxnSp>
        <p:nvCxnSpPr>
          <p:cNvPr id="1087" name="AutoShape 86"/>
          <p:cNvCxnSpPr>
            <a:endCxn id="1032" idx="1"/>
          </p:cNvCxnSpPr>
          <p:nvPr/>
        </p:nvCxnSpPr>
        <p:spPr>
          <a:xfrm flipH="1" rot="16200000">
            <a:off x="2994480" y="4905000"/>
            <a:ext cx="1305720" cy="114840"/>
          </a:xfrm>
          <a:prstGeom prst="bentConnector2">
            <a:avLst/>
          </a:prstGeom>
          <a:ln w="12600">
            <a:solidFill>
              <a:srgbClr val="003399"/>
            </a:solidFill>
            <a:miter/>
          </a:ln>
        </p:spPr>
      </p:cxnSp>
      <p:cxnSp>
        <p:nvCxnSpPr>
          <p:cNvPr id="1088" name="AutoShape 87"/>
          <p:cNvCxnSpPr>
            <a:endCxn id="1033" idx="1"/>
          </p:cNvCxnSpPr>
          <p:nvPr/>
        </p:nvCxnSpPr>
        <p:spPr>
          <a:xfrm flipH="1" rot="16200000">
            <a:off x="4274280" y="4357440"/>
            <a:ext cx="200880" cy="105480"/>
          </a:xfrm>
          <a:prstGeom prst="bentConnector2">
            <a:avLst/>
          </a:prstGeom>
          <a:ln w="12600">
            <a:solidFill>
              <a:srgbClr val="003399"/>
            </a:solidFill>
            <a:miter/>
          </a:ln>
        </p:spPr>
      </p:cxnSp>
      <p:cxnSp>
        <p:nvCxnSpPr>
          <p:cNvPr id="1089" name="AutoShape 88"/>
          <p:cNvCxnSpPr>
            <a:endCxn id="1034" idx="1"/>
          </p:cNvCxnSpPr>
          <p:nvPr/>
        </p:nvCxnSpPr>
        <p:spPr>
          <a:xfrm flipH="1" rot="16200000">
            <a:off x="4136040" y="4495320"/>
            <a:ext cx="477000" cy="105480"/>
          </a:xfrm>
          <a:prstGeom prst="bentConnector2">
            <a:avLst/>
          </a:prstGeom>
          <a:ln w="12600">
            <a:solidFill>
              <a:srgbClr val="003399"/>
            </a:solidFill>
            <a:miter/>
          </a:ln>
        </p:spPr>
      </p:cxnSp>
      <p:cxnSp>
        <p:nvCxnSpPr>
          <p:cNvPr id="1090" name="AutoShape 89"/>
          <p:cNvCxnSpPr>
            <a:endCxn id="1035" idx="1"/>
          </p:cNvCxnSpPr>
          <p:nvPr/>
        </p:nvCxnSpPr>
        <p:spPr>
          <a:xfrm flipH="1" rot="16200000">
            <a:off x="3988440" y="4643280"/>
            <a:ext cx="772560" cy="105480"/>
          </a:xfrm>
          <a:prstGeom prst="bentConnector2">
            <a:avLst/>
          </a:prstGeom>
          <a:ln w="12600">
            <a:solidFill>
              <a:srgbClr val="003399"/>
            </a:solidFill>
            <a:miter/>
          </a:ln>
        </p:spPr>
      </p:cxnSp>
      <p:cxnSp>
        <p:nvCxnSpPr>
          <p:cNvPr id="1091" name="AutoShape 90"/>
          <p:cNvCxnSpPr>
            <a:endCxn id="1036" idx="1"/>
          </p:cNvCxnSpPr>
          <p:nvPr/>
        </p:nvCxnSpPr>
        <p:spPr>
          <a:xfrm flipH="1" rot="16200000">
            <a:off x="3855240" y="4776480"/>
            <a:ext cx="1038600" cy="105480"/>
          </a:xfrm>
          <a:prstGeom prst="bentConnector2">
            <a:avLst/>
          </a:prstGeom>
          <a:ln w="12600">
            <a:solidFill>
              <a:srgbClr val="003399"/>
            </a:solidFill>
            <a:miter/>
          </a:ln>
        </p:spPr>
      </p:cxnSp>
      <p:cxnSp>
        <p:nvCxnSpPr>
          <p:cNvPr id="1092" name="AutoShape 91"/>
          <p:cNvCxnSpPr>
            <a:endCxn id="1037" idx="1"/>
          </p:cNvCxnSpPr>
          <p:nvPr/>
        </p:nvCxnSpPr>
        <p:spPr>
          <a:xfrm flipH="1" rot="16200000">
            <a:off x="3721680" y="4909680"/>
            <a:ext cx="1305720" cy="105480"/>
          </a:xfrm>
          <a:prstGeom prst="bentConnector2">
            <a:avLst/>
          </a:prstGeom>
          <a:ln w="12600">
            <a:solidFill>
              <a:srgbClr val="003399"/>
            </a:solidFill>
            <a:miter/>
          </a:ln>
        </p:spPr>
      </p:cxnSp>
      <p:cxnSp>
        <p:nvCxnSpPr>
          <p:cNvPr id="1093" name="AutoShape 92"/>
          <p:cNvCxnSpPr>
            <a:endCxn id="1038" idx="1"/>
          </p:cNvCxnSpPr>
          <p:nvPr/>
        </p:nvCxnSpPr>
        <p:spPr>
          <a:xfrm flipH="1" rot="16200000">
            <a:off x="5007600" y="4352760"/>
            <a:ext cx="200880" cy="114840"/>
          </a:xfrm>
          <a:prstGeom prst="bentConnector2">
            <a:avLst/>
          </a:prstGeom>
          <a:ln w="12600">
            <a:solidFill>
              <a:srgbClr val="003399"/>
            </a:solidFill>
            <a:miter/>
          </a:ln>
        </p:spPr>
      </p:cxnSp>
      <p:cxnSp>
        <p:nvCxnSpPr>
          <p:cNvPr id="1094" name="AutoShape 93"/>
          <p:cNvCxnSpPr>
            <a:endCxn id="1039" idx="1"/>
          </p:cNvCxnSpPr>
          <p:nvPr/>
        </p:nvCxnSpPr>
        <p:spPr>
          <a:xfrm flipH="1" rot="16200000">
            <a:off x="4869360" y="4490640"/>
            <a:ext cx="477000" cy="114840"/>
          </a:xfrm>
          <a:prstGeom prst="bentConnector2">
            <a:avLst/>
          </a:prstGeom>
          <a:ln w="12600">
            <a:solidFill>
              <a:srgbClr val="003399"/>
            </a:solidFill>
            <a:miter/>
          </a:ln>
        </p:spPr>
      </p:cxnSp>
      <p:cxnSp>
        <p:nvCxnSpPr>
          <p:cNvPr id="1095" name="AutoShape 94"/>
          <p:cNvCxnSpPr>
            <a:endCxn id="1040" idx="1"/>
          </p:cNvCxnSpPr>
          <p:nvPr/>
        </p:nvCxnSpPr>
        <p:spPr>
          <a:xfrm flipH="1" rot="16200000">
            <a:off x="4721760" y="4638600"/>
            <a:ext cx="772560" cy="114840"/>
          </a:xfrm>
          <a:prstGeom prst="bentConnector2">
            <a:avLst/>
          </a:prstGeom>
          <a:ln w="12600">
            <a:solidFill>
              <a:srgbClr val="003399"/>
            </a:solidFill>
            <a:miter/>
          </a:ln>
        </p:spPr>
      </p:cxnSp>
      <p:cxnSp>
        <p:nvCxnSpPr>
          <p:cNvPr id="1096" name="AutoShape 95"/>
          <p:cNvCxnSpPr>
            <a:endCxn id="1041" idx="1"/>
          </p:cNvCxnSpPr>
          <p:nvPr/>
        </p:nvCxnSpPr>
        <p:spPr>
          <a:xfrm flipH="1" rot="16200000">
            <a:off x="4588560" y="4771800"/>
            <a:ext cx="1038600" cy="114840"/>
          </a:xfrm>
          <a:prstGeom prst="bentConnector2">
            <a:avLst/>
          </a:prstGeom>
          <a:ln w="12600">
            <a:solidFill>
              <a:srgbClr val="003399"/>
            </a:solidFill>
            <a:miter/>
          </a:ln>
        </p:spPr>
      </p:cxnSp>
      <p:cxnSp>
        <p:nvCxnSpPr>
          <p:cNvPr id="1097" name="AutoShape 96"/>
          <p:cNvCxnSpPr>
            <a:endCxn id="1042" idx="1"/>
          </p:cNvCxnSpPr>
          <p:nvPr/>
        </p:nvCxnSpPr>
        <p:spPr>
          <a:xfrm flipH="1" rot="16200000">
            <a:off x="4455000" y="4905000"/>
            <a:ext cx="1305720" cy="114840"/>
          </a:xfrm>
          <a:prstGeom prst="bentConnector2">
            <a:avLst/>
          </a:prstGeom>
          <a:ln w="12600">
            <a:solidFill>
              <a:srgbClr val="003399"/>
            </a:solidFill>
            <a:miter/>
          </a:ln>
        </p:spPr>
      </p:cxnSp>
      <p:cxnSp>
        <p:nvCxnSpPr>
          <p:cNvPr id="1098" name="AutoShape 97"/>
          <p:cNvCxnSpPr>
            <a:endCxn id="1004" idx="1"/>
          </p:cNvCxnSpPr>
          <p:nvPr/>
        </p:nvCxnSpPr>
        <p:spPr>
          <a:xfrm flipH="1" rot="16200000">
            <a:off x="5960880" y="4347720"/>
            <a:ext cx="200880" cy="124560"/>
          </a:xfrm>
          <a:prstGeom prst="bentConnector2">
            <a:avLst/>
          </a:prstGeom>
          <a:ln w="12600">
            <a:solidFill>
              <a:srgbClr val="003399"/>
            </a:solidFill>
            <a:miter/>
          </a:ln>
        </p:spPr>
      </p:cxnSp>
      <p:cxnSp>
        <p:nvCxnSpPr>
          <p:cNvPr id="1099" name="AutoShape 98"/>
          <p:cNvCxnSpPr>
            <a:endCxn id="1005" idx="1"/>
          </p:cNvCxnSpPr>
          <p:nvPr/>
        </p:nvCxnSpPr>
        <p:spPr>
          <a:xfrm flipH="1" rot="16200000">
            <a:off x="5822640" y="4485600"/>
            <a:ext cx="477000" cy="124560"/>
          </a:xfrm>
          <a:prstGeom prst="bentConnector2">
            <a:avLst/>
          </a:prstGeom>
          <a:ln w="12600">
            <a:solidFill>
              <a:srgbClr val="003399"/>
            </a:solidFill>
            <a:miter/>
          </a:ln>
        </p:spPr>
      </p:cxnSp>
      <p:cxnSp>
        <p:nvCxnSpPr>
          <p:cNvPr id="1100" name="AutoShape 99"/>
          <p:cNvCxnSpPr>
            <a:endCxn id="1006" idx="1"/>
          </p:cNvCxnSpPr>
          <p:nvPr/>
        </p:nvCxnSpPr>
        <p:spPr>
          <a:xfrm flipH="1" rot="16200000">
            <a:off x="5675040" y="4633560"/>
            <a:ext cx="772560" cy="124560"/>
          </a:xfrm>
          <a:prstGeom prst="bentConnector2">
            <a:avLst/>
          </a:prstGeom>
          <a:ln w="12600">
            <a:solidFill>
              <a:srgbClr val="003399"/>
            </a:solidFill>
            <a:miter/>
          </a:ln>
        </p:spPr>
      </p:cxnSp>
      <p:cxnSp>
        <p:nvCxnSpPr>
          <p:cNvPr id="1101" name="AutoShape 100"/>
          <p:cNvCxnSpPr>
            <a:endCxn id="1007" idx="1"/>
          </p:cNvCxnSpPr>
          <p:nvPr/>
        </p:nvCxnSpPr>
        <p:spPr>
          <a:xfrm flipH="1" rot="16200000">
            <a:off x="5541840" y="4766760"/>
            <a:ext cx="1038600" cy="124560"/>
          </a:xfrm>
          <a:prstGeom prst="bentConnector2">
            <a:avLst/>
          </a:prstGeom>
          <a:ln w="12600">
            <a:solidFill>
              <a:srgbClr val="003399"/>
            </a:solidFill>
            <a:miter/>
          </a:ln>
        </p:spPr>
      </p:cxnSp>
      <p:cxnSp>
        <p:nvCxnSpPr>
          <p:cNvPr id="1102" name="AutoShape 101"/>
          <p:cNvCxnSpPr/>
          <p:nvPr/>
        </p:nvCxnSpPr>
        <p:spPr>
          <a:xfrm flipH="1" rot="16200000">
            <a:off x="5403600" y="4914360"/>
            <a:ext cx="1305720" cy="124560"/>
          </a:xfrm>
          <a:prstGeom prst="bentConnector2">
            <a:avLst/>
          </a:prstGeom>
          <a:ln w="12600">
            <a:solidFill>
              <a:srgbClr val="003399"/>
            </a:solidFill>
            <a:miter/>
          </a:ln>
        </p:spPr>
      </p:cxnSp>
      <p:cxnSp>
        <p:nvCxnSpPr>
          <p:cNvPr id="1103" name="AutoShape 102"/>
          <p:cNvCxnSpPr>
            <a:endCxn id="1043" idx="1"/>
          </p:cNvCxnSpPr>
          <p:nvPr/>
        </p:nvCxnSpPr>
        <p:spPr>
          <a:xfrm flipH="1" rot="16200000">
            <a:off x="7423200" y="4347720"/>
            <a:ext cx="200880" cy="124560"/>
          </a:xfrm>
          <a:prstGeom prst="bentConnector2">
            <a:avLst/>
          </a:prstGeom>
          <a:ln w="12600">
            <a:solidFill>
              <a:srgbClr val="003399"/>
            </a:solidFill>
            <a:miter/>
          </a:ln>
        </p:spPr>
      </p:cxnSp>
      <p:cxnSp>
        <p:nvCxnSpPr>
          <p:cNvPr id="1104" name="AutoShape 103"/>
          <p:cNvCxnSpPr>
            <a:endCxn id="1044" idx="1"/>
          </p:cNvCxnSpPr>
          <p:nvPr/>
        </p:nvCxnSpPr>
        <p:spPr>
          <a:xfrm flipH="1" rot="16200000">
            <a:off x="7284960" y="4485600"/>
            <a:ext cx="477000" cy="124560"/>
          </a:xfrm>
          <a:prstGeom prst="bentConnector2">
            <a:avLst/>
          </a:prstGeom>
          <a:ln w="12600">
            <a:solidFill>
              <a:srgbClr val="003399"/>
            </a:solidFill>
            <a:miter/>
          </a:ln>
        </p:spPr>
      </p:cxnSp>
      <p:cxnSp>
        <p:nvCxnSpPr>
          <p:cNvPr id="1105" name="AutoShape 104"/>
          <p:cNvCxnSpPr>
            <a:endCxn id="1045" idx="1"/>
          </p:cNvCxnSpPr>
          <p:nvPr/>
        </p:nvCxnSpPr>
        <p:spPr>
          <a:xfrm flipH="1" rot="16200000">
            <a:off x="7137360" y="4633560"/>
            <a:ext cx="772560" cy="124560"/>
          </a:xfrm>
          <a:prstGeom prst="bentConnector2">
            <a:avLst/>
          </a:prstGeom>
          <a:ln w="12600">
            <a:solidFill>
              <a:srgbClr val="003399"/>
            </a:solidFill>
            <a:miter/>
          </a:ln>
        </p:spPr>
      </p:cxnSp>
      <p:cxnSp>
        <p:nvCxnSpPr>
          <p:cNvPr id="1106" name="AutoShape 105"/>
          <p:cNvCxnSpPr>
            <a:endCxn id="1046" idx="1"/>
          </p:cNvCxnSpPr>
          <p:nvPr/>
        </p:nvCxnSpPr>
        <p:spPr>
          <a:xfrm flipH="1" rot="16200000">
            <a:off x="7004160" y="4766760"/>
            <a:ext cx="1038600" cy="124560"/>
          </a:xfrm>
          <a:prstGeom prst="bentConnector2">
            <a:avLst/>
          </a:prstGeom>
          <a:ln w="12600">
            <a:solidFill>
              <a:srgbClr val="003399"/>
            </a:solidFill>
            <a:miter/>
          </a:ln>
        </p:spPr>
      </p:cxnSp>
      <p:cxnSp>
        <p:nvCxnSpPr>
          <p:cNvPr id="1107" name="AutoShape 106"/>
          <p:cNvCxnSpPr>
            <a:endCxn id="1047" idx="1"/>
          </p:cNvCxnSpPr>
          <p:nvPr/>
        </p:nvCxnSpPr>
        <p:spPr>
          <a:xfrm flipH="1" rot="16200000">
            <a:off x="6870600" y="4899960"/>
            <a:ext cx="1305720" cy="124560"/>
          </a:xfrm>
          <a:prstGeom prst="bentConnector2">
            <a:avLst/>
          </a:prstGeom>
          <a:ln w="12600">
            <a:solidFill>
              <a:srgbClr val="003399"/>
            </a:solidFill>
            <a:miter/>
          </a:ln>
        </p:spPr>
      </p:cxnSp>
      <p:sp>
        <p:nvSpPr>
          <p:cNvPr id="1052" name="Rectangle 12"/>
          <p:cNvSpPr/>
          <p:nvPr/>
        </p:nvSpPr>
        <p:spPr>
          <a:xfrm>
            <a:off x="1114560" y="3862440"/>
            <a:ext cx="60156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56" name="Rectangle 13"/>
          <p:cNvSpPr/>
          <p:nvPr/>
        </p:nvSpPr>
        <p:spPr>
          <a:xfrm>
            <a:off x="1844640" y="3862440"/>
            <a:ext cx="60156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54" name="Rectangle 14"/>
          <p:cNvSpPr/>
          <p:nvPr/>
        </p:nvSpPr>
        <p:spPr>
          <a:xfrm>
            <a:off x="2576520" y="3862440"/>
            <a:ext cx="60012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61" name="Rectangle 15"/>
          <p:cNvSpPr/>
          <p:nvPr/>
        </p:nvSpPr>
        <p:spPr>
          <a:xfrm>
            <a:off x="3517920" y="3862440"/>
            <a:ext cx="60012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58" name="Rectangle 16"/>
          <p:cNvSpPr/>
          <p:nvPr/>
        </p:nvSpPr>
        <p:spPr>
          <a:xfrm>
            <a:off x="4248000" y="3862440"/>
            <a:ext cx="60012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63" name="Rectangle 17"/>
          <p:cNvSpPr/>
          <p:nvPr/>
        </p:nvSpPr>
        <p:spPr>
          <a:xfrm>
            <a:off x="4979880" y="3862440"/>
            <a:ext cx="59868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65" name="Rectangle 18"/>
          <p:cNvSpPr/>
          <p:nvPr/>
        </p:nvSpPr>
        <p:spPr>
          <a:xfrm>
            <a:off x="5929200" y="3862440"/>
            <a:ext cx="60012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067" name="Rectangle 19"/>
          <p:cNvSpPr/>
          <p:nvPr/>
        </p:nvSpPr>
        <p:spPr>
          <a:xfrm>
            <a:off x="7388280" y="3862440"/>
            <a:ext cx="601560" cy="44748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108" name="Rectangle 108"/>
          <p:cNvSpPr/>
          <p:nvPr/>
        </p:nvSpPr>
        <p:spPr>
          <a:xfrm>
            <a:off x="6657840" y="3860640"/>
            <a:ext cx="601920" cy="4478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1109" name="Rectangle 109"/>
          <p:cNvSpPr/>
          <p:nvPr/>
        </p:nvSpPr>
        <p:spPr>
          <a:xfrm>
            <a:off x="6858000" y="443520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110" name="Rectangle 110"/>
          <p:cNvSpPr/>
          <p:nvPr/>
        </p:nvSpPr>
        <p:spPr>
          <a:xfrm>
            <a:off x="6858000" y="471132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111" name="Rectangle 111"/>
          <p:cNvSpPr/>
          <p:nvPr/>
        </p:nvSpPr>
        <p:spPr>
          <a:xfrm>
            <a:off x="6858000" y="500652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112" name="Rectangle 112"/>
          <p:cNvSpPr/>
          <p:nvPr/>
        </p:nvSpPr>
        <p:spPr>
          <a:xfrm>
            <a:off x="6858000" y="527328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sp>
        <p:nvSpPr>
          <p:cNvPr id="1113" name="Rectangle 113"/>
          <p:cNvSpPr/>
          <p:nvPr/>
        </p:nvSpPr>
        <p:spPr>
          <a:xfrm>
            <a:off x="6858000" y="5540040"/>
            <a:ext cx="396720" cy="145440"/>
          </a:xfrm>
          <a:prstGeom prst="rect">
            <a:avLst/>
          </a:prstGeom>
          <a:noFill/>
          <a:ln w="0">
            <a:noFill/>
          </a:ln>
        </p:spPr>
        <p:style>
          <a:lnRef idx="0"/>
          <a:fillRef idx="0"/>
          <a:effectRef idx="0"/>
          <a:fontRef idx="minor"/>
        </p:style>
        <p:txBody>
          <a:bodyPr lIns="45720" rIns="0" tIns="0" bIns="0" anchor="ctr">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Name</a:t>
            </a:r>
            <a:endParaRPr b="1" lang="en-US" sz="1000" spc="-1" strike="noStrike">
              <a:solidFill>
                <a:srgbClr val="000000"/>
              </a:solidFill>
              <a:latin typeface="Arial"/>
            </a:endParaRPr>
          </a:p>
        </p:txBody>
      </p:sp>
      <p:cxnSp>
        <p:nvCxnSpPr>
          <p:cNvPr id="1114" name="AutoShape 114"/>
          <p:cNvCxnSpPr>
            <a:endCxn id="1109" idx="1"/>
          </p:cNvCxnSpPr>
          <p:nvPr/>
        </p:nvCxnSpPr>
        <p:spPr>
          <a:xfrm flipH="1" rot="16200000">
            <a:off x="6696000" y="4346280"/>
            <a:ext cx="200880" cy="124560"/>
          </a:xfrm>
          <a:prstGeom prst="bentConnector2">
            <a:avLst/>
          </a:prstGeom>
          <a:ln w="12600">
            <a:solidFill>
              <a:srgbClr val="003399"/>
            </a:solidFill>
            <a:miter/>
          </a:ln>
        </p:spPr>
      </p:cxnSp>
      <p:cxnSp>
        <p:nvCxnSpPr>
          <p:cNvPr id="1115" name="AutoShape 115"/>
          <p:cNvCxnSpPr>
            <a:endCxn id="1110" idx="1"/>
          </p:cNvCxnSpPr>
          <p:nvPr/>
        </p:nvCxnSpPr>
        <p:spPr>
          <a:xfrm flipH="1" rot="16200000">
            <a:off x="6557760" y="4484160"/>
            <a:ext cx="477000" cy="124560"/>
          </a:xfrm>
          <a:prstGeom prst="bentConnector2">
            <a:avLst/>
          </a:prstGeom>
          <a:ln w="12600">
            <a:solidFill>
              <a:srgbClr val="003399"/>
            </a:solidFill>
            <a:miter/>
          </a:ln>
        </p:spPr>
      </p:cxnSp>
      <p:cxnSp>
        <p:nvCxnSpPr>
          <p:cNvPr id="1116" name="AutoShape 116"/>
          <p:cNvCxnSpPr>
            <a:endCxn id="1111" idx="1"/>
          </p:cNvCxnSpPr>
          <p:nvPr/>
        </p:nvCxnSpPr>
        <p:spPr>
          <a:xfrm flipH="1" rot="16200000">
            <a:off x="6410160" y="4631760"/>
            <a:ext cx="772200" cy="124560"/>
          </a:xfrm>
          <a:prstGeom prst="bentConnector2">
            <a:avLst/>
          </a:prstGeom>
          <a:ln w="12600">
            <a:solidFill>
              <a:srgbClr val="003399"/>
            </a:solidFill>
            <a:miter/>
          </a:ln>
        </p:spPr>
      </p:cxnSp>
      <p:cxnSp>
        <p:nvCxnSpPr>
          <p:cNvPr id="1117" name="AutoShape 117"/>
          <p:cNvCxnSpPr>
            <a:endCxn id="1112" idx="1"/>
          </p:cNvCxnSpPr>
          <p:nvPr/>
        </p:nvCxnSpPr>
        <p:spPr>
          <a:xfrm flipH="1" rot="16200000">
            <a:off x="6276960" y="4765320"/>
            <a:ext cx="1038600" cy="124560"/>
          </a:xfrm>
          <a:prstGeom prst="bentConnector2">
            <a:avLst/>
          </a:prstGeom>
          <a:ln w="12600">
            <a:solidFill>
              <a:srgbClr val="003399"/>
            </a:solidFill>
            <a:miter/>
          </a:ln>
        </p:spPr>
      </p:cxnSp>
      <p:cxnSp>
        <p:nvCxnSpPr>
          <p:cNvPr id="1118" name="AutoShape 118"/>
          <p:cNvCxnSpPr>
            <a:endCxn id="1113" idx="1"/>
          </p:cNvCxnSpPr>
          <p:nvPr/>
        </p:nvCxnSpPr>
        <p:spPr>
          <a:xfrm flipH="1" rot="16200000">
            <a:off x="6143400" y="4898520"/>
            <a:ext cx="1305720" cy="124560"/>
          </a:xfrm>
          <a:prstGeom prst="bentConnector2">
            <a:avLst/>
          </a:prstGeom>
          <a:ln w="12600">
            <a:solidFill>
              <a:srgbClr val="003399"/>
            </a:solidFill>
            <a:miter/>
          </a:ln>
        </p:spPr>
      </p:cxn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12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FBE2C8-6504-426C-A9B9-D2C743FA752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12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Driver Trees - Arrows showing trend</a:t>
            </a:r>
            <a:endParaRPr b="1" lang="en-US" sz="1600" spc="-1" strike="noStrike">
              <a:solidFill>
                <a:srgbClr val="000000"/>
              </a:solidFill>
              <a:latin typeface="Arial"/>
            </a:endParaRPr>
          </a:p>
        </p:txBody>
      </p:sp>
      <p:sp>
        <p:nvSpPr>
          <p:cNvPr id="1122" name="Rectangle 3"/>
          <p:cNvSpPr/>
          <p:nvPr/>
        </p:nvSpPr>
        <p:spPr>
          <a:xfrm>
            <a:off x="703440" y="3878280"/>
            <a:ext cx="1403280" cy="5554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1123" name="Rectangle 4"/>
          <p:cNvSpPr/>
          <p:nvPr/>
        </p:nvSpPr>
        <p:spPr>
          <a:xfrm>
            <a:off x="2658960" y="2828880"/>
            <a:ext cx="1408320" cy="5558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24" name="Rectangle 5"/>
          <p:cNvSpPr/>
          <p:nvPr/>
        </p:nvSpPr>
        <p:spPr>
          <a:xfrm>
            <a:off x="2658960" y="4962600"/>
            <a:ext cx="1408320" cy="5554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25" name="Rectangle 6"/>
          <p:cNvSpPr/>
          <p:nvPr/>
        </p:nvSpPr>
        <p:spPr>
          <a:xfrm>
            <a:off x="4605480" y="2349360"/>
            <a:ext cx="1404720" cy="5558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26" name="Rectangle 7"/>
          <p:cNvSpPr/>
          <p:nvPr/>
        </p:nvSpPr>
        <p:spPr>
          <a:xfrm>
            <a:off x="4605480" y="3367080"/>
            <a:ext cx="1404720" cy="5554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27" name="Rectangle 8"/>
          <p:cNvSpPr/>
          <p:nvPr/>
        </p:nvSpPr>
        <p:spPr>
          <a:xfrm>
            <a:off x="4605480" y="4386240"/>
            <a:ext cx="1404720" cy="5554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28" name="Rectangle 9"/>
          <p:cNvSpPr/>
          <p:nvPr/>
        </p:nvSpPr>
        <p:spPr>
          <a:xfrm>
            <a:off x="4605480" y="5405400"/>
            <a:ext cx="1404720" cy="5558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1129" name="AutoShape 10"/>
          <p:cNvCxnSpPr>
            <a:stCxn id="1125" idx="1"/>
            <a:endCxn id="1123" idx="3"/>
          </p:cNvCxnSpPr>
          <p:nvPr/>
        </p:nvCxnSpPr>
        <p:spPr>
          <a:xfrm flipV="1" rot="10800000">
            <a:off x="4066560" y="2626920"/>
            <a:ext cx="538920" cy="480240"/>
          </a:xfrm>
          <a:prstGeom prst="bentConnector3">
            <a:avLst>
              <a:gd name="adj1" fmla="val 50133"/>
            </a:avLst>
          </a:prstGeom>
          <a:ln w="9360">
            <a:solidFill>
              <a:srgbClr val="003399"/>
            </a:solidFill>
            <a:miter/>
          </a:ln>
        </p:spPr>
      </p:cxnSp>
      <p:cxnSp>
        <p:nvCxnSpPr>
          <p:cNvPr id="1130" name="AutoShape 11"/>
          <p:cNvCxnSpPr>
            <a:stCxn id="1126" idx="1"/>
            <a:endCxn id="1123" idx="3"/>
          </p:cNvCxnSpPr>
          <p:nvPr/>
        </p:nvCxnSpPr>
        <p:spPr>
          <a:xfrm rot="10800000">
            <a:off x="4066560" y="3106080"/>
            <a:ext cx="538920" cy="538920"/>
          </a:xfrm>
          <a:prstGeom prst="bentConnector3">
            <a:avLst>
              <a:gd name="adj1" fmla="val 50133"/>
            </a:avLst>
          </a:prstGeom>
          <a:ln w="9360">
            <a:solidFill>
              <a:srgbClr val="003399"/>
            </a:solidFill>
            <a:miter/>
          </a:ln>
        </p:spPr>
      </p:cxnSp>
      <p:cxnSp>
        <p:nvCxnSpPr>
          <p:cNvPr id="1131" name="AutoShape 12"/>
          <p:cNvCxnSpPr>
            <a:stCxn id="1127" idx="1"/>
            <a:endCxn id="1124" idx="3"/>
          </p:cNvCxnSpPr>
          <p:nvPr/>
        </p:nvCxnSpPr>
        <p:spPr>
          <a:xfrm flipV="1" rot="10800000">
            <a:off x="4066560" y="4664160"/>
            <a:ext cx="538920" cy="576360"/>
          </a:xfrm>
          <a:prstGeom prst="bentConnector3">
            <a:avLst>
              <a:gd name="adj1" fmla="val 50133"/>
            </a:avLst>
          </a:prstGeom>
          <a:ln w="9360">
            <a:solidFill>
              <a:srgbClr val="003399"/>
            </a:solidFill>
            <a:miter/>
          </a:ln>
        </p:spPr>
      </p:cxnSp>
      <p:cxnSp>
        <p:nvCxnSpPr>
          <p:cNvPr id="1132" name="AutoShape 13"/>
          <p:cNvCxnSpPr>
            <a:stCxn id="1128" idx="1"/>
            <a:endCxn id="1124" idx="3"/>
          </p:cNvCxnSpPr>
          <p:nvPr/>
        </p:nvCxnSpPr>
        <p:spPr>
          <a:xfrm rot="10800000">
            <a:off x="4066560" y="5239440"/>
            <a:ext cx="538920" cy="443880"/>
          </a:xfrm>
          <a:prstGeom prst="bentConnector3">
            <a:avLst>
              <a:gd name="adj1" fmla="val 50133"/>
            </a:avLst>
          </a:prstGeom>
          <a:ln w="9360">
            <a:solidFill>
              <a:srgbClr val="003399"/>
            </a:solidFill>
            <a:miter/>
          </a:ln>
        </p:spPr>
      </p:cxnSp>
      <p:cxnSp>
        <p:nvCxnSpPr>
          <p:cNvPr id="1133" name="AutoShape 14"/>
          <p:cNvCxnSpPr>
            <a:stCxn id="1123" idx="1"/>
            <a:endCxn id="1122" idx="3"/>
          </p:cNvCxnSpPr>
          <p:nvPr/>
        </p:nvCxnSpPr>
        <p:spPr>
          <a:xfrm flipV="1" rot="10800000">
            <a:off x="2106000" y="3105720"/>
            <a:ext cx="552960" cy="1050120"/>
          </a:xfrm>
          <a:prstGeom prst="bentConnector3">
            <a:avLst>
              <a:gd name="adj1" fmla="val 49967"/>
            </a:avLst>
          </a:prstGeom>
          <a:ln w="9360">
            <a:solidFill>
              <a:srgbClr val="003399"/>
            </a:solidFill>
            <a:miter/>
          </a:ln>
        </p:spPr>
      </p:cxnSp>
      <p:cxnSp>
        <p:nvCxnSpPr>
          <p:cNvPr id="1134" name="AutoShape 15"/>
          <p:cNvCxnSpPr>
            <a:stCxn id="1124" idx="1"/>
            <a:endCxn id="1122" idx="3"/>
          </p:cNvCxnSpPr>
          <p:nvPr/>
        </p:nvCxnSpPr>
        <p:spPr>
          <a:xfrm rot="10800000">
            <a:off x="2106000" y="4155480"/>
            <a:ext cx="552960" cy="1084680"/>
          </a:xfrm>
          <a:prstGeom prst="bentConnector3">
            <a:avLst>
              <a:gd name="adj1" fmla="val 49967"/>
            </a:avLst>
          </a:prstGeom>
          <a:ln w="9360">
            <a:solidFill>
              <a:srgbClr val="003399"/>
            </a:solidFill>
            <a:miter/>
          </a:ln>
        </p:spPr>
      </p:cxnSp>
      <p:sp>
        <p:nvSpPr>
          <p:cNvPr id="1135" name="Rectangle 16"/>
          <p:cNvSpPr/>
          <p:nvPr/>
        </p:nvSpPr>
        <p:spPr>
          <a:xfrm>
            <a:off x="6651720" y="1587600"/>
            <a:ext cx="1406520" cy="5554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36" name="Rectangle 17"/>
          <p:cNvSpPr/>
          <p:nvPr/>
        </p:nvSpPr>
        <p:spPr>
          <a:xfrm>
            <a:off x="6651720" y="2349360"/>
            <a:ext cx="1406520" cy="5558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137" name="Rectangle 18"/>
          <p:cNvSpPr/>
          <p:nvPr/>
        </p:nvSpPr>
        <p:spPr>
          <a:xfrm>
            <a:off x="6651720" y="3111480"/>
            <a:ext cx="1406520" cy="5554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1138" name="AutoShape 19"/>
          <p:cNvCxnSpPr>
            <a:stCxn id="1135" idx="1"/>
            <a:endCxn id="1125" idx="3"/>
          </p:cNvCxnSpPr>
          <p:nvPr/>
        </p:nvCxnSpPr>
        <p:spPr>
          <a:xfrm flipV="1" rot="10800000">
            <a:off x="6009480" y="1864080"/>
            <a:ext cx="642240" cy="762840"/>
          </a:xfrm>
          <a:prstGeom prst="bentConnector3">
            <a:avLst>
              <a:gd name="adj1" fmla="val 49971"/>
            </a:avLst>
          </a:prstGeom>
          <a:ln w="9360">
            <a:solidFill>
              <a:srgbClr val="003399"/>
            </a:solidFill>
            <a:miter/>
          </a:ln>
        </p:spPr>
      </p:cxnSp>
      <p:cxnSp>
        <p:nvCxnSpPr>
          <p:cNvPr id="1139" name="AutoShape 20"/>
          <p:cNvCxnSpPr>
            <a:stCxn id="1136" idx="1"/>
            <a:endCxn id="1125" idx="3"/>
          </p:cNvCxnSpPr>
          <p:nvPr/>
        </p:nvCxnSpPr>
        <p:spPr>
          <a:xfrm flipH="1" flipV="1">
            <a:off x="6009840" y="2626560"/>
            <a:ext cx="642240" cy="1080"/>
          </a:xfrm>
          <a:prstGeom prst="straightConnector1">
            <a:avLst/>
          </a:prstGeom>
          <a:ln w="9360">
            <a:solidFill>
              <a:srgbClr val="000000"/>
            </a:solidFill>
            <a:miter/>
          </a:ln>
        </p:spPr>
      </p:cxnSp>
      <p:cxnSp>
        <p:nvCxnSpPr>
          <p:cNvPr id="1140" name="AutoShape 21"/>
          <p:cNvCxnSpPr>
            <a:stCxn id="1137" idx="1"/>
            <a:endCxn id="1125" idx="3"/>
          </p:cNvCxnSpPr>
          <p:nvPr/>
        </p:nvCxnSpPr>
        <p:spPr>
          <a:xfrm rot="10800000">
            <a:off x="6009480" y="2626560"/>
            <a:ext cx="642240" cy="762840"/>
          </a:xfrm>
          <a:prstGeom prst="bentConnector3">
            <a:avLst>
              <a:gd name="adj1" fmla="val 49971"/>
            </a:avLst>
          </a:prstGeom>
          <a:ln w="9360">
            <a:solidFill>
              <a:srgbClr val="003399"/>
            </a:solidFill>
            <a:miter/>
          </a:ln>
        </p:spPr>
      </p:cxnSp>
      <p:sp>
        <p:nvSpPr>
          <p:cNvPr id="1141" name="AutoShape 22"/>
          <p:cNvSpPr/>
          <p:nvPr/>
        </p:nvSpPr>
        <p:spPr>
          <a:xfrm>
            <a:off x="8137440" y="1841400"/>
            <a:ext cx="247680" cy="270000"/>
          </a:xfrm>
          <a:prstGeom prst="upArrow">
            <a:avLst>
              <a:gd name="adj1" fmla="val 44694"/>
              <a:gd name="adj2" fmla="val 50821"/>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2" name="AutoShape 23"/>
          <p:cNvSpPr/>
          <p:nvPr/>
        </p:nvSpPr>
        <p:spPr>
          <a:xfrm>
            <a:off x="8137440" y="3378240"/>
            <a:ext cx="247680" cy="270000"/>
          </a:xfrm>
          <a:prstGeom prst="upArrow">
            <a:avLst>
              <a:gd name="adj1" fmla="val 44694"/>
              <a:gd name="adj2" fmla="val 50821"/>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3" name="AutoShape 24"/>
          <p:cNvSpPr/>
          <p:nvPr/>
        </p:nvSpPr>
        <p:spPr>
          <a:xfrm rot="10800000">
            <a:off x="6092640" y="4408200"/>
            <a:ext cx="247320" cy="268200"/>
          </a:xfrm>
          <a:prstGeom prst="upArrow">
            <a:avLst>
              <a:gd name="adj1" fmla="val 44694"/>
              <a:gd name="adj2" fmla="val 50556"/>
            </a:avLst>
          </a:prstGeom>
          <a:noFill/>
          <a:ln w="25560">
            <a:solidFill>
              <a:srgbClr val="4066b2"/>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4" name="AutoShape 25"/>
          <p:cNvSpPr/>
          <p:nvPr/>
        </p:nvSpPr>
        <p:spPr>
          <a:xfrm>
            <a:off x="6089760" y="5610240"/>
            <a:ext cx="249120" cy="268200"/>
          </a:xfrm>
          <a:prstGeom prst="upArrow">
            <a:avLst>
              <a:gd name="adj1" fmla="val 44694"/>
              <a:gd name="adj2" fmla="val 50191"/>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5" name="AutoShape 26"/>
          <p:cNvSpPr/>
          <p:nvPr/>
        </p:nvSpPr>
        <p:spPr>
          <a:xfrm>
            <a:off x="5226120" y="2000160"/>
            <a:ext cx="250920" cy="268200"/>
          </a:xfrm>
          <a:prstGeom prst="upArrow">
            <a:avLst>
              <a:gd name="adj1" fmla="val 44694"/>
              <a:gd name="adj2" fmla="val 49831"/>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6" name="AutoShape 27"/>
          <p:cNvSpPr/>
          <p:nvPr/>
        </p:nvSpPr>
        <p:spPr>
          <a:xfrm>
            <a:off x="5224320" y="3063960"/>
            <a:ext cx="249480" cy="269640"/>
          </a:xfrm>
          <a:prstGeom prst="upArrow">
            <a:avLst>
              <a:gd name="adj1" fmla="val 44694"/>
              <a:gd name="adj2" fmla="val 50387"/>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7" name="AutoShape 28"/>
          <p:cNvSpPr/>
          <p:nvPr/>
        </p:nvSpPr>
        <p:spPr>
          <a:xfrm>
            <a:off x="3278160" y="2463840"/>
            <a:ext cx="247680" cy="268200"/>
          </a:xfrm>
          <a:prstGeom prst="upArrow">
            <a:avLst>
              <a:gd name="adj1" fmla="val 44694"/>
              <a:gd name="adj2" fmla="val 50482"/>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8" name="AutoShape 29"/>
          <p:cNvSpPr/>
          <p:nvPr/>
        </p:nvSpPr>
        <p:spPr>
          <a:xfrm>
            <a:off x="1314360" y="3459240"/>
            <a:ext cx="249480" cy="269640"/>
          </a:xfrm>
          <a:prstGeom prst="upArrow">
            <a:avLst>
              <a:gd name="adj1" fmla="val 44694"/>
              <a:gd name="adj2" fmla="val 50387"/>
            </a:avLst>
          </a:prstGeom>
          <a:noFill/>
          <a:ln w="25560">
            <a:solidFill>
              <a:srgbClr val="80cccc"/>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49" name="Text Box 30"/>
          <p:cNvSpPr/>
          <p:nvPr/>
        </p:nvSpPr>
        <p:spPr>
          <a:xfrm>
            <a:off x="1251000" y="31575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0" name="Text Box 31"/>
          <p:cNvSpPr/>
          <p:nvPr/>
        </p:nvSpPr>
        <p:spPr>
          <a:xfrm>
            <a:off x="3214800" y="212724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1" name="Text Box 32"/>
          <p:cNvSpPr/>
          <p:nvPr/>
        </p:nvSpPr>
        <p:spPr>
          <a:xfrm>
            <a:off x="3214800" y="43005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2" name="Text Box 33"/>
          <p:cNvSpPr/>
          <p:nvPr/>
        </p:nvSpPr>
        <p:spPr>
          <a:xfrm>
            <a:off x="5126040" y="16905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3" name="Text Box 34"/>
          <p:cNvSpPr/>
          <p:nvPr/>
        </p:nvSpPr>
        <p:spPr>
          <a:xfrm>
            <a:off x="6021360" y="401328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4" name="Text Box 35"/>
          <p:cNvSpPr/>
          <p:nvPr/>
        </p:nvSpPr>
        <p:spPr>
          <a:xfrm>
            <a:off x="6021360" y="527364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5" name="AutoShape 36"/>
          <p:cNvSpPr/>
          <p:nvPr/>
        </p:nvSpPr>
        <p:spPr>
          <a:xfrm rot="10800000">
            <a:off x="3278160" y="4609800"/>
            <a:ext cx="246240" cy="266760"/>
          </a:xfrm>
          <a:prstGeom prst="upArrow">
            <a:avLst>
              <a:gd name="adj1" fmla="val 44694"/>
              <a:gd name="adj2" fmla="val 50505"/>
            </a:avLst>
          </a:prstGeom>
          <a:noFill/>
          <a:ln w="25560">
            <a:solidFill>
              <a:srgbClr val="4066b2"/>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56" name="Text Box 37"/>
          <p:cNvSpPr/>
          <p:nvPr/>
        </p:nvSpPr>
        <p:spPr>
          <a:xfrm>
            <a:off x="5126040" y="28353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7" name="AutoShape 38"/>
          <p:cNvSpPr/>
          <p:nvPr/>
        </p:nvSpPr>
        <p:spPr>
          <a:xfrm rot="10800000">
            <a:off x="8136000" y="2530080"/>
            <a:ext cx="247680" cy="266760"/>
          </a:xfrm>
          <a:prstGeom prst="upArrow">
            <a:avLst>
              <a:gd name="adj1" fmla="val 44694"/>
              <a:gd name="adj2" fmla="val 50212"/>
            </a:avLst>
          </a:prstGeom>
          <a:noFill/>
          <a:ln w="25560">
            <a:solidFill>
              <a:srgbClr val="4066b2"/>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58" name="Text Box 39"/>
          <p:cNvSpPr/>
          <p:nvPr/>
        </p:nvSpPr>
        <p:spPr>
          <a:xfrm>
            <a:off x="8066160" y="15447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59" name="Text Box 40"/>
          <p:cNvSpPr/>
          <p:nvPr/>
        </p:nvSpPr>
        <p:spPr>
          <a:xfrm>
            <a:off x="8066160" y="221292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1160" name="Text Box 41"/>
          <p:cNvSpPr/>
          <p:nvPr/>
        </p:nvSpPr>
        <p:spPr>
          <a:xfrm>
            <a:off x="8064720" y="311292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16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F0612BB-8D68-4543-AD90-3D2C70DE6F9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16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Driver Trees - Arrows showing base trends</a:t>
            </a:r>
            <a:endParaRPr b="1" lang="en-US" sz="1600" spc="-1" strike="noStrike">
              <a:solidFill>
                <a:srgbClr val="000000"/>
              </a:solidFill>
              <a:latin typeface="Arial"/>
            </a:endParaRPr>
          </a:p>
        </p:txBody>
      </p:sp>
      <p:grpSp>
        <p:nvGrpSpPr>
          <p:cNvPr id="1164" name="Group 165"/>
          <p:cNvGrpSpPr/>
          <p:nvPr/>
        </p:nvGrpSpPr>
        <p:grpSpPr>
          <a:xfrm>
            <a:off x="990720" y="1566720"/>
            <a:ext cx="7130880" cy="4440240"/>
            <a:chOff x="990720" y="1566720"/>
            <a:chExt cx="7130880" cy="4440240"/>
          </a:xfrm>
        </p:grpSpPr>
        <p:sp>
          <p:nvSpPr>
            <p:cNvPr id="1165" name="Rectangle 4"/>
            <p:cNvSpPr/>
            <p:nvPr/>
          </p:nvSpPr>
          <p:spPr>
            <a:xfrm>
              <a:off x="990720" y="3571920"/>
              <a:ext cx="121284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66" name="Rectangle 5"/>
            <p:cNvSpPr/>
            <p:nvPr/>
          </p:nvSpPr>
          <p:spPr>
            <a:xfrm>
              <a:off x="2629080" y="2651040"/>
              <a:ext cx="121572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67" name="Rectangle 6"/>
            <p:cNvSpPr/>
            <p:nvPr/>
          </p:nvSpPr>
          <p:spPr>
            <a:xfrm>
              <a:off x="2629080" y="4559400"/>
              <a:ext cx="121572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68" name="Rectangle 7"/>
            <p:cNvSpPr/>
            <p:nvPr/>
          </p:nvSpPr>
          <p:spPr>
            <a:xfrm>
              <a:off x="4392720" y="4230720"/>
              <a:ext cx="121428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69" name="Rectangle 8"/>
            <p:cNvSpPr/>
            <p:nvPr/>
          </p:nvSpPr>
          <p:spPr>
            <a:xfrm>
              <a:off x="4392720" y="3571920"/>
              <a:ext cx="121428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70" name="Rectangle 9"/>
            <p:cNvSpPr/>
            <p:nvPr/>
          </p:nvSpPr>
          <p:spPr>
            <a:xfrm>
              <a:off x="4392720" y="4888080"/>
              <a:ext cx="1214280" cy="4600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1171" name="AutoShape 10"/>
            <p:cNvCxnSpPr>
              <a:stCxn id="1165" idx="3"/>
              <a:endCxn id="1166" idx="1"/>
            </p:cNvCxnSpPr>
            <p:nvPr/>
          </p:nvCxnSpPr>
          <p:spPr>
            <a:xfrm flipV="1">
              <a:off x="2203560" y="2880720"/>
              <a:ext cx="426240" cy="921240"/>
            </a:xfrm>
            <a:prstGeom prst="bentConnector3">
              <a:avLst>
                <a:gd name="adj1" fmla="val 49619"/>
              </a:avLst>
            </a:prstGeom>
            <a:ln w="9360">
              <a:solidFill>
                <a:srgbClr val="003399"/>
              </a:solidFill>
              <a:miter/>
            </a:ln>
          </p:spPr>
        </p:cxnSp>
        <p:cxnSp>
          <p:nvCxnSpPr>
            <p:cNvPr id="1172" name="AutoShape 11"/>
            <p:cNvCxnSpPr>
              <a:stCxn id="1165" idx="3"/>
              <a:endCxn id="1167" idx="1"/>
            </p:cNvCxnSpPr>
            <p:nvPr/>
          </p:nvCxnSpPr>
          <p:spPr>
            <a:xfrm>
              <a:off x="2203560" y="3801600"/>
              <a:ext cx="426240" cy="988200"/>
            </a:xfrm>
            <a:prstGeom prst="bentConnector3">
              <a:avLst>
                <a:gd name="adj1" fmla="val 49619"/>
              </a:avLst>
            </a:prstGeom>
            <a:ln w="9360">
              <a:solidFill>
                <a:srgbClr val="003399"/>
              </a:solidFill>
              <a:miter/>
            </a:ln>
          </p:spPr>
        </p:cxnSp>
        <p:cxnSp>
          <p:nvCxnSpPr>
            <p:cNvPr id="1173" name="AutoShape 12"/>
            <p:cNvCxnSpPr>
              <a:stCxn id="1167" idx="3"/>
              <a:endCxn id="1169" idx="1"/>
            </p:cNvCxnSpPr>
            <p:nvPr/>
          </p:nvCxnSpPr>
          <p:spPr>
            <a:xfrm flipV="1">
              <a:off x="3844800" y="3801240"/>
              <a:ext cx="548640" cy="988200"/>
            </a:xfrm>
            <a:prstGeom prst="bentConnector3">
              <a:avLst>
                <a:gd name="adj1" fmla="val 49967"/>
              </a:avLst>
            </a:prstGeom>
            <a:ln w="9360">
              <a:solidFill>
                <a:srgbClr val="003399"/>
              </a:solidFill>
              <a:miter/>
            </a:ln>
          </p:spPr>
        </p:cxnSp>
        <p:cxnSp>
          <p:nvCxnSpPr>
            <p:cNvPr id="1174" name="AutoShape 13"/>
            <p:cNvCxnSpPr>
              <a:stCxn id="1167" idx="3"/>
              <a:endCxn id="1170" idx="1"/>
            </p:cNvCxnSpPr>
            <p:nvPr/>
          </p:nvCxnSpPr>
          <p:spPr>
            <a:xfrm>
              <a:off x="3844800" y="4789080"/>
              <a:ext cx="548640" cy="329040"/>
            </a:xfrm>
            <a:prstGeom prst="bentConnector3">
              <a:avLst>
                <a:gd name="adj1" fmla="val 49967"/>
              </a:avLst>
            </a:prstGeom>
            <a:ln w="9360">
              <a:solidFill>
                <a:srgbClr val="003399"/>
              </a:solidFill>
              <a:miter/>
            </a:ln>
          </p:spPr>
        </p:cxnSp>
        <p:cxnSp>
          <p:nvCxnSpPr>
            <p:cNvPr id="1175" name="AutoShape 14"/>
            <p:cNvCxnSpPr>
              <a:stCxn id="1167" idx="3"/>
              <a:endCxn id="1168" idx="1"/>
            </p:cNvCxnSpPr>
            <p:nvPr/>
          </p:nvCxnSpPr>
          <p:spPr>
            <a:xfrm flipV="1">
              <a:off x="3844800" y="4460400"/>
              <a:ext cx="548640" cy="329040"/>
            </a:xfrm>
            <a:prstGeom prst="bentConnector3">
              <a:avLst>
                <a:gd name="adj1" fmla="val 49967"/>
              </a:avLst>
            </a:prstGeom>
            <a:ln w="9360">
              <a:solidFill>
                <a:srgbClr val="003399"/>
              </a:solidFill>
              <a:miter/>
            </a:ln>
          </p:spPr>
        </p:cxnSp>
        <p:sp>
          <p:nvSpPr>
            <p:cNvPr id="1176" name="Rectangle 15"/>
            <p:cNvSpPr/>
            <p:nvPr/>
          </p:nvSpPr>
          <p:spPr>
            <a:xfrm>
              <a:off x="4392720" y="2979720"/>
              <a:ext cx="121428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77" name="Rectangle 16"/>
            <p:cNvSpPr/>
            <p:nvPr/>
          </p:nvSpPr>
          <p:spPr>
            <a:xfrm>
              <a:off x="4392720" y="2320920"/>
              <a:ext cx="1214280" cy="4618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1178" name="AutoShape 17"/>
            <p:cNvCxnSpPr>
              <a:stCxn id="1166" idx="3"/>
              <a:endCxn id="1177" idx="1"/>
            </p:cNvCxnSpPr>
            <p:nvPr/>
          </p:nvCxnSpPr>
          <p:spPr>
            <a:xfrm flipV="1">
              <a:off x="3844800" y="2552400"/>
              <a:ext cx="548640" cy="329040"/>
            </a:xfrm>
            <a:prstGeom prst="bentConnector3">
              <a:avLst>
                <a:gd name="adj1" fmla="val 49967"/>
              </a:avLst>
            </a:prstGeom>
            <a:ln w="9360">
              <a:solidFill>
                <a:srgbClr val="003399"/>
              </a:solidFill>
              <a:miter/>
            </a:ln>
          </p:spPr>
        </p:cxnSp>
        <p:cxnSp>
          <p:nvCxnSpPr>
            <p:cNvPr id="1179" name="AutoShape 18"/>
            <p:cNvCxnSpPr>
              <a:stCxn id="1166" idx="3"/>
              <a:endCxn id="1176" idx="1"/>
            </p:cNvCxnSpPr>
            <p:nvPr/>
          </p:nvCxnSpPr>
          <p:spPr>
            <a:xfrm>
              <a:off x="3844800" y="2881440"/>
              <a:ext cx="548640" cy="329040"/>
            </a:xfrm>
            <a:prstGeom prst="bentConnector3">
              <a:avLst>
                <a:gd name="adj1" fmla="val 49967"/>
              </a:avLst>
            </a:prstGeom>
            <a:ln w="9360">
              <a:solidFill>
                <a:srgbClr val="003399"/>
              </a:solidFill>
              <a:miter/>
            </a:ln>
          </p:spPr>
        </p:cxnSp>
        <p:sp>
          <p:nvSpPr>
            <p:cNvPr id="1180" name="Text Box 19"/>
            <p:cNvSpPr/>
            <p:nvPr/>
          </p:nvSpPr>
          <p:spPr>
            <a:xfrm>
              <a:off x="6090840" y="1908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81" name="Text Box 20"/>
            <p:cNvSpPr/>
            <p:nvPr/>
          </p:nvSpPr>
          <p:spPr>
            <a:xfrm>
              <a:off x="6941880" y="1908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82" name="Text Box 21"/>
            <p:cNvSpPr/>
            <p:nvPr/>
          </p:nvSpPr>
          <p:spPr>
            <a:xfrm>
              <a:off x="7731000" y="1908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83" name="Text Box 22"/>
            <p:cNvSpPr/>
            <p:nvPr/>
          </p:nvSpPr>
          <p:spPr>
            <a:xfrm>
              <a:off x="6919560" y="1566720"/>
              <a:ext cx="4140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1184" name="AutoShape 23"/>
            <p:cNvSpPr/>
            <p:nvPr/>
          </p:nvSpPr>
          <p:spPr>
            <a:xfrm rot="16200000">
              <a:off x="6130080" y="2307240"/>
              <a:ext cx="263520" cy="42408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85" name="AutoShape 24"/>
            <p:cNvSpPr/>
            <p:nvPr/>
          </p:nvSpPr>
          <p:spPr>
            <a:xfrm rot="16200000">
              <a:off x="6987240" y="2307240"/>
              <a:ext cx="263520" cy="4237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86" name="AutoShape 25"/>
            <p:cNvSpPr/>
            <p:nvPr/>
          </p:nvSpPr>
          <p:spPr>
            <a:xfrm rot="16200000">
              <a:off x="7777080" y="2306520"/>
              <a:ext cx="263520" cy="4255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87" name="AutoShape 26"/>
            <p:cNvSpPr/>
            <p:nvPr/>
          </p:nvSpPr>
          <p:spPr>
            <a:xfrm>
              <a:off x="6141960" y="2914560"/>
              <a:ext cx="243000" cy="46044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88" name="AutoShape 27"/>
            <p:cNvSpPr/>
            <p:nvPr/>
          </p:nvSpPr>
          <p:spPr>
            <a:xfrm rot="16200000">
              <a:off x="6987240" y="2899440"/>
              <a:ext cx="263520" cy="4237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89" name="AutoShape 28"/>
            <p:cNvSpPr/>
            <p:nvPr/>
          </p:nvSpPr>
          <p:spPr>
            <a:xfrm>
              <a:off x="7788240" y="2914560"/>
              <a:ext cx="243000" cy="46044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0" name="AutoShape 29"/>
            <p:cNvSpPr/>
            <p:nvPr/>
          </p:nvSpPr>
          <p:spPr>
            <a:xfrm rot="5400000">
              <a:off x="6130080" y="4215600"/>
              <a:ext cx="263520" cy="424080"/>
            </a:xfrm>
            <a:prstGeom prst="rightArrow">
              <a:avLst>
                <a:gd name="adj1" fmla="val 55954"/>
                <a:gd name="adj2" fmla="val 40625"/>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1" name="AutoShape 30"/>
            <p:cNvSpPr/>
            <p:nvPr/>
          </p:nvSpPr>
          <p:spPr>
            <a:xfrm rot="5400000">
              <a:off x="6986880" y="4215600"/>
              <a:ext cx="263520" cy="423720"/>
            </a:xfrm>
            <a:prstGeom prst="rightArrow">
              <a:avLst>
                <a:gd name="adj1" fmla="val 55954"/>
                <a:gd name="adj2" fmla="val 40625"/>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2" name="AutoShape 31"/>
            <p:cNvSpPr/>
            <p:nvPr/>
          </p:nvSpPr>
          <p:spPr>
            <a:xfrm rot="5400000">
              <a:off x="7775640" y="4214880"/>
              <a:ext cx="263520" cy="425520"/>
            </a:xfrm>
            <a:prstGeom prst="rightArrow">
              <a:avLst>
                <a:gd name="adj1" fmla="val 55954"/>
                <a:gd name="adj2" fmla="val 40625"/>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3" name="AutoShape 32"/>
            <p:cNvSpPr/>
            <p:nvPr/>
          </p:nvSpPr>
          <p:spPr>
            <a:xfrm rot="5400000">
              <a:off x="6130080" y="3623400"/>
              <a:ext cx="263520" cy="424080"/>
            </a:xfrm>
            <a:prstGeom prst="rightArrow">
              <a:avLst>
                <a:gd name="adj1" fmla="val 55954"/>
                <a:gd name="adj2" fmla="val 40625"/>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4" name="AutoShape 33"/>
            <p:cNvSpPr/>
            <p:nvPr/>
          </p:nvSpPr>
          <p:spPr>
            <a:xfrm rot="5400000">
              <a:off x="6986880" y="3623400"/>
              <a:ext cx="263520" cy="423720"/>
            </a:xfrm>
            <a:prstGeom prst="rightArrow">
              <a:avLst>
                <a:gd name="adj1" fmla="val 55954"/>
                <a:gd name="adj2" fmla="val 40625"/>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5" name="AutoShape 34"/>
            <p:cNvSpPr/>
            <p:nvPr/>
          </p:nvSpPr>
          <p:spPr>
            <a:xfrm>
              <a:off x="7788240" y="3571920"/>
              <a:ext cx="243000" cy="46044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6" name="Rectangle 35"/>
            <p:cNvSpPr/>
            <p:nvPr/>
          </p:nvSpPr>
          <p:spPr>
            <a:xfrm>
              <a:off x="4392720" y="5546880"/>
              <a:ext cx="1214280" cy="4600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197" name="AutoShape 36"/>
            <p:cNvSpPr/>
            <p:nvPr/>
          </p:nvSpPr>
          <p:spPr>
            <a:xfrm rot="16200000">
              <a:off x="6130080" y="5531400"/>
              <a:ext cx="263520" cy="42408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8" name="AutoShape 37"/>
            <p:cNvSpPr/>
            <p:nvPr/>
          </p:nvSpPr>
          <p:spPr>
            <a:xfrm rot="16200000">
              <a:off x="6987240" y="5531400"/>
              <a:ext cx="263520" cy="4237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199" name="AutoShape 38"/>
            <p:cNvSpPr/>
            <p:nvPr/>
          </p:nvSpPr>
          <p:spPr>
            <a:xfrm rot="16200000">
              <a:off x="7777080" y="5530680"/>
              <a:ext cx="263520" cy="4255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1200" name="AutoShape 39"/>
            <p:cNvCxnSpPr>
              <a:stCxn id="1167" idx="3"/>
              <a:endCxn id="1196" idx="1"/>
            </p:cNvCxnSpPr>
            <p:nvPr/>
          </p:nvCxnSpPr>
          <p:spPr>
            <a:xfrm>
              <a:off x="3844800" y="4789080"/>
              <a:ext cx="548640" cy="988200"/>
            </a:xfrm>
            <a:prstGeom prst="bentConnector3">
              <a:avLst>
                <a:gd name="adj1" fmla="val 49967"/>
              </a:avLst>
            </a:prstGeom>
            <a:ln w="9360">
              <a:solidFill>
                <a:srgbClr val="003399"/>
              </a:solidFill>
              <a:miter/>
            </a:ln>
          </p:spPr>
        </p:cxnSp>
        <p:sp>
          <p:nvSpPr>
            <p:cNvPr id="1201" name="AutoShape 40"/>
            <p:cNvSpPr/>
            <p:nvPr/>
          </p:nvSpPr>
          <p:spPr>
            <a:xfrm rot="16200000">
              <a:off x="6130080" y="4887000"/>
              <a:ext cx="263520" cy="42408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02" name="AutoShape 41"/>
            <p:cNvSpPr/>
            <p:nvPr/>
          </p:nvSpPr>
          <p:spPr>
            <a:xfrm rot="16200000">
              <a:off x="6987240" y="4887000"/>
              <a:ext cx="263520" cy="4237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03" name="AutoShape 42"/>
            <p:cNvSpPr/>
            <p:nvPr/>
          </p:nvSpPr>
          <p:spPr>
            <a:xfrm rot="16200000">
              <a:off x="7777080" y="4886280"/>
              <a:ext cx="263520" cy="425520"/>
            </a:xfrm>
            <a:prstGeom prst="rightArrow">
              <a:avLst>
                <a:gd name="adj1" fmla="val 55954"/>
                <a:gd name="adj2" fmla="val 40625"/>
              </a:avLst>
            </a:prstGeom>
            <a:solidFill>
              <a:srgbClr val="80cc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04" name="Rectangle 84"/>
            <p:cNvSpPr/>
            <p:nvPr/>
          </p:nvSpPr>
          <p:spPr>
            <a:xfrm>
              <a:off x="990720" y="3571920"/>
              <a:ext cx="121284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05" name="Rectangle 85"/>
            <p:cNvSpPr/>
            <p:nvPr/>
          </p:nvSpPr>
          <p:spPr>
            <a:xfrm>
              <a:off x="2629080" y="2651040"/>
              <a:ext cx="121572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06" name="Rectangle 86"/>
            <p:cNvSpPr/>
            <p:nvPr/>
          </p:nvSpPr>
          <p:spPr>
            <a:xfrm>
              <a:off x="2629080" y="4559400"/>
              <a:ext cx="121572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07" name="Rectangle 87"/>
            <p:cNvSpPr/>
            <p:nvPr/>
          </p:nvSpPr>
          <p:spPr>
            <a:xfrm>
              <a:off x="4392720" y="4230720"/>
              <a:ext cx="121428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08" name="Rectangle 88"/>
            <p:cNvSpPr/>
            <p:nvPr/>
          </p:nvSpPr>
          <p:spPr>
            <a:xfrm>
              <a:off x="4392720" y="3571920"/>
              <a:ext cx="121428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09" name="Rectangle 89"/>
            <p:cNvSpPr/>
            <p:nvPr/>
          </p:nvSpPr>
          <p:spPr>
            <a:xfrm>
              <a:off x="4392720" y="4888080"/>
              <a:ext cx="1214280" cy="4600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1210" name="AutoShape 90"/>
            <p:cNvCxnSpPr>
              <a:stCxn id="1204" idx="3"/>
              <a:endCxn id="1205" idx="1"/>
            </p:cNvCxnSpPr>
            <p:nvPr/>
          </p:nvCxnSpPr>
          <p:spPr>
            <a:xfrm flipV="1">
              <a:off x="2203560" y="2880720"/>
              <a:ext cx="426240" cy="921240"/>
            </a:xfrm>
            <a:prstGeom prst="bentConnector3">
              <a:avLst>
                <a:gd name="adj1" fmla="val 49619"/>
              </a:avLst>
            </a:prstGeom>
            <a:ln w="9360">
              <a:solidFill>
                <a:srgbClr val="003399"/>
              </a:solidFill>
              <a:miter/>
            </a:ln>
          </p:spPr>
        </p:cxnSp>
        <p:cxnSp>
          <p:nvCxnSpPr>
            <p:cNvPr id="1211" name="AutoShape 91"/>
            <p:cNvCxnSpPr>
              <a:stCxn id="1204" idx="3"/>
              <a:endCxn id="1206" idx="1"/>
            </p:cNvCxnSpPr>
            <p:nvPr/>
          </p:nvCxnSpPr>
          <p:spPr>
            <a:xfrm>
              <a:off x="2203560" y="3801600"/>
              <a:ext cx="426240" cy="988200"/>
            </a:xfrm>
            <a:prstGeom prst="bentConnector3">
              <a:avLst>
                <a:gd name="adj1" fmla="val 49619"/>
              </a:avLst>
            </a:prstGeom>
            <a:ln w="9360">
              <a:solidFill>
                <a:srgbClr val="003399"/>
              </a:solidFill>
              <a:miter/>
            </a:ln>
          </p:spPr>
        </p:cxnSp>
        <p:cxnSp>
          <p:nvCxnSpPr>
            <p:cNvPr id="1212" name="AutoShape 92"/>
            <p:cNvCxnSpPr>
              <a:stCxn id="1206" idx="3"/>
              <a:endCxn id="1208" idx="1"/>
            </p:cNvCxnSpPr>
            <p:nvPr/>
          </p:nvCxnSpPr>
          <p:spPr>
            <a:xfrm flipV="1">
              <a:off x="3844800" y="3801240"/>
              <a:ext cx="548640" cy="988200"/>
            </a:xfrm>
            <a:prstGeom prst="bentConnector3">
              <a:avLst>
                <a:gd name="adj1" fmla="val 49967"/>
              </a:avLst>
            </a:prstGeom>
            <a:ln w="9360">
              <a:solidFill>
                <a:srgbClr val="003399"/>
              </a:solidFill>
              <a:miter/>
            </a:ln>
          </p:spPr>
        </p:cxnSp>
        <p:cxnSp>
          <p:nvCxnSpPr>
            <p:cNvPr id="1213" name="AutoShape 93"/>
            <p:cNvCxnSpPr>
              <a:stCxn id="1206" idx="3"/>
              <a:endCxn id="1209" idx="1"/>
            </p:cNvCxnSpPr>
            <p:nvPr/>
          </p:nvCxnSpPr>
          <p:spPr>
            <a:xfrm>
              <a:off x="3844800" y="4789080"/>
              <a:ext cx="548640" cy="329040"/>
            </a:xfrm>
            <a:prstGeom prst="bentConnector3">
              <a:avLst>
                <a:gd name="adj1" fmla="val 49967"/>
              </a:avLst>
            </a:prstGeom>
            <a:ln w="9360">
              <a:solidFill>
                <a:srgbClr val="003399"/>
              </a:solidFill>
              <a:miter/>
            </a:ln>
          </p:spPr>
        </p:cxnSp>
        <p:cxnSp>
          <p:nvCxnSpPr>
            <p:cNvPr id="1214" name="AutoShape 94"/>
            <p:cNvCxnSpPr>
              <a:stCxn id="1206" idx="3"/>
              <a:endCxn id="1207" idx="1"/>
            </p:cNvCxnSpPr>
            <p:nvPr/>
          </p:nvCxnSpPr>
          <p:spPr>
            <a:xfrm flipV="1">
              <a:off x="3844800" y="4460400"/>
              <a:ext cx="548640" cy="329040"/>
            </a:xfrm>
            <a:prstGeom prst="bentConnector3">
              <a:avLst>
                <a:gd name="adj1" fmla="val 49967"/>
              </a:avLst>
            </a:prstGeom>
            <a:ln w="9360">
              <a:solidFill>
                <a:srgbClr val="003399"/>
              </a:solidFill>
              <a:miter/>
            </a:ln>
          </p:spPr>
        </p:cxnSp>
        <p:sp>
          <p:nvSpPr>
            <p:cNvPr id="1215" name="Rectangle 95"/>
            <p:cNvSpPr/>
            <p:nvPr/>
          </p:nvSpPr>
          <p:spPr>
            <a:xfrm>
              <a:off x="4392720" y="2979720"/>
              <a:ext cx="1214280" cy="4604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16" name="Rectangle 96"/>
            <p:cNvSpPr/>
            <p:nvPr/>
          </p:nvSpPr>
          <p:spPr>
            <a:xfrm>
              <a:off x="4392720" y="2320920"/>
              <a:ext cx="1214280" cy="4618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1217" name="AutoShape 97"/>
            <p:cNvCxnSpPr>
              <a:stCxn id="1205" idx="3"/>
              <a:endCxn id="1216" idx="1"/>
            </p:cNvCxnSpPr>
            <p:nvPr/>
          </p:nvCxnSpPr>
          <p:spPr>
            <a:xfrm flipV="1">
              <a:off x="3844800" y="2552400"/>
              <a:ext cx="548640" cy="329040"/>
            </a:xfrm>
            <a:prstGeom prst="bentConnector3">
              <a:avLst>
                <a:gd name="adj1" fmla="val 49967"/>
              </a:avLst>
            </a:prstGeom>
            <a:ln w="9360">
              <a:solidFill>
                <a:srgbClr val="003399"/>
              </a:solidFill>
              <a:miter/>
            </a:ln>
          </p:spPr>
        </p:cxnSp>
        <p:cxnSp>
          <p:nvCxnSpPr>
            <p:cNvPr id="1218" name="AutoShape 98"/>
            <p:cNvCxnSpPr>
              <a:stCxn id="1205" idx="3"/>
              <a:endCxn id="1215" idx="1"/>
            </p:cNvCxnSpPr>
            <p:nvPr/>
          </p:nvCxnSpPr>
          <p:spPr>
            <a:xfrm>
              <a:off x="3844800" y="2881440"/>
              <a:ext cx="548640" cy="329040"/>
            </a:xfrm>
            <a:prstGeom prst="bentConnector3">
              <a:avLst>
                <a:gd name="adj1" fmla="val 49967"/>
              </a:avLst>
            </a:prstGeom>
            <a:ln w="9360">
              <a:solidFill>
                <a:srgbClr val="003399"/>
              </a:solidFill>
              <a:miter/>
            </a:ln>
          </p:spPr>
        </p:cxnSp>
        <p:sp>
          <p:nvSpPr>
            <p:cNvPr id="1219" name="Text Box 99"/>
            <p:cNvSpPr/>
            <p:nvPr/>
          </p:nvSpPr>
          <p:spPr>
            <a:xfrm>
              <a:off x="6090840" y="1908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20" name="Text Box 100"/>
            <p:cNvSpPr/>
            <p:nvPr/>
          </p:nvSpPr>
          <p:spPr>
            <a:xfrm>
              <a:off x="6941880" y="1908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21" name="Text Box 101"/>
            <p:cNvSpPr/>
            <p:nvPr/>
          </p:nvSpPr>
          <p:spPr>
            <a:xfrm>
              <a:off x="7731000" y="1908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1222" name="Text Box 102"/>
            <p:cNvSpPr/>
            <p:nvPr/>
          </p:nvSpPr>
          <p:spPr>
            <a:xfrm>
              <a:off x="6919560" y="1566720"/>
              <a:ext cx="4140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1223" name="Rectangle 115"/>
            <p:cNvSpPr/>
            <p:nvPr/>
          </p:nvSpPr>
          <p:spPr>
            <a:xfrm>
              <a:off x="4392720" y="5546880"/>
              <a:ext cx="1214280" cy="4600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1224" name="AutoShape 119"/>
            <p:cNvCxnSpPr>
              <a:stCxn id="1206" idx="3"/>
              <a:endCxn id="1223" idx="1"/>
            </p:cNvCxnSpPr>
            <p:nvPr/>
          </p:nvCxnSpPr>
          <p:spPr>
            <a:xfrm>
              <a:off x="3844800" y="4789080"/>
              <a:ext cx="548640" cy="988200"/>
            </a:xfrm>
            <a:prstGeom prst="bentConnector3">
              <a:avLst>
                <a:gd name="adj1" fmla="val 49967"/>
              </a:avLst>
            </a:prstGeom>
            <a:ln w="9360">
              <a:solidFill>
                <a:srgbClr val="003399"/>
              </a:solidFill>
              <a:miter/>
            </a:ln>
          </p:spPr>
        </p:cxnSp>
      </p:gr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22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75F2C0-B231-4C6C-899B-ABD8CC5CB34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22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Driver Trees - Moons showing base trends</a:t>
            </a:r>
            <a:endParaRPr b="1" lang="en-US" sz="1600" spc="-1" strike="noStrike">
              <a:solidFill>
                <a:srgbClr val="000000"/>
              </a:solidFill>
              <a:latin typeface="Arial"/>
            </a:endParaRPr>
          </a:p>
        </p:txBody>
      </p:sp>
      <p:sp>
        <p:nvSpPr>
          <p:cNvPr id="1228" name="Rectangle 3"/>
          <p:cNvSpPr/>
          <p:nvPr/>
        </p:nvSpPr>
        <p:spPr>
          <a:xfrm>
            <a:off x="530280" y="3703680"/>
            <a:ext cx="1195200" cy="5335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229" name="Rectangle 4"/>
          <p:cNvSpPr/>
          <p:nvPr/>
        </p:nvSpPr>
        <p:spPr>
          <a:xfrm>
            <a:off x="2725560" y="5326200"/>
            <a:ext cx="1195560" cy="5331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230" name="Rectangle 5"/>
          <p:cNvSpPr/>
          <p:nvPr/>
        </p:nvSpPr>
        <p:spPr>
          <a:xfrm>
            <a:off x="2725560" y="4514760"/>
            <a:ext cx="1195560" cy="5335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231" name="Rectangle 6"/>
          <p:cNvSpPr/>
          <p:nvPr/>
        </p:nvSpPr>
        <p:spPr>
          <a:xfrm>
            <a:off x="2725560" y="2084400"/>
            <a:ext cx="1195560" cy="5335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232" name="Rectangle 7"/>
          <p:cNvSpPr/>
          <p:nvPr/>
        </p:nvSpPr>
        <p:spPr>
          <a:xfrm>
            <a:off x="2725560" y="2894040"/>
            <a:ext cx="1195560" cy="5335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233" name="Rectangle 8"/>
          <p:cNvSpPr/>
          <p:nvPr/>
        </p:nvSpPr>
        <p:spPr>
          <a:xfrm>
            <a:off x="2725560" y="3705120"/>
            <a:ext cx="1195560" cy="53352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cxnSp>
        <p:nvCxnSpPr>
          <p:cNvPr id="1234" name="AutoShape 9"/>
          <p:cNvCxnSpPr>
            <a:stCxn id="1228" idx="3"/>
            <a:endCxn id="1230" idx="1"/>
          </p:cNvCxnSpPr>
          <p:nvPr/>
        </p:nvCxnSpPr>
        <p:spPr>
          <a:xfrm>
            <a:off x="1725480" y="3970080"/>
            <a:ext cx="1000800" cy="811800"/>
          </a:xfrm>
          <a:prstGeom prst="bentConnector3">
            <a:avLst>
              <a:gd name="adj1" fmla="val 49838"/>
            </a:avLst>
          </a:prstGeom>
          <a:ln w="9360">
            <a:solidFill>
              <a:srgbClr val="003399"/>
            </a:solidFill>
            <a:miter/>
          </a:ln>
        </p:spPr>
      </p:cxnSp>
      <p:cxnSp>
        <p:nvCxnSpPr>
          <p:cNvPr id="1235" name="AutoShape 10"/>
          <p:cNvCxnSpPr>
            <a:stCxn id="1228" idx="3"/>
            <a:endCxn id="1231" idx="1"/>
          </p:cNvCxnSpPr>
          <p:nvPr/>
        </p:nvCxnSpPr>
        <p:spPr>
          <a:xfrm flipV="1">
            <a:off x="1725480" y="2350800"/>
            <a:ext cx="1000800" cy="1620000"/>
          </a:xfrm>
          <a:prstGeom prst="bentConnector3">
            <a:avLst>
              <a:gd name="adj1" fmla="val 49838"/>
            </a:avLst>
          </a:prstGeom>
          <a:ln w="9360">
            <a:solidFill>
              <a:srgbClr val="003399"/>
            </a:solidFill>
            <a:miter/>
          </a:ln>
        </p:spPr>
      </p:cxnSp>
      <p:cxnSp>
        <p:nvCxnSpPr>
          <p:cNvPr id="1236" name="AutoShape 11"/>
          <p:cNvCxnSpPr>
            <a:stCxn id="1228" idx="3"/>
            <a:endCxn id="1232" idx="1"/>
          </p:cNvCxnSpPr>
          <p:nvPr/>
        </p:nvCxnSpPr>
        <p:spPr>
          <a:xfrm flipV="1">
            <a:off x="1725480" y="3160080"/>
            <a:ext cx="1000800" cy="810360"/>
          </a:xfrm>
          <a:prstGeom prst="bentConnector3">
            <a:avLst>
              <a:gd name="adj1" fmla="val 49838"/>
            </a:avLst>
          </a:prstGeom>
          <a:ln w="9360">
            <a:solidFill>
              <a:srgbClr val="003399"/>
            </a:solidFill>
            <a:miter/>
          </a:ln>
        </p:spPr>
      </p:cxnSp>
      <p:cxnSp>
        <p:nvCxnSpPr>
          <p:cNvPr id="1237" name="AutoShape 12"/>
          <p:cNvCxnSpPr>
            <a:stCxn id="1228" idx="3"/>
            <a:endCxn id="1233" idx="1"/>
          </p:cNvCxnSpPr>
          <p:nvPr/>
        </p:nvCxnSpPr>
        <p:spPr>
          <a:xfrm>
            <a:off x="1725480" y="3970440"/>
            <a:ext cx="1000800" cy="2160"/>
          </a:xfrm>
          <a:prstGeom prst="bentConnector3">
            <a:avLst>
              <a:gd name="adj1" fmla="val 49838"/>
            </a:avLst>
          </a:prstGeom>
          <a:ln w="9360">
            <a:solidFill>
              <a:srgbClr val="003399"/>
            </a:solidFill>
            <a:miter/>
          </a:ln>
        </p:spPr>
      </p:cxnSp>
      <p:sp>
        <p:nvSpPr>
          <p:cNvPr id="1238" name="Rectangle 13"/>
          <p:cNvSpPr/>
          <p:nvPr/>
        </p:nvSpPr>
        <p:spPr>
          <a:xfrm>
            <a:off x="4323960" y="1567440"/>
            <a:ext cx="356040" cy="24660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cxnSp>
        <p:nvCxnSpPr>
          <p:cNvPr id="1239" name="AutoShape 14"/>
          <p:cNvCxnSpPr>
            <a:stCxn id="1229" idx="1"/>
            <a:endCxn id="1228" idx="3"/>
          </p:cNvCxnSpPr>
          <p:nvPr/>
        </p:nvCxnSpPr>
        <p:spPr>
          <a:xfrm rot="10800000">
            <a:off x="1724760" y="3969720"/>
            <a:ext cx="1000800" cy="1622880"/>
          </a:xfrm>
          <a:prstGeom prst="bentConnector3">
            <a:avLst>
              <a:gd name="adj1" fmla="val 49982"/>
            </a:avLst>
          </a:prstGeom>
          <a:ln w="9360">
            <a:solidFill>
              <a:srgbClr val="003399"/>
            </a:solidFill>
            <a:miter/>
          </a:ln>
        </p:spPr>
      </p:cxnSp>
      <p:sp>
        <p:nvSpPr>
          <p:cNvPr id="1240" name="Rectangle 15"/>
          <p:cNvSpPr/>
          <p:nvPr/>
        </p:nvSpPr>
        <p:spPr>
          <a:xfrm>
            <a:off x="5229000" y="1567440"/>
            <a:ext cx="356040" cy="24660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1241" name="Rectangle 16"/>
          <p:cNvSpPr/>
          <p:nvPr/>
        </p:nvSpPr>
        <p:spPr>
          <a:xfrm>
            <a:off x="6132240" y="1567440"/>
            <a:ext cx="356040" cy="24660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1242" name="Rectangle 17"/>
          <p:cNvSpPr/>
          <p:nvPr/>
        </p:nvSpPr>
        <p:spPr>
          <a:xfrm>
            <a:off x="7035480" y="1567440"/>
            <a:ext cx="356040" cy="24660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1243" name="Rectangle 18"/>
          <p:cNvSpPr/>
          <p:nvPr/>
        </p:nvSpPr>
        <p:spPr>
          <a:xfrm>
            <a:off x="7941960" y="1567440"/>
            <a:ext cx="356040" cy="246600"/>
          </a:xfrm>
          <a:prstGeom prst="rect">
            <a:avLst/>
          </a:prstGeom>
          <a:noFill/>
          <a:ln w="0">
            <a:noFill/>
          </a:ln>
        </p:spPr>
        <p:style>
          <a:lnRef idx="0"/>
          <a:fillRef idx="0"/>
          <a:effectRef idx="0"/>
          <a:fontRef idx="minor"/>
        </p:style>
        <p:txBody>
          <a:bodyPr wrap="none"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1244" name="Oval 19"/>
          <p:cNvSpPr/>
          <p:nvPr/>
        </p:nvSpPr>
        <p:spPr>
          <a:xfrm>
            <a:off x="7975440" y="2195640"/>
            <a:ext cx="28764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45" name="Oval 20"/>
          <p:cNvSpPr/>
          <p:nvPr/>
        </p:nvSpPr>
        <p:spPr>
          <a:xfrm>
            <a:off x="7975440" y="5440320"/>
            <a:ext cx="28764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46" name="Oval 21"/>
          <p:cNvSpPr/>
          <p:nvPr/>
        </p:nvSpPr>
        <p:spPr>
          <a:xfrm flipH="1">
            <a:off x="7970040" y="3821040"/>
            <a:ext cx="28908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47" name="Arc 22"/>
          <p:cNvSpPr/>
          <p:nvPr/>
        </p:nvSpPr>
        <p:spPr>
          <a:xfrm flipH="1">
            <a:off x="8116200" y="3819600"/>
            <a:ext cx="15084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48" name="Oval 23"/>
          <p:cNvSpPr/>
          <p:nvPr/>
        </p:nvSpPr>
        <p:spPr>
          <a:xfrm flipH="1">
            <a:off x="7970760" y="3008160"/>
            <a:ext cx="2923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49" name="Arc 24"/>
          <p:cNvSpPr/>
          <p:nvPr/>
        </p:nvSpPr>
        <p:spPr>
          <a:xfrm flipH="1">
            <a:off x="7966800" y="3006720"/>
            <a:ext cx="30348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0" name="Oval 25"/>
          <p:cNvSpPr/>
          <p:nvPr/>
        </p:nvSpPr>
        <p:spPr>
          <a:xfrm flipH="1">
            <a:off x="7971840" y="4629240"/>
            <a:ext cx="2905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1" name="Arc 26"/>
          <p:cNvSpPr/>
          <p:nvPr/>
        </p:nvSpPr>
        <p:spPr>
          <a:xfrm flipH="1">
            <a:off x="8115480" y="4627440"/>
            <a:ext cx="15048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2" name="Oval 27"/>
          <p:cNvSpPr/>
          <p:nvPr/>
        </p:nvSpPr>
        <p:spPr>
          <a:xfrm>
            <a:off x="520560" y="5599080"/>
            <a:ext cx="230400" cy="250920"/>
          </a:xfrm>
          <a:prstGeom prst="ellipse">
            <a:avLst/>
          </a:prstGeom>
          <a:solidFill>
            <a:srgbClr val="80cccc"/>
          </a:solidFill>
          <a:ln cap="rnd"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3" name="Text Box 28"/>
          <p:cNvSpPr/>
          <p:nvPr/>
        </p:nvSpPr>
        <p:spPr>
          <a:xfrm>
            <a:off x="762840" y="5599080"/>
            <a:ext cx="5695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strong</a:t>
            </a:r>
            <a:endParaRPr b="1" lang="en-US" sz="1100" spc="-1" strike="noStrike">
              <a:solidFill>
                <a:srgbClr val="000000"/>
              </a:solidFill>
              <a:latin typeface="Arial"/>
            </a:endParaRPr>
          </a:p>
        </p:txBody>
      </p:sp>
      <p:sp>
        <p:nvSpPr>
          <p:cNvPr id="1254" name="Oval 29"/>
          <p:cNvSpPr/>
          <p:nvPr/>
        </p:nvSpPr>
        <p:spPr>
          <a:xfrm>
            <a:off x="1397160" y="5599080"/>
            <a:ext cx="231480" cy="250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5" name="Text Box 30"/>
          <p:cNvSpPr/>
          <p:nvPr/>
        </p:nvSpPr>
        <p:spPr>
          <a:xfrm>
            <a:off x="1627560" y="5599080"/>
            <a:ext cx="50688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weak</a:t>
            </a:r>
            <a:endParaRPr b="1" lang="en-US" sz="1100" spc="-1" strike="noStrike">
              <a:solidFill>
                <a:srgbClr val="000000"/>
              </a:solidFill>
              <a:latin typeface="Arial"/>
            </a:endParaRPr>
          </a:p>
        </p:txBody>
      </p:sp>
      <p:sp>
        <p:nvSpPr>
          <p:cNvPr id="1256" name="Rectangle 31"/>
          <p:cNvSpPr/>
          <p:nvPr/>
        </p:nvSpPr>
        <p:spPr>
          <a:xfrm>
            <a:off x="398520" y="5549760"/>
            <a:ext cx="1730160" cy="36828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7" name="Oval 32"/>
          <p:cNvSpPr/>
          <p:nvPr/>
        </p:nvSpPr>
        <p:spPr>
          <a:xfrm>
            <a:off x="7105680" y="219564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8" name="Oval 33"/>
          <p:cNvSpPr/>
          <p:nvPr/>
        </p:nvSpPr>
        <p:spPr>
          <a:xfrm>
            <a:off x="7105680" y="544032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59" name="Oval 34"/>
          <p:cNvSpPr/>
          <p:nvPr/>
        </p:nvSpPr>
        <p:spPr>
          <a:xfrm flipH="1">
            <a:off x="7101000" y="3821040"/>
            <a:ext cx="28872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0" name="Arc 35"/>
          <p:cNvSpPr/>
          <p:nvPr/>
        </p:nvSpPr>
        <p:spPr>
          <a:xfrm flipH="1">
            <a:off x="7244640" y="3819600"/>
            <a:ext cx="15084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1" name="Oval 36"/>
          <p:cNvSpPr/>
          <p:nvPr/>
        </p:nvSpPr>
        <p:spPr>
          <a:xfrm flipH="1">
            <a:off x="7100280" y="3008160"/>
            <a:ext cx="29196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2" name="Arc 37"/>
          <p:cNvSpPr/>
          <p:nvPr/>
        </p:nvSpPr>
        <p:spPr>
          <a:xfrm flipH="1">
            <a:off x="7097760" y="3006720"/>
            <a:ext cx="3031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3" name="Oval 38"/>
          <p:cNvSpPr/>
          <p:nvPr/>
        </p:nvSpPr>
        <p:spPr>
          <a:xfrm flipH="1">
            <a:off x="7101720" y="4629240"/>
            <a:ext cx="2905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4" name="Arc 39"/>
          <p:cNvSpPr/>
          <p:nvPr/>
        </p:nvSpPr>
        <p:spPr>
          <a:xfrm flipH="1">
            <a:off x="7243920" y="4627440"/>
            <a:ext cx="15048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5" name="Oval 40"/>
          <p:cNvSpPr/>
          <p:nvPr/>
        </p:nvSpPr>
        <p:spPr>
          <a:xfrm>
            <a:off x="6232680" y="219564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6" name="Oval 41"/>
          <p:cNvSpPr/>
          <p:nvPr/>
        </p:nvSpPr>
        <p:spPr>
          <a:xfrm>
            <a:off x="6232680" y="544032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7" name="Oval 42"/>
          <p:cNvSpPr/>
          <p:nvPr/>
        </p:nvSpPr>
        <p:spPr>
          <a:xfrm flipH="1">
            <a:off x="6229440" y="3821040"/>
            <a:ext cx="28872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8" name="Arc 43"/>
          <p:cNvSpPr/>
          <p:nvPr/>
        </p:nvSpPr>
        <p:spPr>
          <a:xfrm flipH="1">
            <a:off x="6373080" y="3819600"/>
            <a:ext cx="15084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69" name="Oval 44"/>
          <p:cNvSpPr/>
          <p:nvPr/>
        </p:nvSpPr>
        <p:spPr>
          <a:xfrm flipH="1">
            <a:off x="6228720" y="3008160"/>
            <a:ext cx="2905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0" name="Arc 45"/>
          <p:cNvSpPr/>
          <p:nvPr/>
        </p:nvSpPr>
        <p:spPr>
          <a:xfrm flipH="1">
            <a:off x="6226200" y="3006720"/>
            <a:ext cx="3031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1" name="Oval 46"/>
          <p:cNvSpPr/>
          <p:nvPr/>
        </p:nvSpPr>
        <p:spPr>
          <a:xfrm flipH="1">
            <a:off x="6230160" y="4629240"/>
            <a:ext cx="28908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2" name="Arc 47"/>
          <p:cNvSpPr/>
          <p:nvPr/>
        </p:nvSpPr>
        <p:spPr>
          <a:xfrm flipH="1">
            <a:off x="6371640" y="4627440"/>
            <a:ext cx="15084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3" name="Oval 48"/>
          <p:cNvSpPr/>
          <p:nvPr/>
        </p:nvSpPr>
        <p:spPr>
          <a:xfrm>
            <a:off x="5268960" y="219564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4" name="Oval 49"/>
          <p:cNvSpPr/>
          <p:nvPr/>
        </p:nvSpPr>
        <p:spPr>
          <a:xfrm>
            <a:off x="5268960" y="544032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5" name="Oval 50"/>
          <p:cNvSpPr/>
          <p:nvPr/>
        </p:nvSpPr>
        <p:spPr>
          <a:xfrm flipH="1">
            <a:off x="5264280" y="3821040"/>
            <a:ext cx="28872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6" name="Arc 51"/>
          <p:cNvSpPr/>
          <p:nvPr/>
        </p:nvSpPr>
        <p:spPr>
          <a:xfrm flipH="1">
            <a:off x="5409360" y="3819600"/>
            <a:ext cx="15084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7" name="Oval 52"/>
          <p:cNvSpPr/>
          <p:nvPr/>
        </p:nvSpPr>
        <p:spPr>
          <a:xfrm flipH="1">
            <a:off x="5263560" y="3008160"/>
            <a:ext cx="29196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8" name="Arc 53"/>
          <p:cNvSpPr/>
          <p:nvPr/>
        </p:nvSpPr>
        <p:spPr>
          <a:xfrm flipH="1">
            <a:off x="5261040" y="3006720"/>
            <a:ext cx="30456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79" name="Oval 54"/>
          <p:cNvSpPr/>
          <p:nvPr/>
        </p:nvSpPr>
        <p:spPr>
          <a:xfrm flipH="1">
            <a:off x="5265000" y="4629240"/>
            <a:ext cx="2905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0" name="Arc 55"/>
          <p:cNvSpPr/>
          <p:nvPr/>
        </p:nvSpPr>
        <p:spPr>
          <a:xfrm flipH="1">
            <a:off x="5407920" y="4627440"/>
            <a:ext cx="15084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1" name="Oval 56"/>
          <p:cNvSpPr/>
          <p:nvPr/>
        </p:nvSpPr>
        <p:spPr>
          <a:xfrm>
            <a:off x="4408560" y="219564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2" name="Oval 57"/>
          <p:cNvSpPr/>
          <p:nvPr/>
        </p:nvSpPr>
        <p:spPr>
          <a:xfrm>
            <a:off x="4408560" y="544032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3" name="Oval 58"/>
          <p:cNvSpPr/>
          <p:nvPr/>
        </p:nvSpPr>
        <p:spPr>
          <a:xfrm flipH="1">
            <a:off x="4403880" y="3821040"/>
            <a:ext cx="28872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4" name="Arc 59"/>
          <p:cNvSpPr/>
          <p:nvPr/>
        </p:nvSpPr>
        <p:spPr>
          <a:xfrm flipH="1">
            <a:off x="4548960" y="3819600"/>
            <a:ext cx="15084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5" name="Oval 60"/>
          <p:cNvSpPr/>
          <p:nvPr/>
        </p:nvSpPr>
        <p:spPr>
          <a:xfrm flipH="1">
            <a:off x="4403160" y="3008160"/>
            <a:ext cx="29196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6" name="Arc 61"/>
          <p:cNvSpPr/>
          <p:nvPr/>
        </p:nvSpPr>
        <p:spPr>
          <a:xfrm flipH="1">
            <a:off x="4402080" y="3006720"/>
            <a:ext cx="3031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7" name="Oval 62"/>
          <p:cNvSpPr/>
          <p:nvPr/>
        </p:nvSpPr>
        <p:spPr>
          <a:xfrm flipH="1">
            <a:off x="4404600" y="4629240"/>
            <a:ext cx="2905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288" name="Arc 63"/>
          <p:cNvSpPr/>
          <p:nvPr/>
        </p:nvSpPr>
        <p:spPr>
          <a:xfrm flipH="1">
            <a:off x="4547520" y="4627440"/>
            <a:ext cx="15084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29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8746A5-9F84-4986-A2A3-626A06FF26E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29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Driver Trees - Text with general trends</a:t>
            </a:r>
            <a:endParaRPr b="1" lang="en-US" sz="1600" spc="-1" strike="noStrike">
              <a:solidFill>
                <a:srgbClr val="000000"/>
              </a:solidFill>
              <a:latin typeface="Arial"/>
            </a:endParaRPr>
          </a:p>
        </p:txBody>
      </p:sp>
      <p:sp>
        <p:nvSpPr>
          <p:cNvPr id="1292" name="Text Box 3"/>
          <p:cNvSpPr/>
          <p:nvPr/>
        </p:nvSpPr>
        <p:spPr>
          <a:xfrm>
            <a:off x="5667480" y="1538280"/>
            <a:ext cx="2565360" cy="450072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1293" name="Rectangle 4"/>
          <p:cNvSpPr/>
          <p:nvPr/>
        </p:nvSpPr>
        <p:spPr>
          <a:xfrm>
            <a:off x="450720" y="3448080"/>
            <a:ext cx="139572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294" name="Rectangle 5"/>
          <p:cNvSpPr/>
          <p:nvPr/>
        </p:nvSpPr>
        <p:spPr>
          <a:xfrm>
            <a:off x="2462040" y="2347920"/>
            <a:ext cx="139572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295" name="Rectangle 6"/>
          <p:cNvSpPr/>
          <p:nvPr/>
        </p:nvSpPr>
        <p:spPr>
          <a:xfrm>
            <a:off x="2462040" y="4645080"/>
            <a:ext cx="139572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296" name="Rectangle 7"/>
          <p:cNvSpPr/>
          <p:nvPr/>
        </p:nvSpPr>
        <p:spPr>
          <a:xfrm>
            <a:off x="4471920" y="1584360"/>
            <a:ext cx="139536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297" name="Rectangle 8"/>
          <p:cNvSpPr/>
          <p:nvPr/>
        </p:nvSpPr>
        <p:spPr>
          <a:xfrm>
            <a:off x="4471920" y="2347920"/>
            <a:ext cx="139536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298" name="Rectangle 9"/>
          <p:cNvSpPr/>
          <p:nvPr/>
        </p:nvSpPr>
        <p:spPr>
          <a:xfrm>
            <a:off x="4471920" y="3112920"/>
            <a:ext cx="139536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299" name="Rectangle 10"/>
          <p:cNvSpPr/>
          <p:nvPr/>
        </p:nvSpPr>
        <p:spPr>
          <a:xfrm>
            <a:off x="4471920" y="3878280"/>
            <a:ext cx="139536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300" name="Rectangle 11"/>
          <p:cNvSpPr/>
          <p:nvPr/>
        </p:nvSpPr>
        <p:spPr>
          <a:xfrm>
            <a:off x="4471920" y="4643280"/>
            <a:ext cx="139536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1301" name="Rectangle 12"/>
          <p:cNvSpPr/>
          <p:nvPr/>
        </p:nvSpPr>
        <p:spPr>
          <a:xfrm>
            <a:off x="4471920" y="5408640"/>
            <a:ext cx="1395360" cy="58428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cxnSp>
        <p:nvCxnSpPr>
          <p:cNvPr id="1302" name="AutoShape 13"/>
          <p:cNvCxnSpPr>
            <a:stCxn id="1293" idx="3"/>
            <a:endCxn id="1294" idx="1"/>
          </p:cNvCxnSpPr>
          <p:nvPr/>
        </p:nvCxnSpPr>
        <p:spPr>
          <a:xfrm flipV="1">
            <a:off x="1846440" y="2639520"/>
            <a:ext cx="615960" cy="1100880"/>
          </a:xfrm>
          <a:prstGeom prst="bentConnector3">
            <a:avLst>
              <a:gd name="adj1" fmla="val 49766"/>
            </a:avLst>
          </a:prstGeom>
          <a:ln w="9360">
            <a:solidFill>
              <a:srgbClr val="003399"/>
            </a:solidFill>
            <a:miter/>
          </a:ln>
        </p:spPr>
      </p:cxnSp>
      <p:cxnSp>
        <p:nvCxnSpPr>
          <p:cNvPr id="1303" name="AutoShape 14"/>
          <p:cNvCxnSpPr>
            <a:stCxn id="1293" idx="3"/>
            <a:endCxn id="1295" idx="1"/>
          </p:cNvCxnSpPr>
          <p:nvPr/>
        </p:nvCxnSpPr>
        <p:spPr>
          <a:xfrm>
            <a:off x="1846440" y="3739680"/>
            <a:ext cx="615960" cy="1197360"/>
          </a:xfrm>
          <a:prstGeom prst="bentConnector3">
            <a:avLst>
              <a:gd name="adj1" fmla="val 49766"/>
            </a:avLst>
          </a:prstGeom>
          <a:ln w="9360">
            <a:solidFill>
              <a:srgbClr val="003399"/>
            </a:solidFill>
            <a:miter/>
          </a:ln>
        </p:spPr>
      </p:cxnSp>
      <p:cxnSp>
        <p:nvCxnSpPr>
          <p:cNvPr id="1304" name="AutoShape 15"/>
          <p:cNvCxnSpPr>
            <a:stCxn id="1294" idx="3"/>
            <a:endCxn id="1296" idx="1"/>
          </p:cNvCxnSpPr>
          <p:nvPr/>
        </p:nvCxnSpPr>
        <p:spPr>
          <a:xfrm flipV="1">
            <a:off x="3857760" y="1875600"/>
            <a:ext cx="614880" cy="764280"/>
          </a:xfrm>
          <a:prstGeom prst="bentConnector3">
            <a:avLst>
              <a:gd name="adj1" fmla="val 49853"/>
            </a:avLst>
          </a:prstGeom>
          <a:ln w="9360">
            <a:solidFill>
              <a:srgbClr val="003399"/>
            </a:solidFill>
            <a:miter/>
          </a:ln>
        </p:spPr>
      </p:cxnSp>
      <p:cxnSp>
        <p:nvCxnSpPr>
          <p:cNvPr id="1305" name="AutoShape 16"/>
          <p:cNvCxnSpPr>
            <a:stCxn id="1294" idx="3"/>
            <a:endCxn id="1297" idx="1"/>
          </p:cNvCxnSpPr>
          <p:nvPr/>
        </p:nvCxnSpPr>
        <p:spPr>
          <a:xfrm>
            <a:off x="3857760" y="2639520"/>
            <a:ext cx="614880" cy="1080"/>
          </a:xfrm>
          <a:prstGeom prst="straightConnector1">
            <a:avLst/>
          </a:prstGeom>
          <a:ln w="9360">
            <a:solidFill>
              <a:srgbClr val="003399"/>
            </a:solidFill>
            <a:miter/>
          </a:ln>
        </p:spPr>
      </p:cxnSp>
      <p:cxnSp>
        <p:nvCxnSpPr>
          <p:cNvPr id="1306" name="AutoShape 17"/>
          <p:cNvCxnSpPr>
            <a:stCxn id="1294" idx="3"/>
            <a:endCxn id="1298" idx="1"/>
          </p:cNvCxnSpPr>
          <p:nvPr/>
        </p:nvCxnSpPr>
        <p:spPr>
          <a:xfrm>
            <a:off x="3857760" y="2639880"/>
            <a:ext cx="614880" cy="766080"/>
          </a:xfrm>
          <a:prstGeom prst="bentConnector3">
            <a:avLst>
              <a:gd name="adj1" fmla="val 49853"/>
            </a:avLst>
          </a:prstGeom>
          <a:ln w="9360">
            <a:solidFill>
              <a:srgbClr val="003399"/>
            </a:solidFill>
            <a:miter/>
          </a:ln>
        </p:spPr>
      </p:cxnSp>
      <p:cxnSp>
        <p:nvCxnSpPr>
          <p:cNvPr id="1307" name="AutoShape 18"/>
          <p:cNvCxnSpPr>
            <a:stCxn id="1295" idx="3"/>
            <a:endCxn id="1299" idx="1"/>
          </p:cNvCxnSpPr>
          <p:nvPr/>
        </p:nvCxnSpPr>
        <p:spPr>
          <a:xfrm flipV="1">
            <a:off x="3857760" y="4169880"/>
            <a:ext cx="614880" cy="767520"/>
          </a:xfrm>
          <a:prstGeom prst="bentConnector3">
            <a:avLst>
              <a:gd name="adj1" fmla="val 49853"/>
            </a:avLst>
          </a:prstGeom>
          <a:ln w="9360">
            <a:solidFill>
              <a:srgbClr val="003399"/>
            </a:solidFill>
            <a:miter/>
          </a:ln>
        </p:spPr>
      </p:cxnSp>
      <p:cxnSp>
        <p:nvCxnSpPr>
          <p:cNvPr id="1308" name="AutoShape 19"/>
          <p:cNvCxnSpPr>
            <a:stCxn id="1295" idx="3"/>
            <a:endCxn id="1300" idx="1"/>
          </p:cNvCxnSpPr>
          <p:nvPr/>
        </p:nvCxnSpPr>
        <p:spPr>
          <a:xfrm flipV="1">
            <a:off x="3857760" y="4935240"/>
            <a:ext cx="614880" cy="2160"/>
          </a:xfrm>
          <a:prstGeom prst="bentConnector3">
            <a:avLst>
              <a:gd name="adj1" fmla="val 49853"/>
            </a:avLst>
          </a:prstGeom>
          <a:ln w="9360">
            <a:solidFill>
              <a:srgbClr val="003399"/>
            </a:solidFill>
            <a:miter/>
          </a:ln>
        </p:spPr>
      </p:cxnSp>
      <p:cxnSp>
        <p:nvCxnSpPr>
          <p:cNvPr id="1309" name="AutoShape 20"/>
          <p:cNvCxnSpPr>
            <a:stCxn id="1295" idx="3"/>
            <a:endCxn id="1301" idx="1"/>
          </p:cNvCxnSpPr>
          <p:nvPr/>
        </p:nvCxnSpPr>
        <p:spPr>
          <a:xfrm>
            <a:off x="3857760" y="4936680"/>
            <a:ext cx="614880" cy="764280"/>
          </a:xfrm>
          <a:prstGeom prst="bentConnector3">
            <a:avLst>
              <a:gd name="adj1" fmla="val 49853"/>
            </a:avLst>
          </a:prstGeom>
          <a:ln w="9360">
            <a:solidFill>
              <a:srgbClr val="003399"/>
            </a:solidFill>
            <a:miter/>
          </a:ln>
        </p:spPr>
      </p:cxn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31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A437D0-9F31-4D9B-896A-7CD3FBD5EA2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31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Driver Trees - Expanded text</a:t>
            </a:r>
            <a:endParaRPr b="1" lang="en-US" sz="1600" spc="-1" strike="noStrike">
              <a:solidFill>
                <a:srgbClr val="000000"/>
              </a:solidFill>
              <a:latin typeface="Arial"/>
            </a:endParaRPr>
          </a:p>
        </p:txBody>
      </p:sp>
      <p:grpSp>
        <p:nvGrpSpPr>
          <p:cNvPr id="1313" name="Group 71"/>
          <p:cNvGrpSpPr/>
          <p:nvPr/>
        </p:nvGrpSpPr>
        <p:grpSpPr>
          <a:xfrm>
            <a:off x="831960" y="1515960"/>
            <a:ext cx="7396200" cy="4453200"/>
            <a:chOff x="831960" y="1515960"/>
            <a:chExt cx="7396200" cy="4453200"/>
          </a:xfrm>
        </p:grpSpPr>
        <p:grpSp>
          <p:nvGrpSpPr>
            <p:cNvPr id="1314" name="Group 3"/>
            <p:cNvGrpSpPr/>
            <p:nvPr/>
          </p:nvGrpSpPr>
          <p:grpSpPr>
            <a:xfrm>
              <a:off x="831960" y="1515960"/>
              <a:ext cx="7395840" cy="4452840"/>
              <a:chOff x="831960" y="1515960"/>
              <a:chExt cx="7395840" cy="4452840"/>
            </a:xfrm>
          </p:grpSpPr>
          <p:sp>
            <p:nvSpPr>
              <p:cNvPr id="1315" name="Rectangle 4"/>
              <p:cNvSpPr/>
              <p:nvPr/>
            </p:nvSpPr>
            <p:spPr>
              <a:xfrm>
                <a:off x="831960" y="2207160"/>
                <a:ext cx="4164120" cy="3231360"/>
              </a:xfrm>
              <a:prstGeom prst="rect">
                <a:avLst/>
              </a:prstGeom>
              <a:solidFill>
                <a:srgbClr val="ffffff"/>
              </a:solidFill>
              <a:ln w="12600">
                <a:solidFill>
                  <a:srgbClr val="000000"/>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16" name="Rectangle 5"/>
              <p:cNvSpPr/>
              <p:nvPr/>
            </p:nvSpPr>
            <p:spPr>
              <a:xfrm>
                <a:off x="893880" y="3688560"/>
                <a:ext cx="93204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17" name="Rectangle 6"/>
              <p:cNvSpPr/>
              <p:nvPr/>
            </p:nvSpPr>
            <p:spPr>
              <a:xfrm>
                <a:off x="1826280" y="4496400"/>
                <a:ext cx="93204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18" name="Rectangle 7"/>
              <p:cNvSpPr/>
              <p:nvPr/>
            </p:nvSpPr>
            <p:spPr>
              <a:xfrm>
                <a:off x="1826280" y="2880720"/>
                <a:ext cx="93204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19" name="Rectangle 8"/>
              <p:cNvSpPr/>
              <p:nvPr/>
            </p:nvSpPr>
            <p:spPr>
              <a:xfrm>
                <a:off x="2882880" y="2880720"/>
                <a:ext cx="93204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20" name="Rectangle 9"/>
              <p:cNvSpPr/>
              <p:nvPr/>
            </p:nvSpPr>
            <p:spPr>
              <a:xfrm>
                <a:off x="2882880" y="4496400"/>
                <a:ext cx="93204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21" name="Rectangle 10"/>
              <p:cNvSpPr/>
              <p:nvPr/>
            </p:nvSpPr>
            <p:spPr>
              <a:xfrm>
                <a:off x="4002840" y="3418920"/>
                <a:ext cx="93096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22" name="Rectangle 11"/>
              <p:cNvSpPr/>
              <p:nvPr/>
            </p:nvSpPr>
            <p:spPr>
              <a:xfrm>
                <a:off x="4002840" y="2880720"/>
                <a:ext cx="93096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23" name="Rectangle 12"/>
              <p:cNvSpPr/>
              <p:nvPr/>
            </p:nvSpPr>
            <p:spPr>
              <a:xfrm>
                <a:off x="4002840" y="2342160"/>
                <a:ext cx="93096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24" name="Rectangle 13"/>
              <p:cNvSpPr/>
              <p:nvPr/>
            </p:nvSpPr>
            <p:spPr>
              <a:xfrm>
                <a:off x="4002840" y="4950720"/>
                <a:ext cx="93096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25" name="Rectangle 14"/>
              <p:cNvSpPr/>
              <p:nvPr/>
            </p:nvSpPr>
            <p:spPr>
              <a:xfrm>
                <a:off x="4002840" y="4040640"/>
                <a:ext cx="930960" cy="401040"/>
              </a:xfrm>
              <a:prstGeom prst="rect">
                <a:avLst/>
              </a:prstGeom>
              <a:solidFill>
                <a:srgbClr val="ffffff"/>
              </a:solidFill>
              <a:ln w="0">
                <a:noFill/>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cxnSp>
            <p:nvCxnSpPr>
              <p:cNvPr id="1326" name="AutoShape 15"/>
              <p:cNvCxnSpPr>
                <a:stCxn id="1318" idx="1"/>
                <a:endCxn id="1316" idx="0"/>
              </p:cNvCxnSpPr>
              <p:nvPr/>
            </p:nvCxnSpPr>
            <p:spPr>
              <a:xfrm flipV="1" rot="10800000">
                <a:off x="1359360" y="3080880"/>
                <a:ext cx="466920" cy="607680"/>
              </a:xfrm>
              <a:prstGeom prst="bentConnector2">
                <a:avLst/>
              </a:prstGeom>
              <a:ln w="12600">
                <a:solidFill>
                  <a:srgbClr val="000000"/>
                </a:solidFill>
                <a:miter/>
                <a:tailEnd len="med" type="triangle" w="med"/>
              </a:ln>
            </p:spPr>
          </p:cxnSp>
          <p:cxnSp>
            <p:nvCxnSpPr>
              <p:cNvPr id="1327" name="AutoShape 16"/>
              <p:cNvCxnSpPr>
                <a:stCxn id="1317" idx="1"/>
                <a:endCxn id="1316" idx="2"/>
              </p:cNvCxnSpPr>
              <p:nvPr/>
            </p:nvCxnSpPr>
            <p:spPr>
              <a:xfrm rot="10800000">
                <a:off x="1359360" y="4088880"/>
                <a:ext cx="466920" cy="608040"/>
              </a:xfrm>
              <a:prstGeom prst="bentConnector2">
                <a:avLst/>
              </a:prstGeom>
              <a:ln w="12600">
                <a:solidFill>
                  <a:srgbClr val="000000"/>
                </a:solidFill>
                <a:miter/>
                <a:tailEnd len="med" type="triangle" w="med"/>
              </a:ln>
            </p:spPr>
          </p:cxnSp>
          <p:cxnSp>
            <p:nvCxnSpPr>
              <p:cNvPr id="1328" name="AutoShape 17"/>
              <p:cNvCxnSpPr>
                <a:stCxn id="1323" idx="1"/>
                <a:endCxn id="1319" idx="0"/>
              </p:cNvCxnSpPr>
              <p:nvPr/>
            </p:nvCxnSpPr>
            <p:spPr>
              <a:xfrm flipV="1" rot="10800000">
                <a:off x="3348360" y="2541240"/>
                <a:ext cx="654120" cy="338760"/>
              </a:xfrm>
              <a:prstGeom prst="bentConnector2">
                <a:avLst/>
              </a:prstGeom>
              <a:ln w="12600">
                <a:solidFill>
                  <a:srgbClr val="000000"/>
                </a:solidFill>
                <a:miter/>
                <a:tailEnd len="med" type="triangle" w="med"/>
              </a:ln>
            </p:spPr>
          </p:cxnSp>
          <p:cxnSp>
            <p:nvCxnSpPr>
              <p:cNvPr id="1329" name="AutoShape 18"/>
              <p:cNvCxnSpPr>
                <a:stCxn id="1321" idx="1"/>
                <a:endCxn id="1319" idx="2"/>
              </p:cNvCxnSpPr>
              <p:nvPr/>
            </p:nvCxnSpPr>
            <p:spPr>
              <a:xfrm rot="10800000">
                <a:off x="3348360" y="3281040"/>
                <a:ext cx="654120" cy="338760"/>
              </a:xfrm>
              <a:prstGeom prst="bentConnector2">
                <a:avLst/>
              </a:prstGeom>
              <a:ln w="12600">
                <a:solidFill>
                  <a:srgbClr val="000000"/>
                </a:solidFill>
                <a:miter/>
                <a:tailEnd len="med" type="triangle" w="med"/>
              </a:ln>
            </p:spPr>
          </p:cxnSp>
          <p:cxnSp>
            <p:nvCxnSpPr>
              <p:cNvPr id="1330" name="AutoShape 19"/>
              <p:cNvCxnSpPr>
                <a:stCxn id="1325" idx="1"/>
                <a:endCxn id="1320" idx="0"/>
              </p:cNvCxnSpPr>
              <p:nvPr/>
            </p:nvCxnSpPr>
            <p:spPr>
              <a:xfrm flipV="1" rot="10800000">
                <a:off x="3348360" y="4239720"/>
                <a:ext cx="654120" cy="255960"/>
              </a:xfrm>
              <a:prstGeom prst="bentConnector2">
                <a:avLst/>
              </a:prstGeom>
              <a:ln w="12600">
                <a:solidFill>
                  <a:srgbClr val="000000"/>
                </a:solidFill>
                <a:miter/>
                <a:tailEnd len="med" type="triangle" w="med"/>
              </a:ln>
            </p:spPr>
          </p:cxnSp>
          <p:cxnSp>
            <p:nvCxnSpPr>
              <p:cNvPr id="1331" name="AutoShape 20"/>
              <p:cNvCxnSpPr>
                <a:stCxn id="1324" idx="1"/>
                <a:endCxn id="1320" idx="2"/>
              </p:cNvCxnSpPr>
              <p:nvPr/>
            </p:nvCxnSpPr>
            <p:spPr>
              <a:xfrm rot="10800000">
                <a:off x="3348360" y="4896720"/>
                <a:ext cx="654120" cy="254520"/>
              </a:xfrm>
              <a:prstGeom prst="bentConnector2">
                <a:avLst/>
              </a:prstGeom>
              <a:ln w="12600">
                <a:solidFill>
                  <a:srgbClr val="000000"/>
                </a:solidFill>
                <a:miter/>
                <a:tailEnd len="med" type="triangle" w="med"/>
              </a:ln>
            </p:spPr>
          </p:cxnSp>
          <p:cxnSp>
            <p:nvCxnSpPr>
              <p:cNvPr id="1332" name="AutoShape 21"/>
              <p:cNvCxnSpPr>
                <a:stCxn id="1322" idx="1"/>
                <a:endCxn id="1319" idx="3"/>
              </p:cNvCxnSpPr>
              <p:nvPr/>
            </p:nvCxnSpPr>
            <p:spPr>
              <a:xfrm flipH="1">
                <a:off x="3814560" y="3080880"/>
                <a:ext cx="188280" cy="1080"/>
              </a:xfrm>
              <a:prstGeom prst="straightConnector1">
                <a:avLst/>
              </a:prstGeom>
              <a:ln w="12600">
                <a:solidFill>
                  <a:srgbClr val="000000"/>
                </a:solidFill>
                <a:miter/>
                <a:tailEnd len="med" type="triangle" w="med"/>
              </a:ln>
            </p:spPr>
          </p:cxnSp>
          <p:cxnSp>
            <p:nvCxnSpPr>
              <p:cNvPr id="1333" name="AutoShape 22"/>
              <p:cNvCxnSpPr>
                <a:stCxn id="1319" idx="1"/>
                <a:endCxn id="1318" idx="3"/>
              </p:cNvCxnSpPr>
              <p:nvPr/>
            </p:nvCxnSpPr>
            <p:spPr>
              <a:xfrm flipH="1">
                <a:off x="2757960" y="3080880"/>
                <a:ext cx="124920" cy="1080"/>
              </a:xfrm>
              <a:prstGeom prst="straightConnector1">
                <a:avLst/>
              </a:prstGeom>
              <a:ln w="12600">
                <a:solidFill>
                  <a:srgbClr val="000000"/>
                </a:solidFill>
                <a:miter/>
                <a:tailEnd len="med" type="triangle" w="med"/>
              </a:ln>
            </p:spPr>
          </p:cxnSp>
          <p:cxnSp>
            <p:nvCxnSpPr>
              <p:cNvPr id="1334" name="AutoShape 23"/>
              <p:cNvCxnSpPr>
                <a:stCxn id="1320" idx="1"/>
                <a:endCxn id="1317" idx="3"/>
              </p:cNvCxnSpPr>
              <p:nvPr/>
            </p:nvCxnSpPr>
            <p:spPr>
              <a:xfrm flipH="1">
                <a:off x="2757960" y="4696560"/>
                <a:ext cx="124920" cy="1080"/>
              </a:xfrm>
              <a:prstGeom prst="straightConnector1">
                <a:avLst/>
              </a:prstGeom>
              <a:ln w="12600">
                <a:solidFill>
                  <a:srgbClr val="000000"/>
                </a:solidFill>
                <a:miter/>
                <a:tailEnd len="med" type="triangle" w="med"/>
              </a:ln>
            </p:spPr>
          </p:cxnSp>
          <p:sp>
            <p:nvSpPr>
              <p:cNvPr id="1335" name="AutoShape 24"/>
              <p:cNvSpPr/>
              <p:nvPr/>
            </p:nvSpPr>
            <p:spPr>
              <a:xfrm>
                <a:off x="843480" y="1515960"/>
                <a:ext cx="7384320" cy="367560"/>
              </a:xfrm>
              <a:custGeom>
                <a:avLst/>
                <a:gdLst>
                  <a:gd name="textAreaLeft" fmla="*/ 0 w 7384320"/>
                  <a:gd name="textAreaRight" fmla="*/ 7384680 w 7384320"/>
                  <a:gd name="textAreaTop" fmla="*/ 0 h 367560"/>
                  <a:gd name="textAreaBottom" fmla="*/ 367920 h 367560"/>
                </a:gdLst>
                <a:ahLst/>
                <a:rect l="textAreaLeft" t="textAreaTop" r="textAreaRight" b="textAreaBottom"/>
                <a:pathLst>
                  <a:path w="21600" h="21600">
                    <a:moveTo>
                      <a:pt x="0" y="0"/>
                    </a:moveTo>
                    <a:lnTo>
                      <a:pt x="21016" y="0"/>
                    </a:lnTo>
                    <a:lnTo>
                      <a:pt x="21600" y="10800"/>
                    </a:lnTo>
                    <a:lnTo>
                      <a:pt x="21016" y="21600"/>
                    </a:lnTo>
                    <a:lnTo>
                      <a:pt x="0" y="21600"/>
                    </a:lnTo>
                    <a:close/>
                  </a:path>
                </a:pathLst>
              </a:cu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1336" name="AutoShape 25"/>
              <p:cNvSpPr/>
              <p:nvPr/>
            </p:nvSpPr>
            <p:spPr>
              <a:xfrm flipH="1">
                <a:off x="834480" y="5601600"/>
                <a:ext cx="7384320" cy="367200"/>
              </a:xfrm>
              <a:custGeom>
                <a:avLst/>
                <a:gdLst>
                  <a:gd name="textAreaLeft" fmla="*/ 360 w 7384320"/>
                  <a:gd name="textAreaRight" fmla="*/ 7385040 w 7384320"/>
                  <a:gd name="textAreaTop" fmla="*/ 0 h 367200"/>
                  <a:gd name="textAreaBottom" fmla="*/ 367200 h 367200"/>
                </a:gdLst>
                <a:ahLst/>
                <a:rect l="textAreaLeft" t="textAreaTop" r="textAreaRight" b="textAreaBottom"/>
                <a:pathLst>
                  <a:path w="21600" h="21600">
                    <a:moveTo>
                      <a:pt x="0" y="0"/>
                    </a:moveTo>
                    <a:lnTo>
                      <a:pt x="21016" y="0"/>
                    </a:lnTo>
                    <a:lnTo>
                      <a:pt x="21600" y="10800"/>
                    </a:lnTo>
                    <a:lnTo>
                      <a:pt x="21016" y="21600"/>
                    </a:lnTo>
                    <a:lnTo>
                      <a:pt x="0" y="21600"/>
                    </a:lnTo>
                    <a:close/>
                  </a:path>
                </a:pathLst>
              </a:cu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1337" name="Text Box 26"/>
              <p:cNvSpPr/>
              <p:nvPr/>
            </p:nvSpPr>
            <p:spPr>
              <a:xfrm>
                <a:off x="2695680" y="197604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1338" name="Rectangle 27"/>
              <p:cNvSpPr/>
              <p:nvPr/>
            </p:nvSpPr>
            <p:spPr>
              <a:xfrm>
                <a:off x="5085360" y="2207160"/>
                <a:ext cx="1526400" cy="3231360"/>
              </a:xfrm>
              <a:prstGeom prst="rect">
                <a:avLst/>
              </a:prstGeom>
              <a:solidFill>
                <a:srgbClr val="ffffff"/>
              </a:solidFill>
              <a:ln w="12600">
                <a:solidFill>
                  <a:srgbClr val="000000"/>
                </a:solidFill>
                <a:prstDash val="dash"/>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39" name="Rectangle 28"/>
              <p:cNvSpPr/>
              <p:nvPr/>
            </p:nvSpPr>
            <p:spPr>
              <a:xfrm>
                <a:off x="6701400" y="2207160"/>
                <a:ext cx="1526400" cy="3231360"/>
              </a:xfrm>
              <a:prstGeom prst="rect">
                <a:avLst/>
              </a:prstGeom>
              <a:solidFill>
                <a:srgbClr val="ffffff"/>
              </a:solidFill>
              <a:ln w="12600">
                <a:solidFill>
                  <a:srgbClr val="000000"/>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40" name="Text Box 29"/>
              <p:cNvSpPr/>
              <p:nvPr/>
            </p:nvSpPr>
            <p:spPr>
              <a:xfrm>
                <a:off x="7270200" y="1941120"/>
                <a:ext cx="427680" cy="3074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400" spc="-1" strike="noStrike">
                    <a:solidFill>
                      <a:srgbClr val="000000"/>
                    </a:solidFill>
                    <a:latin typeface="Arial"/>
                  </a:rPr>
                  <a:t>.....</a:t>
                </a:r>
                <a:endParaRPr b="1" lang="en-US" sz="1400" spc="-1" strike="noStrike">
                  <a:solidFill>
                    <a:srgbClr val="000000"/>
                  </a:solidFill>
                  <a:latin typeface="Arial"/>
                </a:endParaRPr>
              </a:p>
            </p:txBody>
          </p:sp>
          <p:sp>
            <p:nvSpPr>
              <p:cNvPr id="1341" name="Text Box 30"/>
              <p:cNvSpPr/>
              <p:nvPr/>
            </p:nvSpPr>
            <p:spPr>
              <a:xfrm>
                <a:off x="5666400" y="1941120"/>
                <a:ext cx="427680" cy="30744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400" spc="-1" strike="noStrike">
                    <a:solidFill>
                      <a:srgbClr val="000000"/>
                    </a:solidFill>
                    <a:latin typeface="Arial"/>
                  </a:rPr>
                  <a:t>.....</a:t>
                </a:r>
                <a:endParaRPr b="1" lang="en-US" sz="1400" spc="-1" strike="noStrike">
                  <a:solidFill>
                    <a:srgbClr val="000000"/>
                  </a:solidFill>
                  <a:latin typeface="Arial"/>
                </a:endParaRPr>
              </a:p>
            </p:txBody>
          </p:sp>
          <p:sp>
            <p:nvSpPr>
              <p:cNvPr id="1342" name="Line 31"/>
              <p:cNvSpPr/>
              <p:nvPr/>
            </p:nvSpPr>
            <p:spPr>
              <a:xfrm>
                <a:off x="5085360" y="3823200"/>
                <a:ext cx="1526400" cy="0"/>
              </a:xfrm>
              <a:prstGeom prst="line">
                <a:avLst/>
              </a:prstGeom>
              <a:ln w="12600">
                <a:solidFill>
                  <a:srgbClr val="000000"/>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43" name="Line 32"/>
              <p:cNvSpPr/>
              <p:nvPr/>
            </p:nvSpPr>
            <p:spPr>
              <a:xfrm>
                <a:off x="6701400" y="3823200"/>
                <a:ext cx="1526400" cy="0"/>
              </a:xfrm>
              <a:prstGeom prst="line">
                <a:avLst/>
              </a:prstGeom>
              <a:ln w="12600">
                <a:solidFill>
                  <a:srgbClr val="000000"/>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44" name="Text Box 33"/>
              <p:cNvSpPr/>
              <p:nvPr/>
            </p:nvSpPr>
            <p:spPr>
              <a:xfrm>
                <a:off x="5121000" y="2198880"/>
                <a:ext cx="529560" cy="5058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300" spc="-1" strike="noStrike">
                    <a:solidFill>
                      <a:srgbClr val="000000"/>
                    </a:solidFill>
                    <a:latin typeface="Arial"/>
                  </a:rPr>
                  <a:t> </a:t>
                </a:r>
                <a:r>
                  <a:rPr b="0" lang="de-DE" sz="1400" spc="-1" strike="noStrike">
                    <a:solidFill>
                      <a:srgbClr val="000000"/>
                    </a:solidFill>
                    <a:latin typeface="Arial"/>
                  </a:rPr>
                  <a:t>.....</a:t>
                </a:r>
                <a:endParaRPr b="1" lang="en-US" sz="1400" spc="-1" strike="noStrike">
                  <a:solidFill>
                    <a:srgbClr val="000000"/>
                  </a:solidFill>
                  <a:latin typeface="Arial"/>
                </a:endParaRPr>
              </a:p>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300" spc="-1" strike="noStrike">
                    <a:solidFill>
                      <a:srgbClr val="000000"/>
                    </a:solidFill>
                    <a:latin typeface="Arial"/>
                  </a:rPr>
                  <a:t> </a:t>
                </a:r>
                <a:r>
                  <a:rPr b="0" lang="de-DE" sz="1300" spc="-1" strike="noStrike">
                    <a:solidFill>
                      <a:srgbClr val="000000"/>
                    </a:solidFill>
                    <a:latin typeface="Arial"/>
                  </a:rPr>
                  <a:t>...</a:t>
                </a:r>
                <a:endParaRPr b="1" lang="en-US" sz="1300" spc="-1" strike="noStrike">
                  <a:solidFill>
                    <a:srgbClr val="000000"/>
                  </a:solidFill>
                  <a:latin typeface="Arial"/>
                </a:endParaRPr>
              </a:p>
            </p:txBody>
          </p:sp>
          <p:sp>
            <p:nvSpPr>
              <p:cNvPr id="1345" name="Text Box 34"/>
              <p:cNvSpPr/>
              <p:nvPr/>
            </p:nvSpPr>
            <p:spPr>
              <a:xfrm>
                <a:off x="5120640" y="3813120"/>
                <a:ext cx="4276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46" name="Text Box 35"/>
              <p:cNvSpPr/>
              <p:nvPr/>
            </p:nvSpPr>
            <p:spPr>
              <a:xfrm>
                <a:off x="6737400" y="2198880"/>
                <a:ext cx="52956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300" spc="-1" strike="noStrike">
                    <a:solidFill>
                      <a:srgbClr val="000000"/>
                    </a:solidFill>
                    <a:latin typeface="Arial"/>
                  </a:rPr>
                  <a:t> </a:t>
                </a: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47" name="Text Box 36"/>
              <p:cNvSpPr/>
              <p:nvPr/>
            </p:nvSpPr>
            <p:spPr>
              <a:xfrm>
                <a:off x="6735600" y="3813120"/>
                <a:ext cx="427680" cy="3074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grpSp>
        <p:sp>
          <p:nvSpPr>
            <p:cNvPr id="1348" name="Rectangle 38"/>
            <p:cNvSpPr/>
            <p:nvPr/>
          </p:nvSpPr>
          <p:spPr>
            <a:xfrm>
              <a:off x="831960" y="2208240"/>
              <a:ext cx="4163760" cy="323064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49" name="Rectangle 39"/>
            <p:cNvSpPr/>
            <p:nvPr/>
          </p:nvSpPr>
          <p:spPr>
            <a:xfrm>
              <a:off x="893880" y="3687840"/>
              <a:ext cx="931680" cy="40140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0" name="Rectangle 40"/>
            <p:cNvSpPr/>
            <p:nvPr/>
          </p:nvSpPr>
          <p:spPr>
            <a:xfrm>
              <a:off x="1825560" y="4495680"/>
              <a:ext cx="933480" cy="4017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1" name="Rectangle 41"/>
            <p:cNvSpPr/>
            <p:nvPr/>
          </p:nvSpPr>
          <p:spPr>
            <a:xfrm>
              <a:off x="1825560" y="2881440"/>
              <a:ext cx="93348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2" name="Rectangle 42"/>
            <p:cNvSpPr/>
            <p:nvPr/>
          </p:nvSpPr>
          <p:spPr>
            <a:xfrm>
              <a:off x="2882880" y="2881440"/>
              <a:ext cx="93204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3" name="Rectangle 43"/>
            <p:cNvSpPr/>
            <p:nvPr/>
          </p:nvSpPr>
          <p:spPr>
            <a:xfrm>
              <a:off x="2882880" y="4495680"/>
              <a:ext cx="932040" cy="4017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4" name="Rectangle 44"/>
            <p:cNvSpPr/>
            <p:nvPr/>
          </p:nvSpPr>
          <p:spPr>
            <a:xfrm>
              <a:off x="4003560" y="3419640"/>
              <a:ext cx="930240" cy="40140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5" name="Rectangle 45"/>
            <p:cNvSpPr/>
            <p:nvPr/>
          </p:nvSpPr>
          <p:spPr>
            <a:xfrm>
              <a:off x="4003560" y="2881440"/>
              <a:ext cx="93024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6" name="Rectangle 46"/>
            <p:cNvSpPr/>
            <p:nvPr/>
          </p:nvSpPr>
          <p:spPr>
            <a:xfrm>
              <a:off x="4003560" y="2341440"/>
              <a:ext cx="930240" cy="4017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7" name="Rectangle 47"/>
            <p:cNvSpPr/>
            <p:nvPr/>
          </p:nvSpPr>
          <p:spPr>
            <a:xfrm>
              <a:off x="4003560" y="4951440"/>
              <a:ext cx="930240" cy="39996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sp>
          <p:nvSpPr>
            <p:cNvPr id="1358" name="Rectangle 48"/>
            <p:cNvSpPr/>
            <p:nvPr/>
          </p:nvSpPr>
          <p:spPr>
            <a:xfrm>
              <a:off x="4003560" y="4040280"/>
              <a:ext cx="930240" cy="401400"/>
            </a:xfrm>
            <a:prstGeom prst="rect">
              <a:avLst/>
            </a:prstGeom>
            <a:solidFill>
              <a:srgbClr val="ffffff"/>
            </a:solidFill>
            <a:ln w="648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400" spc="-1" strike="noStrike">
                  <a:solidFill>
                    <a:srgbClr val="000000"/>
                  </a:solidFill>
                  <a:latin typeface="Arial"/>
                </a:rPr>
                <a:t>.....</a:t>
              </a:r>
              <a:endParaRPr b="1" lang="en-US" sz="1400" spc="-1" strike="noStrike">
                <a:solidFill>
                  <a:srgbClr val="000000"/>
                </a:solidFill>
                <a:latin typeface="Arial"/>
              </a:endParaRPr>
            </a:p>
          </p:txBody>
        </p:sp>
        <p:cxnSp>
          <p:nvCxnSpPr>
            <p:cNvPr id="1359" name="AutoShape 49"/>
            <p:cNvCxnSpPr>
              <a:stCxn id="1351" idx="1"/>
              <a:endCxn id="1349" idx="0"/>
            </p:cNvCxnSpPr>
            <p:nvPr/>
          </p:nvCxnSpPr>
          <p:spPr>
            <a:xfrm flipV="1" rot="10800000">
              <a:off x="1359720" y="3080160"/>
              <a:ext cx="465840" cy="607320"/>
            </a:xfrm>
            <a:prstGeom prst="bentConnector2">
              <a:avLst/>
            </a:prstGeom>
            <a:ln w="12600">
              <a:solidFill>
                <a:srgbClr val="003399"/>
              </a:solidFill>
              <a:miter/>
              <a:tailEnd len="med" type="triangle" w="med"/>
            </a:ln>
          </p:spPr>
        </p:cxnSp>
        <p:cxnSp>
          <p:nvCxnSpPr>
            <p:cNvPr id="1360" name="AutoShape 50"/>
            <p:cNvCxnSpPr>
              <a:stCxn id="1350" idx="1"/>
              <a:endCxn id="1349" idx="2"/>
            </p:cNvCxnSpPr>
            <p:nvPr/>
          </p:nvCxnSpPr>
          <p:spPr>
            <a:xfrm rot="10800000">
              <a:off x="1359720" y="4088520"/>
              <a:ext cx="465840" cy="608760"/>
            </a:xfrm>
            <a:prstGeom prst="bentConnector2">
              <a:avLst/>
            </a:prstGeom>
            <a:ln w="12600">
              <a:solidFill>
                <a:srgbClr val="003399"/>
              </a:solidFill>
              <a:miter/>
              <a:tailEnd len="med" type="triangle" w="med"/>
            </a:ln>
          </p:spPr>
        </p:cxnSp>
        <p:cxnSp>
          <p:nvCxnSpPr>
            <p:cNvPr id="1361" name="AutoShape 51"/>
            <p:cNvCxnSpPr>
              <a:stCxn id="1356" idx="1"/>
              <a:endCxn id="1352" idx="0"/>
            </p:cNvCxnSpPr>
            <p:nvPr/>
          </p:nvCxnSpPr>
          <p:spPr>
            <a:xfrm flipV="1" rot="10800000">
              <a:off x="3349080" y="2542680"/>
              <a:ext cx="654480" cy="339120"/>
            </a:xfrm>
            <a:prstGeom prst="bentConnector2">
              <a:avLst/>
            </a:prstGeom>
            <a:ln w="12600">
              <a:solidFill>
                <a:srgbClr val="003399"/>
              </a:solidFill>
              <a:miter/>
              <a:tailEnd len="med" type="triangle" w="med"/>
            </a:ln>
          </p:spPr>
        </p:cxnSp>
        <p:cxnSp>
          <p:nvCxnSpPr>
            <p:cNvPr id="1362" name="AutoShape 52"/>
            <p:cNvCxnSpPr>
              <a:stCxn id="1354" idx="1"/>
              <a:endCxn id="1352" idx="2"/>
            </p:cNvCxnSpPr>
            <p:nvPr/>
          </p:nvCxnSpPr>
          <p:spPr>
            <a:xfrm rot="10800000">
              <a:off x="3349080" y="3280680"/>
              <a:ext cx="654480" cy="338760"/>
            </a:xfrm>
            <a:prstGeom prst="bentConnector2">
              <a:avLst/>
            </a:prstGeom>
            <a:ln w="12600">
              <a:solidFill>
                <a:srgbClr val="003399"/>
              </a:solidFill>
              <a:miter/>
              <a:tailEnd len="med" type="triangle" w="med"/>
            </a:ln>
          </p:spPr>
        </p:cxnSp>
        <p:cxnSp>
          <p:nvCxnSpPr>
            <p:cNvPr id="1363" name="AutoShape 53"/>
            <p:cNvCxnSpPr>
              <a:stCxn id="1358" idx="1"/>
              <a:endCxn id="1353" idx="0"/>
            </p:cNvCxnSpPr>
            <p:nvPr/>
          </p:nvCxnSpPr>
          <p:spPr>
            <a:xfrm flipV="1" rot="10800000">
              <a:off x="3349080" y="4240800"/>
              <a:ext cx="654480" cy="254520"/>
            </a:xfrm>
            <a:prstGeom prst="bentConnector2">
              <a:avLst/>
            </a:prstGeom>
            <a:ln w="12600">
              <a:solidFill>
                <a:srgbClr val="003399"/>
              </a:solidFill>
              <a:miter/>
              <a:tailEnd len="med" type="triangle" w="med"/>
            </a:ln>
          </p:spPr>
        </p:cxnSp>
        <p:cxnSp>
          <p:nvCxnSpPr>
            <p:cNvPr id="1364" name="AutoShape 54"/>
            <p:cNvCxnSpPr>
              <a:stCxn id="1357" idx="1"/>
              <a:endCxn id="1353" idx="2"/>
            </p:cNvCxnSpPr>
            <p:nvPr/>
          </p:nvCxnSpPr>
          <p:spPr>
            <a:xfrm rot="10800000">
              <a:off x="3349080" y="4896720"/>
              <a:ext cx="654480" cy="254880"/>
            </a:xfrm>
            <a:prstGeom prst="bentConnector2">
              <a:avLst/>
            </a:prstGeom>
            <a:ln w="12600">
              <a:solidFill>
                <a:srgbClr val="003399"/>
              </a:solidFill>
              <a:miter/>
              <a:tailEnd len="med" type="triangle" w="med"/>
            </a:ln>
          </p:spPr>
        </p:cxnSp>
        <p:cxnSp>
          <p:nvCxnSpPr>
            <p:cNvPr id="1365" name="AutoShape 55"/>
            <p:cNvCxnSpPr>
              <a:stCxn id="1355" idx="1"/>
              <a:endCxn id="1352" idx="3"/>
            </p:cNvCxnSpPr>
            <p:nvPr/>
          </p:nvCxnSpPr>
          <p:spPr>
            <a:xfrm flipH="1">
              <a:off x="3814560" y="3080880"/>
              <a:ext cx="189360" cy="1080"/>
            </a:xfrm>
            <a:prstGeom prst="straightConnector1">
              <a:avLst/>
            </a:prstGeom>
            <a:ln w="12600">
              <a:solidFill>
                <a:srgbClr val="003399"/>
              </a:solidFill>
              <a:miter/>
              <a:tailEnd len="med" type="triangle" w="med"/>
            </a:ln>
          </p:spPr>
        </p:cxnSp>
        <p:cxnSp>
          <p:nvCxnSpPr>
            <p:cNvPr id="1366" name="AutoShape 56"/>
            <p:cNvCxnSpPr>
              <a:stCxn id="1352" idx="1"/>
              <a:endCxn id="1351" idx="3"/>
            </p:cNvCxnSpPr>
            <p:nvPr/>
          </p:nvCxnSpPr>
          <p:spPr>
            <a:xfrm flipH="1">
              <a:off x="2758680" y="3080880"/>
              <a:ext cx="124560" cy="1080"/>
            </a:xfrm>
            <a:prstGeom prst="straightConnector1">
              <a:avLst/>
            </a:prstGeom>
            <a:ln w="12600">
              <a:solidFill>
                <a:srgbClr val="003399"/>
              </a:solidFill>
              <a:miter/>
              <a:tailEnd len="med" type="triangle" w="med"/>
            </a:ln>
          </p:spPr>
        </p:cxnSp>
        <p:cxnSp>
          <p:nvCxnSpPr>
            <p:cNvPr id="1367" name="AutoShape 57"/>
            <p:cNvCxnSpPr>
              <a:stCxn id="1353" idx="1"/>
              <a:endCxn id="1350" idx="3"/>
            </p:cNvCxnSpPr>
            <p:nvPr/>
          </p:nvCxnSpPr>
          <p:spPr>
            <a:xfrm flipH="1">
              <a:off x="2758680" y="4696920"/>
              <a:ext cx="124560" cy="1080"/>
            </a:xfrm>
            <a:prstGeom prst="straightConnector1">
              <a:avLst/>
            </a:prstGeom>
            <a:ln w="12600">
              <a:solidFill>
                <a:srgbClr val="003399"/>
              </a:solidFill>
              <a:miter/>
              <a:tailEnd len="med" type="triangle" w="med"/>
            </a:ln>
          </p:spPr>
        </p:cxnSp>
        <p:sp>
          <p:nvSpPr>
            <p:cNvPr id="1368" name="AutoShape 58"/>
            <p:cNvSpPr/>
            <p:nvPr/>
          </p:nvSpPr>
          <p:spPr>
            <a:xfrm>
              <a:off x="843120" y="1515960"/>
              <a:ext cx="7385040" cy="366840"/>
            </a:xfrm>
            <a:custGeom>
              <a:avLst/>
              <a:gdLst>
                <a:gd name="textAreaLeft" fmla="*/ 0 w 7385040"/>
                <a:gd name="textAreaRight" fmla="*/ 7385400 w 7385040"/>
                <a:gd name="textAreaTop" fmla="*/ 0 h 366840"/>
                <a:gd name="textAreaBottom" fmla="*/ 367200 h 366840"/>
              </a:gdLst>
              <a:ahLst/>
              <a:rect l="textAreaLeft" t="textAreaTop" r="textAreaRight" b="textAreaBottom"/>
              <a:pathLst>
                <a:path w="21600" h="21600">
                  <a:moveTo>
                    <a:pt x="0" y="0"/>
                  </a:moveTo>
                  <a:lnTo>
                    <a:pt x="21016" y="0"/>
                  </a:lnTo>
                  <a:lnTo>
                    <a:pt x="21600" y="10800"/>
                  </a:lnTo>
                  <a:lnTo>
                    <a:pt x="21016"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1369" name="AutoShape 59"/>
            <p:cNvSpPr/>
            <p:nvPr/>
          </p:nvSpPr>
          <p:spPr>
            <a:xfrm flipH="1">
              <a:off x="834480" y="5602320"/>
              <a:ext cx="7383240" cy="366840"/>
            </a:xfrm>
            <a:custGeom>
              <a:avLst/>
              <a:gdLst>
                <a:gd name="textAreaLeft" fmla="*/ -360 w 7383240"/>
                <a:gd name="textAreaRight" fmla="*/ 7383240 w 7383240"/>
                <a:gd name="textAreaTop" fmla="*/ 0 h 366840"/>
                <a:gd name="textAreaBottom" fmla="*/ 367200 h 366840"/>
              </a:gdLst>
              <a:ahLst/>
              <a:rect l="textAreaLeft" t="textAreaTop" r="textAreaRight" b="textAreaBottom"/>
              <a:pathLst>
                <a:path w="21600" h="21600">
                  <a:moveTo>
                    <a:pt x="0" y="0"/>
                  </a:moveTo>
                  <a:lnTo>
                    <a:pt x="21016" y="0"/>
                  </a:lnTo>
                  <a:lnTo>
                    <a:pt x="21600" y="10800"/>
                  </a:lnTo>
                  <a:lnTo>
                    <a:pt x="21016" y="21600"/>
                  </a:lnTo>
                  <a:lnTo>
                    <a:pt x="0" y="21600"/>
                  </a:lnTo>
                  <a:close/>
                </a:path>
              </a:pathLst>
            </a:cu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1370" name="Text Box 60"/>
            <p:cNvSpPr/>
            <p:nvPr/>
          </p:nvSpPr>
          <p:spPr>
            <a:xfrm>
              <a:off x="2695680" y="197640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1371" name="Rectangle 61"/>
            <p:cNvSpPr/>
            <p:nvPr/>
          </p:nvSpPr>
          <p:spPr>
            <a:xfrm>
              <a:off x="5084640" y="2208240"/>
              <a:ext cx="1527120" cy="323064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72" name="Rectangle 62"/>
            <p:cNvSpPr/>
            <p:nvPr/>
          </p:nvSpPr>
          <p:spPr>
            <a:xfrm>
              <a:off x="6700680" y="2208240"/>
              <a:ext cx="1527480" cy="323064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73" name="Line 65"/>
            <p:cNvSpPr/>
            <p:nvPr/>
          </p:nvSpPr>
          <p:spPr>
            <a:xfrm>
              <a:off x="5084640" y="3822840"/>
              <a:ext cx="152712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74" name="Line 66"/>
            <p:cNvSpPr/>
            <p:nvPr/>
          </p:nvSpPr>
          <p:spPr>
            <a:xfrm>
              <a:off x="6700680" y="3822840"/>
              <a:ext cx="152748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75" name="Text Box 67"/>
            <p:cNvSpPr/>
            <p:nvPr/>
          </p:nvSpPr>
          <p:spPr>
            <a:xfrm>
              <a:off x="5121000" y="2246400"/>
              <a:ext cx="434880" cy="3992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 </a:t>
              </a:r>
              <a:r>
                <a:rPr b="0" lang="de-DE" sz="1000" spc="-1" strike="noStrike">
                  <a:solidFill>
                    <a:srgbClr val="000000"/>
                  </a:solidFill>
                  <a:latin typeface="Arial"/>
                </a:rPr>
                <a:t>.....</a:t>
              </a:r>
              <a:endParaRPr b="1" lang="en-US" sz="1000" spc="-1" strike="noStrike">
                <a:solidFill>
                  <a:srgbClr val="000000"/>
                </a:solidFill>
                <a:latin typeface="Arial"/>
              </a:endParaRPr>
            </a:p>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 </a:t>
              </a: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1376" name="Text Box 68"/>
            <p:cNvSpPr/>
            <p:nvPr/>
          </p:nvSpPr>
          <p:spPr>
            <a:xfrm>
              <a:off x="5121000" y="3813120"/>
              <a:ext cx="39996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1377" name="Text Box 69"/>
            <p:cNvSpPr/>
            <p:nvPr/>
          </p:nvSpPr>
          <p:spPr>
            <a:xfrm>
              <a:off x="6737400" y="2198520"/>
              <a:ext cx="43488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 </a:t>
              </a: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1378" name="Text Box 70"/>
            <p:cNvSpPr/>
            <p:nvPr/>
          </p:nvSpPr>
          <p:spPr>
            <a:xfrm>
              <a:off x="6735600" y="3813120"/>
              <a:ext cx="39996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38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44CB0B4-DC95-4BE8-9B56-7C13B06BFD0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38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Driver Trees - Expanded text</a:t>
            </a:r>
            <a:endParaRPr b="1" lang="en-US" sz="1600" spc="-1" strike="noStrike">
              <a:solidFill>
                <a:srgbClr val="000000"/>
              </a:solidFill>
              <a:latin typeface="Arial"/>
            </a:endParaRPr>
          </a:p>
        </p:txBody>
      </p:sp>
      <p:sp>
        <p:nvSpPr>
          <p:cNvPr id="1382" name="AutoShape 3"/>
          <p:cNvSpPr/>
          <p:nvPr/>
        </p:nvSpPr>
        <p:spPr>
          <a:xfrm rot="5400000">
            <a:off x="4020840" y="3440160"/>
            <a:ext cx="1219320" cy="282600"/>
          </a:xfrm>
          <a:prstGeom prst="triangle">
            <a:avLst>
              <a:gd name="adj" fmla="val 50000"/>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3" name="Line 4"/>
          <p:cNvSpPr/>
          <p:nvPr/>
        </p:nvSpPr>
        <p:spPr>
          <a:xfrm flipV="1">
            <a:off x="5478480" y="2895120"/>
            <a:ext cx="0" cy="22860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4" name="Line 5"/>
          <p:cNvSpPr/>
          <p:nvPr/>
        </p:nvSpPr>
        <p:spPr>
          <a:xfrm flipV="1">
            <a:off x="6603840" y="2666880"/>
            <a:ext cx="0" cy="457200"/>
          </a:xfrm>
          <a:prstGeom prst="line">
            <a:avLst/>
          </a:prstGeom>
          <a:ln w="12600">
            <a:solidFill>
              <a:srgbClr val="003399"/>
            </a:solidFill>
            <a:miter/>
          </a:ln>
        </p:spPr>
        <p:style>
          <a:lnRef idx="0"/>
          <a:fillRef idx="0"/>
          <a:effectRef idx="0"/>
          <a:fontRef idx="minor"/>
        </p:style>
        <p:txBody>
          <a:bodyPr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5" name="Line 6"/>
          <p:cNvSpPr/>
          <p:nvPr/>
        </p:nvSpPr>
        <p:spPr>
          <a:xfrm flipV="1">
            <a:off x="7729560" y="2895120"/>
            <a:ext cx="0" cy="22860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6" name="Line 7"/>
          <p:cNvSpPr/>
          <p:nvPr/>
        </p:nvSpPr>
        <p:spPr>
          <a:xfrm>
            <a:off x="5478480" y="2895480"/>
            <a:ext cx="22510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7" name="Line 8"/>
          <p:cNvSpPr/>
          <p:nvPr/>
        </p:nvSpPr>
        <p:spPr>
          <a:xfrm>
            <a:off x="4986360" y="3733920"/>
            <a:ext cx="0" cy="175248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8" name="Line 9"/>
          <p:cNvSpPr/>
          <p:nvPr/>
        </p:nvSpPr>
        <p:spPr>
          <a:xfrm flipH="1">
            <a:off x="4986360" y="3962520"/>
            <a:ext cx="712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89" name="Line 10"/>
          <p:cNvSpPr/>
          <p:nvPr/>
        </p:nvSpPr>
        <p:spPr>
          <a:xfrm flipH="1">
            <a:off x="4986360" y="4343400"/>
            <a:ext cx="712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0" name="Line 11"/>
          <p:cNvSpPr/>
          <p:nvPr/>
        </p:nvSpPr>
        <p:spPr>
          <a:xfrm flipH="1">
            <a:off x="4986360" y="4724280"/>
            <a:ext cx="712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1" name="Line 12"/>
          <p:cNvSpPr/>
          <p:nvPr/>
        </p:nvSpPr>
        <p:spPr>
          <a:xfrm flipH="1">
            <a:off x="4986360" y="5105520"/>
            <a:ext cx="712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2" name="Line 13"/>
          <p:cNvSpPr/>
          <p:nvPr/>
        </p:nvSpPr>
        <p:spPr>
          <a:xfrm flipH="1">
            <a:off x="4986360" y="5486400"/>
            <a:ext cx="712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3" name="Line 14"/>
          <p:cNvSpPr/>
          <p:nvPr/>
        </p:nvSpPr>
        <p:spPr>
          <a:xfrm>
            <a:off x="7237440" y="3733920"/>
            <a:ext cx="0" cy="990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4" name="Line 15"/>
          <p:cNvSpPr/>
          <p:nvPr/>
        </p:nvSpPr>
        <p:spPr>
          <a:xfrm flipH="1">
            <a:off x="7237440" y="3962520"/>
            <a:ext cx="69840" cy="0"/>
          </a:xfrm>
          <a:prstGeom prst="line">
            <a:avLst/>
          </a:prstGeom>
          <a:ln w="12600">
            <a:solidFill>
              <a:srgbClr val="091d5d"/>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5" name="Line 16"/>
          <p:cNvSpPr/>
          <p:nvPr/>
        </p:nvSpPr>
        <p:spPr>
          <a:xfrm flipH="1">
            <a:off x="7237440" y="4343400"/>
            <a:ext cx="69840" cy="0"/>
          </a:xfrm>
          <a:prstGeom prst="line">
            <a:avLst/>
          </a:prstGeom>
          <a:ln w="12600">
            <a:solidFill>
              <a:srgbClr val="091d5d"/>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6" name="Line 17"/>
          <p:cNvSpPr/>
          <p:nvPr/>
        </p:nvSpPr>
        <p:spPr>
          <a:xfrm flipH="1">
            <a:off x="7237440" y="4724280"/>
            <a:ext cx="69840" cy="0"/>
          </a:xfrm>
          <a:prstGeom prst="line">
            <a:avLst/>
          </a:prstGeom>
          <a:ln w="12600">
            <a:solidFill>
              <a:srgbClr val="091d5d"/>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397" name="Rectangle 18"/>
          <p:cNvSpPr/>
          <p:nvPr/>
        </p:nvSpPr>
        <p:spPr>
          <a:xfrm>
            <a:off x="5761080" y="2057400"/>
            <a:ext cx="1687320" cy="6094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xxx</a:t>
            </a:r>
            <a:endParaRPr b="1" lang="en-US" sz="1200" spc="-1" strike="noStrike">
              <a:solidFill>
                <a:srgbClr val="000000"/>
              </a:solidFill>
              <a:latin typeface="Arial"/>
            </a:endParaRPr>
          </a:p>
        </p:txBody>
      </p:sp>
      <p:sp>
        <p:nvSpPr>
          <p:cNvPr id="1398" name="Rectangle 20"/>
          <p:cNvSpPr/>
          <p:nvPr/>
        </p:nvSpPr>
        <p:spPr>
          <a:xfrm>
            <a:off x="4986360" y="3124080"/>
            <a:ext cx="982800" cy="609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399" name="Rectangle 22"/>
          <p:cNvSpPr/>
          <p:nvPr/>
        </p:nvSpPr>
        <p:spPr>
          <a:xfrm>
            <a:off x="6111720" y="3124080"/>
            <a:ext cx="982800" cy="609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chorCtr="1">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400" name="Rectangle 24"/>
          <p:cNvSpPr/>
          <p:nvPr/>
        </p:nvSpPr>
        <p:spPr>
          <a:xfrm>
            <a:off x="7237440" y="3124080"/>
            <a:ext cx="982800" cy="609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chorCtr="1">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401" name="Rectangle 26"/>
          <p:cNvSpPr/>
          <p:nvPr/>
        </p:nvSpPr>
        <p:spPr>
          <a:xfrm>
            <a:off x="5057640" y="3809880"/>
            <a:ext cx="914400" cy="30492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02" name="Rectangle 27"/>
          <p:cNvSpPr/>
          <p:nvPr/>
        </p:nvSpPr>
        <p:spPr>
          <a:xfrm>
            <a:off x="5197320" y="388764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403" name="Rectangle 28"/>
          <p:cNvSpPr/>
          <p:nvPr/>
        </p:nvSpPr>
        <p:spPr>
          <a:xfrm>
            <a:off x="5057640" y="4191120"/>
            <a:ext cx="914400" cy="30456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04" name="Rectangle 29"/>
          <p:cNvSpPr/>
          <p:nvPr/>
        </p:nvSpPr>
        <p:spPr>
          <a:xfrm>
            <a:off x="5197320" y="426888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405" name="Rectangle 30"/>
          <p:cNvSpPr/>
          <p:nvPr/>
        </p:nvSpPr>
        <p:spPr>
          <a:xfrm>
            <a:off x="5057640" y="4572000"/>
            <a:ext cx="914400" cy="30492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06" name="Rectangle 31"/>
          <p:cNvSpPr/>
          <p:nvPr/>
        </p:nvSpPr>
        <p:spPr>
          <a:xfrm>
            <a:off x="5197320" y="464976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407" name="Rectangle 32"/>
          <p:cNvSpPr/>
          <p:nvPr/>
        </p:nvSpPr>
        <p:spPr>
          <a:xfrm>
            <a:off x="5057640" y="4952880"/>
            <a:ext cx="914400" cy="30492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08" name="Rectangle 33"/>
          <p:cNvSpPr/>
          <p:nvPr/>
        </p:nvSpPr>
        <p:spPr>
          <a:xfrm>
            <a:off x="5197320" y="503064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409" name="Rectangle 34"/>
          <p:cNvSpPr/>
          <p:nvPr/>
        </p:nvSpPr>
        <p:spPr>
          <a:xfrm>
            <a:off x="5057640" y="5334120"/>
            <a:ext cx="914400" cy="30456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10" name="Rectangle 35"/>
          <p:cNvSpPr/>
          <p:nvPr/>
        </p:nvSpPr>
        <p:spPr>
          <a:xfrm>
            <a:off x="5197320" y="541188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411" name="Rectangle 36"/>
          <p:cNvSpPr/>
          <p:nvPr/>
        </p:nvSpPr>
        <p:spPr>
          <a:xfrm>
            <a:off x="7307280" y="3809880"/>
            <a:ext cx="914400" cy="30492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12" name="Rectangle 37"/>
          <p:cNvSpPr/>
          <p:nvPr/>
        </p:nvSpPr>
        <p:spPr>
          <a:xfrm>
            <a:off x="7307280" y="4191120"/>
            <a:ext cx="914400" cy="30456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13" name="Rectangle 38"/>
          <p:cNvSpPr/>
          <p:nvPr/>
        </p:nvSpPr>
        <p:spPr>
          <a:xfrm>
            <a:off x="7307280" y="4572000"/>
            <a:ext cx="914400" cy="304920"/>
          </a:xfrm>
          <a:prstGeom prst="rect">
            <a:avLst/>
          </a:prstGeom>
          <a:solidFill>
            <a:srgbClr val="ffffff"/>
          </a:solidFill>
          <a:ln w="0">
            <a:noFill/>
          </a:ln>
        </p:spPr>
        <p:style>
          <a:lnRef idx="0"/>
          <a:fillRef idx="0"/>
          <a:effectRef idx="0"/>
          <a:fontRef idx="minor"/>
        </p:style>
        <p:txBody>
          <a:bodyPr wrap="none" lIns="90000" rIns="90000" tIns="46800" bIns="468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14" name="Rectangle 39"/>
          <p:cNvSpPr/>
          <p:nvPr/>
        </p:nvSpPr>
        <p:spPr>
          <a:xfrm>
            <a:off x="7448400" y="388620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xxxx</a:t>
            </a:r>
            <a:endParaRPr b="1" lang="en-US" sz="1000" spc="-1" strike="noStrike">
              <a:solidFill>
                <a:srgbClr val="000000"/>
              </a:solidFill>
              <a:latin typeface="Arial"/>
            </a:endParaRPr>
          </a:p>
        </p:txBody>
      </p:sp>
      <p:sp>
        <p:nvSpPr>
          <p:cNvPr id="1415" name="Rectangle 40"/>
          <p:cNvSpPr/>
          <p:nvPr/>
        </p:nvSpPr>
        <p:spPr>
          <a:xfrm>
            <a:off x="7448400" y="426708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xxxx</a:t>
            </a:r>
            <a:endParaRPr b="1" lang="en-US" sz="1000" spc="-1" strike="noStrike">
              <a:solidFill>
                <a:srgbClr val="000000"/>
              </a:solidFill>
              <a:latin typeface="Arial"/>
            </a:endParaRPr>
          </a:p>
        </p:txBody>
      </p:sp>
      <p:sp>
        <p:nvSpPr>
          <p:cNvPr id="1416" name="Rectangle 41"/>
          <p:cNvSpPr/>
          <p:nvPr/>
        </p:nvSpPr>
        <p:spPr>
          <a:xfrm>
            <a:off x="7448400" y="4648320"/>
            <a:ext cx="703440" cy="145440"/>
          </a:xfrm>
          <a:prstGeom prst="rect">
            <a:avLst/>
          </a:prstGeom>
          <a:solidFill>
            <a:srgbClr val="ffffff"/>
          </a:solid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xxxx</a:t>
            </a:r>
            <a:endParaRPr b="1" lang="en-US" sz="1000" spc="-1" strike="noStrike">
              <a:solidFill>
                <a:srgbClr val="000000"/>
              </a:solidFill>
              <a:latin typeface="Arial"/>
            </a:endParaRPr>
          </a:p>
        </p:txBody>
      </p:sp>
      <p:sp>
        <p:nvSpPr>
          <p:cNvPr id="1417" name="Rectangle 42"/>
          <p:cNvSpPr/>
          <p:nvPr/>
        </p:nvSpPr>
        <p:spPr>
          <a:xfrm>
            <a:off x="4869000" y="5884920"/>
            <a:ext cx="3425760" cy="1159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800" spc="-1" strike="noStrike">
                <a:solidFill>
                  <a:srgbClr val="000000"/>
                </a:solidFill>
                <a:latin typeface="Arial"/>
              </a:rPr>
              <a:t>Source: insert source information here</a:t>
            </a:r>
            <a:endParaRPr b="1" lang="en-US" sz="800" spc="-1" strike="noStrike">
              <a:solidFill>
                <a:srgbClr val="000000"/>
              </a:solidFill>
              <a:latin typeface="Arial"/>
            </a:endParaRPr>
          </a:p>
        </p:txBody>
      </p:sp>
      <p:sp>
        <p:nvSpPr>
          <p:cNvPr id="1418" name="Rectangle 44"/>
          <p:cNvSpPr/>
          <p:nvPr/>
        </p:nvSpPr>
        <p:spPr>
          <a:xfrm>
            <a:off x="501480" y="1963800"/>
            <a:ext cx="3780000" cy="2185920"/>
          </a:xfrm>
          <a:prstGeom prst="rect">
            <a:avLst/>
          </a:prstGeom>
          <a:noFill/>
          <a:ln w="0">
            <a:noFill/>
          </a:ln>
        </p:spPr>
        <p:style>
          <a:lnRef idx="0"/>
          <a:fillRef idx="0"/>
          <a:effectRef idx="0"/>
          <a:fontRef idx="minor"/>
        </p:style>
        <p:txBody>
          <a:bodyPr lIns="0" rIns="0" tIns="0" bIns="0" anchor="t">
            <a:noAutofit/>
          </a:bodyPr>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p:txBody>
      </p:sp>
      <p:sp>
        <p:nvSpPr>
          <p:cNvPr id="1419" name="Text Box 45"/>
          <p:cNvSpPr/>
          <p:nvPr/>
        </p:nvSpPr>
        <p:spPr>
          <a:xfrm>
            <a:off x="501480" y="1603440"/>
            <a:ext cx="3789360" cy="231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Subheading Arial 11pt bold</a:t>
            </a:r>
            <a:endParaRPr b="1"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42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402DD1-6890-4462-8D76-E719CF4B6A5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422" name="AutoShape 2"/>
          <p:cNvSpPr/>
          <p:nvPr/>
        </p:nvSpPr>
        <p:spPr>
          <a:xfrm>
            <a:off x="2390760" y="2860560"/>
            <a:ext cx="3722760" cy="505080"/>
          </a:xfrm>
          <a:prstGeom prst="roundRect">
            <a:avLst>
              <a:gd name="adj" fmla="val 16667"/>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23" name="PlaceHolder 1"/>
          <p:cNvSpPr>
            <a:spLocks noGrp="1"/>
          </p:cNvSpPr>
          <p:nvPr>
            <p:ph type="title"/>
          </p:nvPr>
        </p:nvSpPr>
        <p:spPr>
          <a:xfrm>
            <a:off x="458280" y="496440"/>
            <a:ext cx="82393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1424" name="PlaceHolder 2"/>
          <p:cNvSpPr>
            <a:spLocks noGrp="1"/>
          </p:cNvSpPr>
          <p:nvPr>
            <p:ph/>
          </p:nvPr>
        </p:nvSpPr>
        <p:spPr>
          <a:xfrm>
            <a:off x="2651040" y="1730520"/>
            <a:ext cx="5362560" cy="3814560"/>
          </a:xfrm>
          <a:prstGeom prst="rect">
            <a:avLst/>
          </a:prstGeom>
          <a:noFill/>
          <a:ln w="0">
            <a:noFill/>
          </a:ln>
        </p:spPr>
        <p:txBody>
          <a:bodyPr lIns="92160" rIns="92160" tIns="46080" bIns="46080" anchor="t">
            <a:normAutofit fontScale="80011"/>
          </a:bodyPr>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42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D21802-B5DC-47D2-830C-680B40B20D7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42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Chart Elements</a:t>
            </a:r>
            <a:endParaRPr b="1" lang="en-US" sz="1600" spc="-1" strike="noStrike">
              <a:solidFill>
                <a:srgbClr val="000000"/>
              </a:solidFill>
              <a:latin typeface="Arial"/>
            </a:endParaRPr>
          </a:p>
        </p:txBody>
      </p:sp>
      <p:sp>
        <p:nvSpPr>
          <p:cNvPr id="1428" name="Text Box 3"/>
          <p:cNvSpPr/>
          <p:nvPr/>
        </p:nvSpPr>
        <p:spPr>
          <a:xfrm>
            <a:off x="4929120" y="4718160"/>
            <a:ext cx="360" cy="2746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1429" name="Group 4"/>
          <p:cNvGrpSpPr/>
          <p:nvPr/>
        </p:nvGrpSpPr>
        <p:grpSpPr>
          <a:xfrm>
            <a:off x="749160" y="3643200"/>
            <a:ext cx="130320" cy="419040"/>
            <a:chOff x="749160" y="3643200"/>
            <a:chExt cx="130320" cy="419040"/>
          </a:xfrm>
        </p:grpSpPr>
        <p:sp>
          <p:nvSpPr>
            <p:cNvPr id="1430" name="Line 5"/>
            <p:cNvSpPr/>
            <p:nvPr/>
          </p:nvSpPr>
          <p:spPr>
            <a:xfrm>
              <a:off x="819720" y="3643200"/>
              <a:ext cx="0" cy="4190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31" name="Rectangle 6"/>
            <p:cNvSpPr/>
            <p:nvPr/>
          </p:nvSpPr>
          <p:spPr>
            <a:xfrm>
              <a:off x="754560" y="3773520"/>
              <a:ext cx="105840" cy="126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32" name="Rectangle 7"/>
            <p:cNvSpPr/>
            <p:nvPr/>
          </p:nvSpPr>
          <p:spPr>
            <a:xfrm>
              <a:off x="754560" y="3770280"/>
              <a:ext cx="105840" cy="127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33" name="Freeform 8"/>
            <p:cNvSpPr/>
            <p:nvPr/>
          </p:nvSpPr>
          <p:spPr>
            <a:xfrm>
              <a:off x="749160" y="3770280"/>
              <a:ext cx="130320" cy="141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434" name="Group 9"/>
          <p:cNvGrpSpPr/>
          <p:nvPr/>
        </p:nvGrpSpPr>
        <p:grpSpPr>
          <a:xfrm>
            <a:off x="623880" y="4325760"/>
            <a:ext cx="378000" cy="152640"/>
            <a:chOff x="623880" y="4325760"/>
            <a:chExt cx="378000" cy="152640"/>
          </a:xfrm>
        </p:grpSpPr>
        <p:sp>
          <p:nvSpPr>
            <p:cNvPr id="1435" name="Line 10"/>
            <p:cNvSpPr/>
            <p:nvPr/>
          </p:nvSpPr>
          <p:spPr>
            <a:xfrm flipH="1">
              <a:off x="623880" y="4394160"/>
              <a:ext cx="37800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36" name="Rectangle 11"/>
            <p:cNvSpPr/>
            <p:nvPr/>
          </p:nvSpPr>
          <p:spPr>
            <a:xfrm>
              <a:off x="772200" y="4346640"/>
              <a:ext cx="108000" cy="1234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37" name="Rectangle 12"/>
            <p:cNvSpPr/>
            <p:nvPr/>
          </p:nvSpPr>
          <p:spPr>
            <a:xfrm>
              <a:off x="775080" y="4346640"/>
              <a:ext cx="108000" cy="1234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38" name="Freeform 13"/>
            <p:cNvSpPr/>
            <p:nvPr/>
          </p:nvSpPr>
          <p:spPr>
            <a:xfrm>
              <a:off x="764280" y="4325760"/>
              <a:ext cx="119880" cy="152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439" name="Group 14"/>
          <p:cNvGrpSpPr/>
          <p:nvPr/>
        </p:nvGrpSpPr>
        <p:grpSpPr>
          <a:xfrm>
            <a:off x="1469880" y="3697200"/>
            <a:ext cx="98640" cy="311040"/>
            <a:chOff x="1469880" y="3697200"/>
            <a:chExt cx="98640" cy="311040"/>
          </a:xfrm>
        </p:grpSpPr>
        <p:sp>
          <p:nvSpPr>
            <p:cNvPr id="1440" name="Line 15"/>
            <p:cNvSpPr/>
            <p:nvPr/>
          </p:nvSpPr>
          <p:spPr>
            <a:xfrm>
              <a:off x="1523160" y="3697200"/>
              <a:ext cx="0" cy="3110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41" name="Rectangle 16"/>
            <p:cNvSpPr/>
            <p:nvPr/>
          </p:nvSpPr>
          <p:spPr>
            <a:xfrm>
              <a:off x="1473840" y="3794040"/>
              <a:ext cx="79200" cy="954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42" name="Rectangle 17"/>
            <p:cNvSpPr/>
            <p:nvPr/>
          </p:nvSpPr>
          <p:spPr>
            <a:xfrm>
              <a:off x="1473840" y="3790800"/>
              <a:ext cx="79200" cy="954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43" name="Freeform 18"/>
            <p:cNvSpPr/>
            <p:nvPr/>
          </p:nvSpPr>
          <p:spPr>
            <a:xfrm>
              <a:off x="1469880" y="3790800"/>
              <a:ext cx="98640" cy="1065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444" name="Group 19"/>
          <p:cNvGrpSpPr/>
          <p:nvPr/>
        </p:nvGrpSpPr>
        <p:grpSpPr>
          <a:xfrm>
            <a:off x="1376280" y="4344840"/>
            <a:ext cx="287280" cy="114480"/>
            <a:chOff x="1376280" y="4344840"/>
            <a:chExt cx="287280" cy="114480"/>
          </a:xfrm>
        </p:grpSpPr>
        <p:sp>
          <p:nvSpPr>
            <p:cNvPr id="1445" name="Line 20"/>
            <p:cNvSpPr/>
            <p:nvPr/>
          </p:nvSpPr>
          <p:spPr>
            <a:xfrm flipH="1">
              <a:off x="1376280" y="4395600"/>
              <a:ext cx="2872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46" name="Rectangle 21"/>
            <p:cNvSpPr/>
            <p:nvPr/>
          </p:nvSpPr>
          <p:spPr>
            <a:xfrm>
              <a:off x="1489680" y="4360680"/>
              <a:ext cx="81360" cy="9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47" name="Rectangle 22"/>
            <p:cNvSpPr/>
            <p:nvPr/>
          </p:nvSpPr>
          <p:spPr>
            <a:xfrm>
              <a:off x="1491480" y="4360680"/>
              <a:ext cx="81000" cy="92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48" name="Freeform 23"/>
            <p:cNvSpPr/>
            <p:nvPr/>
          </p:nvSpPr>
          <p:spPr>
            <a:xfrm>
              <a:off x="1483200" y="4344840"/>
              <a:ext cx="90720" cy="1144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449" name="Rectangle 24"/>
          <p:cNvSpPr/>
          <p:nvPr/>
        </p:nvSpPr>
        <p:spPr>
          <a:xfrm>
            <a:off x="685440" y="3211560"/>
            <a:ext cx="730800" cy="145440"/>
          </a:xfrm>
          <a:prstGeom prst="rect">
            <a:avLst/>
          </a:prstGeom>
          <a:noFill/>
          <a:ln w="0">
            <a:noFill/>
          </a:ln>
        </p:spPr>
        <p:style>
          <a:lnRef idx="0"/>
          <a:fillRef idx="0"/>
          <a:effectRef idx="0"/>
          <a:fontRef idx="minor"/>
        </p:style>
        <p:txBody>
          <a:bodyPr wrap="none" lIns="0" rIns="0" tIns="0" bIns="0" anchor="t">
            <a:spAutoFit/>
          </a:bodyPr>
          <a:p>
            <a:pPr algn="ctr">
              <a:lnSpc>
                <a:spcPct val="95000"/>
              </a:lnSpc>
              <a:spcBef>
                <a:spcPts val="12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Scale breaks</a:t>
            </a:r>
            <a:endParaRPr b="1" lang="en-US" sz="1000" spc="-1" strike="noStrike">
              <a:solidFill>
                <a:srgbClr val="000000"/>
              </a:solidFill>
              <a:latin typeface="Arial"/>
            </a:endParaRPr>
          </a:p>
        </p:txBody>
      </p:sp>
      <p:grpSp>
        <p:nvGrpSpPr>
          <p:cNvPr id="1450" name="Group 25"/>
          <p:cNvGrpSpPr/>
          <p:nvPr/>
        </p:nvGrpSpPr>
        <p:grpSpPr>
          <a:xfrm>
            <a:off x="3703680" y="3321000"/>
            <a:ext cx="357120" cy="2124000"/>
            <a:chOff x="3703680" y="3321000"/>
            <a:chExt cx="357120" cy="2124000"/>
          </a:xfrm>
        </p:grpSpPr>
        <p:sp>
          <p:nvSpPr>
            <p:cNvPr id="1451" name="Freeform 26"/>
            <p:cNvSpPr/>
            <p:nvPr/>
          </p:nvSpPr>
          <p:spPr>
            <a:xfrm>
              <a:off x="3705120" y="3701880"/>
              <a:ext cx="355320" cy="1743120"/>
            </a:xfrm>
            <a:prstGeom prst="pi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52" name="Freeform 27"/>
            <p:cNvSpPr/>
            <p:nvPr/>
          </p:nvSpPr>
          <p:spPr>
            <a:xfrm flipH="1">
              <a:off x="3703680" y="3321000"/>
              <a:ext cx="357120" cy="361800"/>
            </a:xfrm>
            <a:prstGeom prst="pi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453" name="Group 28"/>
          <p:cNvGrpSpPr/>
          <p:nvPr/>
        </p:nvGrpSpPr>
        <p:grpSpPr>
          <a:xfrm>
            <a:off x="2097000" y="3676680"/>
            <a:ext cx="231480" cy="366840"/>
            <a:chOff x="2097000" y="3676680"/>
            <a:chExt cx="231480" cy="366840"/>
          </a:xfrm>
        </p:grpSpPr>
        <p:sp>
          <p:nvSpPr>
            <p:cNvPr id="1454" name="Freeform 29"/>
            <p:cNvSpPr/>
            <p:nvPr/>
          </p:nvSpPr>
          <p:spPr>
            <a:xfrm>
              <a:off x="2105640" y="3678480"/>
              <a:ext cx="215280" cy="36180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55" name="Freeform 30"/>
            <p:cNvSpPr/>
            <p:nvPr/>
          </p:nvSpPr>
          <p:spPr>
            <a:xfrm>
              <a:off x="2097000" y="3676680"/>
              <a:ext cx="124560" cy="36360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56" name="Freeform 31"/>
            <p:cNvSpPr/>
            <p:nvPr/>
          </p:nvSpPr>
          <p:spPr>
            <a:xfrm>
              <a:off x="2198160" y="3676680"/>
              <a:ext cx="130320" cy="3668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457" name="Group 32"/>
          <p:cNvGrpSpPr/>
          <p:nvPr/>
        </p:nvGrpSpPr>
        <p:grpSpPr>
          <a:xfrm>
            <a:off x="4338000" y="3460320"/>
            <a:ext cx="655200" cy="1984680"/>
            <a:chOff x="4338000" y="3460320"/>
            <a:chExt cx="655200" cy="1984680"/>
          </a:xfrm>
        </p:grpSpPr>
        <p:grpSp>
          <p:nvGrpSpPr>
            <p:cNvPr id="1458" name="Group 33"/>
            <p:cNvGrpSpPr/>
            <p:nvPr/>
          </p:nvGrpSpPr>
          <p:grpSpPr>
            <a:xfrm>
              <a:off x="4354920" y="3460320"/>
              <a:ext cx="595800" cy="296640"/>
              <a:chOff x="4354920" y="3460320"/>
              <a:chExt cx="595800" cy="296640"/>
            </a:xfrm>
          </p:grpSpPr>
          <p:sp>
            <p:nvSpPr>
              <p:cNvPr id="1459" name="Line 34"/>
              <p:cNvSpPr/>
              <p:nvPr/>
            </p:nvSpPr>
            <p:spPr>
              <a:xfrm flipV="1">
                <a:off x="4354920" y="3582360"/>
                <a:ext cx="595800" cy="174600"/>
              </a:xfrm>
              <a:prstGeom prst="line">
                <a:avLst/>
              </a:prstGeom>
              <a:ln w="648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60" name="Line 35"/>
              <p:cNvSpPr/>
              <p:nvPr/>
            </p:nvSpPr>
            <p:spPr>
              <a:xfrm flipV="1">
                <a:off x="4354920" y="3460320"/>
                <a:ext cx="595800" cy="174600"/>
              </a:xfrm>
              <a:prstGeom prst="line">
                <a:avLst/>
              </a:prstGeom>
              <a:ln w="648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461" name="Rectangle 36"/>
            <p:cNvSpPr/>
            <p:nvPr/>
          </p:nvSpPr>
          <p:spPr>
            <a:xfrm>
              <a:off x="4413600" y="3895560"/>
              <a:ext cx="472680" cy="1549440"/>
            </a:xfrm>
            <a:prstGeom prst="rect">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1462" name="Group 37"/>
            <p:cNvGrpSpPr/>
            <p:nvPr/>
          </p:nvGrpSpPr>
          <p:grpSpPr>
            <a:xfrm>
              <a:off x="4338000" y="4137120"/>
              <a:ext cx="655200" cy="320040"/>
              <a:chOff x="4338000" y="4137120"/>
              <a:chExt cx="655200" cy="320040"/>
            </a:xfrm>
          </p:grpSpPr>
          <p:sp>
            <p:nvSpPr>
              <p:cNvPr id="1463" name="Rectangle 38"/>
              <p:cNvSpPr/>
              <p:nvPr/>
            </p:nvSpPr>
            <p:spPr>
              <a:xfrm rot="20555400">
                <a:off x="4353840" y="4226040"/>
                <a:ext cx="618840" cy="141120"/>
              </a:xfrm>
              <a:prstGeom prst="rect">
                <a:avLst/>
              </a:prstGeom>
              <a:solidFill>
                <a:srgbClr val="ffffff"/>
              </a:solidFill>
              <a:ln w="648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64" name="Rectangle 39"/>
              <p:cNvSpPr/>
              <p:nvPr/>
            </p:nvSpPr>
            <p:spPr>
              <a:xfrm rot="20555400">
                <a:off x="4342320" y="4233600"/>
                <a:ext cx="645840" cy="12996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1465" name="Freeform 40"/>
          <p:cNvSpPr/>
          <p:nvPr/>
        </p:nvSpPr>
        <p:spPr>
          <a:xfrm>
            <a:off x="608040" y="4776840"/>
            <a:ext cx="2151000" cy="276120"/>
          </a:xfrm>
          <a:prstGeom prst="pie">
            <a:avLst/>
          </a:prstGeom>
          <a:noFill/>
          <a:ln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1466" name="Group 41"/>
          <p:cNvGrpSpPr/>
          <p:nvPr/>
        </p:nvGrpSpPr>
        <p:grpSpPr>
          <a:xfrm>
            <a:off x="2122560" y="4313160"/>
            <a:ext cx="139680" cy="152280"/>
            <a:chOff x="2122560" y="4313160"/>
            <a:chExt cx="139680" cy="152280"/>
          </a:xfrm>
        </p:grpSpPr>
        <p:sp>
          <p:nvSpPr>
            <p:cNvPr id="1467" name="Line 42"/>
            <p:cNvSpPr/>
            <p:nvPr/>
          </p:nvSpPr>
          <p:spPr>
            <a:xfrm>
              <a:off x="2169000" y="4338720"/>
              <a:ext cx="57960" cy="63360"/>
            </a:xfrm>
            <a:prstGeom prst="line">
              <a:avLst/>
            </a:prstGeom>
            <a:ln w="12600">
              <a:solidFill>
                <a:srgbClr val="003399"/>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68" name="Line 43"/>
            <p:cNvSpPr/>
            <p:nvPr/>
          </p:nvSpPr>
          <p:spPr>
            <a:xfrm>
              <a:off x="2169000" y="4389480"/>
              <a:ext cx="57960" cy="63360"/>
            </a:xfrm>
            <a:prstGeom prst="line">
              <a:avLst/>
            </a:prstGeom>
            <a:ln w="12600">
              <a:solidFill>
                <a:srgbClr val="003399"/>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469" name="Line 44"/>
            <p:cNvSpPr/>
            <p:nvPr/>
          </p:nvSpPr>
          <p:spPr>
            <a:xfrm>
              <a:off x="2122560" y="4313160"/>
              <a:ext cx="139680" cy="15228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470" name="Text Box 45"/>
          <p:cNvSpPr/>
          <p:nvPr/>
        </p:nvSpPr>
        <p:spPr>
          <a:xfrm>
            <a:off x="608040" y="1628640"/>
            <a:ext cx="78199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These can be used as supplement for the charts included in this document</a:t>
            </a:r>
            <a:endParaRPr b="1" lang="en-US" sz="1100" spc="-1" strike="noStrike">
              <a:solidFill>
                <a:srgbClr val="000000"/>
              </a:solidFill>
              <a:latin typeface="Arial"/>
            </a:endParaRPr>
          </a:p>
        </p:txBody>
      </p:sp>
      <p:sp>
        <p:nvSpPr>
          <p:cNvPr id="1471" name="Rectangle 46"/>
          <p:cNvSpPr/>
          <p:nvPr/>
        </p:nvSpPr>
        <p:spPr>
          <a:xfrm>
            <a:off x="3533760" y="2708280"/>
            <a:ext cx="758880" cy="2952720"/>
          </a:xfrm>
          <a:prstGeom prst="rect">
            <a:avLst/>
          </a:prstGeom>
          <a:noFill/>
          <a:ln w="57240">
            <a:solidFill>
              <a:srgbClr val="ffb240"/>
            </a:solidFill>
            <a:miter/>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47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E59C28-1B5B-4DA6-976F-0900B87089B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47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 Chart - Stacked</a:t>
            </a:r>
            <a:endParaRPr b="1" lang="en-US" sz="1600" spc="-1" strike="noStrike">
              <a:solidFill>
                <a:srgbClr val="000000"/>
              </a:solidFill>
              <a:latin typeface="Arial"/>
            </a:endParaRPr>
          </a:p>
        </p:txBody>
      </p:sp>
      <p:graphicFrame>
        <p:nvGraphicFramePr>
          <p:cNvPr id="1475" name="Object 3"/>
          <p:cNvGraphicFramePr/>
          <p:nvPr/>
        </p:nvGraphicFramePr>
        <p:xfrm>
          <a:off x="380880" y="1231920"/>
          <a:ext cx="8115480" cy="4368960"/>
        </p:xfrm>
        <a:graphic>
          <a:graphicData uri="http://schemas.openxmlformats.org/presentationml/2006/ole">
            <p:oleObj r:id="rId1" spid="">
              <p:embed/>
            </p:oleObj>
          </a:graphicData>
        </a:graphic>
      </p:graphicFrame>
      <p:sp>
        <p:nvSpPr>
          <p:cNvPr id="1476" name="Text Box 4"/>
          <p:cNvSpPr/>
          <p:nvPr/>
        </p:nvSpPr>
        <p:spPr>
          <a:xfrm>
            <a:off x="4245840" y="55497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477" name="Text Box 5"/>
          <p:cNvSpPr/>
          <p:nvPr/>
        </p:nvSpPr>
        <p:spPr>
          <a:xfrm>
            <a:off x="1843560" y="1739880"/>
            <a:ext cx="27360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
        <p:nvSpPr>
          <p:cNvPr id="1478" name="Text Box 6"/>
          <p:cNvSpPr/>
          <p:nvPr/>
        </p:nvSpPr>
        <p:spPr>
          <a:xfrm>
            <a:off x="3372480" y="1739880"/>
            <a:ext cx="27360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479" name="Text Box 7"/>
          <p:cNvSpPr/>
          <p:nvPr/>
        </p:nvSpPr>
        <p:spPr>
          <a:xfrm>
            <a:off x="4896360" y="1739880"/>
            <a:ext cx="28116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480" name="Text Box 8"/>
          <p:cNvSpPr/>
          <p:nvPr/>
        </p:nvSpPr>
        <p:spPr>
          <a:xfrm>
            <a:off x="6356880" y="1739880"/>
            <a:ext cx="28116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sp>
        <p:nvSpPr>
          <p:cNvPr id="1481" name="Rectangle 10"/>
          <p:cNvSpPr/>
          <p:nvPr/>
        </p:nvSpPr>
        <p:spPr>
          <a:xfrm>
            <a:off x="5969160" y="260280"/>
            <a:ext cx="2857320" cy="94644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グラフの大きさを変える際はグラフ上をダブルクリックして開いてからにしてください（グラフを開かずにグラフサイズを変更するとフォントサイズも変更されてしまうため）</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2"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483"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2E712F-7A13-44D5-95ED-36AB471806F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48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Two Stacked</a:t>
            </a:r>
            <a:endParaRPr b="1" lang="en-US" sz="1600" spc="-1" strike="noStrike">
              <a:solidFill>
                <a:srgbClr val="000000"/>
              </a:solidFill>
              <a:latin typeface="Arial"/>
            </a:endParaRPr>
          </a:p>
        </p:txBody>
      </p:sp>
      <p:graphicFrame>
        <p:nvGraphicFramePr>
          <p:cNvPr id="1485" name="Object 3"/>
          <p:cNvGraphicFramePr/>
          <p:nvPr/>
        </p:nvGraphicFramePr>
        <p:xfrm>
          <a:off x="317520" y="1066680"/>
          <a:ext cx="4495680" cy="4851360"/>
        </p:xfrm>
        <a:graphic>
          <a:graphicData uri="http://schemas.openxmlformats.org/presentationml/2006/ole">
            <p:oleObj r:id="rId1" spid="">
              <p:embed/>
            </p:oleObj>
          </a:graphicData>
        </a:graphic>
      </p:graphicFrame>
      <p:sp>
        <p:nvSpPr>
          <p:cNvPr id="1486" name="Text Box 4"/>
          <p:cNvSpPr/>
          <p:nvPr/>
        </p:nvSpPr>
        <p:spPr>
          <a:xfrm>
            <a:off x="2355120" y="56880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487" name="Text Box 5"/>
          <p:cNvSpPr/>
          <p:nvPr/>
        </p:nvSpPr>
        <p:spPr>
          <a:xfrm>
            <a:off x="1271880" y="1614600"/>
            <a:ext cx="27360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
        <p:nvSpPr>
          <p:cNvPr id="1488" name="Text Box 6"/>
          <p:cNvSpPr/>
          <p:nvPr/>
        </p:nvSpPr>
        <p:spPr>
          <a:xfrm>
            <a:off x="2003760" y="1614600"/>
            <a:ext cx="27360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489" name="Text Box 7"/>
          <p:cNvSpPr/>
          <p:nvPr/>
        </p:nvSpPr>
        <p:spPr>
          <a:xfrm>
            <a:off x="2664360" y="1616040"/>
            <a:ext cx="28116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490" name="Text Box 8"/>
          <p:cNvSpPr/>
          <p:nvPr/>
        </p:nvSpPr>
        <p:spPr>
          <a:xfrm>
            <a:off x="3388320" y="1616040"/>
            <a:ext cx="28116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graphicFrame>
        <p:nvGraphicFramePr>
          <p:cNvPr id="1491" name="Object 10"/>
          <p:cNvGraphicFramePr/>
          <p:nvPr/>
        </p:nvGraphicFramePr>
        <p:xfrm>
          <a:off x="4667400" y="1065240"/>
          <a:ext cx="4176720" cy="4883040"/>
        </p:xfrm>
        <a:graphic>
          <a:graphicData uri="http://schemas.openxmlformats.org/presentationml/2006/ole">
            <p:oleObj r:id="rId2" spid="">
              <p:embed/>
            </p:oleObj>
          </a:graphicData>
        </a:graphic>
      </p:graphicFrame>
      <p:sp>
        <p:nvSpPr>
          <p:cNvPr id="1492" name="Text Box 11"/>
          <p:cNvSpPr/>
          <p:nvPr/>
        </p:nvSpPr>
        <p:spPr>
          <a:xfrm>
            <a:off x="6703560" y="5691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493" name="Text Box 12"/>
          <p:cNvSpPr/>
          <p:nvPr/>
        </p:nvSpPr>
        <p:spPr>
          <a:xfrm>
            <a:off x="5621760" y="1617840"/>
            <a:ext cx="27360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
        <p:nvSpPr>
          <p:cNvPr id="1494" name="Text Box 13"/>
          <p:cNvSpPr/>
          <p:nvPr/>
        </p:nvSpPr>
        <p:spPr>
          <a:xfrm>
            <a:off x="6352200" y="1617840"/>
            <a:ext cx="27360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495" name="Text Box 14"/>
          <p:cNvSpPr/>
          <p:nvPr/>
        </p:nvSpPr>
        <p:spPr>
          <a:xfrm>
            <a:off x="7014240" y="1619280"/>
            <a:ext cx="28116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496" name="Text Box 15"/>
          <p:cNvSpPr/>
          <p:nvPr/>
        </p:nvSpPr>
        <p:spPr>
          <a:xfrm>
            <a:off x="7738200" y="1619280"/>
            <a:ext cx="281160" cy="35100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7"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498"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4A9D41-1E90-459B-8D38-AB44989160D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49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Three Stacked</a:t>
            </a:r>
            <a:endParaRPr b="1" lang="en-US" sz="1600" spc="-1" strike="noStrike">
              <a:solidFill>
                <a:srgbClr val="000000"/>
              </a:solidFill>
              <a:latin typeface="Arial"/>
            </a:endParaRPr>
          </a:p>
        </p:txBody>
      </p:sp>
      <p:graphicFrame>
        <p:nvGraphicFramePr>
          <p:cNvPr id="1500" name="Object 3"/>
          <p:cNvGraphicFramePr/>
          <p:nvPr/>
        </p:nvGraphicFramePr>
        <p:xfrm>
          <a:off x="324000" y="1054080"/>
          <a:ext cx="2920680" cy="4915080"/>
        </p:xfrm>
        <a:graphic>
          <a:graphicData uri="http://schemas.openxmlformats.org/presentationml/2006/ole">
            <p:oleObj r:id="rId1" spid="">
              <p:embed/>
            </p:oleObj>
          </a:graphicData>
        </a:graphic>
      </p:graphicFrame>
      <p:sp>
        <p:nvSpPr>
          <p:cNvPr id="1501" name="Text Box 4"/>
          <p:cNvSpPr/>
          <p:nvPr/>
        </p:nvSpPr>
        <p:spPr>
          <a:xfrm>
            <a:off x="1644120" y="56307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502" name="Text Box 5"/>
          <p:cNvSpPr/>
          <p:nvPr/>
        </p:nvSpPr>
        <p:spPr>
          <a:xfrm>
            <a:off x="1124280" y="1627200"/>
            <a:ext cx="26460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a:t>
            </a:r>
            <a:endParaRPr b="1" lang="en-US" sz="1000" spc="-1" strike="noStrike">
              <a:solidFill>
                <a:srgbClr val="000000"/>
              </a:solidFill>
              <a:latin typeface="Arial"/>
            </a:endParaRPr>
          </a:p>
        </p:txBody>
      </p:sp>
      <p:sp>
        <p:nvSpPr>
          <p:cNvPr id="1503" name="Text Box 6"/>
          <p:cNvSpPr/>
          <p:nvPr/>
        </p:nvSpPr>
        <p:spPr>
          <a:xfrm>
            <a:off x="1541520" y="1627200"/>
            <a:ext cx="26460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B</a:t>
            </a:r>
            <a:endParaRPr b="1" lang="en-US" sz="1000" spc="-1" strike="noStrike">
              <a:solidFill>
                <a:srgbClr val="000000"/>
              </a:solidFill>
              <a:latin typeface="Arial"/>
            </a:endParaRPr>
          </a:p>
        </p:txBody>
      </p:sp>
      <p:sp>
        <p:nvSpPr>
          <p:cNvPr id="1504" name="Text Box 7"/>
          <p:cNvSpPr/>
          <p:nvPr/>
        </p:nvSpPr>
        <p:spPr>
          <a:xfrm>
            <a:off x="1937880" y="1628640"/>
            <a:ext cx="27072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C</a:t>
            </a:r>
            <a:endParaRPr b="1" lang="en-US" sz="1000" spc="-1" strike="noStrike">
              <a:solidFill>
                <a:srgbClr val="000000"/>
              </a:solidFill>
              <a:latin typeface="Arial"/>
            </a:endParaRPr>
          </a:p>
        </p:txBody>
      </p:sp>
      <p:sp>
        <p:nvSpPr>
          <p:cNvPr id="1505" name="Text Box 8"/>
          <p:cNvSpPr/>
          <p:nvPr/>
        </p:nvSpPr>
        <p:spPr>
          <a:xfrm>
            <a:off x="2342520" y="1628640"/>
            <a:ext cx="27072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D</a:t>
            </a:r>
            <a:endParaRPr b="1" lang="en-US" sz="1000" spc="-1" strike="noStrike">
              <a:solidFill>
                <a:srgbClr val="000000"/>
              </a:solidFill>
              <a:latin typeface="Arial"/>
            </a:endParaRPr>
          </a:p>
        </p:txBody>
      </p:sp>
      <p:sp>
        <p:nvSpPr>
          <p:cNvPr id="1506" name="Text Box 10"/>
          <p:cNvSpPr/>
          <p:nvPr/>
        </p:nvSpPr>
        <p:spPr>
          <a:xfrm>
            <a:off x="4542840" y="56307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507" name="Text Box 11"/>
          <p:cNvSpPr/>
          <p:nvPr/>
        </p:nvSpPr>
        <p:spPr>
          <a:xfrm>
            <a:off x="4023000" y="1627200"/>
            <a:ext cx="26460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a:t>
            </a:r>
            <a:endParaRPr b="1" lang="en-US" sz="1000" spc="-1" strike="noStrike">
              <a:solidFill>
                <a:srgbClr val="000000"/>
              </a:solidFill>
              <a:latin typeface="Arial"/>
            </a:endParaRPr>
          </a:p>
        </p:txBody>
      </p:sp>
      <p:sp>
        <p:nvSpPr>
          <p:cNvPr id="1508" name="Text Box 12"/>
          <p:cNvSpPr/>
          <p:nvPr/>
        </p:nvSpPr>
        <p:spPr>
          <a:xfrm>
            <a:off x="4440600" y="1627200"/>
            <a:ext cx="26460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B</a:t>
            </a:r>
            <a:endParaRPr b="1" lang="en-US" sz="1000" spc="-1" strike="noStrike">
              <a:solidFill>
                <a:srgbClr val="000000"/>
              </a:solidFill>
              <a:latin typeface="Arial"/>
            </a:endParaRPr>
          </a:p>
        </p:txBody>
      </p:sp>
      <p:sp>
        <p:nvSpPr>
          <p:cNvPr id="1509" name="Text Box 13"/>
          <p:cNvSpPr/>
          <p:nvPr/>
        </p:nvSpPr>
        <p:spPr>
          <a:xfrm>
            <a:off x="4836600" y="1628640"/>
            <a:ext cx="27072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C</a:t>
            </a:r>
            <a:endParaRPr b="1" lang="en-US" sz="1000" spc="-1" strike="noStrike">
              <a:solidFill>
                <a:srgbClr val="000000"/>
              </a:solidFill>
              <a:latin typeface="Arial"/>
            </a:endParaRPr>
          </a:p>
        </p:txBody>
      </p:sp>
      <p:sp>
        <p:nvSpPr>
          <p:cNvPr id="1510" name="Text Box 14"/>
          <p:cNvSpPr/>
          <p:nvPr/>
        </p:nvSpPr>
        <p:spPr>
          <a:xfrm>
            <a:off x="5241240" y="1628640"/>
            <a:ext cx="27072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D</a:t>
            </a:r>
            <a:endParaRPr b="1" lang="en-US" sz="1000" spc="-1" strike="noStrike">
              <a:solidFill>
                <a:srgbClr val="000000"/>
              </a:solidFill>
              <a:latin typeface="Arial"/>
            </a:endParaRPr>
          </a:p>
        </p:txBody>
      </p:sp>
      <p:sp>
        <p:nvSpPr>
          <p:cNvPr id="1511" name="Text Box 16"/>
          <p:cNvSpPr/>
          <p:nvPr/>
        </p:nvSpPr>
        <p:spPr>
          <a:xfrm>
            <a:off x="7443000" y="56307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512" name="Text Box 17"/>
          <p:cNvSpPr/>
          <p:nvPr/>
        </p:nvSpPr>
        <p:spPr>
          <a:xfrm>
            <a:off x="6923160" y="1627200"/>
            <a:ext cx="26460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a:t>
            </a:r>
            <a:endParaRPr b="1" lang="en-US" sz="1000" spc="-1" strike="noStrike">
              <a:solidFill>
                <a:srgbClr val="000000"/>
              </a:solidFill>
              <a:latin typeface="Arial"/>
            </a:endParaRPr>
          </a:p>
        </p:txBody>
      </p:sp>
      <p:sp>
        <p:nvSpPr>
          <p:cNvPr id="1513" name="Text Box 18"/>
          <p:cNvSpPr/>
          <p:nvPr/>
        </p:nvSpPr>
        <p:spPr>
          <a:xfrm>
            <a:off x="7340760" y="1627200"/>
            <a:ext cx="26460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B</a:t>
            </a:r>
            <a:endParaRPr b="1" lang="en-US" sz="1000" spc="-1" strike="noStrike">
              <a:solidFill>
                <a:srgbClr val="000000"/>
              </a:solidFill>
              <a:latin typeface="Arial"/>
            </a:endParaRPr>
          </a:p>
        </p:txBody>
      </p:sp>
      <p:sp>
        <p:nvSpPr>
          <p:cNvPr id="1514" name="Text Box 19"/>
          <p:cNvSpPr/>
          <p:nvPr/>
        </p:nvSpPr>
        <p:spPr>
          <a:xfrm>
            <a:off x="7736760" y="1628640"/>
            <a:ext cx="27072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C</a:t>
            </a:r>
            <a:endParaRPr b="1" lang="en-US" sz="1000" spc="-1" strike="noStrike">
              <a:solidFill>
                <a:srgbClr val="000000"/>
              </a:solidFill>
              <a:latin typeface="Arial"/>
            </a:endParaRPr>
          </a:p>
        </p:txBody>
      </p:sp>
      <p:sp>
        <p:nvSpPr>
          <p:cNvPr id="1515" name="Text Box 20"/>
          <p:cNvSpPr/>
          <p:nvPr/>
        </p:nvSpPr>
        <p:spPr>
          <a:xfrm>
            <a:off x="8141760" y="1628640"/>
            <a:ext cx="270720" cy="33588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D</a:t>
            </a:r>
            <a:endParaRPr b="1" lang="en-US" sz="1000" spc="-1" strike="noStrike">
              <a:solidFill>
                <a:srgbClr val="000000"/>
              </a:solidFill>
              <a:latin typeface="Arial"/>
            </a:endParaRPr>
          </a:p>
        </p:txBody>
      </p:sp>
      <p:graphicFrame>
        <p:nvGraphicFramePr>
          <p:cNvPr id="1516" name="Object 22"/>
          <p:cNvGraphicFramePr/>
          <p:nvPr/>
        </p:nvGraphicFramePr>
        <p:xfrm>
          <a:off x="3079800" y="1054080"/>
          <a:ext cx="2921040" cy="4915080"/>
        </p:xfrm>
        <a:graphic>
          <a:graphicData uri="http://schemas.openxmlformats.org/presentationml/2006/ole">
            <p:oleObj r:id="rId2" spid="">
              <p:embed/>
            </p:oleObj>
          </a:graphicData>
        </a:graphic>
      </p:graphicFrame>
      <p:graphicFrame>
        <p:nvGraphicFramePr>
          <p:cNvPr id="1517" name="Object 23"/>
          <p:cNvGraphicFramePr/>
          <p:nvPr/>
        </p:nvGraphicFramePr>
        <p:xfrm>
          <a:off x="5835600" y="1054080"/>
          <a:ext cx="2921040" cy="4915080"/>
        </p:xfrm>
        <a:graphic>
          <a:graphicData uri="http://schemas.openxmlformats.org/presentationml/2006/ole">
            <p:oleObj r:id="rId3" spid="">
              <p:embed/>
            </p:oleObj>
          </a:graphicData>
        </a:graphic>
      </p:graphicFrame>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8"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19"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E1B7EB9-7F10-47DD-A6A8-046508A68E8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2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Four Parallel</a:t>
            </a:r>
            <a:endParaRPr b="1" lang="en-US" sz="1600" spc="-1" strike="noStrike">
              <a:solidFill>
                <a:srgbClr val="000000"/>
              </a:solidFill>
              <a:latin typeface="Arial"/>
            </a:endParaRPr>
          </a:p>
        </p:txBody>
      </p:sp>
      <p:graphicFrame>
        <p:nvGraphicFramePr>
          <p:cNvPr id="1521" name="Object 2"/>
          <p:cNvGraphicFramePr/>
          <p:nvPr/>
        </p:nvGraphicFramePr>
        <p:xfrm>
          <a:off x="474840" y="1219320"/>
          <a:ext cx="2004840" cy="4895640"/>
        </p:xfrm>
        <a:graphic>
          <a:graphicData uri="http://schemas.openxmlformats.org/presentationml/2006/ole">
            <p:oleObj r:id="rId1" spid="">
              <p:embed/>
            </p:oleObj>
          </a:graphicData>
        </a:graphic>
      </p:graphicFrame>
      <p:sp>
        <p:nvSpPr>
          <p:cNvPr id="1522" name="Text Box 4"/>
          <p:cNvSpPr/>
          <p:nvPr/>
        </p:nvSpPr>
        <p:spPr>
          <a:xfrm>
            <a:off x="1264680" y="5772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523" name="Object 5"/>
          <p:cNvGraphicFramePr/>
          <p:nvPr/>
        </p:nvGraphicFramePr>
        <p:xfrm>
          <a:off x="2583000" y="1214280"/>
          <a:ext cx="2016000" cy="4905360"/>
        </p:xfrm>
        <a:graphic>
          <a:graphicData uri="http://schemas.openxmlformats.org/presentationml/2006/ole">
            <p:oleObj r:id="rId2" spid="">
              <p:embed/>
            </p:oleObj>
          </a:graphicData>
        </a:graphic>
      </p:graphicFrame>
      <p:sp>
        <p:nvSpPr>
          <p:cNvPr id="1524" name="Text Box 6"/>
          <p:cNvSpPr/>
          <p:nvPr/>
        </p:nvSpPr>
        <p:spPr>
          <a:xfrm>
            <a:off x="3393360" y="5772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525" name="Object 16"/>
          <p:cNvGraphicFramePr/>
          <p:nvPr/>
        </p:nvGraphicFramePr>
        <p:xfrm>
          <a:off x="4573440" y="1214280"/>
          <a:ext cx="2016360" cy="4905360"/>
        </p:xfrm>
        <a:graphic>
          <a:graphicData uri="http://schemas.openxmlformats.org/presentationml/2006/ole">
            <p:oleObj r:id="rId3" spid="">
              <p:embed/>
            </p:oleObj>
          </a:graphicData>
        </a:graphic>
      </p:graphicFrame>
      <p:sp>
        <p:nvSpPr>
          <p:cNvPr id="1526" name="Text Box 17"/>
          <p:cNvSpPr/>
          <p:nvPr/>
        </p:nvSpPr>
        <p:spPr>
          <a:xfrm>
            <a:off x="5384160" y="5772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527" name="Object 18"/>
          <p:cNvGraphicFramePr/>
          <p:nvPr/>
        </p:nvGraphicFramePr>
        <p:xfrm>
          <a:off x="6564240" y="1214280"/>
          <a:ext cx="2016360" cy="4905360"/>
        </p:xfrm>
        <a:graphic>
          <a:graphicData uri="http://schemas.openxmlformats.org/presentationml/2006/ole">
            <p:oleObj r:id="rId4" spid="">
              <p:embed/>
            </p:oleObj>
          </a:graphicData>
        </a:graphic>
      </p:graphicFrame>
      <p:sp>
        <p:nvSpPr>
          <p:cNvPr id="1528" name="Text Box 19"/>
          <p:cNvSpPr/>
          <p:nvPr/>
        </p:nvSpPr>
        <p:spPr>
          <a:xfrm>
            <a:off x="7373160" y="5772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9"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30"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177410F-1A6F-4880-81E5-511DD54DD28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3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a:t>
            </a:r>
            <a:endParaRPr b="1" lang="en-US" sz="1600" spc="-1" strike="noStrike">
              <a:solidFill>
                <a:srgbClr val="000000"/>
              </a:solidFill>
              <a:latin typeface="Arial"/>
            </a:endParaRPr>
          </a:p>
        </p:txBody>
      </p:sp>
      <p:graphicFrame>
        <p:nvGraphicFramePr>
          <p:cNvPr id="1532" name="Object 3"/>
          <p:cNvGraphicFramePr/>
          <p:nvPr/>
        </p:nvGraphicFramePr>
        <p:xfrm>
          <a:off x="554040" y="1967040"/>
          <a:ext cx="7640640" cy="3927240"/>
        </p:xfrm>
        <a:graphic>
          <a:graphicData uri="http://schemas.openxmlformats.org/presentationml/2006/ole">
            <p:oleObj r:id="rId1" spid="">
              <p:embed/>
            </p:oleObj>
          </a:graphicData>
        </a:graphic>
      </p:graphicFrame>
      <p:sp>
        <p:nvSpPr>
          <p:cNvPr id="1533" name="Text Box 4"/>
          <p:cNvSpPr/>
          <p:nvPr/>
        </p:nvSpPr>
        <p:spPr>
          <a:xfrm>
            <a:off x="4337280" y="583884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534" name="Text Box 5"/>
          <p:cNvSpPr/>
          <p:nvPr/>
        </p:nvSpPr>
        <p:spPr>
          <a:xfrm>
            <a:off x="11145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5"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36"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54DEC0-BA85-4FDC-8DDB-E054F55B9CA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3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ea typeface="ＭＳ Ｐゴシック"/>
              </a:rPr>
              <a:t>Two per page</a:t>
            </a:r>
            <a:endParaRPr b="1" lang="en-US" sz="1600" spc="-1" strike="noStrike">
              <a:solidFill>
                <a:srgbClr val="000000"/>
              </a:solidFill>
              <a:latin typeface="Arial"/>
            </a:endParaRPr>
          </a:p>
        </p:txBody>
      </p:sp>
      <p:graphicFrame>
        <p:nvGraphicFramePr>
          <p:cNvPr id="1538" name="Object 4"/>
          <p:cNvGraphicFramePr/>
          <p:nvPr/>
        </p:nvGraphicFramePr>
        <p:xfrm>
          <a:off x="600120" y="1916280"/>
          <a:ext cx="3598920" cy="4376520"/>
        </p:xfrm>
        <a:graphic>
          <a:graphicData uri="http://schemas.openxmlformats.org/presentationml/2006/ole">
            <p:oleObj r:id="rId1" spid="">
              <p:embed/>
            </p:oleObj>
          </a:graphicData>
        </a:graphic>
      </p:graphicFrame>
      <p:sp>
        <p:nvSpPr>
          <p:cNvPr id="1539" name="Text Box 5"/>
          <p:cNvSpPr/>
          <p:nvPr/>
        </p:nvSpPr>
        <p:spPr>
          <a:xfrm>
            <a:off x="953640" y="1916280"/>
            <a:ext cx="762840" cy="1742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Y-axis title</a:t>
            </a:r>
            <a:endParaRPr b="1" lang="en-US" sz="1200" spc="-1" strike="noStrike">
              <a:solidFill>
                <a:srgbClr val="000000"/>
              </a:solidFill>
              <a:latin typeface="Arial"/>
            </a:endParaRPr>
          </a:p>
        </p:txBody>
      </p:sp>
      <p:sp>
        <p:nvSpPr>
          <p:cNvPr id="1540" name="Text Box 6"/>
          <p:cNvSpPr/>
          <p:nvPr/>
        </p:nvSpPr>
        <p:spPr>
          <a:xfrm>
            <a:off x="1079640" y="5622840"/>
            <a:ext cx="262548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X-axis title</a:t>
            </a:r>
            <a:endParaRPr b="1" lang="en-US" sz="1200" spc="-1" strike="noStrike">
              <a:solidFill>
                <a:srgbClr val="000000"/>
              </a:solidFill>
              <a:latin typeface="Arial"/>
            </a:endParaRPr>
          </a:p>
        </p:txBody>
      </p:sp>
      <p:sp>
        <p:nvSpPr>
          <p:cNvPr id="1541" name="Text Box 7"/>
          <p:cNvSpPr/>
          <p:nvPr/>
        </p:nvSpPr>
        <p:spPr>
          <a:xfrm>
            <a:off x="5196960" y="1916280"/>
            <a:ext cx="762840" cy="1742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Y-axis title</a:t>
            </a:r>
            <a:endParaRPr b="1" lang="en-US" sz="1200" spc="-1" strike="noStrike">
              <a:solidFill>
                <a:srgbClr val="000000"/>
              </a:solidFill>
              <a:latin typeface="Arial"/>
            </a:endParaRPr>
          </a:p>
        </p:txBody>
      </p:sp>
      <p:sp>
        <p:nvSpPr>
          <p:cNvPr id="1542" name="Text Box 8"/>
          <p:cNvSpPr/>
          <p:nvPr/>
        </p:nvSpPr>
        <p:spPr>
          <a:xfrm>
            <a:off x="5384880" y="5622840"/>
            <a:ext cx="262548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200" spc="-1" strike="noStrike">
                <a:solidFill>
                  <a:srgbClr val="000000"/>
                </a:solidFill>
                <a:latin typeface="Arial"/>
              </a:rPr>
              <a:t>X-axis title</a:t>
            </a:r>
            <a:endParaRPr b="1" lang="en-US" sz="1200" spc="-1" strike="noStrike">
              <a:solidFill>
                <a:srgbClr val="000000"/>
              </a:solidFill>
              <a:latin typeface="Arial"/>
            </a:endParaRPr>
          </a:p>
        </p:txBody>
      </p:sp>
      <p:graphicFrame>
        <p:nvGraphicFramePr>
          <p:cNvPr id="1543" name="Object 11"/>
          <p:cNvGraphicFramePr/>
          <p:nvPr/>
        </p:nvGraphicFramePr>
        <p:xfrm>
          <a:off x="4794120" y="1916280"/>
          <a:ext cx="3598920" cy="4376520"/>
        </p:xfrm>
        <a:graphic>
          <a:graphicData uri="http://schemas.openxmlformats.org/presentationml/2006/ole">
            <p:oleObj r:id="rId2" spid="">
              <p:embed/>
            </p:oleObj>
          </a:graphicData>
        </a:graphic>
      </p:graphicFrame>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4"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45"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354FCFF-E3B1-4781-8905-87AD19ACF09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4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ea typeface="ＭＳ Ｐゴシック"/>
              </a:rPr>
              <a:t>Three per page</a:t>
            </a:r>
            <a:endParaRPr b="1" lang="en-US" sz="1600" spc="-1" strike="noStrike">
              <a:solidFill>
                <a:srgbClr val="000000"/>
              </a:solidFill>
              <a:latin typeface="Arial"/>
            </a:endParaRPr>
          </a:p>
        </p:txBody>
      </p:sp>
      <p:graphicFrame>
        <p:nvGraphicFramePr>
          <p:cNvPr id="1547" name="Object 3"/>
          <p:cNvGraphicFramePr/>
          <p:nvPr/>
        </p:nvGraphicFramePr>
        <p:xfrm>
          <a:off x="614520" y="2023920"/>
          <a:ext cx="2457360" cy="4229280"/>
        </p:xfrm>
        <a:graphic>
          <a:graphicData uri="http://schemas.openxmlformats.org/presentationml/2006/ole">
            <p:oleObj r:id="rId1" spid="">
              <p:embed/>
            </p:oleObj>
          </a:graphicData>
        </a:graphic>
      </p:graphicFrame>
      <p:sp>
        <p:nvSpPr>
          <p:cNvPr id="1548" name="Text Box 4"/>
          <p:cNvSpPr/>
          <p:nvPr/>
        </p:nvSpPr>
        <p:spPr>
          <a:xfrm>
            <a:off x="84780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549" name="Text Box 5"/>
          <p:cNvSpPr/>
          <p:nvPr/>
        </p:nvSpPr>
        <p:spPr>
          <a:xfrm>
            <a:off x="1722600" y="579744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550" name="Text Box 6"/>
          <p:cNvSpPr/>
          <p:nvPr/>
        </p:nvSpPr>
        <p:spPr>
          <a:xfrm>
            <a:off x="341964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551" name="Text Box 7"/>
          <p:cNvSpPr/>
          <p:nvPr/>
        </p:nvSpPr>
        <p:spPr>
          <a:xfrm>
            <a:off x="4294440" y="579744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552" name="Text Box 8"/>
          <p:cNvSpPr/>
          <p:nvPr/>
        </p:nvSpPr>
        <p:spPr>
          <a:xfrm>
            <a:off x="599292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553" name="Text Box 9"/>
          <p:cNvSpPr/>
          <p:nvPr/>
        </p:nvSpPr>
        <p:spPr>
          <a:xfrm>
            <a:off x="6867720" y="579744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554" name="Object 13"/>
          <p:cNvGraphicFramePr/>
          <p:nvPr/>
        </p:nvGraphicFramePr>
        <p:xfrm>
          <a:off x="3176640" y="2023920"/>
          <a:ext cx="2457360" cy="4229280"/>
        </p:xfrm>
        <a:graphic>
          <a:graphicData uri="http://schemas.openxmlformats.org/presentationml/2006/ole">
            <p:oleObj r:id="rId2" spid="">
              <p:embed/>
            </p:oleObj>
          </a:graphicData>
        </a:graphic>
      </p:graphicFrame>
      <p:graphicFrame>
        <p:nvGraphicFramePr>
          <p:cNvPr id="1555" name="Object 14"/>
          <p:cNvGraphicFramePr/>
          <p:nvPr/>
        </p:nvGraphicFramePr>
        <p:xfrm>
          <a:off x="5738760" y="2023920"/>
          <a:ext cx="2457360" cy="4229280"/>
        </p:xfrm>
        <a:graphic>
          <a:graphicData uri="http://schemas.openxmlformats.org/presentationml/2006/ole">
            <p:oleObj r:id="rId3" spid="">
              <p:embed/>
            </p:oleObj>
          </a:graphicData>
        </a:graphic>
      </p:graphicFrame>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5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51A772A-0F2A-4DE0-8618-174A4F9EDC5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5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Paired</a:t>
            </a:r>
            <a:endParaRPr b="1" lang="en-US" sz="1600" spc="-1" strike="noStrike">
              <a:solidFill>
                <a:srgbClr val="000000"/>
              </a:solidFill>
              <a:latin typeface="Arial"/>
            </a:endParaRPr>
          </a:p>
        </p:txBody>
      </p:sp>
      <p:graphicFrame>
        <p:nvGraphicFramePr>
          <p:cNvPr id="1559" name="Object 3"/>
          <p:cNvGraphicFramePr/>
          <p:nvPr/>
        </p:nvGraphicFramePr>
        <p:xfrm>
          <a:off x="450720" y="1197000"/>
          <a:ext cx="8293320" cy="4919760"/>
        </p:xfrm>
        <a:graphic>
          <a:graphicData uri="http://schemas.openxmlformats.org/presentationml/2006/ole">
            <p:oleObj r:id="rId1" spid="">
              <p:embed/>
            </p:oleObj>
          </a:graphicData>
        </a:graphic>
      </p:graphicFrame>
      <p:sp>
        <p:nvSpPr>
          <p:cNvPr id="1560" name="Text Box 4"/>
          <p:cNvSpPr/>
          <p:nvPr/>
        </p:nvSpPr>
        <p:spPr>
          <a:xfrm>
            <a:off x="4437720" y="5794200"/>
            <a:ext cx="211320" cy="1090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 spc="-1" strike="noStrike">
                <a:solidFill>
                  <a:srgbClr val="000000"/>
                </a:solidFill>
                <a:latin typeface="Arial"/>
              </a:rPr>
              <a:t>Units</a:t>
            </a:r>
            <a:endParaRPr b="1" lang="en-US" sz="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6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C4B71AC-BE62-4AD5-AC9C-B05D4344834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6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Two paired</a:t>
            </a:r>
            <a:endParaRPr b="1" lang="en-US" sz="1600" spc="-1" strike="noStrike">
              <a:solidFill>
                <a:srgbClr val="000000"/>
              </a:solidFill>
              <a:latin typeface="Arial"/>
            </a:endParaRPr>
          </a:p>
        </p:txBody>
      </p:sp>
      <p:graphicFrame>
        <p:nvGraphicFramePr>
          <p:cNvPr id="1564" name="Object 3"/>
          <p:cNvGraphicFramePr/>
          <p:nvPr/>
        </p:nvGraphicFramePr>
        <p:xfrm>
          <a:off x="398520" y="1197000"/>
          <a:ext cx="4164120" cy="5032440"/>
        </p:xfrm>
        <a:graphic>
          <a:graphicData uri="http://schemas.openxmlformats.org/presentationml/2006/ole">
            <p:oleObj r:id="rId1" spid="">
              <p:embed/>
            </p:oleObj>
          </a:graphicData>
        </a:graphic>
      </p:graphicFrame>
      <p:sp>
        <p:nvSpPr>
          <p:cNvPr id="1565" name="Text Box 4"/>
          <p:cNvSpPr/>
          <p:nvPr/>
        </p:nvSpPr>
        <p:spPr>
          <a:xfrm>
            <a:off x="2403000" y="57834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566" name="Object 5"/>
          <p:cNvGraphicFramePr/>
          <p:nvPr/>
        </p:nvGraphicFramePr>
        <p:xfrm>
          <a:off x="4592520" y="1197000"/>
          <a:ext cx="4164120" cy="5032440"/>
        </p:xfrm>
        <a:graphic>
          <a:graphicData uri="http://schemas.openxmlformats.org/presentationml/2006/ole">
            <p:oleObj r:id="rId2" spid="">
              <p:embed/>
            </p:oleObj>
          </a:graphicData>
        </a:graphic>
      </p:graphicFrame>
      <p:sp>
        <p:nvSpPr>
          <p:cNvPr id="1567" name="Text Box 6"/>
          <p:cNvSpPr/>
          <p:nvPr/>
        </p:nvSpPr>
        <p:spPr>
          <a:xfrm>
            <a:off x="6782760" y="57834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6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8802BEB-7540-4885-8FFE-78A1C7180DB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7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Multiple</a:t>
            </a:r>
            <a:endParaRPr b="1" lang="en-US" sz="1600" spc="-1" strike="noStrike">
              <a:solidFill>
                <a:srgbClr val="000000"/>
              </a:solidFill>
              <a:latin typeface="Arial"/>
            </a:endParaRPr>
          </a:p>
        </p:txBody>
      </p:sp>
      <p:graphicFrame>
        <p:nvGraphicFramePr>
          <p:cNvPr id="1571" name="Object 3"/>
          <p:cNvGraphicFramePr/>
          <p:nvPr/>
        </p:nvGraphicFramePr>
        <p:xfrm>
          <a:off x="727200" y="1932120"/>
          <a:ext cx="7491240" cy="4181400"/>
        </p:xfrm>
        <a:graphic>
          <a:graphicData uri="http://schemas.openxmlformats.org/presentationml/2006/ole">
            <p:oleObj r:id="rId1" spid="">
              <p:embed/>
            </p:oleObj>
          </a:graphicData>
        </a:graphic>
      </p:graphicFrame>
      <p:sp>
        <p:nvSpPr>
          <p:cNvPr id="1572" name="Text Box 4"/>
          <p:cNvSpPr/>
          <p:nvPr/>
        </p:nvSpPr>
        <p:spPr>
          <a:xfrm>
            <a:off x="4321440" y="566100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573" name="Text Box 5"/>
          <p:cNvSpPr/>
          <p:nvPr/>
        </p:nvSpPr>
        <p:spPr>
          <a:xfrm>
            <a:off x="13287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7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3D2925-7E36-4817-830D-4085659DD5C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7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ea typeface="ＭＳ Ｐゴシック"/>
              </a:rPr>
              <a:t>Dual back to back</a:t>
            </a:r>
            <a:endParaRPr b="1" lang="en-US" sz="1600" spc="-1" strike="noStrike">
              <a:solidFill>
                <a:srgbClr val="000000"/>
              </a:solidFill>
              <a:latin typeface="Arial"/>
            </a:endParaRPr>
          </a:p>
        </p:txBody>
      </p:sp>
      <p:graphicFrame>
        <p:nvGraphicFramePr>
          <p:cNvPr id="1577" name="Object 3"/>
          <p:cNvGraphicFramePr/>
          <p:nvPr/>
        </p:nvGraphicFramePr>
        <p:xfrm>
          <a:off x="4903920" y="1165320"/>
          <a:ext cx="3582720" cy="5046480"/>
        </p:xfrm>
        <a:graphic>
          <a:graphicData uri="http://schemas.openxmlformats.org/presentationml/2006/ole">
            <p:oleObj r:id="rId1" spid="">
              <p:embed/>
            </p:oleObj>
          </a:graphicData>
        </a:graphic>
      </p:graphicFrame>
      <p:graphicFrame>
        <p:nvGraphicFramePr>
          <p:cNvPr id="1578" name="Object 4"/>
          <p:cNvGraphicFramePr/>
          <p:nvPr/>
        </p:nvGraphicFramePr>
        <p:xfrm>
          <a:off x="587520" y="1165320"/>
          <a:ext cx="3584520" cy="5046480"/>
        </p:xfrm>
        <a:graphic>
          <a:graphicData uri="http://schemas.openxmlformats.org/presentationml/2006/ole">
            <p:oleObj r:id="rId2" spid="">
              <p:embed/>
            </p:oleObj>
          </a:graphicData>
        </a:graphic>
      </p:graphicFrame>
      <p:sp>
        <p:nvSpPr>
          <p:cNvPr id="1579" name="Text Box 5"/>
          <p:cNvSpPr/>
          <p:nvPr/>
        </p:nvSpPr>
        <p:spPr>
          <a:xfrm>
            <a:off x="6536520" y="58086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580" name="Text Box 6"/>
          <p:cNvSpPr/>
          <p:nvPr/>
        </p:nvSpPr>
        <p:spPr>
          <a:xfrm>
            <a:off x="4364280" y="2157480"/>
            <a:ext cx="5220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North</a:t>
            </a:r>
            <a:endParaRPr b="1" lang="en-US" sz="1100" spc="-1" strike="noStrike">
              <a:solidFill>
                <a:srgbClr val="000000"/>
              </a:solidFill>
              <a:latin typeface="Arial"/>
            </a:endParaRPr>
          </a:p>
        </p:txBody>
      </p:sp>
      <p:sp>
        <p:nvSpPr>
          <p:cNvPr id="1581" name="Text Box 7"/>
          <p:cNvSpPr/>
          <p:nvPr/>
        </p:nvSpPr>
        <p:spPr>
          <a:xfrm>
            <a:off x="4352760" y="3054240"/>
            <a:ext cx="54648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South</a:t>
            </a:r>
            <a:endParaRPr b="1" lang="en-US" sz="1100" spc="-1" strike="noStrike">
              <a:solidFill>
                <a:srgbClr val="000000"/>
              </a:solidFill>
              <a:latin typeface="Arial"/>
            </a:endParaRPr>
          </a:p>
        </p:txBody>
      </p:sp>
      <p:sp>
        <p:nvSpPr>
          <p:cNvPr id="1582" name="Text Box 8"/>
          <p:cNvSpPr/>
          <p:nvPr/>
        </p:nvSpPr>
        <p:spPr>
          <a:xfrm>
            <a:off x="4409640" y="3951360"/>
            <a:ext cx="46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East</a:t>
            </a:r>
            <a:endParaRPr b="1" lang="en-US" sz="1100" spc="-1" strike="noStrike">
              <a:solidFill>
                <a:srgbClr val="000000"/>
              </a:solidFill>
              <a:latin typeface="Arial"/>
            </a:endParaRPr>
          </a:p>
        </p:txBody>
      </p:sp>
      <p:sp>
        <p:nvSpPr>
          <p:cNvPr id="1583" name="Text Box 9"/>
          <p:cNvSpPr/>
          <p:nvPr/>
        </p:nvSpPr>
        <p:spPr>
          <a:xfrm>
            <a:off x="4385880" y="4848120"/>
            <a:ext cx="49932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West</a:t>
            </a:r>
            <a:endParaRPr b="1" lang="en-US" sz="1100" spc="-1" strike="noStrike">
              <a:solidFill>
                <a:srgbClr val="000000"/>
              </a:solidFill>
              <a:latin typeface="Arial"/>
            </a:endParaRPr>
          </a:p>
        </p:txBody>
      </p:sp>
      <p:sp>
        <p:nvSpPr>
          <p:cNvPr id="1584" name="Text Box 10"/>
          <p:cNvSpPr/>
          <p:nvPr/>
        </p:nvSpPr>
        <p:spPr>
          <a:xfrm>
            <a:off x="2160000" y="58086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585" name="Rectangle 12"/>
          <p:cNvSpPr/>
          <p:nvPr/>
        </p:nvSpPr>
        <p:spPr>
          <a:xfrm>
            <a:off x="7164360" y="260280"/>
            <a:ext cx="1662120" cy="79380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各カテゴリーのラベルはパワーポイントに手動で入力してください。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58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3F03BC-EB5D-4F81-B8AD-004C1C5ABE7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58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ea typeface="ＭＳ Ｐゴシック"/>
              </a:rPr>
              <a:t>Stacked, series lines</a:t>
            </a:r>
            <a:endParaRPr b="1" lang="en-US" sz="1600" spc="-1" strike="noStrike">
              <a:solidFill>
                <a:srgbClr val="000000"/>
              </a:solidFill>
              <a:latin typeface="Arial"/>
            </a:endParaRPr>
          </a:p>
        </p:txBody>
      </p:sp>
      <p:graphicFrame>
        <p:nvGraphicFramePr>
          <p:cNvPr id="1589" name="Object 3"/>
          <p:cNvGraphicFramePr/>
          <p:nvPr/>
        </p:nvGraphicFramePr>
        <p:xfrm>
          <a:off x="766800" y="1932120"/>
          <a:ext cx="7491240" cy="4181400"/>
        </p:xfrm>
        <a:graphic>
          <a:graphicData uri="http://schemas.openxmlformats.org/presentationml/2006/ole">
            <p:oleObj r:id="rId1" spid="">
              <p:embed/>
            </p:oleObj>
          </a:graphicData>
        </a:graphic>
      </p:graphicFrame>
      <p:sp>
        <p:nvSpPr>
          <p:cNvPr id="1590" name="Text Box 4"/>
          <p:cNvSpPr/>
          <p:nvPr/>
        </p:nvSpPr>
        <p:spPr>
          <a:xfrm>
            <a:off x="4321440" y="566100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591" name="Text Box 5"/>
          <p:cNvSpPr/>
          <p:nvPr/>
        </p:nvSpPr>
        <p:spPr>
          <a:xfrm>
            <a:off x="13287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592" name="Rectangle 6"/>
          <p:cNvSpPr/>
          <p:nvPr/>
        </p:nvSpPr>
        <p:spPr>
          <a:xfrm>
            <a:off x="5249160" y="22431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3" name="Rectangle 7"/>
          <p:cNvSpPr/>
          <p:nvPr/>
        </p:nvSpPr>
        <p:spPr>
          <a:xfrm>
            <a:off x="7589160" y="49179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4" name="Rectangle 8"/>
          <p:cNvSpPr/>
          <p:nvPr/>
        </p:nvSpPr>
        <p:spPr>
          <a:xfrm>
            <a:off x="5585760" y="262404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5" name="Rectangle 9"/>
          <p:cNvSpPr/>
          <p:nvPr/>
        </p:nvSpPr>
        <p:spPr>
          <a:xfrm>
            <a:off x="6181200" y="300672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6" name="Rectangle 10"/>
          <p:cNvSpPr/>
          <p:nvPr/>
        </p:nvSpPr>
        <p:spPr>
          <a:xfrm>
            <a:off x="5425560" y="338940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7" name="Rectangle 11"/>
          <p:cNvSpPr/>
          <p:nvPr/>
        </p:nvSpPr>
        <p:spPr>
          <a:xfrm>
            <a:off x="6073200" y="377028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8" name="Rectangle 12"/>
          <p:cNvSpPr/>
          <p:nvPr/>
        </p:nvSpPr>
        <p:spPr>
          <a:xfrm>
            <a:off x="6174720" y="41529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599" name="Rectangle 13"/>
          <p:cNvSpPr/>
          <p:nvPr/>
        </p:nvSpPr>
        <p:spPr>
          <a:xfrm>
            <a:off x="7021080" y="453564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0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949D4B-F1D9-4631-A72A-3735087EABC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0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ea typeface="ＭＳ Ｐゴシック"/>
              </a:rPr>
              <a:t>Stacked, one colour, series lines</a:t>
            </a:r>
            <a:endParaRPr b="1" lang="en-US" sz="1600" spc="-1" strike="noStrike">
              <a:solidFill>
                <a:srgbClr val="000000"/>
              </a:solidFill>
              <a:latin typeface="Arial"/>
            </a:endParaRPr>
          </a:p>
        </p:txBody>
      </p:sp>
      <p:graphicFrame>
        <p:nvGraphicFramePr>
          <p:cNvPr id="1603" name="Object 3"/>
          <p:cNvGraphicFramePr/>
          <p:nvPr/>
        </p:nvGraphicFramePr>
        <p:xfrm>
          <a:off x="736560" y="1930320"/>
          <a:ext cx="7480440" cy="3861000"/>
        </p:xfrm>
        <a:graphic>
          <a:graphicData uri="http://schemas.openxmlformats.org/presentationml/2006/ole">
            <p:oleObj r:id="rId1" spid="">
              <p:embed/>
            </p:oleObj>
          </a:graphicData>
        </a:graphic>
      </p:graphicFrame>
      <p:sp>
        <p:nvSpPr>
          <p:cNvPr id="1604" name="Text Box 4"/>
          <p:cNvSpPr/>
          <p:nvPr/>
        </p:nvSpPr>
        <p:spPr>
          <a:xfrm>
            <a:off x="4321440" y="576756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605" name="Text Box 5"/>
          <p:cNvSpPr/>
          <p:nvPr/>
        </p:nvSpPr>
        <p:spPr>
          <a:xfrm>
            <a:off x="13287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606" name="Rectangle 6"/>
          <p:cNvSpPr/>
          <p:nvPr/>
        </p:nvSpPr>
        <p:spPr>
          <a:xfrm>
            <a:off x="4949280" y="22575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07" name="Rectangle 7"/>
          <p:cNvSpPr/>
          <p:nvPr/>
        </p:nvSpPr>
        <p:spPr>
          <a:xfrm>
            <a:off x="7246440" y="500868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08" name="Rectangle 8"/>
          <p:cNvSpPr/>
          <p:nvPr/>
        </p:nvSpPr>
        <p:spPr>
          <a:xfrm>
            <a:off x="5071680" y="265428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09" name="Rectangle 9"/>
          <p:cNvSpPr/>
          <p:nvPr/>
        </p:nvSpPr>
        <p:spPr>
          <a:xfrm>
            <a:off x="5466960" y="30369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10" name="Rectangle 10"/>
          <p:cNvSpPr/>
          <p:nvPr/>
        </p:nvSpPr>
        <p:spPr>
          <a:xfrm>
            <a:off x="5125320" y="344808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11" name="Rectangle 11"/>
          <p:cNvSpPr/>
          <p:nvPr/>
        </p:nvSpPr>
        <p:spPr>
          <a:xfrm>
            <a:off x="5544720" y="38307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12" name="Rectangle 12"/>
          <p:cNvSpPr/>
          <p:nvPr/>
        </p:nvSpPr>
        <p:spPr>
          <a:xfrm>
            <a:off x="5846400" y="422748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
        <p:nvSpPr>
          <p:cNvPr id="1613" name="Rectangle 13"/>
          <p:cNvSpPr/>
          <p:nvPr/>
        </p:nvSpPr>
        <p:spPr>
          <a:xfrm>
            <a:off x="6692400" y="4595760"/>
            <a:ext cx="66960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Data value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1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5F7350-1C3C-4829-A6AC-DFD35AF9D8D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1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rPr>
              <a:t>100 % stacked, series lines</a:t>
            </a:r>
            <a:endParaRPr b="1" lang="en-US" sz="1600" spc="-1" strike="noStrike">
              <a:solidFill>
                <a:srgbClr val="000000"/>
              </a:solidFill>
              <a:latin typeface="Arial"/>
            </a:endParaRPr>
          </a:p>
        </p:txBody>
      </p:sp>
      <p:graphicFrame>
        <p:nvGraphicFramePr>
          <p:cNvPr id="1617" name="Object 3"/>
          <p:cNvGraphicFramePr/>
          <p:nvPr/>
        </p:nvGraphicFramePr>
        <p:xfrm>
          <a:off x="665280" y="1924200"/>
          <a:ext cx="7505640" cy="3870000"/>
        </p:xfrm>
        <a:graphic>
          <a:graphicData uri="http://schemas.openxmlformats.org/presentationml/2006/ole">
            <p:oleObj r:id="rId1" spid="">
              <p:embed/>
            </p:oleObj>
          </a:graphicData>
        </a:graphic>
      </p:graphicFrame>
      <p:sp>
        <p:nvSpPr>
          <p:cNvPr id="1618" name="Text Box 4"/>
          <p:cNvSpPr/>
          <p:nvPr/>
        </p:nvSpPr>
        <p:spPr>
          <a:xfrm>
            <a:off x="4321440" y="566100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619" name="Text Box 5"/>
          <p:cNvSpPr/>
          <p:nvPr/>
        </p:nvSpPr>
        <p:spPr>
          <a:xfrm>
            <a:off x="13287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2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D1363B-65A3-4C98-87E9-693004C17D6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Bars - </a:t>
            </a:r>
            <a:r>
              <a:rPr b="1" lang="de-DE" sz="1600" spc="-1" strike="noStrike">
                <a:solidFill>
                  <a:srgbClr val="000000"/>
                </a:solidFill>
                <a:latin typeface="Arial"/>
              </a:rPr>
              <a:t>100 % stacked, one colour, series lines</a:t>
            </a:r>
            <a:endParaRPr b="1" lang="en-US" sz="1600" spc="-1" strike="noStrike">
              <a:solidFill>
                <a:srgbClr val="000000"/>
              </a:solidFill>
              <a:latin typeface="Arial"/>
            </a:endParaRPr>
          </a:p>
        </p:txBody>
      </p:sp>
      <p:graphicFrame>
        <p:nvGraphicFramePr>
          <p:cNvPr id="1623" name="Object 3"/>
          <p:cNvGraphicFramePr/>
          <p:nvPr/>
        </p:nvGraphicFramePr>
        <p:xfrm>
          <a:off x="784080" y="2054160"/>
          <a:ext cx="7504200" cy="3871800"/>
        </p:xfrm>
        <a:graphic>
          <a:graphicData uri="http://schemas.openxmlformats.org/presentationml/2006/ole">
            <p:oleObj r:id="rId1" spid="">
              <p:embed/>
            </p:oleObj>
          </a:graphicData>
        </a:graphic>
      </p:graphicFrame>
      <p:sp>
        <p:nvSpPr>
          <p:cNvPr id="1624" name="Text Box 4"/>
          <p:cNvSpPr/>
          <p:nvPr/>
        </p:nvSpPr>
        <p:spPr>
          <a:xfrm>
            <a:off x="4321440" y="597852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625" name="Text Box 5"/>
          <p:cNvSpPr/>
          <p:nvPr/>
        </p:nvSpPr>
        <p:spPr>
          <a:xfrm>
            <a:off x="1328760" y="188424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626" name="Text Box 6"/>
          <p:cNvSpPr/>
          <p:nvPr/>
        </p:nvSpPr>
        <p:spPr>
          <a:xfrm>
            <a:off x="1590840" y="2100240"/>
            <a:ext cx="79848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
        <p:nvSpPr>
          <p:cNvPr id="1627" name="Text Box 7"/>
          <p:cNvSpPr/>
          <p:nvPr/>
        </p:nvSpPr>
        <p:spPr>
          <a:xfrm>
            <a:off x="2606760" y="2100240"/>
            <a:ext cx="79668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
        <p:nvSpPr>
          <p:cNvPr id="1628" name="Text Box 8"/>
          <p:cNvSpPr/>
          <p:nvPr/>
        </p:nvSpPr>
        <p:spPr>
          <a:xfrm>
            <a:off x="3610080" y="2100240"/>
            <a:ext cx="72864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
        <p:nvSpPr>
          <p:cNvPr id="1629" name="Text Box 9"/>
          <p:cNvSpPr/>
          <p:nvPr/>
        </p:nvSpPr>
        <p:spPr>
          <a:xfrm>
            <a:off x="4530600" y="2100240"/>
            <a:ext cx="79704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
        <p:nvSpPr>
          <p:cNvPr id="1630" name="Text Box 10"/>
          <p:cNvSpPr/>
          <p:nvPr/>
        </p:nvSpPr>
        <p:spPr>
          <a:xfrm>
            <a:off x="5506920" y="2100240"/>
            <a:ext cx="79560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
        <p:nvSpPr>
          <p:cNvPr id="1631" name="Text Box 11"/>
          <p:cNvSpPr/>
          <p:nvPr/>
        </p:nvSpPr>
        <p:spPr>
          <a:xfrm>
            <a:off x="6481800" y="2100240"/>
            <a:ext cx="52848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
        <p:nvSpPr>
          <p:cNvPr id="1632" name="Text Box 12"/>
          <p:cNvSpPr/>
          <p:nvPr/>
        </p:nvSpPr>
        <p:spPr>
          <a:xfrm>
            <a:off x="7191360" y="2100240"/>
            <a:ext cx="530280" cy="1742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00000"/>
                </a:solidFill>
                <a:latin typeface="Arial"/>
              </a:rPr>
              <a:t>xxx</a:t>
            </a: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3"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34"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7A40766-F916-4368-B275-159BDACCE87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35" name="PlaceHolder 1"/>
          <p:cNvSpPr>
            <a:spLocks noGrp="1"/>
          </p:cNvSpPr>
          <p:nvPr>
            <p:ph type="title"/>
          </p:nvPr>
        </p:nvSpPr>
        <p:spPr>
          <a:xfrm>
            <a:off x="414360" y="50112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Stacked</a:t>
            </a:r>
            <a:endParaRPr b="1" lang="en-US" sz="1600" spc="-1" strike="noStrike">
              <a:solidFill>
                <a:srgbClr val="000000"/>
              </a:solidFill>
              <a:latin typeface="Arial"/>
            </a:endParaRPr>
          </a:p>
        </p:txBody>
      </p:sp>
      <p:graphicFrame>
        <p:nvGraphicFramePr>
          <p:cNvPr id="1636" name="Object 3"/>
          <p:cNvGraphicFramePr/>
          <p:nvPr/>
        </p:nvGraphicFramePr>
        <p:xfrm>
          <a:off x="679320" y="1209600"/>
          <a:ext cx="8280360" cy="5081760"/>
        </p:xfrm>
        <a:graphic>
          <a:graphicData uri="http://schemas.openxmlformats.org/presentationml/2006/ole">
            <p:oleObj r:id="rId1" spid="">
              <p:embed/>
            </p:oleObj>
          </a:graphicData>
        </a:graphic>
      </p:graphicFrame>
      <p:sp>
        <p:nvSpPr>
          <p:cNvPr id="1637" name="Text Box 4"/>
          <p:cNvSpPr/>
          <p:nvPr/>
        </p:nvSpPr>
        <p:spPr>
          <a:xfrm rot="16200000">
            <a:off x="644400" y="37425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38" name="Text Box 6"/>
          <p:cNvSpPr/>
          <p:nvPr/>
        </p:nvSpPr>
        <p:spPr>
          <a:xfrm>
            <a:off x="6926760" y="255276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sp>
        <p:nvSpPr>
          <p:cNvPr id="1639" name="Text Box 7"/>
          <p:cNvSpPr/>
          <p:nvPr/>
        </p:nvSpPr>
        <p:spPr>
          <a:xfrm>
            <a:off x="6926760" y="334476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640" name="Text Box 8"/>
          <p:cNvSpPr/>
          <p:nvPr/>
        </p:nvSpPr>
        <p:spPr>
          <a:xfrm>
            <a:off x="6926760" y="413712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641" name="Text Box 9"/>
          <p:cNvSpPr/>
          <p:nvPr/>
        </p:nvSpPr>
        <p:spPr>
          <a:xfrm>
            <a:off x="6926760" y="492768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
        <p:nvSpPr>
          <p:cNvPr id="1642" name="Text Box 11"/>
          <p:cNvSpPr/>
          <p:nvPr/>
        </p:nvSpPr>
        <p:spPr>
          <a:xfrm>
            <a:off x="4674600" y="59198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3"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44"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12AB1BC-E00A-4FAC-B869-2DB685F9A82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4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Stacked</a:t>
            </a:r>
            <a:endParaRPr b="1" lang="en-US" sz="1600" spc="-1" strike="noStrike">
              <a:solidFill>
                <a:srgbClr val="000000"/>
              </a:solidFill>
              <a:latin typeface="Arial"/>
            </a:endParaRPr>
          </a:p>
        </p:txBody>
      </p:sp>
      <p:graphicFrame>
        <p:nvGraphicFramePr>
          <p:cNvPr id="1646" name="Object 3"/>
          <p:cNvGraphicFramePr/>
          <p:nvPr/>
        </p:nvGraphicFramePr>
        <p:xfrm>
          <a:off x="450720" y="1957320"/>
          <a:ext cx="6313680" cy="4337280"/>
        </p:xfrm>
        <a:graphic>
          <a:graphicData uri="http://schemas.openxmlformats.org/presentationml/2006/ole">
            <p:oleObj r:id="rId1" spid="">
              <p:embed/>
            </p:oleObj>
          </a:graphicData>
        </a:graphic>
      </p:graphicFrame>
      <p:sp>
        <p:nvSpPr>
          <p:cNvPr id="1647" name="Text Box 4"/>
          <p:cNvSpPr/>
          <p:nvPr/>
        </p:nvSpPr>
        <p:spPr>
          <a:xfrm>
            <a:off x="7350480" y="1793880"/>
            <a:ext cx="3740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XXXX</a:t>
            </a:r>
            <a:endParaRPr b="1" lang="en-US" sz="1100" spc="-1" strike="noStrike">
              <a:solidFill>
                <a:srgbClr val="000000"/>
              </a:solidFill>
              <a:latin typeface="Arial"/>
            </a:endParaRPr>
          </a:p>
        </p:txBody>
      </p:sp>
      <p:sp>
        <p:nvSpPr>
          <p:cNvPr id="1648" name="Rectangle 5"/>
          <p:cNvSpPr/>
          <p:nvPr/>
        </p:nvSpPr>
        <p:spPr>
          <a:xfrm>
            <a:off x="6824520" y="237312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49" name="Rectangle 6"/>
          <p:cNvSpPr/>
          <p:nvPr/>
        </p:nvSpPr>
        <p:spPr>
          <a:xfrm>
            <a:off x="6824520" y="316188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0" name="Rectangle 7"/>
          <p:cNvSpPr/>
          <p:nvPr/>
        </p:nvSpPr>
        <p:spPr>
          <a:xfrm>
            <a:off x="6824520" y="395244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1" name="Rectangle 8"/>
          <p:cNvSpPr/>
          <p:nvPr/>
        </p:nvSpPr>
        <p:spPr>
          <a:xfrm>
            <a:off x="6824520" y="474300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2" name="Rectangle 9"/>
          <p:cNvSpPr/>
          <p:nvPr/>
        </p:nvSpPr>
        <p:spPr>
          <a:xfrm>
            <a:off x="7554960" y="237312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3" name="Rectangle 10"/>
          <p:cNvSpPr/>
          <p:nvPr/>
        </p:nvSpPr>
        <p:spPr>
          <a:xfrm>
            <a:off x="7554960" y="316188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4" name="Rectangle 11"/>
          <p:cNvSpPr/>
          <p:nvPr/>
        </p:nvSpPr>
        <p:spPr>
          <a:xfrm>
            <a:off x="7554960" y="395244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5" name="Rectangle 12"/>
          <p:cNvSpPr/>
          <p:nvPr/>
        </p:nvSpPr>
        <p:spPr>
          <a:xfrm>
            <a:off x="7554960" y="474300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656" name="Text Box 13"/>
          <p:cNvSpPr/>
          <p:nvPr/>
        </p:nvSpPr>
        <p:spPr>
          <a:xfrm>
            <a:off x="134316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657" name="Text Box 14"/>
          <p:cNvSpPr/>
          <p:nvPr/>
        </p:nvSpPr>
        <p:spPr>
          <a:xfrm>
            <a:off x="3700440" y="576756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8"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59"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FCD2D5-C0A4-4BF0-8CCF-AFFCE3E9737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1660" name="Object 3"/>
          <p:cNvGraphicFramePr/>
          <p:nvPr/>
        </p:nvGraphicFramePr>
        <p:xfrm>
          <a:off x="500040" y="1197000"/>
          <a:ext cx="4037040" cy="4863960"/>
        </p:xfrm>
        <a:graphic>
          <a:graphicData uri="http://schemas.openxmlformats.org/presentationml/2006/ole">
            <p:oleObj r:id="rId1" spid="">
              <p:embed/>
            </p:oleObj>
          </a:graphicData>
        </a:graphic>
      </p:graphicFrame>
      <p:graphicFrame>
        <p:nvGraphicFramePr>
          <p:cNvPr id="1661" name="Object 18"/>
          <p:cNvGraphicFramePr/>
          <p:nvPr/>
        </p:nvGraphicFramePr>
        <p:xfrm>
          <a:off x="4719600" y="1197000"/>
          <a:ext cx="4037040" cy="4863960"/>
        </p:xfrm>
        <a:graphic>
          <a:graphicData uri="http://schemas.openxmlformats.org/presentationml/2006/ole">
            <p:oleObj r:id="rId2" spid="">
              <p:embed/>
            </p:oleObj>
          </a:graphicData>
        </a:graphic>
      </p:graphicFrame>
      <p:sp>
        <p:nvSpPr>
          <p:cNvPr id="16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Two stacked</a:t>
            </a:r>
            <a:endParaRPr b="1" lang="en-US" sz="1600" spc="-1" strike="noStrike">
              <a:solidFill>
                <a:srgbClr val="000000"/>
              </a:solidFill>
              <a:latin typeface="Arial"/>
            </a:endParaRPr>
          </a:p>
        </p:txBody>
      </p:sp>
      <p:sp>
        <p:nvSpPr>
          <p:cNvPr id="1663" name="Text Box 4"/>
          <p:cNvSpPr/>
          <p:nvPr/>
        </p:nvSpPr>
        <p:spPr>
          <a:xfrm rot="16200000">
            <a:off x="368280" y="355968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64" name="Text Box 5"/>
          <p:cNvSpPr/>
          <p:nvPr/>
        </p:nvSpPr>
        <p:spPr>
          <a:xfrm>
            <a:off x="3537360" y="250200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sp>
        <p:nvSpPr>
          <p:cNvPr id="1665" name="Text Box 6"/>
          <p:cNvSpPr/>
          <p:nvPr/>
        </p:nvSpPr>
        <p:spPr>
          <a:xfrm>
            <a:off x="3537360" y="329400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666" name="Text Box 7"/>
          <p:cNvSpPr/>
          <p:nvPr/>
        </p:nvSpPr>
        <p:spPr>
          <a:xfrm>
            <a:off x="3537360" y="408636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667" name="Text Box 8"/>
          <p:cNvSpPr/>
          <p:nvPr/>
        </p:nvSpPr>
        <p:spPr>
          <a:xfrm>
            <a:off x="3537360" y="487692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
        <p:nvSpPr>
          <p:cNvPr id="1668" name="Text Box 10"/>
          <p:cNvSpPr/>
          <p:nvPr/>
        </p:nvSpPr>
        <p:spPr>
          <a:xfrm rot="16200000">
            <a:off x="4667040" y="35517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69" name="Text Box 11"/>
          <p:cNvSpPr/>
          <p:nvPr/>
        </p:nvSpPr>
        <p:spPr>
          <a:xfrm>
            <a:off x="7835040" y="250200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sp>
        <p:nvSpPr>
          <p:cNvPr id="1670" name="Text Box 12"/>
          <p:cNvSpPr/>
          <p:nvPr/>
        </p:nvSpPr>
        <p:spPr>
          <a:xfrm>
            <a:off x="7835040" y="329400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671" name="Text Box 13"/>
          <p:cNvSpPr/>
          <p:nvPr/>
        </p:nvSpPr>
        <p:spPr>
          <a:xfrm>
            <a:off x="7834680" y="408636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672" name="Text Box 14"/>
          <p:cNvSpPr/>
          <p:nvPr/>
        </p:nvSpPr>
        <p:spPr>
          <a:xfrm>
            <a:off x="7834680" y="487692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3" name="フッター プレースホルダ 4"/>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74" name="スライド番号プレースホルダ 5"/>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4968D22-A796-4EEC-A161-E602B6240E0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7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a:t>
            </a:r>
            <a:r>
              <a:rPr b="1" lang="de-DE" sz="1600" spc="-1" strike="noStrike">
                <a:solidFill>
                  <a:srgbClr val="000000"/>
                </a:solidFill>
                <a:latin typeface="Arial"/>
              </a:rPr>
              <a:t>Four on a page</a:t>
            </a:r>
            <a:endParaRPr b="1" lang="en-US" sz="1600" spc="-1" strike="noStrike">
              <a:solidFill>
                <a:srgbClr val="000000"/>
              </a:solidFill>
              <a:latin typeface="Arial"/>
            </a:endParaRPr>
          </a:p>
        </p:txBody>
      </p:sp>
      <p:sp>
        <p:nvSpPr>
          <p:cNvPr id="1676" name="Text Box 4"/>
          <p:cNvSpPr/>
          <p:nvPr/>
        </p:nvSpPr>
        <p:spPr>
          <a:xfrm rot="16200000">
            <a:off x="326880" y="23360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677" name="Object 5"/>
          <p:cNvGraphicFramePr/>
          <p:nvPr/>
        </p:nvGraphicFramePr>
        <p:xfrm>
          <a:off x="4648320" y="1176480"/>
          <a:ext cx="4095720" cy="2446200"/>
        </p:xfrm>
        <a:graphic>
          <a:graphicData uri="http://schemas.openxmlformats.org/presentationml/2006/ole">
            <p:oleObj r:id="rId1" spid="">
              <p:embed/>
            </p:oleObj>
          </a:graphicData>
        </a:graphic>
      </p:graphicFrame>
      <p:sp>
        <p:nvSpPr>
          <p:cNvPr id="1678" name="Text Box 6"/>
          <p:cNvSpPr/>
          <p:nvPr/>
        </p:nvSpPr>
        <p:spPr>
          <a:xfrm rot="16200000">
            <a:off x="4608360" y="23295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79" name="Text Box 8"/>
          <p:cNvSpPr/>
          <p:nvPr/>
        </p:nvSpPr>
        <p:spPr>
          <a:xfrm rot="16200000">
            <a:off x="326880" y="49503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80" name="Text Box 10"/>
          <p:cNvSpPr/>
          <p:nvPr/>
        </p:nvSpPr>
        <p:spPr>
          <a:xfrm rot="16200000">
            <a:off x="4608360" y="4944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681" name="Object 14"/>
          <p:cNvGraphicFramePr/>
          <p:nvPr/>
        </p:nvGraphicFramePr>
        <p:xfrm>
          <a:off x="4648320" y="3848040"/>
          <a:ext cx="4095720" cy="2446560"/>
        </p:xfrm>
        <a:graphic>
          <a:graphicData uri="http://schemas.openxmlformats.org/presentationml/2006/ole">
            <p:oleObj r:id="rId2" spid="">
              <p:embed/>
            </p:oleObj>
          </a:graphicData>
        </a:graphic>
      </p:graphicFrame>
      <p:graphicFrame>
        <p:nvGraphicFramePr>
          <p:cNvPr id="1682" name="Object 15"/>
          <p:cNvGraphicFramePr/>
          <p:nvPr/>
        </p:nvGraphicFramePr>
        <p:xfrm>
          <a:off x="398520" y="3848040"/>
          <a:ext cx="4095720" cy="2446560"/>
        </p:xfrm>
        <a:graphic>
          <a:graphicData uri="http://schemas.openxmlformats.org/presentationml/2006/ole">
            <p:oleObj r:id="rId3" spid="">
              <p:embed/>
            </p:oleObj>
          </a:graphicData>
        </a:graphic>
      </p:graphicFrame>
      <p:graphicFrame>
        <p:nvGraphicFramePr>
          <p:cNvPr id="1683" name="Object 17"/>
          <p:cNvGraphicFramePr/>
          <p:nvPr/>
        </p:nvGraphicFramePr>
        <p:xfrm>
          <a:off x="398520" y="1176480"/>
          <a:ext cx="4095720" cy="2446200"/>
        </p:xfrm>
        <a:graphic>
          <a:graphicData uri="http://schemas.openxmlformats.org/presentationml/2006/ole">
            <p:oleObj r:id="rId4" spid="">
              <p:embed/>
            </p:oleObj>
          </a:graphicData>
        </a:graphic>
      </p:graphicFrame>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8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0A05514-E143-498F-8F5A-4C67D86638C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8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Paired</a:t>
            </a:r>
            <a:endParaRPr b="1" lang="en-US" sz="1600" spc="-1" strike="noStrike">
              <a:solidFill>
                <a:srgbClr val="000000"/>
              </a:solidFill>
              <a:latin typeface="Arial"/>
            </a:endParaRPr>
          </a:p>
        </p:txBody>
      </p:sp>
      <p:graphicFrame>
        <p:nvGraphicFramePr>
          <p:cNvPr id="1687" name="Object 3"/>
          <p:cNvGraphicFramePr/>
          <p:nvPr/>
        </p:nvGraphicFramePr>
        <p:xfrm>
          <a:off x="398520" y="1190520"/>
          <a:ext cx="8345520" cy="5046840"/>
        </p:xfrm>
        <a:graphic>
          <a:graphicData uri="http://schemas.openxmlformats.org/presentationml/2006/ole">
            <p:oleObj r:id="rId1" spid="">
              <p:embed/>
            </p:oleObj>
          </a:graphicData>
        </a:graphic>
      </p:graphicFrame>
      <p:sp>
        <p:nvSpPr>
          <p:cNvPr id="1688" name="Text Box 4"/>
          <p:cNvSpPr/>
          <p:nvPr/>
        </p:nvSpPr>
        <p:spPr>
          <a:xfrm rot="16200000">
            <a:off x="425520" y="35964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89" name="Text Box 5"/>
          <p:cNvSpPr/>
          <p:nvPr/>
        </p:nvSpPr>
        <p:spPr>
          <a:xfrm>
            <a:off x="4379400" y="58993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69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AB24EDC-8616-43A3-B7F7-C9989B0A656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69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Two paired</a:t>
            </a:r>
            <a:endParaRPr b="1" lang="en-US" sz="1600" spc="-1" strike="noStrike">
              <a:solidFill>
                <a:srgbClr val="000000"/>
              </a:solidFill>
              <a:latin typeface="Arial"/>
            </a:endParaRPr>
          </a:p>
        </p:txBody>
      </p:sp>
      <p:graphicFrame>
        <p:nvGraphicFramePr>
          <p:cNvPr id="1693" name="Object 3"/>
          <p:cNvGraphicFramePr/>
          <p:nvPr/>
        </p:nvGraphicFramePr>
        <p:xfrm>
          <a:off x="398520" y="1165320"/>
          <a:ext cx="4102200" cy="4991040"/>
        </p:xfrm>
        <a:graphic>
          <a:graphicData uri="http://schemas.openxmlformats.org/presentationml/2006/ole">
            <p:oleObj r:id="rId1" spid="">
              <p:embed/>
            </p:oleObj>
          </a:graphicData>
        </a:graphic>
      </p:graphicFrame>
      <p:sp>
        <p:nvSpPr>
          <p:cNvPr id="1694" name="Text Box 4"/>
          <p:cNvSpPr/>
          <p:nvPr/>
        </p:nvSpPr>
        <p:spPr>
          <a:xfrm rot="16200000">
            <a:off x="395280" y="3540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95" name="Text Box 5"/>
          <p:cNvSpPr/>
          <p:nvPr/>
        </p:nvSpPr>
        <p:spPr>
          <a:xfrm>
            <a:off x="2458440" y="58230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96" name="Text Box 8"/>
          <p:cNvSpPr/>
          <p:nvPr/>
        </p:nvSpPr>
        <p:spPr>
          <a:xfrm rot="16200000">
            <a:off x="4647960" y="353448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697" name="Text Box 9"/>
          <p:cNvSpPr/>
          <p:nvPr/>
        </p:nvSpPr>
        <p:spPr>
          <a:xfrm>
            <a:off x="6703560" y="58244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698" name="Object 13"/>
          <p:cNvGraphicFramePr/>
          <p:nvPr/>
        </p:nvGraphicFramePr>
        <p:xfrm>
          <a:off x="4654440" y="1165320"/>
          <a:ext cx="4102200" cy="4991040"/>
        </p:xfrm>
        <a:graphic>
          <a:graphicData uri="http://schemas.openxmlformats.org/presentationml/2006/ole">
            <p:oleObj r:id="rId2" spid="">
              <p:embed/>
            </p:oleObj>
          </a:graphicData>
        </a:graphic>
      </p:graphicFrame>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0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F7C31E-4DBF-49E1-AA24-8CADA1F210D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70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Two </a:t>
            </a:r>
            <a:r>
              <a:rPr b="1" lang="de-DE" sz="1600" spc="-1" strike="noStrike">
                <a:solidFill>
                  <a:srgbClr val="000000"/>
                </a:solidFill>
                <a:latin typeface="Arial"/>
              </a:rPr>
              <a:t>per page</a:t>
            </a:r>
            <a:endParaRPr b="1" lang="en-US" sz="1600" spc="-1" strike="noStrike">
              <a:solidFill>
                <a:srgbClr val="000000"/>
              </a:solidFill>
              <a:latin typeface="Arial"/>
            </a:endParaRPr>
          </a:p>
        </p:txBody>
      </p:sp>
      <p:graphicFrame>
        <p:nvGraphicFramePr>
          <p:cNvPr id="1702" name="Object 3"/>
          <p:cNvGraphicFramePr/>
          <p:nvPr/>
        </p:nvGraphicFramePr>
        <p:xfrm>
          <a:off x="743040" y="1914480"/>
          <a:ext cx="3603600" cy="4237200"/>
        </p:xfrm>
        <a:graphic>
          <a:graphicData uri="http://schemas.openxmlformats.org/presentationml/2006/ole">
            <p:oleObj r:id="rId1" spid="">
              <p:embed/>
            </p:oleObj>
          </a:graphicData>
        </a:graphic>
      </p:graphicFrame>
      <p:sp>
        <p:nvSpPr>
          <p:cNvPr id="1703" name="Text Box 4"/>
          <p:cNvSpPr/>
          <p:nvPr/>
        </p:nvSpPr>
        <p:spPr>
          <a:xfrm>
            <a:off x="121788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04" name="Text Box 5"/>
          <p:cNvSpPr/>
          <p:nvPr/>
        </p:nvSpPr>
        <p:spPr>
          <a:xfrm>
            <a:off x="1447920" y="5622840"/>
            <a:ext cx="26254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05" name="Text Box 6"/>
          <p:cNvSpPr/>
          <p:nvPr/>
        </p:nvSpPr>
        <p:spPr>
          <a:xfrm>
            <a:off x="519444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06" name="Text Box 7"/>
          <p:cNvSpPr/>
          <p:nvPr/>
        </p:nvSpPr>
        <p:spPr>
          <a:xfrm>
            <a:off x="5384880" y="5622840"/>
            <a:ext cx="26254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707" name="Object 14"/>
          <p:cNvGraphicFramePr/>
          <p:nvPr/>
        </p:nvGraphicFramePr>
        <p:xfrm>
          <a:off x="4673520" y="1914480"/>
          <a:ext cx="3603600" cy="4237200"/>
        </p:xfrm>
        <a:graphic>
          <a:graphicData uri="http://schemas.openxmlformats.org/presentationml/2006/ole">
            <p:oleObj r:id="rId2" spid="">
              <p:embed/>
            </p:oleObj>
          </a:graphicData>
        </a:graphic>
      </p:graphicFrame>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0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81279A5-6164-4996-84B8-AAA35393691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71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Four paired</a:t>
            </a:r>
            <a:endParaRPr b="1" lang="en-US" sz="1600" spc="-1" strike="noStrike">
              <a:solidFill>
                <a:srgbClr val="000000"/>
              </a:solidFill>
              <a:latin typeface="Arial"/>
            </a:endParaRPr>
          </a:p>
        </p:txBody>
      </p:sp>
      <p:graphicFrame>
        <p:nvGraphicFramePr>
          <p:cNvPr id="1711" name="Object 3"/>
          <p:cNvGraphicFramePr/>
          <p:nvPr/>
        </p:nvGraphicFramePr>
        <p:xfrm>
          <a:off x="398520" y="1165320"/>
          <a:ext cx="1966680" cy="5060880"/>
        </p:xfrm>
        <a:graphic>
          <a:graphicData uri="http://schemas.openxmlformats.org/presentationml/2006/ole">
            <p:oleObj r:id="rId1" spid="">
              <p:embed/>
            </p:oleObj>
          </a:graphicData>
        </a:graphic>
      </p:graphicFrame>
      <p:sp>
        <p:nvSpPr>
          <p:cNvPr id="1712" name="Text Box 4"/>
          <p:cNvSpPr/>
          <p:nvPr/>
        </p:nvSpPr>
        <p:spPr>
          <a:xfrm rot="16200000">
            <a:off x="396720" y="35582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3" name="Text Box 5"/>
          <p:cNvSpPr/>
          <p:nvPr/>
        </p:nvSpPr>
        <p:spPr>
          <a:xfrm>
            <a:off x="1215360" y="58579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4" name="Text Box 7"/>
          <p:cNvSpPr/>
          <p:nvPr/>
        </p:nvSpPr>
        <p:spPr>
          <a:xfrm rot="16200000">
            <a:off x="2543040" y="35550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5" name="Text Box 8"/>
          <p:cNvSpPr/>
          <p:nvPr/>
        </p:nvSpPr>
        <p:spPr>
          <a:xfrm>
            <a:off x="3353760" y="58579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6" name="Text Box 10"/>
          <p:cNvSpPr/>
          <p:nvPr/>
        </p:nvSpPr>
        <p:spPr>
          <a:xfrm rot="16200000">
            <a:off x="4676760" y="35503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7" name="Text Box 11"/>
          <p:cNvSpPr/>
          <p:nvPr/>
        </p:nvSpPr>
        <p:spPr>
          <a:xfrm>
            <a:off x="5488920" y="58579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8" name="Text Box 13"/>
          <p:cNvSpPr/>
          <p:nvPr/>
        </p:nvSpPr>
        <p:spPr>
          <a:xfrm rot="16200000">
            <a:off x="6783480" y="35503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19" name="Text Box 14"/>
          <p:cNvSpPr/>
          <p:nvPr/>
        </p:nvSpPr>
        <p:spPr>
          <a:xfrm>
            <a:off x="7595640" y="58579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graphicFrame>
        <p:nvGraphicFramePr>
          <p:cNvPr id="1720" name="Object 18"/>
          <p:cNvGraphicFramePr/>
          <p:nvPr/>
        </p:nvGraphicFramePr>
        <p:xfrm>
          <a:off x="2529000" y="1165320"/>
          <a:ext cx="1966680" cy="5060880"/>
        </p:xfrm>
        <a:graphic>
          <a:graphicData uri="http://schemas.openxmlformats.org/presentationml/2006/ole">
            <p:oleObj r:id="rId2" spid="">
              <p:embed/>
            </p:oleObj>
          </a:graphicData>
        </a:graphic>
      </p:graphicFrame>
      <p:graphicFrame>
        <p:nvGraphicFramePr>
          <p:cNvPr id="1721" name="Object 19"/>
          <p:cNvGraphicFramePr/>
          <p:nvPr/>
        </p:nvGraphicFramePr>
        <p:xfrm>
          <a:off x="4659480" y="1165320"/>
          <a:ext cx="1966680" cy="5060880"/>
        </p:xfrm>
        <a:graphic>
          <a:graphicData uri="http://schemas.openxmlformats.org/presentationml/2006/ole">
            <p:oleObj r:id="rId3" spid="">
              <p:embed/>
            </p:oleObj>
          </a:graphicData>
        </a:graphic>
      </p:graphicFrame>
      <p:graphicFrame>
        <p:nvGraphicFramePr>
          <p:cNvPr id="1722" name="Object 20"/>
          <p:cNvGraphicFramePr/>
          <p:nvPr/>
        </p:nvGraphicFramePr>
        <p:xfrm>
          <a:off x="6789600" y="1165320"/>
          <a:ext cx="1967040" cy="5060880"/>
        </p:xfrm>
        <a:graphic>
          <a:graphicData uri="http://schemas.openxmlformats.org/presentationml/2006/ole">
            <p:oleObj r:id="rId4" spid="">
              <p:embed/>
            </p:oleObj>
          </a:graphicData>
        </a:graphic>
      </p:graphicFrame>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3"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24"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8BC328-8EFC-4DA8-B290-7715D8BF2D1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72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Columns – Three </a:t>
            </a:r>
            <a:r>
              <a:rPr b="1" lang="de-DE" sz="1600" spc="-1" strike="noStrike">
                <a:solidFill>
                  <a:srgbClr val="000000"/>
                </a:solidFill>
                <a:latin typeface="Arial"/>
              </a:rPr>
              <a:t>per page</a:t>
            </a:r>
            <a:endParaRPr b="1" lang="en-US" sz="1600" spc="-1" strike="noStrike">
              <a:solidFill>
                <a:srgbClr val="000000"/>
              </a:solidFill>
              <a:latin typeface="Arial"/>
            </a:endParaRPr>
          </a:p>
        </p:txBody>
      </p:sp>
      <p:graphicFrame>
        <p:nvGraphicFramePr>
          <p:cNvPr id="1726" name="Object 3"/>
          <p:cNvGraphicFramePr/>
          <p:nvPr/>
        </p:nvGraphicFramePr>
        <p:xfrm>
          <a:off x="690480" y="1914480"/>
          <a:ext cx="2463840" cy="4229280"/>
        </p:xfrm>
        <a:graphic>
          <a:graphicData uri="http://schemas.openxmlformats.org/presentationml/2006/ole">
            <p:oleObj r:id="rId1" spid="">
              <p:embed/>
            </p:oleObj>
          </a:graphicData>
        </a:graphic>
      </p:graphicFrame>
      <p:sp>
        <p:nvSpPr>
          <p:cNvPr id="1727" name="Text Box 4"/>
          <p:cNvSpPr/>
          <p:nvPr/>
        </p:nvSpPr>
        <p:spPr>
          <a:xfrm>
            <a:off x="101304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28" name="Text Box 5"/>
          <p:cNvSpPr/>
          <p:nvPr/>
        </p:nvSpPr>
        <p:spPr>
          <a:xfrm>
            <a:off x="1722600" y="573408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29" name="Text Box 7"/>
          <p:cNvSpPr/>
          <p:nvPr/>
        </p:nvSpPr>
        <p:spPr>
          <a:xfrm>
            <a:off x="358452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30" name="Text Box 8"/>
          <p:cNvSpPr/>
          <p:nvPr/>
        </p:nvSpPr>
        <p:spPr>
          <a:xfrm>
            <a:off x="4294440" y="573408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31" name="Text Box 10"/>
          <p:cNvSpPr/>
          <p:nvPr/>
        </p:nvSpPr>
        <p:spPr>
          <a:xfrm>
            <a:off x="615816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32" name="Text Box 11"/>
          <p:cNvSpPr/>
          <p:nvPr/>
        </p:nvSpPr>
        <p:spPr>
          <a:xfrm>
            <a:off x="6867720" y="573408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733" name="Object 14"/>
          <p:cNvGraphicFramePr/>
          <p:nvPr/>
        </p:nvGraphicFramePr>
        <p:xfrm>
          <a:off x="3260880" y="1914480"/>
          <a:ext cx="2463480" cy="4229280"/>
        </p:xfrm>
        <a:graphic>
          <a:graphicData uri="http://schemas.openxmlformats.org/presentationml/2006/ole">
            <p:oleObj r:id="rId2" spid="">
              <p:embed/>
            </p:oleObj>
          </a:graphicData>
        </a:graphic>
      </p:graphicFrame>
      <p:graphicFrame>
        <p:nvGraphicFramePr>
          <p:cNvPr id="1734" name="Object 15"/>
          <p:cNvGraphicFramePr/>
          <p:nvPr/>
        </p:nvGraphicFramePr>
        <p:xfrm>
          <a:off x="5830920" y="1914480"/>
          <a:ext cx="2463840" cy="4229280"/>
        </p:xfrm>
        <a:graphic>
          <a:graphicData uri="http://schemas.openxmlformats.org/presentationml/2006/ole">
            <p:oleObj r:id="rId3" spid="">
              <p:embed/>
            </p:oleObj>
          </a:graphicData>
        </a:graphic>
      </p:graphicFrame>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3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DCDFD91-9A5C-486C-B9C8-854CE53BCC3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1737" name="Object 3"/>
          <p:cNvGraphicFramePr/>
          <p:nvPr/>
        </p:nvGraphicFramePr>
        <p:xfrm>
          <a:off x="384120" y="1165320"/>
          <a:ext cx="8320320" cy="5046480"/>
        </p:xfrm>
        <a:graphic>
          <a:graphicData uri="http://schemas.openxmlformats.org/presentationml/2006/ole">
            <p:oleObj r:id="rId1" spid="">
              <p:embed/>
            </p:oleObj>
          </a:graphicData>
        </a:graphic>
      </p:graphicFrame>
      <p:sp>
        <p:nvSpPr>
          <p:cNvPr id="173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Multiple</a:t>
            </a:r>
            <a:endParaRPr b="1" lang="en-US" sz="1600" spc="-1" strike="noStrike">
              <a:solidFill>
                <a:srgbClr val="000000"/>
              </a:solidFill>
              <a:latin typeface="Arial"/>
            </a:endParaRPr>
          </a:p>
        </p:txBody>
      </p:sp>
      <p:sp>
        <p:nvSpPr>
          <p:cNvPr id="1739" name="Text Box 4"/>
          <p:cNvSpPr/>
          <p:nvPr/>
        </p:nvSpPr>
        <p:spPr>
          <a:xfrm>
            <a:off x="1281960" y="5459400"/>
            <a:ext cx="12078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Category Name</a:t>
            </a:r>
            <a:endParaRPr b="1" lang="en-US" sz="1100" spc="-1" strike="noStrike">
              <a:solidFill>
                <a:srgbClr val="000000"/>
              </a:solidFill>
              <a:latin typeface="Arial"/>
            </a:endParaRPr>
          </a:p>
        </p:txBody>
      </p:sp>
      <p:sp>
        <p:nvSpPr>
          <p:cNvPr id="1740" name="Text Box 5"/>
          <p:cNvSpPr/>
          <p:nvPr/>
        </p:nvSpPr>
        <p:spPr>
          <a:xfrm rot="16200000">
            <a:off x="326880" y="3610800"/>
            <a:ext cx="5313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741" name="Text Box 6"/>
          <p:cNvSpPr/>
          <p:nvPr/>
        </p:nvSpPr>
        <p:spPr>
          <a:xfrm>
            <a:off x="2659680" y="5459400"/>
            <a:ext cx="12078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Category Name</a:t>
            </a:r>
            <a:endParaRPr b="1" lang="en-US" sz="1100" spc="-1" strike="noStrike">
              <a:solidFill>
                <a:srgbClr val="000000"/>
              </a:solidFill>
              <a:latin typeface="Arial"/>
            </a:endParaRPr>
          </a:p>
        </p:txBody>
      </p:sp>
      <p:sp>
        <p:nvSpPr>
          <p:cNvPr id="1742" name="Text Box 7"/>
          <p:cNvSpPr/>
          <p:nvPr/>
        </p:nvSpPr>
        <p:spPr>
          <a:xfrm>
            <a:off x="4036320" y="5459400"/>
            <a:ext cx="12078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Category Name</a:t>
            </a:r>
            <a:endParaRPr b="1" lang="en-US" sz="1100" spc="-1" strike="noStrike">
              <a:solidFill>
                <a:srgbClr val="000000"/>
              </a:solidFill>
              <a:latin typeface="Arial"/>
            </a:endParaRPr>
          </a:p>
        </p:txBody>
      </p:sp>
      <p:sp>
        <p:nvSpPr>
          <p:cNvPr id="1743" name="Text Box 8"/>
          <p:cNvSpPr/>
          <p:nvPr/>
        </p:nvSpPr>
        <p:spPr>
          <a:xfrm>
            <a:off x="5412600" y="5459400"/>
            <a:ext cx="12078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Category Name</a:t>
            </a:r>
            <a:endParaRPr b="1" lang="en-US" sz="1100" spc="-1" strike="noStrike">
              <a:solidFill>
                <a:srgbClr val="000000"/>
              </a:solidFill>
              <a:latin typeface="Arial"/>
            </a:endParaRPr>
          </a:p>
        </p:txBody>
      </p:sp>
      <p:sp>
        <p:nvSpPr>
          <p:cNvPr id="1744" name="Text Box 9"/>
          <p:cNvSpPr/>
          <p:nvPr/>
        </p:nvSpPr>
        <p:spPr>
          <a:xfrm>
            <a:off x="6787440" y="5459400"/>
            <a:ext cx="12078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Category Name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4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C888BC-72C5-4F99-906B-012970F2973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1747" name="Object 4"/>
          <p:cNvGraphicFramePr/>
          <p:nvPr/>
        </p:nvGraphicFramePr>
        <p:xfrm>
          <a:off x="819000" y="1878120"/>
          <a:ext cx="7421760" cy="3990960"/>
        </p:xfrm>
        <a:graphic>
          <a:graphicData uri="http://schemas.openxmlformats.org/presentationml/2006/ole">
            <p:oleObj r:id="rId1" spid="">
              <p:embed/>
            </p:oleObj>
          </a:graphicData>
        </a:graphic>
      </p:graphicFrame>
      <p:sp>
        <p:nvSpPr>
          <p:cNvPr id="174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Multiple</a:t>
            </a:r>
            <a:endParaRPr b="1" lang="en-US" sz="1600" spc="-1" strike="noStrike">
              <a:solidFill>
                <a:srgbClr val="000000"/>
              </a:solidFill>
              <a:latin typeface="Arial"/>
            </a:endParaRPr>
          </a:p>
        </p:txBody>
      </p:sp>
      <p:sp>
        <p:nvSpPr>
          <p:cNvPr id="1749" name="Text Box 3"/>
          <p:cNvSpPr/>
          <p:nvPr/>
        </p:nvSpPr>
        <p:spPr>
          <a:xfrm>
            <a:off x="4400640" y="524664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50" name="Text Box 5"/>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5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8615721-076B-45F9-8FF5-A6E4AEF1779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1753" name="Object 4"/>
          <p:cNvGraphicFramePr/>
          <p:nvPr/>
        </p:nvGraphicFramePr>
        <p:xfrm>
          <a:off x="868320" y="1979640"/>
          <a:ext cx="7405560" cy="4314960"/>
        </p:xfrm>
        <a:graphic>
          <a:graphicData uri="http://schemas.openxmlformats.org/presentationml/2006/ole">
            <p:oleObj r:id="rId1" spid="">
              <p:embed/>
            </p:oleObj>
          </a:graphicData>
        </a:graphic>
      </p:graphicFrame>
      <p:sp>
        <p:nvSpPr>
          <p:cNvPr id="175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Multiple</a:t>
            </a:r>
            <a:endParaRPr b="1" lang="en-US" sz="1600" spc="-1" strike="noStrike">
              <a:solidFill>
                <a:srgbClr val="000000"/>
              </a:solidFill>
              <a:latin typeface="Arial"/>
            </a:endParaRPr>
          </a:p>
        </p:txBody>
      </p:sp>
      <p:sp>
        <p:nvSpPr>
          <p:cNvPr id="1755" name="Text Box 3"/>
          <p:cNvSpPr/>
          <p:nvPr/>
        </p:nvSpPr>
        <p:spPr>
          <a:xfrm>
            <a:off x="4400640" y="562752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56" name="Text Box 5"/>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5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95D759-E0B2-41A7-908D-FBD6FB9CA92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1759" name="Object 4"/>
          <p:cNvGraphicFramePr/>
          <p:nvPr/>
        </p:nvGraphicFramePr>
        <p:xfrm>
          <a:off x="878040" y="1978200"/>
          <a:ext cx="5976720" cy="4316400"/>
        </p:xfrm>
        <a:graphic>
          <a:graphicData uri="http://schemas.openxmlformats.org/presentationml/2006/ole">
            <p:oleObj r:id="rId1" spid="">
              <p:embed/>
            </p:oleObj>
          </a:graphicData>
        </a:graphic>
      </p:graphicFrame>
      <p:sp>
        <p:nvSpPr>
          <p:cNvPr id="176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Multiple</a:t>
            </a:r>
            <a:endParaRPr b="1" lang="en-US" sz="1600" spc="-1" strike="noStrike">
              <a:solidFill>
                <a:srgbClr val="000000"/>
              </a:solidFill>
              <a:latin typeface="Arial"/>
            </a:endParaRPr>
          </a:p>
        </p:txBody>
      </p:sp>
      <p:sp>
        <p:nvSpPr>
          <p:cNvPr id="1761" name="Text Box 3"/>
          <p:cNvSpPr/>
          <p:nvPr/>
        </p:nvSpPr>
        <p:spPr>
          <a:xfrm>
            <a:off x="3708360" y="583092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62" name="Text Box 5"/>
          <p:cNvSpPr/>
          <p:nvPr/>
        </p:nvSpPr>
        <p:spPr>
          <a:xfrm>
            <a:off x="131292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63" name="Text Box 6"/>
          <p:cNvSpPr/>
          <p:nvPr/>
        </p:nvSpPr>
        <p:spPr>
          <a:xfrm>
            <a:off x="7359840" y="1793880"/>
            <a:ext cx="3740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XXXX</a:t>
            </a:r>
            <a:endParaRPr b="1" lang="en-US" sz="1100" spc="-1" strike="noStrike">
              <a:solidFill>
                <a:srgbClr val="000000"/>
              </a:solidFill>
              <a:latin typeface="Arial"/>
            </a:endParaRPr>
          </a:p>
        </p:txBody>
      </p:sp>
      <p:sp>
        <p:nvSpPr>
          <p:cNvPr id="1764" name="Rectangle 7"/>
          <p:cNvSpPr/>
          <p:nvPr/>
        </p:nvSpPr>
        <p:spPr>
          <a:xfrm>
            <a:off x="6832440" y="237312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65" name="Rectangle 8"/>
          <p:cNvSpPr/>
          <p:nvPr/>
        </p:nvSpPr>
        <p:spPr>
          <a:xfrm>
            <a:off x="6832440" y="316188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66" name="Rectangle 9"/>
          <p:cNvSpPr/>
          <p:nvPr/>
        </p:nvSpPr>
        <p:spPr>
          <a:xfrm>
            <a:off x="6832440" y="395244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67" name="Rectangle 10"/>
          <p:cNvSpPr/>
          <p:nvPr/>
        </p:nvSpPr>
        <p:spPr>
          <a:xfrm>
            <a:off x="6832440" y="4743000"/>
            <a:ext cx="69696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68" name="Rectangle 11"/>
          <p:cNvSpPr/>
          <p:nvPr/>
        </p:nvSpPr>
        <p:spPr>
          <a:xfrm>
            <a:off x="7564320" y="237312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69" name="Rectangle 12"/>
          <p:cNvSpPr/>
          <p:nvPr/>
        </p:nvSpPr>
        <p:spPr>
          <a:xfrm>
            <a:off x="7564320" y="316188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70" name="Rectangle 13"/>
          <p:cNvSpPr/>
          <p:nvPr/>
        </p:nvSpPr>
        <p:spPr>
          <a:xfrm>
            <a:off x="7564320" y="395244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771" name="Rectangle 14"/>
          <p:cNvSpPr/>
          <p:nvPr/>
        </p:nvSpPr>
        <p:spPr>
          <a:xfrm>
            <a:off x="7564320" y="4743000"/>
            <a:ext cx="695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7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AA21AD-92E4-430B-B3C8-4317E807BD2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77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rPr>
              <a:t>Dual axis</a:t>
            </a:r>
            <a:endParaRPr b="1" lang="en-US" sz="1600" spc="-1" strike="noStrike">
              <a:solidFill>
                <a:srgbClr val="000000"/>
              </a:solidFill>
              <a:latin typeface="Arial"/>
            </a:endParaRPr>
          </a:p>
        </p:txBody>
      </p:sp>
      <p:sp>
        <p:nvSpPr>
          <p:cNvPr id="1775" name="Text Box 3"/>
          <p:cNvSpPr/>
          <p:nvPr/>
        </p:nvSpPr>
        <p:spPr>
          <a:xfrm>
            <a:off x="4259520" y="581508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776" name="Object 4"/>
          <p:cNvGraphicFramePr/>
          <p:nvPr/>
        </p:nvGraphicFramePr>
        <p:xfrm>
          <a:off x="771480" y="1978200"/>
          <a:ext cx="7461360" cy="4316400"/>
        </p:xfrm>
        <a:graphic>
          <a:graphicData uri="http://schemas.openxmlformats.org/presentationml/2006/ole">
            <p:oleObj r:id="rId1" spid="">
              <p:embed/>
            </p:oleObj>
          </a:graphicData>
        </a:graphic>
      </p:graphicFrame>
      <p:sp>
        <p:nvSpPr>
          <p:cNvPr id="1777" name="Text Box 5"/>
          <p:cNvSpPr/>
          <p:nvPr/>
        </p:nvSpPr>
        <p:spPr>
          <a:xfrm>
            <a:off x="131292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78" name="Text Box 6"/>
          <p:cNvSpPr/>
          <p:nvPr/>
        </p:nvSpPr>
        <p:spPr>
          <a:xfrm>
            <a:off x="6323040" y="1916280"/>
            <a:ext cx="150336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secondary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8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F99468C-5710-47C0-899D-BD8407A32FA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78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rPr>
              <a:t>Dual axis</a:t>
            </a:r>
            <a:r>
              <a:rPr b="1" lang="de-DE" sz="1600" spc="-1" strike="noStrike">
                <a:solidFill>
                  <a:srgbClr val="000000"/>
                </a:solidFill>
                <a:latin typeface="Arial"/>
                <a:ea typeface="ＭＳ Ｐゴシック"/>
              </a:rPr>
              <a:t> </a:t>
            </a:r>
            <a:r>
              <a:rPr b="1" lang="de-DE" sz="1600" spc="-1" strike="noStrike">
                <a:solidFill>
                  <a:srgbClr val="000000"/>
                </a:solidFill>
                <a:latin typeface="Arial"/>
              </a:rPr>
              <a:t>(secondary hidden)</a:t>
            </a:r>
            <a:endParaRPr b="1" lang="en-US" sz="1600" spc="-1" strike="noStrike">
              <a:solidFill>
                <a:srgbClr val="000000"/>
              </a:solidFill>
              <a:latin typeface="Arial"/>
            </a:endParaRPr>
          </a:p>
        </p:txBody>
      </p:sp>
      <p:sp>
        <p:nvSpPr>
          <p:cNvPr id="1782" name="Text Box 3"/>
          <p:cNvSpPr/>
          <p:nvPr/>
        </p:nvSpPr>
        <p:spPr>
          <a:xfrm>
            <a:off x="4253040" y="542592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783" name="Object 4"/>
          <p:cNvGraphicFramePr/>
          <p:nvPr/>
        </p:nvGraphicFramePr>
        <p:xfrm>
          <a:off x="819000" y="1974960"/>
          <a:ext cx="7399440" cy="3990960"/>
        </p:xfrm>
        <a:graphic>
          <a:graphicData uri="http://schemas.openxmlformats.org/presentationml/2006/ole">
            <p:oleObj r:id="rId1" spid="">
              <p:embed/>
            </p:oleObj>
          </a:graphicData>
        </a:graphic>
      </p:graphicFrame>
      <p:sp>
        <p:nvSpPr>
          <p:cNvPr id="1784" name="Text Box 5"/>
          <p:cNvSpPr/>
          <p:nvPr/>
        </p:nvSpPr>
        <p:spPr>
          <a:xfrm>
            <a:off x="1312920" y="171936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85" name="Text Box 6"/>
          <p:cNvSpPr/>
          <p:nvPr/>
        </p:nvSpPr>
        <p:spPr>
          <a:xfrm>
            <a:off x="6323040" y="1719360"/>
            <a:ext cx="150336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secondary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8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BC26325-15D2-4263-9C56-293850B7B13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78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ea typeface="ＭＳ Ｐゴシック"/>
              </a:rPr>
              <a:t>S</a:t>
            </a:r>
            <a:r>
              <a:rPr b="1" lang="de-DE" sz="1600" spc="-1" strike="noStrike">
                <a:solidFill>
                  <a:srgbClr val="000000"/>
                </a:solidFill>
                <a:latin typeface="Arial"/>
              </a:rPr>
              <a:t>tacked, series lines</a:t>
            </a:r>
            <a:endParaRPr b="1" lang="en-US" sz="1600" spc="-1" strike="noStrike">
              <a:solidFill>
                <a:srgbClr val="000000"/>
              </a:solidFill>
              <a:latin typeface="Arial"/>
            </a:endParaRPr>
          </a:p>
        </p:txBody>
      </p:sp>
      <p:sp>
        <p:nvSpPr>
          <p:cNvPr id="1789" name="Text Box 3"/>
          <p:cNvSpPr/>
          <p:nvPr/>
        </p:nvSpPr>
        <p:spPr>
          <a:xfrm>
            <a:off x="4400640" y="544500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790" name="Object 4"/>
          <p:cNvGraphicFramePr/>
          <p:nvPr/>
        </p:nvGraphicFramePr>
        <p:xfrm>
          <a:off x="868320" y="1979640"/>
          <a:ext cx="7405560" cy="4314960"/>
        </p:xfrm>
        <a:graphic>
          <a:graphicData uri="http://schemas.openxmlformats.org/presentationml/2006/ole">
            <p:oleObj r:id="rId1" spid="">
              <p:embed/>
            </p:oleObj>
          </a:graphicData>
        </a:graphic>
      </p:graphicFrame>
      <p:sp>
        <p:nvSpPr>
          <p:cNvPr id="1791" name="Text Box 5"/>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79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B6A8BAE-6FBE-4832-AE86-79BE306D740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1794" name="Object 4"/>
          <p:cNvGraphicFramePr/>
          <p:nvPr/>
        </p:nvGraphicFramePr>
        <p:xfrm>
          <a:off x="817560" y="1841400"/>
          <a:ext cx="5992920" cy="4314960"/>
        </p:xfrm>
        <a:graphic>
          <a:graphicData uri="http://schemas.openxmlformats.org/presentationml/2006/ole">
            <p:oleObj r:id="rId1" spid="">
              <p:embed/>
            </p:oleObj>
          </a:graphicData>
        </a:graphic>
      </p:graphicFrame>
      <p:graphicFrame>
        <p:nvGraphicFramePr>
          <p:cNvPr id="1795" name="Object 56"/>
          <p:cNvGraphicFramePr/>
          <p:nvPr/>
        </p:nvGraphicFramePr>
        <p:xfrm>
          <a:off x="817560" y="1841400"/>
          <a:ext cx="5992920" cy="4314960"/>
        </p:xfrm>
        <a:graphic>
          <a:graphicData uri="http://schemas.openxmlformats.org/presentationml/2006/ole">
            <p:oleObj r:id="rId2" spid="">
              <p:embed/>
            </p:oleObj>
          </a:graphicData>
        </a:graphic>
      </p:graphicFrame>
      <p:sp>
        <p:nvSpPr>
          <p:cNvPr id="179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ea typeface="ＭＳ Ｐゴシック"/>
              </a:rPr>
              <a:t>S</a:t>
            </a:r>
            <a:r>
              <a:rPr b="1" lang="de-DE" sz="1600" spc="-1" strike="noStrike">
                <a:solidFill>
                  <a:srgbClr val="000000"/>
                </a:solidFill>
                <a:latin typeface="Arial"/>
              </a:rPr>
              <a:t>tacked, one colour, series lines</a:t>
            </a:r>
            <a:endParaRPr b="1" lang="en-US" sz="1600" spc="-1" strike="noStrike">
              <a:solidFill>
                <a:srgbClr val="000000"/>
              </a:solidFill>
              <a:latin typeface="Arial"/>
            </a:endParaRPr>
          </a:p>
        </p:txBody>
      </p:sp>
      <p:sp>
        <p:nvSpPr>
          <p:cNvPr id="1797" name="Text Box 3"/>
          <p:cNvSpPr/>
          <p:nvPr/>
        </p:nvSpPr>
        <p:spPr>
          <a:xfrm>
            <a:off x="3695760" y="576756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798" name="Text Box 5"/>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799" name="Text Box 6"/>
          <p:cNvSpPr/>
          <p:nvPr/>
        </p:nvSpPr>
        <p:spPr>
          <a:xfrm>
            <a:off x="7359840" y="1936800"/>
            <a:ext cx="3740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XXXX</a:t>
            </a:r>
            <a:endParaRPr b="1" lang="en-US" sz="1100" spc="-1" strike="noStrike">
              <a:solidFill>
                <a:srgbClr val="000000"/>
              </a:solidFill>
              <a:latin typeface="Arial"/>
            </a:endParaRPr>
          </a:p>
        </p:txBody>
      </p:sp>
      <p:grpSp>
        <p:nvGrpSpPr>
          <p:cNvPr id="1800" name="Group 7"/>
          <p:cNvGrpSpPr/>
          <p:nvPr/>
        </p:nvGrpSpPr>
        <p:grpSpPr>
          <a:xfrm>
            <a:off x="6765480" y="2655360"/>
            <a:ext cx="1528920" cy="163800"/>
            <a:chOff x="6765480" y="2655360"/>
            <a:chExt cx="1528920" cy="163800"/>
          </a:xfrm>
        </p:grpSpPr>
        <p:sp>
          <p:nvSpPr>
            <p:cNvPr id="1801" name="Rectangle 8"/>
            <p:cNvSpPr/>
            <p:nvPr/>
          </p:nvSpPr>
          <p:spPr>
            <a:xfrm>
              <a:off x="7164360" y="265536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02" name="Rectangle 9"/>
            <p:cNvSpPr/>
            <p:nvPr/>
          </p:nvSpPr>
          <p:spPr>
            <a:xfrm>
              <a:off x="7895880" y="265536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03" name="Line 10"/>
            <p:cNvSpPr/>
            <p:nvPr/>
          </p:nvSpPr>
          <p:spPr>
            <a:xfrm flipH="1">
              <a:off x="6765480" y="281916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804" name="Rectangle 11"/>
          <p:cNvSpPr/>
          <p:nvPr/>
        </p:nvSpPr>
        <p:spPr>
          <a:xfrm>
            <a:off x="6103800" y="2262240"/>
            <a:ext cx="55404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grpSp>
        <p:nvGrpSpPr>
          <p:cNvPr id="1805" name="Group 12"/>
          <p:cNvGrpSpPr/>
          <p:nvPr/>
        </p:nvGrpSpPr>
        <p:grpSpPr>
          <a:xfrm>
            <a:off x="6765480" y="2916000"/>
            <a:ext cx="1528920" cy="163800"/>
            <a:chOff x="6765480" y="2916000"/>
            <a:chExt cx="1528920" cy="163800"/>
          </a:xfrm>
        </p:grpSpPr>
        <p:sp>
          <p:nvSpPr>
            <p:cNvPr id="1806" name="Rectangle 13"/>
            <p:cNvSpPr/>
            <p:nvPr/>
          </p:nvSpPr>
          <p:spPr>
            <a:xfrm>
              <a:off x="7164360" y="291600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07" name="Rectangle 14"/>
            <p:cNvSpPr/>
            <p:nvPr/>
          </p:nvSpPr>
          <p:spPr>
            <a:xfrm>
              <a:off x="7895880" y="291600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08" name="Line 15"/>
            <p:cNvSpPr/>
            <p:nvPr/>
          </p:nvSpPr>
          <p:spPr>
            <a:xfrm flipH="1">
              <a:off x="6765480" y="307980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09" name="Group 16"/>
          <p:cNvGrpSpPr/>
          <p:nvPr/>
        </p:nvGrpSpPr>
        <p:grpSpPr>
          <a:xfrm>
            <a:off x="6765480" y="3174480"/>
            <a:ext cx="1528920" cy="163800"/>
            <a:chOff x="6765480" y="3174480"/>
            <a:chExt cx="1528920" cy="163800"/>
          </a:xfrm>
        </p:grpSpPr>
        <p:sp>
          <p:nvSpPr>
            <p:cNvPr id="1810" name="Rectangle 17"/>
            <p:cNvSpPr/>
            <p:nvPr/>
          </p:nvSpPr>
          <p:spPr>
            <a:xfrm>
              <a:off x="7164360" y="317448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11" name="Rectangle 18"/>
            <p:cNvSpPr/>
            <p:nvPr/>
          </p:nvSpPr>
          <p:spPr>
            <a:xfrm>
              <a:off x="7895880" y="317448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12" name="Line 19"/>
            <p:cNvSpPr/>
            <p:nvPr/>
          </p:nvSpPr>
          <p:spPr>
            <a:xfrm flipH="1">
              <a:off x="6765480" y="333828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13" name="Group 20"/>
          <p:cNvGrpSpPr/>
          <p:nvPr/>
        </p:nvGrpSpPr>
        <p:grpSpPr>
          <a:xfrm>
            <a:off x="6765480" y="3420720"/>
            <a:ext cx="1528920" cy="163800"/>
            <a:chOff x="6765480" y="3420720"/>
            <a:chExt cx="1528920" cy="163800"/>
          </a:xfrm>
        </p:grpSpPr>
        <p:sp>
          <p:nvSpPr>
            <p:cNvPr id="1814" name="Rectangle 21"/>
            <p:cNvSpPr/>
            <p:nvPr/>
          </p:nvSpPr>
          <p:spPr>
            <a:xfrm>
              <a:off x="7164360" y="342072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15" name="Rectangle 22"/>
            <p:cNvSpPr/>
            <p:nvPr/>
          </p:nvSpPr>
          <p:spPr>
            <a:xfrm>
              <a:off x="7895880" y="342072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16" name="Line 23"/>
            <p:cNvSpPr/>
            <p:nvPr/>
          </p:nvSpPr>
          <p:spPr>
            <a:xfrm flipH="1">
              <a:off x="6765480" y="358452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17" name="Group 24"/>
          <p:cNvGrpSpPr/>
          <p:nvPr/>
        </p:nvGrpSpPr>
        <p:grpSpPr>
          <a:xfrm>
            <a:off x="6765480" y="3681000"/>
            <a:ext cx="1528920" cy="163800"/>
            <a:chOff x="6765480" y="3681000"/>
            <a:chExt cx="1528920" cy="163800"/>
          </a:xfrm>
        </p:grpSpPr>
        <p:sp>
          <p:nvSpPr>
            <p:cNvPr id="1818" name="Rectangle 25"/>
            <p:cNvSpPr/>
            <p:nvPr/>
          </p:nvSpPr>
          <p:spPr>
            <a:xfrm>
              <a:off x="7164360" y="368100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19" name="Rectangle 26"/>
            <p:cNvSpPr/>
            <p:nvPr/>
          </p:nvSpPr>
          <p:spPr>
            <a:xfrm>
              <a:off x="7895880" y="368100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20" name="Line 27"/>
            <p:cNvSpPr/>
            <p:nvPr/>
          </p:nvSpPr>
          <p:spPr>
            <a:xfrm flipH="1">
              <a:off x="6765480" y="384480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21" name="Group 28"/>
          <p:cNvGrpSpPr/>
          <p:nvPr/>
        </p:nvGrpSpPr>
        <p:grpSpPr>
          <a:xfrm>
            <a:off x="6765480" y="3939840"/>
            <a:ext cx="1528920" cy="163800"/>
            <a:chOff x="6765480" y="3939840"/>
            <a:chExt cx="1528920" cy="163800"/>
          </a:xfrm>
        </p:grpSpPr>
        <p:sp>
          <p:nvSpPr>
            <p:cNvPr id="1822" name="Rectangle 29"/>
            <p:cNvSpPr/>
            <p:nvPr/>
          </p:nvSpPr>
          <p:spPr>
            <a:xfrm>
              <a:off x="7164360" y="393984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23" name="Rectangle 30"/>
            <p:cNvSpPr/>
            <p:nvPr/>
          </p:nvSpPr>
          <p:spPr>
            <a:xfrm>
              <a:off x="7895880" y="393984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24" name="Line 31"/>
            <p:cNvSpPr/>
            <p:nvPr/>
          </p:nvSpPr>
          <p:spPr>
            <a:xfrm flipH="1">
              <a:off x="6765480" y="410364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25" name="Group 32"/>
          <p:cNvGrpSpPr/>
          <p:nvPr/>
        </p:nvGrpSpPr>
        <p:grpSpPr>
          <a:xfrm>
            <a:off x="6765480" y="4239720"/>
            <a:ext cx="1528920" cy="163800"/>
            <a:chOff x="6765480" y="4239720"/>
            <a:chExt cx="1528920" cy="163800"/>
          </a:xfrm>
        </p:grpSpPr>
        <p:sp>
          <p:nvSpPr>
            <p:cNvPr id="1826" name="Rectangle 33"/>
            <p:cNvSpPr/>
            <p:nvPr/>
          </p:nvSpPr>
          <p:spPr>
            <a:xfrm>
              <a:off x="7164360" y="423972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27" name="Rectangle 34"/>
            <p:cNvSpPr/>
            <p:nvPr/>
          </p:nvSpPr>
          <p:spPr>
            <a:xfrm>
              <a:off x="7895880" y="423972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28" name="Line 35"/>
            <p:cNvSpPr/>
            <p:nvPr/>
          </p:nvSpPr>
          <p:spPr>
            <a:xfrm flipH="1">
              <a:off x="6765480" y="440352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29" name="Group 36"/>
          <p:cNvGrpSpPr/>
          <p:nvPr/>
        </p:nvGrpSpPr>
        <p:grpSpPr>
          <a:xfrm>
            <a:off x="6765480" y="4498560"/>
            <a:ext cx="1528920" cy="163800"/>
            <a:chOff x="6765480" y="4498560"/>
            <a:chExt cx="1528920" cy="163800"/>
          </a:xfrm>
        </p:grpSpPr>
        <p:sp>
          <p:nvSpPr>
            <p:cNvPr id="1830" name="Rectangle 37"/>
            <p:cNvSpPr/>
            <p:nvPr/>
          </p:nvSpPr>
          <p:spPr>
            <a:xfrm>
              <a:off x="7164360" y="449856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31" name="Rectangle 38"/>
            <p:cNvSpPr/>
            <p:nvPr/>
          </p:nvSpPr>
          <p:spPr>
            <a:xfrm>
              <a:off x="7895880" y="449856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32" name="Line 39"/>
            <p:cNvSpPr/>
            <p:nvPr/>
          </p:nvSpPr>
          <p:spPr>
            <a:xfrm flipH="1">
              <a:off x="6765480" y="466236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33" name="Group 40"/>
          <p:cNvGrpSpPr/>
          <p:nvPr/>
        </p:nvGrpSpPr>
        <p:grpSpPr>
          <a:xfrm>
            <a:off x="6765480" y="4798800"/>
            <a:ext cx="1528920" cy="163800"/>
            <a:chOff x="6765480" y="4798800"/>
            <a:chExt cx="1528920" cy="163800"/>
          </a:xfrm>
        </p:grpSpPr>
        <p:sp>
          <p:nvSpPr>
            <p:cNvPr id="1834" name="Rectangle 41"/>
            <p:cNvSpPr/>
            <p:nvPr/>
          </p:nvSpPr>
          <p:spPr>
            <a:xfrm>
              <a:off x="7164360" y="479880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35" name="Rectangle 42"/>
            <p:cNvSpPr/>
            <p:nvPr/>
          </p:nvSpPr>
          <p:spPr>
            <a:xfrm>
              <a:off x="7895880" y="479880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36" name="Line 43"/>
            <p:cNvSpPr/>
            <p:nvPr/>
          </p:nvSpPr>
          <p:spPr>
            <a:xfrm flipH="1">
              <a:off x="6765480" y="496260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837" name="Group 44"/>
          <p:cNvGrpSpPr/>
          <p:nvPr/>
        </p:nvGrpSpPr>
        <p:grpSpPr>
          <a:xfrm>
            <a:off x="6765480" y="5098680"/>
            <a:ext cx="1528920" cy="163800"/>
            <a:chOff x="6765480" y="5098680"/>
            <a:chExt cx="1528920" cy="163800"/>
          </a:xfrm>
        </p:grpSpPr>
        <p:sp>
          <p:nvSpPr>
            <p:cNvPr id="1838" name="Rectangle 45"/>
            <p:cNvSpPr/>
            <p:nvPr/>
          </p:nvSpPr>
          <p:spPr>
            <a:xfrm>
              <a:off x="7164360" y="5098680"/>
              <a:ext cx="696240" cy="145440"/>
            </a:xfrm>
            <a:prstGeom prst="rect">
              <a:avLst/>
            </a:prstGeom>
            <a:noFill/>
            <a:ln w="0">
              <a:noFill/>
            </a:ln>
          </p:spPr>
          <p:style>
            <a:lnRef idx="0"/>
            <a:fillRef idx="0"/>
            <a:effectRef idx="0"/>
            <a:fontRef idx="minor"/>
          </p:style>
          <p:txBody>
            <a:bodyPr lIns="0" rIns="0" tIns="0" bIns="0" anchor="ctr">
              <a:spAutoFit/>
            </a:bodyPr>
            <a:p>
              <a:pP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1839" name="Rectangle 46"/>
            <p:cNvSpPr/>
            <p:nvPr/>
          </p:nvSpPr>
          <p:spPr>
            <a:xfrm>
              <a:off x="7895880" y="5098680"/>
              <a:ext cx="398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Aft>
                  <a:spcPts val="24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xx%</a:t>
              </a:r>
              <a:endParaRPr b="1" lang="en-US" sz="1000" spc="-1" strike="noStrike">
                <a:solidFill>
                  <a:srgbClr val="000000"/>
                </a:solidFill>
                <a:latin typeface="Arial"/>
              </a:endParaRPr>
            </a:p>
          </p:txBody>
        </p:sp>
        <p:sp>
          <p:nvSpPr>
            <p:cNvPr id="1840" name="Line 47"/>
            <p:cNvSpPr/>
            <p:nvPr/>
          </p:nvSpPr>
          <p:spPr>
            <a:xfrm flipH="1">
              <a:off x="6765480" y="5262480"/>
              <a:ext cx="330840" cy="0"/>
            </a:xfrm>
            <a:prstGeom prst="line">
              <a:avLst/>
            </a:prstGeom>
            <a:ln w="9360">
              <a:solidFill>
                <a:srgbClr val="000000"/>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841" name="Rectangle 48"/>
          <p:cNvSpPr/>
          <p:nvPr/>
        </p:nvSpPr>
        <p:spPr>
          <a:xfrm>
            <a:off x="1276200" y="3357720"/>
            <a:ext cx="55404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
        <p:nvSpPr>
          <p:cNvPr id="1842" name="Rectangle 49"/>
          <p:cNvSpPr/>
          <p:nvPr/>
        </p:nvSpPr>
        <p:spPr>
          <a:xfrm>
            <a:off x="1943280" y="3367080"/>
            <a:ext cx="55548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
        <p:nvSpPr>
          <p:cNvPr id="1843" name="Rectangle 50"/>
          <p:cNvSpPr/>
          <p:nvPr/>
        </p:nvSpPr>
        <p:spPr>
          <a:xfrm>
            <a:off x="2627280" y="3271680"/>
            <a:ext cx="55548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
        <p:nvSpPr>
          <p:cNvPr id="1844" name="Rectangle 51"/>
          <p:cNvSpPr/>
          <p:nvPr/>
        </p:nvSpPr>
        <p:spPr>
          <a:xfrm>
            <a:off x="3325680" y="3271680"/>
            <a:ext cx="55584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
        <p:nvSpPr>
          <p:cNvPr id="1845" name="Rectangle 52"/>
          <p:cNvSpPr/>
          <p:nvPr/>
        </p:nvSpPr>
        <p:spPr>
          <a:xfrm>
            <a:off x="4022640" y="3149640"/>
            <a:ext cx="55584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
        <p:nvSpPr>
          <p:cNvPr id="1846" name="Rectangle 53"/>
          <p:cNvSpPr/>
          <p:nvPr/>
        </p:nvSpPr>
        <p:spPr>
          <a:xfrm>
            <a:off x="4707000" y="2957400"/>
            <a:ext cx="55548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
        <p:nvSpPr>
          <p:cNvPr id="1847" name="Rectangle 54"/>
          <p:cNvSpPr/>
          <p:nvPr/>
        </p:nvSpPr>
        <p:spPr>
          <a:xfrm>
            <a:off x="5405400" y="2560680"/>
            <a:ext cx="555840" cy="29052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Data value</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4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A58B6C-AD4B-4188-B09E-A9E1241E411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5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rPr>
              <a:t>100 % stacked, series lines</a:t>
            </a:r>
            <a:endParaRPr b="1" lang="en-US" sz="1600" spc="-1" strike="noStrike">
              <a:solidFill>
                <a:srgbClr val="000000"/>
              </a:solidFill>
              <a:latin typeface="Arial"/>
            </a:endParaRPr>
          </a:p>
        </p:txBody>
      </p:sp>
      <p:sp>
        <p:nvSpPr>
          <p:cNvPr id="1851" name="Text Box 3"/>
          <p:cNvSpPr/>
          <p:nvPr/>
        </p:nvSpPr>
        <p:spPr>
          <a:xfrm>
            <a:off x="4400640" y="544500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852" name="Object 4"/>
          <p:cNvGraphicFramePr/>
          <p:nvPr/>
        </p:nvGraphicFramePr>
        <p:xfrm>
          <a:off x="468360" y="1841400"/>
          <a:ext cx="7746840" cy="4314960"/>
        </p:xfrm>
        <a:graphic>
          <a:graphicData uri="http://schemas.openxmlformats.org/presentationml/2006/ole">
            <p:oleObj r:id="rId1" spid="">
              <p:embed/>
            </p:oleObj>
          </a:graphicData>
        </a:graphic>
      </p:graphicFrame>
      <p:sp>
        <p:nvSpPr>
          <p:cNvPr id="1853" name="Text Box 5"/>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5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05800D2-33BB-44E9-900A-0D85182FAB6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5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rPr>
              <a:t>100 % stacked, one colour, series lines</a:t>
            </a:r>
            <a:endParaRPr b="1" lang="en-US" sz="1600" spc="-1" strike="noStrike">
              <a:solidFill>
                <a:srgbClr val="000000"/>
              </a:solidFill>
              <a:latin typeface="Arial"/>
            </a:endParaRPr>
          </a:p>
        </p:txBody>
      </p:sp>
      <p:graphicFrame>
        <p:nvGraphicFramePr>
          <p:cNvPr id="1857" name="Object 3"/>
          <p:cNvGraphicFramePr/>
          <p:nvPr/>
        </p:nvGraphicFramePr>
        <p:xfrm>
          <a:off x="468360" y="1827360"/>
          <a:ext cx="7746840" cy="4314600"/>
        </p:xfrm>
        <a:graphic>
          <a:graphicData uri="http://schemas.openxmlformats.org/presentationml/2006/ole">
            <p:oleObj r:id="rId1" spid="">
              <p:embed/>
            </p:oleObj>
          </a:graphicData>
        </a:graphic>
      </p:graphicFrame>
      <p:sp>
        <p:nvSpPr>
          <p:cNvPr id="1858"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859" name="Text Box 5"/>
          <p:cNvSpPr/>
          <p:nvPr/>
        </p:nvSpPr>
        <p:spPr>
          <a:xfrm>
            <a:off x="4413240" y="576756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6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296ECC-1F5A-44B7-8EEC-A3ABFAFBF47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rPr>
              <a:t>Text left</a:t>
            </a:r>
            <a:endParaRPr b="1" lang="en-US" sz="1600" spc="-1" strike="noStrike">
              <a:solidFill>
                <a:srgbClr val="000000"/>
              </a:solidFill>
              <a:latin typeface="Arial"/>
            </a:endParaRPr>
          </a:p>
        </p:txBody>
      </p:sp>
      <p:graphicFrame>
        <p:nvGraphicFramePr>
          <p:cNvPr id="1863" name="Object 3"/>
          <p:cNvGraphicFramePr/>
          <p:nvPr/>
        </p:nvGraphicFramePr>
        <p:xfrm>
          <a:off x="4565520" y="1758960"/>
          <a:ext cx="3770280" cy="4535640"/>
        </p:xfrm>
        <a:graphic>
          <a:graphicData uri="http://schemas.openxmlformats.org/presentationml/2006/ole">
            <p:oleObj r:id="rId1" spid="">
              <p:embed/>
            </p:oleObj>
          </a:graphicData>
        </a:graphic>
      </p:graphicFrame>
      <p:sp>
        <p:nvSpPr>
          <p:cNvPr id="1864" name="Rectangle 4"/>
          <p:cNvSpPr/>
          <p:nvPr/>
        </p:nvSpPr>
        <p:spPr>
          <a:xfrm>
            <a:off x="6242040" y="546588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865" name="Text Box 5"/>
          <p:cNvSpPr/>
          <p:nvPr/>
        </p:nvSpPr>
        <p:spPr>
          <a:xfrm>
            <a:off x="5092920" y="1844640"/>
            <a:ext cx="70164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866" name="Rectangle 6"/>
          <p:cNvSpPr/>
          <p:nvPr/>
        </p:nvSpPr>
        <p:spPr>
          <a:xfrm>
            <a:off x="650880" y="1963800"/>
            <a:ext cx="3780000" cy="2185920"/>
          </a:xfrm>
          <a:prstGeom prst="rect">
            <a:avLst/>
          </a:prstGeom>
          <a:noFill/>
          <a:ln w="0">
            <a:noFill/>
          </a:ln>
        </p:spPr>
        <p:style>
          <a:lnRef idx="0"/>
          <a:fillRef idx="0"/>
          <a:effectRef idx="0"/>
          <a:fontRef idx="minor"/>
        </p:style>
        <p:txBody>
          <a:bodyPr lIns="0" rIns="0" tIns="0" bIns="0" anchor="t">
            <a:noAutofit/>
          </a:bodyPr>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p:txBody>
      </p:sp>
      <p:sp>
        <p:nvSpPr>
          <p:cNvPr id="1867" name="Text Box 7"/>
          <p:cNvSpPr/>
          <p:nvPr/>
        </p:nvSpPr>
        <p:spPr>
          <a:xfrm>
            <a:off x="650880" y="1603440"/>
            <a:ext cx="37893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Subheading Arial 11pt bold</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6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882C2C-7A43-44A0-B0A5-791EDD3BC39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7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Columns - </a:t>
            </a:r>
            <a:r>
              <a:rPr b="1" lang="de-DE" sz="1600" spc="-1" strike="noStrike">
                <a:solidFill>
                  <a:srgbClr val="000000"/>
                </a:solidFill>
                <a:latin typeface="Arial"/>
              </a:rPr>
              <a:t>Text right</a:t>
            </a:r>
            <a:endParaRPr b="1" lang="en-US" sz="1600" spc="-1" strike="noStrike">
              <a:solidFill>
                <a:srgbClr val="000000"/>
              </a:solidFill>
              <a:latin typeface="Arial"/>
            </a:endParaRPr>
          </a:p>
        </p:txBody>
      </p:sp>
      <p:graphicFrame>
        <p:nvGraphicFramePr>
          <p:cNvPr id="1871" name="Object 3"/>
          <p:cNvGraphicFramePr/>
          <p:nvPr/>
        </p:nvGraphicFramePr>
        <p:xfrm>
          <a:off x="746280" y="1758960"/>
          <a:ext cx="3770280" cy="4535640"/>
        </p:xfrm>
        <a:graphic>
          <a:graphicData uri="http://schemas.openxmlformats.org/presentationml/2006/ole">
            <p:oleObj r:id="rId1" spid="">
              <p:embed/>
            </p:oleObj>
          </a:graphicData>
        </a:graphic>
      </p:graphicFrame>
      <p:sp>
        <p:nvSpPr>
          <p:cNvPr id="1872" name="Rectangle 4"/>
          <p:cNvSpPr/>
          <p:nvPr/>
        </p:nvSpPr>
        <p:spPr>
          <a:xfrm>
            <a:off x="2460600" y="546588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
        <p:nvSpPr>
          <p:cNvPr id="1873" name="Text Box 5"/>
          <p:cNvSpPr/>
          <p:nvPr/>
        </p:nvSpPr>
        <p:spPr>
          <a:xfrm>
            <a:off x="1311480" y="1844640"/>
            <a:ext cx="70164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874" name="Rectangle 7"/>
          <p:cNvSpPr/>
          <p:nvPr/>
        </p:nvSpPr>
        <p:spPr>
          <a:xfrm>
            <a:off x="4638600" y="1963800"/>
            <a:ext cx="3780000" cy="2185920"/>
          </a:xfrm>
          <a:prstGeom prst="rect">
            <a:avLst/>
          </a:prstGeom>
          <a:noFill/>
          <a:ln w="0">
            <a:noFill/>
          </a:ln>
        </p:spPr>
        <p:style>
          <a:lnRef idx="0"/>
          <a:fillRef idx="0"/>
          <a:effectRef idx="0"/>
          <a:fontRef idx="minor"/>
        </p:style>
        <p:txBody>
          <a:bodyPr lIns="0" rIns="0" tIns="0" bIns="0" anchor="t">
            <a:noAutofit/>
          </a:bodyPr>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p:txBody>
      </p:sp>
      <p:sp>
        <p:nvSpPr>
          <p:cNvPr id="1875" name="Text Box 8"/>
          <p:cNvSpPr/>
          <p:nvPr/>
        </p:nvSpPr>
        <p:spPr>
          <a:xfrm>
            <a:off x="4638600" y="1603440"/>
            <a:ext cx="37893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Subheading Arial 11pt bold</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7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3B66910-3EAA-4CE5-A8A6-B1EE7560DCD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7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Combination line and bar chart - Multi-line and bar</a:t>
            </a:r>
            <a:endParaRPr b="1" lang="en-US" sz="1600" spc="-1" strike="noStrike">
              <a:solidFill>
                <a:srgbClr val="000000"/>
              </a:solidFill>
              <a:latin typeface="Arial"/>
            </a:endParaRPr>
          </a:p>
        </p:txBody>
      </p:sp>
      <p:sp>
        <p:nvSpPr>
          <p:cNvPr id="1879" name="Text Box 3"/>
          <p:cNvSpPr/>
          <p:nvPr/>
        </p:nvSpPr>
        <p:spPr>
          <a:xfrm>
            <a:off x="1380960" y="591012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880" name="Object 4"/>
          <p:cNvGraphicFramePr/>
          <p:nvPr/>
        </p:nvGraphicFramePr>
        <p:xfrm>
          <a:off x="922320" y="1841400"/>
          <a:ext cx="7297920" cy="4138560"/>
        </p:xfrm>
        <a:graphic>
          <a:graphicData uri="http://schemas.openxmlformats.org/presentationml/2006/ole">
            <p:oleObj r:id="rId1" spid="">
              <p:embed/>
            </p:oleObj>
          </a:graphicData>
        </a:graphic>
      </p:graphicFrame>
      <p:sp>
        <p:nvSpPr>
          <p:cNvPr id="1881" name="Text Box 5"/>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8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F97220-B642-4D4A-807B-2E2E40685E2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8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Combination line and bar chart - Dual axis</a:t>
            </a:r>
            <a:endParaRPr b="1" lang="en-US" sz="1600" spc="-1" strike="noStrike">
              <a:solidFill>
                <a:srgbClr val="000000"/>
              </a:solidFill>
              <a:latin typeface="Arial"/>
            </a:endParaRPr>
          </a:p>
        </p:txBody>
      </p:sp>
      <p:sp>
        <p:nvSpPr>
          <p:cNvPr id="1885" name="Text Box 3"/>
          <p:cNvSpPr/>
          <p:nvPr/>
        </p:nvSpPr>
        <p:spPr>
          <a:xfrm>
            <a:off x="6258960" y="1916280"/>
            <a:ext cx="144108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secondary title</a:t>
            </a:r>
            <a:endParaRPr b="1" lang="en-US" sz="1100" spc="-1" strike="noStrike">
              <a:solidFill>
                <a:srgbClr val="000000"/>
              </a:solidFill>
              <a:latin typeface="Arial"/>
            </a:endParaRPr>
          </a:p>
        </p:txBody>
      </p:sp>
      <p:sp>
        <p:nvSpPr>
          <p:cNvPr id="1886" name="Text Box 4"/>
          <p:cNvSpPr/>
          <p:nvPr/>
        </p:nvSpPr>
        <p:spPr>
          <a:xfrm>
            <a:off x="1380960" y="562284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1887" name="Object 5"/>
          <p:cNvGraphicFramePr/>
          <p:nvPr/>
        </p:nvGraphicFramePr>
        <p:xfrm>
          <a:off x="885960" y="1844640"/>
          <a:ext cx="7305480" cy="4238640"/>
        </p:xfrm>
        <a:graphic>
          <a:graphicData uri="http://schemas.openxmlformats.org/presentationml/2006/ole">
            <p:oleObj r:id="rId1" spid="">
              <p:embed/>
            </p:oleObj>
          </a:graphicData>
        </a:graphic>
      </p:graphicFrame>
      <p:sp>
        <p:nvSpPr>
          <p:cNvPr id="1888" name="Text Box 6"/>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9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AD8CD56-B8C5-48CE-868E-44E8AFFFACF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89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Areas - Stacked</a:t>
            </a:r>
            <a:endParaRPr b="1" lang="en-US" sz="1600" spc="-1" strike="noStrike">
              <a:solidFill>
                <a:srgbClr val="000000"/>
              </a:solidFill>
              <a:latin typeface="Arial"/>
            </a:endParaRPr>
          </a:p>
        </p:txBody>
      </p:sp>
      <p:graphicFrame>
        <p:nvGraphicFramePr>
          <p:cNvPr id="1892" name="Object 3"/>
          <p:cNvGraphicFramePr/>
          <p:nvPr/>
        </p:nvGraphicFramePr>
        <p:xfrm>
          <a:off x="396720" y="1165320"/>
          <a:ext cx="8275680" cy="5124240"/>
        </p:xfrm>
        <a:graphic>
          <a:graphicData uri="http://schemas.openxmlformats.org/presentationml/2006/ole">
            <p:oleObj r:id="rId1" spid="">
              <p:embed/>
            </p:oleObj>
          </a:graphicData>
        </a:graphic>
      </p:graphicFrame>
      <p:sp>
        <p:nvSpPr>
          <p:cNvPr id="1893" name="Text Box 4"/>
          <p:cNvSpPr/>
          <p:nvPr/>
        </p:nvSpPr>
        <p:spPr>
          <a:xfrm>
            <a:off x="7242480" y="538164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a:t>
            </a:r>
            <a:endParaRPr b="1" lang="en-US" sz="1100" spc="-1" strike="noStrike">
              <a:solidFill>
                <a:srgbClr val="000000"/>
              </a:solidFill>
              <a:latin typeface="Arial"/>
            </a:endParaRPr>
          </a:p>
        </p:txBody>
      </p:sp>
      <p:sp>
        <p:nvSpPr>
          <p:cNvPr id="1894" name="Text Box 5"/>
          <p:cNvSpPr/>
          <p:nvPr/>
        </p:nvSpPr>
        <p:spPr>
          <a:xfrm rot="16200000">
            <a:off x="285840" y="3823200"/>
            <a:ext cx="5313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1895" name="Text Box 6"/>
          <p:cNvSpPr/>
          <p:nvPr/>
        </p:nvSpPr>
        <p:spPr>
          <a:xfrm>
            <a:off x="7242480" y="4883040"/>
            <a:ext cx="27360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a:t>
            </a:r>
            <a:endParaRPr b="1" lang="en-US" sz="1100" spc="-1" strike="noStrike">
              <a:solidFill>
                <a:srgbClr val="000000"/>
              </a:solidFill>
              <a:latin typeface="Arial"/>
            </a:endParaRPr>
          </a:p>
        </p:txBody>
      </p:sp>
      <p:sp>
        <p:nvSpPr>
          <p:cNvPr id="1896" name="Text Box 7"/>
          <p:cNvSpPr/>
          <p:nvPr/>
        </p:nvSpPr>
        <p:spPr>
          <a:xfrm>
            <a:off x="7242840" y="423540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t>
            </a:r>
            <a:endParaRPr b="1" lang="en-US" sz="1100" spc="-1" strike="noStrike">
              <a:solidFill>
                <a:srgbClr val="000000"/>
              </a:solidFill>
              <a:latin typeface="Arial"/>
            </a:endParaRPr>
          </a:p>
        </p:txBody>
      </p:sp>
      <p:sp>
        <p:nvSpPr>
          <p:cNvPr id="1897" name="Text Box 8"/>
          <p:cNvSpPr/>
          <p:nvPr/>
        </p:nvSpPr>
        <p:spPr>
          <a:xfrm>
            <a:off x="7242840" y="3587760"/>
            <a:ext cx="28116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89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40C631-F4EE-44DC-9D3B-02BB75BE33A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0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Areas - 100% ('Parfait Chart') </a:t>
            </a:r>
            <a:endParaRPr b="1" lang="en-US" sz="1600" spc="-1" strike="noStrike">
              <a:solidFill>
                <a:srgbClr val="000000"/>
              </a:solidFill>
              <a:latin typeface="Arial"/>
            </a:endParaRPr>
          </a:p>
        </p:txBody>
      </p:sp>
      <p:graphicFrame>
        <p:nvGraphicFramePr>
          <p:cNvPr id="1901" name="Object 3"/>
          <p:cNvGraphicFramePr/>
          <p:nvPr/>
        </p:nvGraphicFramePr>
        <p:xfrm>
          <a:off x="396720" y="1165320"/>
          <a:ext cx="8352000" cy="5124240"/>
        </p:xfrm>
        <a:graphic>
          <a:graphicData uri="http://schemas.openxmlformats.org/presentationml/2006/ole">
            <p:oleObj r:id="rId1" spid="">
              <p:embed/>
            </p:oleObj>
          </a:graphicData>
        </a:graphic>
      </p:graphicFrame>
      <p:sp>
        <p:nvSpPr>
          <p:cNvPr id="1902" name="Text Box 4"/>
          <p:cNvSpPr/>
          <p:nvPr/>
        </p:nvSpPr>
        <p:spPr>
          <a:xfrm>
            <a:off x="3776760" y="5111640"/>
            <a:ext cx="84060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ffffff"/>
                </a:solidFill>
                <a:latin typeface="Arial"/>
              </a:rPr>
              <a:t>Company A</a:t>
            </a:r>
            <a:endParaRPr b="1" lang="en-US" sz="1000" spc="-1" strike="noStrike">
              <a:solidFill>
                <a:srgbClr val="000000"/>
              </a:solidFill>
              <a:latin typeface="Arial"/>
            </a:endParaRPr>
          </a:p>
        </p:txBody>
      </p:sp>
      <p:sp>
        <p:nvSpPr>
          <p:cNvPr id="1903" name="Text Box 5"/>
          <p:cNvSpPr/>
          <p:nvPr/>
        </p:nvSpPr>
        <p:spPr>
          <a:xfrm>
            <a:off x="3776760" y="3887640"/>
            <a:ext cx="84060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ffffff"/>
                </a:solidFill>
                <a:latin typeface="Arial"/>
              </a:rPr>
              <a:t>Company B</a:t>
            </a:r>
            <a:endParaRPr b="1" lang="en-US" sz="1000" spc="-1" strike="noStrike">
              <a:solidFill>
                <a:srgbClr val="000000"/>
              </a:solidFill>
              <a:latin typeface="Arial"/>
            </a:endParaRPr>
          </a:p>
        </p:txBody>
      </p:sp>
      <p:sp>
        <p:nvSpPr>
          <p:cNvPr id="1904" name="Text Box 6"/>
          <p:cNvSpPr/>
          <p:nvPr/>
        </p:nvSpPr>
        <p:spPr>
          <a:xfrm>
            <a:off x="3777120" y="3024360"/>
            <a:ext cx="84816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ffffff"/>
                </a:solidFill>
                <a:latin typeface="Arial"/>
              </a:rPr>
              <a:t>Company C</a:t>
            </a:r>
            <a:endParaRPr b="1" lang="en-US" sz="1000" spc="-1" strike="noStrike">
              <a:solidFill>
                <a:srgbClr val="000000"/>
              </a:solidFill>
              <a:latin typeface="Arial"/>
            </a:endParaRPr>
          </a:p>
        </p:txBody>
      </p:sp>
      <p:sp>
        <p:nvSpPr>
          <p:cNvPr id="1905" name="Text Box 7"/>
          <p:cNvSpPr/>
          <p:nvPr/>
        </p:nvSpPr>
        <p:spPr>
          <a:xfrm>
            <a:off x="3777120" y="2003400"/>
            <a:ext cx="84816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ffffff"/>
                </a:solidFill>
                <a:latin typeface="Arial"/>
              </a:rPr>
              <a:t>Company D</a:t>
            </a:r>
            <a:endParaRPr b="1" lang="en-US" sz="1000" spc="-1" strike="noStrike">
              <a:solidFill>
                <a:srgbClr val="000000"/>
              </a:solidFill>
              <a:latin typeface="Arial"/>
            </a:endParaRPr>
          </a:p>
        </p:txBody>
      </p:sp>
      <p:sp>
        <p:nvSpPr>
          <p:cNvPr id="1906" name="Text Box 8"/>
          <p:cNvSpPr/>
          <p:nvPr/>
        </p:nvSpPr>
        <p:spPr>
          <a:xfrm>
            <a:off x="7097760" y="2279520"/>
            <a:ext cx="82692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CAGR: .%</a:t>
            </a:r>
            <a:endParaRPr b="1" lang="en-US" sz="1100" spc="-1" strike="noStrike">
              <a:solidFill>
                <a:srgbClr val="000000"/>
              </a:solidFill>
              <a:latin typeface="Arial"/>
            </a:endParaRPr>
          </a:p>
        </p:txBody>
      </p:sp>
      <p:sp>
        <p:nvSpPr>
          <p:cNvPr id="1907" name="Text Box 9"/>
          <p:cNvSpPr/>
          <p:nvPr/>
        </p:nvSpPr>
        <p:spPr>
          <a:xfrm>
            <a:off x="7097760" y="3371760"/>
            <a:ext cx="82692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CAGR: .%</a:t>
            </a:r>
            <a:endParaRPr b="1" lang="en-US" sz="1100" spc="-1" strike="noStrike">
              <a:solidFill>
                <a:srgbClr val="000000"/>
              </a:solidFill>
              <a:latin typeface="Arial"/>
            </a:endParaRPr>
          </a:p>
        </p:txBody>
      </p:sp>
      <p:sp>
        <p:nvSpPr>
          <p:cNvPr id="1908" name="Text Box 10"/>
          <p:cNvSpPr/>
          <p:nvPr/>
        </p:nvSpPr>
        <p:spPr>
          <a:xfrm>
            <a:off x="7097760" y="4595760"/>
            <a:ext cx="82692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CAGR: .%</a:t>
            </a:r>
            <a:endParaRPr b="1" lang="en-US" sz="1100" spc="-1" strike="noStrike">
              <a:solidFill>
                <a:srgbClr val="000000"/>
              </a:solidFill>
              <a:latin typeface="Arial"/>
            </a:endParaRPr>
          </a:p>
        </p:txBody>
      </p:sp>
      <p:sp>
        <p:nvSpPr>
          <p:cNvPr id="1909" name="Text Box 11"/>
          <p:cNvSpPr/>
          <p:nvPr/>
        </p:nvSpPr>
        <p:spPr>
          <a:xfrm>
            <a:off x="7097760" y="5243400"/>
            <a:ext cx="82692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CAGR: .%</a:t>
            </a:r>
            <a:endParaRPr b="1" lang="en-US" sz="1100" spc="-1" strike="noStrike">
              <a:solidFill>
                <a:srgbClr val="000000"/>
              </a:solidFill>
              <a:latin typeface="Arial"/>
            </a:endParaRPr>
          </a:p>
        </p:txBody>
      </p:sp>
      <p:sp>
        <p:nvSpPr>
          <p:cNvPr id="1910" name="Text Box 12"/>
          <p:cNvSpPr/>
          <p:nvPr/>
        </p:nvSpPr>
        <p:spPr>
          <a:xfrm rot="16200000">
            <a:off x="469800" y="3823200"/>
            <a:ext cx="5313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1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5F06D5-C229-4628-8EB6-ABB4498C191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1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Single color</a:t>
            </a:r>
            <a:endParaRPr b="1" lang="en-US" sz="1600" spc="-1" strike="noStrike">
              <a:solidFill>
                <a:srgbClr val="000000"/>
              </a:solidFill>
              <a:latin typeface="Arial"/>
            </a:endParaRPr>
          </a:p>
        </p:txBody>
      </p:sp>
      <p:graphicFrame>
        <p:nvGraphicFramePr>
          <p:cNvPr id="1914" name="Object 3"/>
          <p:cNvGraphicFramePr/>
          <p:nvPr/>
        </p:nvGraphicFramePr>
        <p:xfrm>
          <a:off x="398520" y="1336680"/>
          <a:ext cx="8345520" cy="4616280"/>
        </p:xfrm>
        <a:graphic>
          <a:graphicData uri="http://schemas.openxmlformats.org/presentationml/2006/ole">
            <p:oleObj r:id="rId1" spid="">
              <p:embed/>
            </p:oleObj>
          </a:graphicData>
        </a:graphic>
      </p:graphicFrame>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1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388ED93-14D6-4CDC-BFEF-9EFBBE14967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1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Multiple colos</a:t>
            </a:r>
            <a:endParaRPr b="1" lang="en-US" sz="1600" spc="-1" strike="noStrike">
              <a:solidFill>
                <a:srgbClr val="000000"/>
              </a:solidFill>
              <a:latin typeface="Arial"/>
            </a:endParaRPr>
          </a:p>
        </p:txBody>
      </p:sp>
      <p:graphicFrame>
        <p:nvGraphicFramePr>
          <p:cNvPr id="1918" name="Object 3"/>
          <p:cNvGraphicFramePr/>
          <p:nvPr/>
        </p:nvGraphicFramePr>
        <p:xfrm>
          <a:off x="398520" y="1251000"/>
          <a:ext cx="8345520" cy="4616280"/>
        </p:xfrm>
        <a:graphic>
          <a:graphicData uri="http://schemas.openxmlformats.org/presentationml/2006/ole">
            <p:oleObj r:id="rId1" spid="">
              <p:embed/>
            </p:oleObj>
          </a:graphicData>
        </a:graphic>
      </p:graphicFrame>
      <p:sp>
        <p:nvSpPr>
          <p:cNvPr id="1919" name="Rectangle 4"/>
          <p:cNvSpPr/>
          <p:nvPr/>
        </p:nvSpPr>
        <p:spPr>
          <a:xfrm>
            <a:off x="6710400" y="895320"/>
            <a:ext cx="1811160" cy="94644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 円グラフは</a:t>
            </a:r>
            <a:r>
              <a:rPr b="0" lang="en-US" sz="1000" spc="-1" strike="noStrike">
                <a:solidFill>
                  <a:srgbClr val="ff3300"/>
                </a:solidFill>
                <a:latin typeface="Arial"/>
              </a:rPr>
              <a:t>12</a:t>
            </a:r>
            <a:r>
              <a:rPr b="0" lang="ja-JP" sz="1000" spc="-1" strike="noStrike">
                <a:solidFill>
                  <a:srgbClr val="ff3300"/>
                </a:solidFill>
                <a:latin typeface="Arial"/>
              </a:rPr>
              <a:t>時からスタートし、大→小の順で表示します。” その他”はデータの大小に関わらず常 に一番後ろに配置します。</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2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DAFB87A-ABB6-43E4-A504-5748914AFB0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Labels on inside</a:t>
            </a:r>
            <a:endParaRPr b="1" lang="en-US" sz="1600" spc="-1" strike="noStrike">
              <a:solidFill>
                <a:srgbClr val="000000"/>
              </a:solidFill>
              <a:latin typeface="Arial"/>
            </a:endParaRPr>
          </a:p>
        </p:txBody>
      </p:sp>
      <p:graphicFrame>
        <p:nvGraphicFramePr>
          <p:cNvPr id="1923" name="Object 3"/>
          <p:cNvGraphicFramePr/>
          <p:nvPr/>
        </p:nvGraphicFramePr>
        <p:xfrm>
          <a:off x="762120" y="1474920"/>
          <a:ext cx="4084560" cy="4819680"/>
        </p:xfrm>
        <a:graphic>
          <a:graphicData uri="http://schemas.openxmlformats.org/presentationml/2006/ole">
            <p:oleObj r:id="rId1" spid="">
              <p:embed/>
            </p:oleObj>
          </a:graphicData>
        </a:graphic>
      </p:graphicFrame>
      <p:graphicFrame>
        <p:nvGraphicFramePr>
          <p:cNvPr id="1924" name="Object 4"/>
          <p:cNvGraphicFramePr/>
          <p:nvPr/>
        </p:nvGraphicFramePr>
        <p:xfrm>
          <a:off x="4440240" y="1469880"/>
          <a:ext cx="4084560" cy="4819680"/>
        </p:xfrm>
        <a:graphic>
          <a:graphicData uri="http://schemas.openxmlformats.org/presentationml/2006/ole">
            <p:oleObj r:id="rId2" spid="">
              <p:embed/>
            </p:oleObj>
          </a:graphicData>
        </a:graphic>
      </p:graphicFrame>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2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B03CDD-E3ED-435B-BF91-3F61AE3602D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2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Slice exploded</a:t>
            </a:r>
            <a:endParaRPr b="1" lang="en-US" sz="1600" spc="-1" strike="noStrike">
              <a:solidFill>
                <a:srgbClr val="000000"/>
              </a:solidFill>
              <a:latin typeface="Arial"/>
            </a:endParaRPr>
          </a:p>
        </p:txBody>
      </p:sp>
      <p:graphicFrame>
        <p:nvGraphicFramePr>
          <p:cNvPr id="1928" name="Object 3"/>
          <p:cNvGraphicFramePr/>
          <p:nvPr/>
        </p:nvGraphicFramePr>
        <p:xfrm>
          <a:off x="860400" y="1846440"/>
          <a:ext cx="3440160" cy="4035240"/>
        </p:xfrm>
        <a:graphic>
          <a:graphicData uri="http://schemas.openxmlformats.org/presentationml/2006/ole">
            <p:oleObj r:id="rId1" spid="">
              <p:embed/>
            </p:oleObj>
          </a:graphicData>
        </a:graphic>
      </p:graphicFrame>
      <p:sp>
        <p:nvSpPr>
          <p:cNvPr id="1929" name="Line 4"/>
          <p:cNvSpPr/>
          <p:nvPr/>
        </p:nvSpPr>
        <p:spPr>
          <a:xfrm flipV="1">
            <a:off x="3495600" y="2496960"/>
            <a:ext cx="2751120" cy="81792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30" name="Line 5"/>
          <p:cNvSpPr/>
          <p:nvPr/>
        </p:nvSpPr>
        <p:spPr>
          <a:xfrm>
            <a:off x="3533760" y="4116240"/>
            <a:ext cx="2700360" cy="90360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aphicFrame>
        <p:nvGraphicFramePr>
          <p:cNvPr id="1931" name="Object 6"/>
          <p:cNvGraphicFramePr/>
          <p:nvPr/>
        </p:nvGraphicFramePr>
        <p:xfrm>
          <a:off x="4452840" y="1474920"/>
          <a:ext cx="4098960" cy="4819680"/>
        </p:xfrm>
        <a:graphic>
          <a:graphicData uri="http://schemas.openxmlformats.org/presentationml/2006/ole">
            <p:oleObj r:id="rId2" spid="">
              <p:embed/>
            </p:oleObj>
          </a:graphicData>
        </a:graphic>
      </p:graphicFrame>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3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B69A0C-99E5-4D22-B4CD-B2039FE94CC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3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Explosion</a:t>
            </a:r>
            <a:endParaRPr b="1" lang="en-US" sz="1600" spc="-1" strike="noStrike">
              <a:solidFill>
                <a:srgbClr val="000000"/>
              </a:solidFill>
              <a:latin typeface="Arial"/>
            </a:endParaRPr>
          </a:p>
        </p:txBody>
      </p:sp>
      <p:graphicFrame>
        <p:nvGraphicFramePr>
          <p:cNvPr id="1935" name="Object 3"/>
          <p:cNvGraphicFramePr/>
          <p:nvPr/>
        </p:nvGraphicFramePr>
        <p:xfrm>
          <a:off x="398520" y="1442880"/>
          <a:ext cx="8353440" cy="4591080"/>
        </p:xfrm>
        <a:graphic>
          <a:graphicData uri="http://schemas.openxmlformats.org/presentationml/2006/ole">
            <p:oleObj r:id="rId1" spid="">
              <p:embed/>
            </p:oleObj>
          </a:graphicData>
        </a:graphic>
      </p:graphicFrame>
      <p:graphicFrame>
        <p:nvGraphicFramePr>
          <p:cNvPr id="1936" name="Object 4"/>
          <p:cNvGraphicFramePr/>
          <p:nvPr/>
        </p:nvGraphicFramePr>
        <p:xfrm>
          <a:off x="4491000" y="1820880"/>
          <a:ext cx="3159000" cy="3660840"/>
        </p:xfrm>
        <a:graphic>
          <a:graphicData uri="http://schemas.openxmlformats.org/presentationml/2006/ole">
            <p:oleObj r:id="rId2" spid="">
              <p:embed/>
            </p:oleObj>
          </a:graphicData>
        </a:graphic>
      </p:graphicFrame>
      <p:sp>
        <p:nvSpPr>
          <p:cNvPr id="1937" name="Freeform 5"/>
          <p:cNvSpPr/>
          <p:nvPr/>
        </p:nvSpPr>
        <p:spPr>
          <a:xfrm>
            <a:off x="3110040" y="2519280"/>
            <a:ext cx="1641240" cy="29700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38" name="Freeform 6"/>
          <p:cNvSpPr/>
          <p:nvPr/>
        </p:nvSpPr>
        <p:spPr>
          <a:xfrm flipV="1">
            <a:off x="3151080" y="4911120"/>
            <a:ext cx="1589040" cy="25380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39" name="Text Box 7"/>
          <p:cNvSpPr/>
          <p:nvPr/>
        </p:nvSpPr>
        <p:spPr>
          <a:xfrm>
            <a:off x="6930720" y="3025800"/>
            <a:ext cx="307080" cy="36612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a:t>
            </a:r>
            <a:endParaRPr b="1" lang="en-US" sz="1200" spc="-1" strike="noStrike">
              <a:solidFill>
                <a:srgbClr val="000000"/>
              </a:solidFill>
              <a:latin typeface="Arial"/>
            </a:endParaRPr>
          </a:p>
        </p:txBody>
      </p:sp>
      <p:sp>
        <p:nvSpPr>
          <p:cNvPr id="1940" name="Text Box 8"/>
          <p:cNvSpPr/>
          <p:nvPr/>
        </p:nvSpPr>
        <p:spPr>
          <a:xfrm>
            <a:off x="6930720" y="3532320"/>
            <a:ext cx="307080" cy="36612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a:t>
            </a:r>
            <a:endParaRPr b="1" lang="en-US" sz="1200" spc="-1" strike="noStrike">
              <a:solidFill>
                <a:srgbClr val="000000"/>
              </a:solidFill>
              <a:latin typeface="Arial"/>
            </a:endParaRPr>
          </a:p>
        </p:txBody>
      </p:sp>
      <p:sp>
        <p:nvSpPr>
          <p:cNvPr id="1941" name="Text Box 9"/>
          <p:cNvSpPr/>
          <p:nvPr/>
        </p:nvSpPr>
        <p:spPr>
          <a:xfrm>
            <a:off x="6930720" y="4216320"/>
            <a:ext cx="307080" cy="36612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a:t>
            </a:r>
            <a:endParaRPr b="1" lang="en-US" sz="1200" spc="-1" strike="noStrike">
              <a:solidFill>
                <a:srgbClr val="000000"/>
              </a:solidFill>
              <a:latin typeface="Arial"/>
            </a:endParaRPr>
          </a:p>
        </p:txBody>
      </p:sp>
      <p:sp>
        <p:nvSpPr>
          <p:cNvPr id="1942" name="Text Box 10"/>
          <p:cNvSpPr/>
          <p:nvPr/>
        </p:nvSpPr>
        <p:spPr>
          <a:xfrm>
            <a:off x="6930720" y="4834080"/>
            <a:ext cx="307080" cy="36612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a:t>
            </a: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3"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44"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45ADF5-6E0E-4F64-B159-26A11863CFB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4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Stacked column 100%</a:t>
            </a:r>
            <a:endParaRPr b="1" lang="en-US" sz="1600" spc="-1" strike="noStrike">
              <a:solidFill>
                <a:srgbClr val="000000"/>
              </a:solidFill>
              <a:latin typeface="Arial"/>
            </a:endParaRPr>
          </a:p>
        </p:txBody>
      </p:sp>
      <p:graphicFrame>
        <p:nvGraphicFramePr>
          <p:cNvPr id="1946" name="Object 3"/>
          <p:cNvGraphicFramePr/>
          <p:nvPr/>
        </p:nvGraphicFramePr>
        <p:xfrm>
          <a:off x="398520" y="1473120"/>
          <a:ext cx="4064040" cy="4819680"/>
        </p:xfrm>
        <a:graphic>
          <a:graphicData uri="http://schemas.openxmlformats.org/presentationml/2006/ole">
            <p:oleObj r:id="rId1" spid="">
              <p:embed/>
            </p:oleObj>
          </a:graphicData>
        </a:graphic>
      </p:graphicFrame>
      <p:graphicFrame>
        <p:nvGraphicFramePr>
          <p:cNvPr id="1947" name="Object 4"/>
          <p:cNvGraphicFramePr/>
          <p:nvPr/>
        </p:nvGraphicFramePr>
        <p:xfrm>
          <a:off x="5078520" y="1477800"/>
          <a:ext cx="3060720" cy="4816800"/>
        </p:xfrm>
        <a:graphic>
          <a:graphicData uri="http://schemas.openxmlformats.org/presentationml/2006/ole">
            <p:oleObj r:id="rId2" spid="">
              <p:embed/>
            </p:oleObj>
          </a:graphicData>
        </a:graphic>
      </p:graphicFrame>
      <p:sp>
        <p:nvSpPr>
          <p:cNvPr id="1948" name="Text Box 5"/>
          <p:cNvSpPr/>
          <p:nvPr/>
        </p:nvSpPr>
        <p:spPr>
          <a:xfrm>
            <a:off x="1976040" y="5083200"/>
            <a:ext cx="229320" cy="1742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91d5d"/>
                </a:solidFill>
                <a:latin typeface="Arial"/>
              </a:rPr>
              <a:t>xxx</a:t>
            </a:r>
            <a:endParaRPr b="1" lang="en-US" sz="1200" spc="-1" strike="noStrike">
              <a:solidFill>
                <a:srgbClr val="000000"/>
              </a:solidFill>
              <a:latin typeface="Arial"/>
            </a:endParaRPr>
          </a:p>
        </p:txBody>
      </p:sp>
      <p:sp>
        <p:nvSpPr>
          <p:cNvPr id="1949" name="Text Box 6"/>
          <p:cNvSpPr/>
          <p:nvPr/>
        </p:nvSpPr>
        <p:spPr>
          <a:xfrm>
            <a:off x="2307960" y="2203560"/>
            <a:ext cx="229320" cy="1742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91d5d"/>
                </a:solidFill>
                <a:latin typeface="Arial"/>
              </a:rPr>
              <a:t>xxx</a:t>
            </a:r>
            <a:endParaRPr b="1" lang="en-US" sz="1200" spc="-1" strike="noStrike">
              <a:solidFill>
                <a:srgbClr val="000000"/>
              </a:solidFill>
              <a:latin typeface="Arial"/>
            </a:endParaRPr>
          </a:p>
        </p:txBody>
      </p:sp>
      <p:sp>
        <p:nvSpPr>
          <p:cNvPr id="1950" name="Freeform 7"/>
          <p:cNvSpPr/>
          <p:nvPr/>
        </p:nvSpPr>
        <p:spPr>
          <a:xfrm>
            <a:off x="3282840" y="2265480"/>
            <a:ext cx="1927440" cy="43164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51" name="Freeform 8"/>
          <p:cNvSpPr/>
          <p:nvPr/>
        </p:nvSpPr>
        <p:spPr>
          <a:xfrm flipV="1">
            <a:off x="3282840" y="4857120"/>
            <a:ext cx="1927440" cy="43164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52" name="Text Box 9"/>
          <p:cNvSpPr/>
          <p:nvPr/>
        </p:nvSpPr>
        <p:spPr>
          <a:xfrm>
            <a:off x="807840" y="3541680"/>
            <a:ext cx="229320" cy="1742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91d5d"/>
                </a:solidFill>
                <a:latin typeface="Arial"/>
              </a:rPr>
              <a:t>xxx</a:t>
            </a:r>
            <a:endParaRPr b="1" lang="en-US" sz="1200" spc="-1" strike="noStrike">
              <a:solidFill>
                <a:srgbClr val="000000"/>
              </a:solidFill>
              <a:latin typeface="Arial"/>
            </a:endParaRPr>
          </a:p>
        </p:txBody>
      </p:sp>
      <p:sp>
        <p:nvSpPr>
          <p:cNvPr id="1953" name="Text Box 10"/>
          <p:cNvSpPr/>
          <p:nvPr/>
        </p:nvSpPr>
        <p:spPr>
          <a:xfrm>
            <a:off x="5172120" y="1897200"/>
            <a:ext cx="70164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954" name="Text Box 11"/>
          <p:cNvSpPr/>
          <p:nvPr/>
        </p:nvSpPr>
        <p:spPr>
          <a:xfrm>
            <a:off x="3858480" y="3736800"/>
            <a:ext cx="21096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91d5d"/>
                </a:solidFill>
                <a:latin typeface="Arial"/>
              </a:rPr>
              <a:t>xxx</a:t>
            </a:r>
            <a:endParaRPr b="1" lang="en-US" sz="1100" spc="-1" strike="noStrike">
              <a:solidFill>
                <a:srgbClr val="000000"/>
              </a:solidFill>
              <a:latin typeface="Arial"/>
            </a:endParaRPr>
          </a:p>
        </p:txBody>
      </p:sp>
      <p:sp>
        <p:nvSpPr>
          <p:cNvPr id="1955" name="Text Box 12"/>
          <p:cNvSpPr/>
          <p:nvPr/>
        </p:nvSpPr>
        <p:spPr>
          <a:xfrm>
            <a:off x="6041880" y="1978200"/>
            <a:ext cx="7113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91d5d"/>
                </a:solidFill>
                <a:latin typeface="Arial"/>
              </a:rPr>
              <a:t>$??MM</a:t>
            </a:r>
            <a:endParaRPr b="1" lang="en-US" sz="1100" spc="-1" strike="noStrike">
              <a:solidFill>
                <a:srgbClr val="000000"/>
              </a:solidFill>
              <a:latin typeface="Arial"/>
            </a:endParaRPr>
          </a:p>
        </p:txBody>
      </p:sp>
      <p:sp>
        <p:nvSpPr>
          <p:cNvPr id="1956" name="Text Box 13"/>
          <p:cNvSpPr/>
          <p:nvPr/>
        </p:nvSpPr>
        <p:spPr>
          <a:xfrm>
            <a:off x="7226280" y="1978200"/>
            <a:ext cx="5889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91d5d"/>
                </a:solidFill>
                <a:latin typeface="Arial"/>
              </a:rPr>
              <a:t>$??MM</a:t>
            </a:r>
            <a:endParaRPr b="1" lang="en-US" sz="1100" spc="-1" strike="noStrike">
              <a:solidFill>
                <a:srgbClr val="000000"/>
              </a:solidFill>
              <a:latin typeface="Arial"/>
            </a:endParaRPr>
          </a:p>
        </p:txBody>
      </p:sp>
      <p:sp>
        <p:nvSpPr>
          <p:cNvPr id="1957" name="Rectangle 14"/>
          <p:cNvSpPr/>
          <p:nvPr/>
        </p:nvSpPr>
        <p:spPr>
          <a:xfrm>
            <a:off x="6254640" y="5381640"/>
            <a:ext cx="28116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91d5d"/>
                </a:solidFill>
                <a:latin typeface="Arial"/>
              </a:rPr>
              <a:t>XXX</a:t>
            </a:r>
            <a:endParaRPr b="1" lang="en-US" sz="1100" spc="-1" strike="noStrike">
              <a:solidFill>
                <a:srgbClr val="000000"/>
              </a:solidFill>
              <a:latin typeface="Arial"/>
            </a:endParaRPr>
          </a:p>
        </p:txBody>
      </p:sp>
      <p:sp>
        <p:nvSpPr>
          <p:cNvPr id="1958" name="Rectangle 15"/>
          <p:cNvSpPr/>
          <p:nvPr/>
        </p:nvSpPr>
        <p:spPr>
          <a:xfrm>
            <a:off x="7391520" y="5381640"/>
            <a:ext cx="28116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91d5d"/>
                </a:solidFill>
                <a:latin typeface="Arial"/>
              </a:rPr>
              <a:t>XXX</a:t>
            </a:r>
            <a:endParaRPr b="1" lang="en-US" sz="1100" spc="-1" strike="noStrike">
              <a:solidFill>
                <a:srgbClr val="000000"/>
              </a:solidFill>
              <a:latin typeface="Arial"/>
            </a:endParaRPr>
          </a:p>
        </p:txBody>
      </p:sp>
      <p:sp>
        <p:nvSpPr>
          <p:cNvPr id="1959" name="Rectangle 16"/>
          <p:cNvSpPr/>
          <p:nvPr/>
        </p:nvSpPr>
        <p:spPr>
          <a:xfrm>
            <a:off x="6615360" y="567072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6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D7487E-DC3A-47E3-93D3-1112DF725FB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Stacked Column</a:t>
            </a:r>
            <a:endParaRPr b="1" lang="en-US" sz="1600" spc="-1" strike="noStrike">
              <a:solidFill>
                <a:srgbClr val="000000"/>
              </a:solidFill>
              <a:latin typeface="Arial"/>
            </a:endParaRPr>
          </a:p>
        </p:txBody>
      </p:sp>
      <p:graphicFrame>
        <p:nvGraphicFramePr>
          <p:cNvPr id="1963" name="Object 3"/>
          <p:cNvGraphicFramePr/>
          <p:nvPr/>
        </p:nvGraphicFramePr>
        <p:xfrm>
          <a:off x="379440" y="1473120"/>
          <a:ext cx="3975120" cy="4819680"/>
        </p:xfrm>
        <a:graphic>
          <a:graphicData uri="http://schemas.openxmlformats.org/presentationml/2006/ole">
            <p:oleObj r:id="rId1" spid="">
              <p:embed/>
            </p:oleObj>
          </a:graphicData>
        </a:graphic>
      </p:graphicFrame>
      <p:graphicFrame>
        <p:nvGraphicFramePr>
          <p:cNvPr id="1964" name="Object 4"/>
          <p:cNvGraphicFramePr/>
          <p:nvPr/>
        </p:nvGraphicFramePr>
        <p:xfrm>
          <a:off x="4842000" y="1477800"/>
          <a:ext cx="3117600" cy="4816800"/>
        </p:xfrm>
        <a:graphic>
          <a:graphicData uri="http://schemas.openxmlformats.org/presentationml/2006/ole">
            <p:oleObj r:id="rId2" spid="">
              <p:embed/>
            </p:oleObj>
          </a:graphicData>
        </a:graphic>
      </p:graphicFrame>
      <p:sp>
        <p:nvSpPr>
          <p:cNvPr id="1965" name="Text Box 5"/>
          <p:cNvSpPr/>
          <p:nvPr/>
        </p:nvSpPr>
        <p:spPr>
          <a:xfrm>
            <a:off x="1906920" y="5100480"/>
            <a:ext cx="189720" cy="153000"/>
          </a:xfrm>
          <a:prstGeom prst="rect">
            <a:avLst/>
          </a:prstGeom>
          <a:noFill/>
          <a:ln w="0">
            <a:noFill/>
          </a:ln>
        </p:spPr>
        <p:style>
          <a:lnRef idx="0"/>
          <a:fillRef idx="0"/>
          <a:effectRef idx="0"/>
          <a:fontRef idx="minor"/>
        </p:style>
        <p:txBody>
          <a:bodyPr wrap="none"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66" name="Text Box 6"/>
          <p:cNvSpPr/>
          <p:nvPr/>
        </p:nvSpPr>
        <p:spPr>
          <a:xfrm>
            <a:off x="2238840" y="2220840"/>
            <a:ext cx="189720" cy="153000"/>
          </a:xfrm>
          <a:prstGeom prst="rect">
            <a:avLst/>
          </a:prstGeom>
          <a:noFill/>
          <a:ln w="0">
            <a:noFill/>
          </a:ln>
        </p:spPr>
        <p:style>
          <a:lnRef idx="0"/>
          <a:fillRef idx="0"/>
          <a:effectRef idx="0"/>
          <a:fontRef idx="minor"/>
        </p:style>
        <p:txBody>
          <a:bodyPr wrap="none"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67" name="Freeform 7"/>
          <p:cNvSpPr/>
          <p:nvPr/>
        </p:nvSpPr>
        <p:spPr>
          <a:xfrm>
            <a:off x="3174840" y="2265480"/>
            <a:ext cx="1927440" cy="43164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68" name="Freeform 8"/>
          <p:cNvSpPr/>
          <p:nvPr/>
        </p:nvSpPr>
        <p:spPr>
          <a:xfrm flipV="1">
            <a:off x="3174840" y="4857120"/>
            <a:ext cx="1927440" cy="43164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69" name="Text Box 9"/>
          <p:cNvSpPr/>
          <p:nvPr/>
        </p:nvSpPr>
        <p:spPr>
          <a:xfrm>
            <a:off x="687600" y="3559320"/>
            <a:ext cx="189720" cy="153000"/>
          </a:xfrm>
          <a:prstGeom prst="rect">
            <a:avLst/>
          </a:prstGeom>
          <a:noFill/>
          <a:ln w="0">
            <a:noFill/>
          </a:ln>
        </p:spPr>
        <p:style>
          <a:lnRef idx="0"/>
          <a:fillRef idx="0"/>
          <a:effectRef idx="0"/>
          <a:fontRef idx="minor"/>
        </p:style>
        <p:txBody>
          <a:bodyPr wrap="none"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70" name="Text Box 10"/>
          <p:cNvSpPr/>
          <p:nvPr/>
        </p:nvSpPr>
        <p:spPr>
          <a:xfrm>
            <a:off x="3750840" y="3718080"/>
            <a:ext cx="229320" cy="183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200" spc="-1" strike="noStrike">
                <a:solidFill>
                  <a:srgbClr val="091d5d"/>
                </a:solidFill>
                <a:latin typeface="Arial"/>
              </a:rPr>
              <a:t>xxx</a:t>
            </a:r>
            <a:endParaRPr b="1" lang="en-US" sz="1200" spc="-1" strike="noStrike">
              <a:solidFill>
                <a:srgbClr val="000000"/>
              </a:solidFill>
              <a:latin typeface="Arial"/>
            </a:endParaRPr>
          </a:p>
        </p:txBody>
      </p:sp>
      <p:sp>
        <p:nvSpPr>
          <p:cNvPr id="1971" name="Text Box 11"/>
          <p:cNvSpPr/>
          <p:nvPr/>
        </p:nvSpPr>
        <p:spPr>
          <a:xfrm>
            <a:off x="4864320" y="1897200"/>
            <a:ext cx="701640" cy="168120"/>
          </a:xfrm>
          <a:prstGeom prst="rect">
            <a:avLst/>
          </a:prstGeom>
          <a:noFill/>
          <a:ln w="0">
            <a:noFill/>
          </a:ln>
        </p:spPr>
        <p:style>
          <a:lnRef idx="0"/>
          <a:fillRef idx="0"/>
          <a:effectRef idx="0"/>
          <a:fontRef idx="minor"/>
        </p:style>
        <p:txBody>
          <a:bodyPr wrap="none"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1972" name="Rectangle 12"/>
          <p:cNvSpPr/>
          <p:nvPr/>
        </p:nvSpPr>
        <p:spPr>
          <a:xfrm>
            <a:off x="5730480" y="5388120"/>
            <a:ext cx="337680" cy="1530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973" name="Rectangle 13"/>
          <p:cNvSpPr/>
          <p:nvPr/>
        </p:nvSpPr>
        <p:spPr>
          <a:xfrm>
            <a:off x="7343280" y="5388120"/>
            <a:ext cx="337680" cy="1530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974" name="Rectangle 14"/>
          <p:cNvSpPr/>
          <p:nvPr/>
        </p:nvSpPr>
        <p:spPr>
          <a:xfrm>
            <a:off x="6535440" y="5388120"/>
            <a:ext cx="337680" cy="15300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XXXX</a:t>
            </a:r>
            <a:endParaRPr b="1" lang="en-US" sz="1000" spc="-1" strike="noStrike">
              <a:solidFill>
                <a:srgbClr val="000000"/>
              </a:solidFill>
              <a:latin typeface="Arial"/>
            </a:endParaRPr>
          </a:p>
        </p:txBody>
      </p:sp>
      <p:sp>
        <p:nvSpPr>
          <p:cNvPr id="1975" name="Rectangle 15"/>
          <p:cNvSpPr/>
          <p:nvPr/>
        </p:nvSpPr>
        <p:spPr>
          <a:xfrm>
            <a:off x="6507360" y="5664240"/>
            <a:ext cx="701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7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1F99917-9650-48B7-8A90-38246903F85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7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Labels on outside</a:t>
            </a:r>
            <a:endParaRPr b="1" lang="en-US" sz="1600" spc="-1" strike="noStrike">
              <a:solidFill>
                <a:srgbClr val="000000"/>
              </a:solidFill>
              <a:latin typeface="Arial"/>
            </a:endParaRPr>
          </a:p>
        </p:txBody>
      </p:sp>
      <p:graphicFrame>
        <p:nvGraphicFramePr>
          <p:cNvPr id="1979" name="Object 3"/>
          <p:cNvGraphicFramePr/>
          <p:nvPr/>
        </p:nvGraphicFramePr>
        <p:xfrm>
          <a:off x="398520" y="1474920"/>
          <a:ext cx="3949560" cy="4819680"/>
        </p:xfrm>
        <a:graphic>
          <a:graphicData uri="http://schemas.openxmlformats.org/presentationml/2006/ole">
            <p:oleObj r:id="rId1" spid="">
              <p:embed/>
            </p:oleObj>
          </a:graphicData>
        </a:graphic>
      </p:graphicFrame>
      <p:graphicFrame>
        <p:nvGraphicFramePr>
          <p:cNvPr id="1980" name="Object 4"/>
          <p:cNvGraphicFramePr/>
          <p:nvPr/>
        </p:nvGraphicFramePr>
        <p:xfrm>
          <a:off x="4761000" y="1474920"/>
          <a:ext cx="3771720" cy="4819680"/>
        </p:xfrm>
        <a:graphic>
          <a:graphicData uri="http://schemas.openxmlformats.org/presentationml/2006/ole">
            <p:oleObj r:id="rId2" spid="">
              <p:embed/>
            </p:oleObj>
          </a:graphicData>
        </a:graphic>
      </p:graphicFrame>
      <p:sp>
        <p:nvSpPr>
          <p:cNvPr id="1981" name="Text Box 5"/>
          <p:cNvSpPr/>
          <p:nvPr/>
        </p:nvSpPr>
        <p:spPr>
          <a:xfrm>
            <a:off x="1235520" y="4757760"/>
            <a:ext cx="189720" cy="1454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82" name="Text Box 6"/>
          <p:cNvSpPr/>
          <p:nvPr/>
        </p:nvSpPr>
        <p:spPr>
          <a:xfrm>
            <a:off x="1411560" y="2606760"/>
            <a:ext cx="189720" cy="1454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83" name="Text Box 7"/>
          <p:cNvSpPr/>
          <p:nvPr/>
        </p:nvSpPr>
        <p:spPr>
          <a:xfrm>
            <a:off x="3758040" y="3751200"/>
            <a:ext cx="189720" cy="1454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84" name="Rectangle 8"/>
          <p:cNvSpPr/>
          <p:nvPr/>
        </p:nvSpPr>
        <p:spPr>
          <a:xfrm>
            <a:off x="5108760" y="4738680"/>
            <a:ext cx="189720" cy="1454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85" name="Rectangle 9"/>
          <p:cNvSpPr/>
          <p:nvPr/>
        </p:nvSpPr>
        <p:spPr>
          <a:xfrm>
            <a:off x="5108760" y="3751200"/>
            <a:ext cx="189720" cy="1454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86" name="Rectangle 10"/>
          <p:cNvSpPr/>
          <p:nvPr/>
        </p:nvSpPr>
        <p:spPr>
          <a:xfrm>
            <a:off x="5108760" y="2765520"/>
            <a:ext cx="189720" cy="1454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xxx</a:t>
            </a:r>
            <a:endParaRPr b="1" lang="en-US" sz="1000" spc="-1" strike="noStrike">
              <a:solidFill>
                <a:srgbClr val="000000"/>
              </a:solidFill>
              <a:latin typeface="Arial"/>
            </a:endParaRPr>
          </a:p>
        </p:txBody>
      </p:sp>
      <p:sp>
        <p:nvSpPr>
          <p:cNvPr id="1987" name="Freeform 11"/>
          <p:cNvSpPr/>
          <p:nvPr/>
        </p:nvSpPr>
        <p:spPr>
          <a:xfrm>
            <a:off x="3182760" y="2266920"/>
            <a:ext cx="2135520" cy="43200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988" name="Freeform 12"/>
          <p:cNvSpPr/>
          <p:nvPr/>
        </p:nvSpPr>
        <p:spPr>
          <a:xfrm flipV="1">
            <a:off x="3182760" y="4859280"/>
            <a:ext cx="2135520" cy="432000"/>
          </a:xfrm>
          <a:prstGeom prst="pie">
            <a:avLst/>
          </a:prstGeom>
          <a:noFill/>
          <a:ln w="12600">
            <a:solidFill>
              <a:srgbClr val="003399"/>
            </a:solidFill>
            <a:prstDash val="lg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9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7FBA294-E681-4043-8C49-ED48EEB1B8B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9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Text left</a:t>
            </a:r>
            <a:endParaRPr b="1" lang="en-US" sz="1600" spc="-1" strike="noStrike">
              <a:solidFill>
                <a:srgbClr val="000000"/>
              </a:solidFill>
              <a:latin typeface="Arial"/>
            </a:endParaRPr>
          </a:p>
        </p:txBody>
      </p:sp>
      <p:sp>
        <p:nvSpPr>
          <p:cNvPr id="1992" name="Rectangle 3"/>
          <p:cNvSpPr/>
          <p:nvPr/>
        </p:nvSpPr>
        <p:spPr>
          <a:xfrm>
            <a:off x="501480" y="1963800"/>
            <a:ext cx="3780000" cy="2185920"/>
          </a:xfrm>
          <a:prstGeom prst="rect">
            <a:avLst/>
          </a:prstGeom>
          <a:noFill/>
          <a:ln w="0">
            <a:noFill/>
          </a:ln>
        </p:spPr>
        <p:style>
          <a:lnRef idx="0"/>
          <a:fillRef idx="0"/>
          <a:effectRef idx="0"/>
          <a:fontRef idx="minor"/>
        </p:style>
        <p:txBody>
          <a:bodyPr lIns="0" rIns="0" tIns="0" bIns="0" anchor="t">
            <a:noAutofit/>
          </a:bodyPr>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p:txBody>
      </p:sp>
      <p:sp>
        <p:nvSpPr>
          <p:cNvPr id="1993" name="Text Box 4"/>
          <p:cNvSpPr/>
          <p:nvPr/>
        </p:nvSpPr>
        <p:spPr>
          <a:xfrm>
            <a:off x="501480" y="1603440"/>
            <a:ext cx="37893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Subheading Arial 11pt bold</a:t>
            </a:r>
            <a:endParaRPr b="1" lang="en-US" sz="1100" spc="-1" strike="noStrike">
              <a:solidFill>
                <a:srgbClr val="000000"/>
              </a:solidFill>
              <a:latin typeface="Arial"/>
            </a:endParaRPr>
          </a:p>
        </p:txBody>
      </p:sp>
      <p:graphicFrame>
        <p:nvGraphicFramePr>
          <p:cNvPr id="1994" name="Object 5"/>
          <p:cNvGraphicFramePr/>
          <p:nvPr/>
        </p:nvGraphicFramePr>
        <p:xfrm>
          <a:off x="4460760" y="1476360"/>
          <a:ext cx="3938760" cy="4818240"/>
        </p:xfrm>
        <a:graphic>
          <a:graphicData uri="http://schemas.openxmlformats.org/presentationml/2006/ole">
            <p:oleObj r:id="rId1" spid="">
              <p:embed/>
            </p:oleObj>
          </a:graphicData>
        </a:graphic>
      </p:graphicFrame>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99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83E07F-9EEF-477C-A06D-178A5FCB2EE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99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Pies - </a:t>
            </a:r>
            <a:r>
              <a:rPr b="1" lang="de-DE" sz="1600" spc="-1" strike="noStrike">
                <a:solidFill>
                  <a:srgbClr val="000000"/>
                </a:solidFill>
                <a:latin typeface="Arial"/>
                <a:ea typeface="ＭＳ Ｐゴシック"/>
              </a:rPr>
              <a:t>Labels on outside</a:t>
            </a:r>
            <a:endParaRPr b="1" lang="en-US" sz="1600" spc="-1" strike="noStrike">
              <a:solidFill>
                <a:srgbClr val="000000"/>
              </a:solidFill>
              <a:latin typeface="Arial"/>
            </a:endParaRPr>
          </a:p>
        </p:txBody>
      </p:sp>
      <p:sp>
        <p:nvSpPr>
          <p:cNvPr id="1998" name="Rectangle 4"/>
          <p:cNvSpPr/>
          <p:nvPr/>
        </p:nvSpPr>
        <p:spPr>
          <a:xfrm>
            <a:off x="4772160" y="1935000"/>
            <a:ext cx="3779640" cy="2573640"/>
          </a:xfrm>
          <a:prstGeom prst="rect">
            <a:avLst/>
          </a:prstGeom>
          <a:noFill/>
          <a:ln w="0">
            <a:noFill/>
          </a:ln>
        </p:spPr>
        <p:style>
          <a:lnRef idx="0"/>
          <a:fillRef idx="0"/>
          <a:effectRef idx="0"/>
          <a:fontRef idx="minor"/>
        </p:style>
        <p:txBody>
          <a:bodyPr lIns="0" rIns="0" tIns="0" bIns="0" anchor="t">
            <a:noAutofit/>
          </a:bodyPr>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a:p>
            <a:pPr>
              <a:lnSpc>
                <a:spcPct val="95000"/>
              </a:lnSpc>
              <a:spcBef>
                <a:spcPts val="799"/>
              </a:spcBef>
              <a:spcAft>
                <a:spcPts val="125"/>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This is an example of text with chart. 10pt Arial and add line spacing before paragraph using the standard format</a:t>
            </a:r>
            <a:endParaRPr b="1" lang="en-US" sz="1000" spc="-1" strike="noStrike">
              <a:solidFill>
                <a:srgbClr val="000000"/>
              </a:solidFill>
              <a:latin typeface="Arial"/>
            </a:endParaRPr>
          </a:p>
        </p:txBody>
      </p:sp>
      <p:sp>
        <p:nvSpPr>
          <p:cNvPr id="1999" name="Text Box 5"/>
          <p:cNvSpPr/>
          <p:nvPr/>
        </p:nvSpPr>
        <p:spPr>
          <a:xfrm>
            <a:off x="4772160" y="1574640"/>
            <a:ext cx="37893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Subheading Arial 11pt bold</a:t>
            </a:r>
            <a:endParaRPr b="1" lang="en-US" sz="1100" spc="-1" strike="noStrike">
              <a:solidFill>
                <a:srgbClr val="000000"/>
              </a:solidFill>
              <a:latin typeface="Arial"/>
            </a:endParaRPr>
          </a:p>
        </p:txBody>
      </p:sp>
      <p:graphicFrame>
        <p:nvGraphicFramePr>
          <p:cNvPr id="2000" name="Object 7"/>
          <p:cNvGraphicFramePr/>
          <p:nvPr/>
        </p:nvGraphicFramePr>
        <p:xfrm>
          <a:off x="590400" y="1476360"/>
          <a:ext cx="3938760" cy="4818240"/>
        </p:xfrm>
        <a:graphic>
          <a:graphicData uri="http://schemas.openxmlformats.org/presentationml/2006/ole">
            <p:oleObj r:id="rId1" spid="">
              <p:embed/>
            </p:oleObj>
          </a:graphicData>
        </a:graphic>
      </p:graphicFrame>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0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76325DC-36E0-4226-B402-079702B5F44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0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Radars</a:t>
            </a:r>
            <a:endParaRPr b="1" lang="en-US" sz="1600" spc="-1" strike="noStrike">
              <a:solidFill>
                <a:srgbClr val="000000"/>
              </a:solidFill>
              <a:latin typeface="Arial"/>
            </a:endParaRPr>
          </a:p>
        </p:txBody>
      </p:sp>
      <p:graphicFrame>
        <p:nvGraphicFramePr>
          <p:cNvPr id="2004" name="Object 3"/>
          <p:cNvGraphicFramePr/>
          <p:nvPr/>
        </p:nvGraphicFramePr>
        <p:xfrm>
          <a:off x="415800" y="1197000"/>
          <a:ext cx="8134560" cy="5097600"/>
        </p:xfrm>
        <a:graphic>
          <a:graphicData uri="http://schemas.openxmlformats.org/presentationml/2006/ole">
            <p:oleObj r:id="rId1" spid="">
              <p:embed/>
            </p:oleObj>
          </a:graphicData>
        </a:graphic>
      </p:graphicFrame>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0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7DE457F-DAF8-40B3-AED8-4008D4EB1FC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0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Radars</a:t>
            </a:r>
            <a:endParaRPr b="1" lang="en-US" sz="1600" spc="-1" strike="noStrike">
              <a:solidFill>
                <a:srgbClr val="000000"/>
              </a:solidFill>
              <a:latin typeface="Arial"/>
            </a:endParaRPr>
          </a:p>
        </p:txBody>
      </p:sp>
      <p:graphicFrame>
        <p:nvGraphicFramePr>
          <p:cNvPr id="2008" name="Object 3"/>
          <p:cNvGraphicFramePr/>
          <p:nvPr/>
        </p:nvGraphicFramePr>
        <p:xfrm>
          <a:off x="606600" y="1828800"/>
          <a:ext cx="8137440" cy="4232160"/>
        </p:xfrm>
        <a:graphic>
          <a:graphicData uri="http://schemas.openxmlformats.org/presentationml/2006/ole">
            <p:oleObj r:id="rId1" spid="">
              <p:embed/>
            </p:oleObj>
          </a:graphicData>
        </a:graphic>
      </p:graphicFrame>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1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AC5492-D71F-4257-9647-01B93FE2AE2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1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Lines</a:t>
            </a:r>
            <a:endParaRPr b="1" lang="en-US" sz="1600" spc="-1" strike="noStrike">
              <a:solidFill>
                <a:srgbClr val="000000"/>
              </a:solidFill>
              <a:latin typeface="Arial"/>
            </a:endParaRPr>
          </a:p>
        </p:txBody>
      </p:sp>
      <p:graphicFrame>
        <p:nvGraphicFramePr>
          <p:cNvPr id="2012" name="Object 3"/>
          <p:cNvGraphicFramePr/>
          <p:nvPr/>
        </p:nvGraphicFramePr>
        <p:xfrm>
          <a:off x="398520" y="1197000"/>
          <a:ext cx="8269200" cy="4786200"/>
        </p:xfrm>
        <a:graphic>
          <a:graphicData uri="http://schemas.openxmlformats.org/presentationml/2006/ole">
            <p:oleObj r:id="rId1" spid="">
              <p:embed/>
            </p:oleObj>
          </a:graphicData>
        </a:graphic>
      </p:graphicFrame>
      <p:sp>
        <p:nvSpPr>
          <p:cNvPr id="2013" name="Text Box 4"/>
          <p:cNvSpPr/>
          <p:nvPr/>
        </p:nvSpPr>
        <p:spPr>
          <a:xfrm rot="16200000">
            <a:off x="290520" y="35629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14" name="Text Box 5"/>
          <p:cNvSpPr/>
          <p:nvPr/>
        </p:nvSpPr>
        <p:spPr>
          <a:xfrm>
            <a:off x="4288680" y="570564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15" name="Text Box 6"/>
          <p:cNvSpPr/>
          <p:nvPr/>
        </p:nvSpPr>
        <p:spPr>
          <a:xfrm>
            <a:off x="7230240" y="4282920"/>
            <a:ext cx="10998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Dark Blue Line</a:t>
            </a:r>
            <a:endParaRPr b="1" lang="en-US" sz="1100" spc="-1" strike="noStrike">
              <a:solidFill>
                <a:srgbClr val="000000"/>
              </a:solidFill>
              <a:latin typeface="Arial"/>
            </a:endParaRPr>
          </a:p>
        </p:txBody>
      </p:sp>
      <p:sp>
        <p:nvSpPr>
          <p:cNvPr id="2016" name="Text Box 7"/>
          <p:cNvSpPr/>
          <p:nvPr/>
        </p:nvSpPr>
        <p:spPr>
          <a:xfrm>
            <a:off x="7229880" y="3059280"/>
            <a:ext cx="11149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LIght Blue Line</a:t>
            </a:r>
            <a:endParaRPr b="1" lang="en-US" sz="1100" spc="-1" strike="noStrike">
              <a:solidFill>
                <a:srgbClr val="000000"/>
              </a:solidFill>
              <a:latin typeface="Arial"/>
            </a:endParaRPr>
          </a:p>
        </p:txBody>
      </p:sp>
      <p:sp>
        <p:nvSpPr>
          <p:cNvPr id="2017" name="Text Box 8"/>
          <p:cNvSpPr/>
          <p:nvPr/>
        </p:nvSpPr>
        <p:spPr>
          <a:xfrm>
            <a:off x="7228800" y="3419640"/>
            <a:ext cx="14349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Emelard Green Line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1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F1173D-D1ED-4D9B-9100-A44784FCAA4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2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Lines - Two</a:t>
            </a:r>
            <a:endParaRPr b="1" lang="en-US" sz="1600" spc="-1" strike="noStrike">
              <a:solidFill>
                <a:srgbClr val="000000"/>
              </a:solidFill>
              <a:latin typeface="Arial"/>
            </a:endParaRPr>
          </a:p>
        </p:txBody>
      </p:sp>
      <p:grpSp>
        <p:nvGrpSpPr>
          <p:cNvPr id="2021" name="Group 18"/>
          <p:cNvGrpSpPr/>
          <p:nvPr/>
        </p:nvGrpSpPr>
        <p:grpSpPr>
          <a:xfrm>
            <a:off x="368280" y="1197000"/>
            <a:ext cx="4245120" cy="4719600"/>
            <a:chOff x="368280" y="1197000"/>
            <a:chExt cx="4245120" cy="4719600"/>
          </a:xfrm>
        </p:grpSpPr>
        <p:graphicFrame>
          <p:nvGraphicFramePr>
            <p:cNvPr id="2022" name="Object 3"/>
            <p:cNvGraphicFramePr/>
            <p:nvPr/>
          </p:nvGraphicFramePr>
          <p:xfrm>
            <a:off x="368280" y="1197000"/>
            <a:ext cx="3992760" cy="4719600"/>
          </p:xfrm>
          <a:graphic>
            <a:graphicData uri="http://schemas.openxmlformats.org/presentationml/2006/ole">
              <p:oleObj r:id="rId1" spid="">
                <p:embed/>
              </p:oleObj>
            </a:graphicData>
          </a:graphic>
        </p:graphicFrame>
        <p:sp>
          <p:nvSpPr>
            <p:cNvPr id="2023" name="Text Box 4"/>
            <p:cNvSpPr/>
            <p:nvPr/>
          </p:nvSpPr>
          <p:spPr>
            <a:xfrm rot="16200000">
              <a:off x="277920" y="341388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24" name="Text Box 5"/>
            <p:cNvSpPr/>
            <p:nvPr/>
          </p:nvSpPr>
          <p:spPr>
            <a:xfrm>
              <a:off x="2220840" y="56167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25" name="Text Box 6"/>
            <p:cNvSpPr/>
            <p:nvPr/>
          </p:nvSpPr>
          <p:spPr>
            <a:xfrm>
              <a:off x="2372400" y="2136600"/>
              <a:ext cx="100980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Dark Blue Line</a:t>
              </a:r>
              <a:endParaRPr b="1" lang="en-US" sz="1000" spc="-1" strike="noStrike">
                <a:solidFill>
                  <a:srgbClr val="000000"/>
                </a:solidFill>
                <a:latin typeface="Arial"/>
              </a:endParaRPr>
            </a:p>
          </p:txBody>
        </p:sp>
        <p:sp>
          <p:nvSpPr>
            <p:cNvPr id="2026" name="Text Box 7"/>
            <p:cNvSpPr/>
            <p:nvPr/>
          </p:nvSpPr>
          <p:spPr>
            <a:xfrm>
              <a:off x="2505240" y="4815000"/>
              <a:ext cx="101736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Light Blue Line</a:t>
              </a:r>
              <a:endParaRPr b="1" lang="en-US" sz="1000" spc="-1" strike="noStrike">
                <a:solidFill>
                  <a:srgbClr val="000000"/>
                </a:solidFill>
                <a:latin typeface="Arial"/>
              </a:endParaRPr>
            </a:p>
          </p:txBody>
        </p:sp>
        <p:sp>
          <p:nvSpPr>
            <p:cNvPr id="2027" name="Text Box 8"/>
            <p:cNvSpPr/>
            <p:nvPr/>
          </p:nvSpPr>
          <p:spPr>
            <a:xfrm>
              <a:off x="3301920" y="3144960"/>
              <a:ext cx="131148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Emelard Green Line</a:t>
              </a:r>
              <a:endParaRPr b="1" lang="en-US" sz="1000" spc="-1" strike="noStrike">
                <a:solidFill>
                  <a:srgbClr val="000000"/>
                </a:solidFill>
                <a:latin typeface="Arial"/>
              </a:endParaRPr>
            </a:p>
          </p:txBody>
        </p:sp>
      </p:grpSp>
      <p:graphicFrame>
        <p:nvGraphicFramePr>
          <p:cNvPr id="2028" name="Object 20"/>
          <p:cNvGraphicFramePr/>
          <p:nvPr/>
        </p:nvGraphicFramePr>
        <p:xfrm>
          <a:off x="4510080" y="1197000"/>
          <a:ext cx="3992400" cy="4719600"/>
        </p:xfrm>
        <a:graphic>
          <a:graphicData uri="http://schemas.openxmlformats.org/presentationml/2006/ole">
            <p:oleObj r:id="rId2" spid="">
              <p:embed/>
            </p:oleObj>
          </a:graphicData>
        </a:graphic>
      </p:graphicFrame>
      <p:sp>
        <p:nvSpPr>
          <p:cNvPr id="2029" name="Text Box 21"/>
          <p:cNvSpPr/>
          <p:nvPr/>
        </p:nvSpPr>
        <p:spPr>
          <a:xfrm rot="16200000">
            <a:off x="4419360" y="341388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30" name="Text Box 22"/>
          <p:cNvSpPr/>
          <p:nvPr/>
        </p:nvSpPr>
        <p:spPr>
          <a:xfrm>
            <a:off x="6362640" y="561672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31" name="Text Box 23"/>
          <p:cNvSpPr/>
          <p:nvPr/>
        </p:nvSpPr>
        <p:spPr>
          <a:xfrm>
            <a:off x="6514200" y="2136600"/>
            <a:ext cx="100980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Dark Blue Line</a:t>
            </a:r>
            <a:endParaRPr b="1" lang="en-US" sz="1000" spc="-1" strike="noStrike">
              <a:solidFill>
                <a:srgbClr val="000000"/>
              </a:solidFill>
              <a:latin typeface="Arial"/>
            </a:endParaRPr>
          </a:p>
        </p:txBody>
      </p:sp>
      <p:sp>
        <p:nvSpPr>
          <p:cNvPr id="2032" name="Text Box 24"/>
          <p:cNvSpPr/>
          <p:nvPr/>
        </p:nvSpPr>
        <p:spPr>
          <a:xfrm>
            <a:off x="6647040" y="4815000"/>
            <a:ext cx="101736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Light Blue Line</a:t>
            </a:r>
            <a:endParaRPr b="1" lang="en-US" sz="1000" spc="-1" strike="noStrike">
              <a:solidFill>
                <a:srgbClr val="000000"/>
              </a:solidFill>
              <a:latin typeface="Arial"/>
            </a:endParaRPr>
          </a:p>
        </p:txBody>
      </p:sp>
      <p:sp>
        <p:nvSpPr>
          <p:cNvPr id="2033" name="Text Box 25"/>
          <p:cNvSpPr/>
          <p:nvPr/>
        </p:nvSpPr>
        <p:spPr>
          <a:xfrm>
            <a:off x="7443720" y="3144960"/>
            <a:ext cx="131148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Emelard Green Line</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3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1B52A01-4F69-45E4-9785-CC04A6A9547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3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Lines - </a:t>
            </a:r>
            <a:r>
              <a:rPr b="1" lang="de-DE" sz="1600" spc="-1" strike="noStrike">
                <a:solidFill>
                  <a:srgbClr val="000000"/>
                </a:solidFill>
                <a:latin typeface="Arial"/>
                <a:ea typeface="ＭＳ Ｐゴシック"/>
              </a:rPr>
              <a:t>Complex multi-line</a:t>
            </a:r>
            <a:endParaRPr b="1" lang="en-US" sz="1600" spc="-1" strike="noStrike">
              <a:solidFill>
                <a:srgbClr val="000000"/>
              </a:solidFill>
              <a:latin typeface="Arial"/>
            </a:endParaRPr>
          </a:p>
        </p:txBody>
      </p:sp>
      <p:sp>
        <p:nvSpPr>
          <p:cNvPr id="2037" name="Text Box 3"/>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graphicFrame>
        <p:nvGraphicFramePr>
          <p:cNvPr id="2038" name="Object 4"/>
          <p:cNvGraphicFramePr/>
          <p:nvPr/>
        </p:nvGraphicFramePr>
        <p:xfrm>
          <a:off x="885960" y="2055960"/>
          <a:ext cx="7305480" cy="4238640"/>
        </p:xfrm>
        <a:graphic>
          <a:graphicData uri="http://schemas.openxmlformats.org/presentationml/2006/ole">
            <p:oleObj r:id="rId1" spid="">
              <p:embed/>
            </p:oleObj>
          </a:graphicData>
        </a:graphic>
      </p:graphicFrame>
      <p:sp>
        <p:nvSpPr>
          <p:cNvPr id="2039" name="Text Box 5"/>
          <p:cNvSpPr/>
          <p:nvPr/>
        </p:nvSpPr>
        <p:spPr>
          <a:xfrm>
            <a:off x="1380960" y="562284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4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ACCB735-4AFB-4B93-A61F-1ED03663D8E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4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Lines - </a:t>
            </a:r>
            <a:r>
              <a:rPr b="1" lang="de-DE" sz="1600" spc="-1" strike="noStrike">
                <a:solidFill>
                  <a:srgbClr val="000000"/>
                </a:solidFill>
                <a:latin typeface="Arial"/>
                <a:ea typeface="ＭＳ Ｐゴシック"/>
              </a:rPr>
              <a:t>Dual axis</a:t>
            </a:r>
            <a:endParaRPr b="1" lang="en-US" sz="1600" spc="-1" strike="noStrike">
              <a:solidFill>
                <a:srgbClr val="000000"/>
              </a:solidFill>
              <a:latin typeface="Arial"/>
            </a:endParaRPr>
          </a:p>
        </p:txBody>
      </p:sp>
      <p:sp>
        <p:nvSpPr>
          <p:cNvPr id="2043" name="Text Box 3"/>
          <p:cNvSpPr/>
          <p:nvPr/>
        </p:nvSpPr>
        <p:spPr>
          <a:xfrm>
            <a:off x="6258960" y="1916280"/>
            <a:ext cx="144108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secondary title</a:t>
            </a:r>
            <a:endParaRPr b="1" lang="en-US" sz="1100" spc="-1" strike="noStrike">
              <a:solidFill>
                <a:srgbClr val="000000"/>
              </a:solidFill>
              <a:latin typeface="Arial"/>
            </a:endParaRPr>
          </a:p>
        </p:txBody>
      </p:sp>
      <p:sp>
        <p:nvSpPr>
          <p:cNvPr id="2044" name="Text Box 4"/>
          <p:cNvSpPr/>
          <p:nvPr/>
        </p:nvSpPr>
        <p:spPr>
          <a:xfrm>
            <a:off x="1380960" y="562284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graphicFrame>
        <p:nvGraphicFramePr>
          <p:cNvPr id="2045" name="Object 5"/>
          <p:cNvGraphicFramePr/>
          <p:nvPr/>
        </p:nvGraphicFramePr>
        <p:xfrm>
          <a:off x="885960" y="1844640"/>
          <a:ext cx="7305480" cy="4238640"/>
        </p:xfrm>
        <a:graphic>
          <a:graphicData uri="http://schemas.openxmlformats.org/presentationml/2006/ole">
            <p:oleObj r:id="rId1" spid="">
              <p:embed/>
            </p:oleObj>
          </a:graphicData>
        </a:graphic>
      </p:graphicFrame>
      <p:sp>
        <p:nvSpPr>
          <p:cNvPr id="2046" name="Text Box 6"/>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4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CA23EB2-5347-401F-8368-298F8B9D7E5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2049" name="Object 5"/>
          <p:cNvGraphicFramePr/>
          <p:nvPr/>
        </p:nvGraphicFramePr>
        <p:xfrm>
          <a:off x="828720" y="1859040"/>
          <a:ext cx="7367400" cy="4238640"/>
        </p:xfrm>
        <a:graphic>
          <a:graphicData uri="http://schemas.openxmlformats.org/presentationml/2006/ole">
            <p:oleObj r:id="rId1" spid="">
              <p:embed/>
            </p:oleObj>
          </a:graphicData>
        </a:graphic>
      </p:graphicFrame>
      <p:sp>
        <p:nvSpPr>
          <p:cNvPr id="205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Lines</a:t>
            </a:r>
            <a:endParaRPr b="1" lang="en-US" sz="1600" spc="-1" strike="noStrike">
              <a:solidFill>
                <a:srgbClr val="000000"/>
              </a:solidFill>
              <a:latin typeface="Arial"/>
            </a:endParaRPr>
          </a:p>
        </p:txBody>
      </p:sp>
      <p:sp>
        <p:nvSpPr>
          <p:cNvPr id="2051" name="Text Box 3"/>
          <p:cNvSpPr/>
          <p:nvPr/>
        </p:nvSpPr>
        <p:spPr>
          <a:xfrm>
            <a:off x="1182600" y="5592600"/>
            <a:ext cx="67802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
        <p:nvSpPr>
          <p:cNvPr id="2052"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053" name="Text Box 6"/>
          <p:cNvSpPr/>
          <p:nvPr/>
        </p:nvSpPr>
        <p:spPr>
          <a:xfrm>
            <a:off x="4997880" y="2100240"/>
            <a:ext cx="89100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Straight Line</a:t>
            </a:r>
            <a:endParaRPr b="1" lang="en-US" sz="1000" spc="-1" strike="noStrike">
              <a:solidFill>
                <a:srgbClr val="000000"/>
              </a:solidFill>
              <a:latin typeface="Arial"/>
            </a:endParaRPr>
          </a:p>
        </p:txBody>
      </p:sp>
      <p:sp>
        <p:nvSpPr>
          <p:cNvPr id="2054" name="Text Box 7"/>
          <p:cNvSpPr/>
          <p:nvPr/>
        </p:nvSpPr>
        <p:spPr>
          <a:xfrm>
            <a:off x="5182200" y="4724280"/>
            <a:ext cx="82692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Dotted Line</a:t>
            </a:r>
            <a:endParaRPr b="1" lang="en-US" sz="1000" spc="-1" strike="noStrike">
              <a:solidFill>
                <a:srgbClr val="000000"/>
              </a:solidFill>
              <a:latin typeface="Arial"/>
            </a:endParaRPr>
          </a:p>
        </p:txBody>
      </p:sp>
      <p:sp>
        <p:nvSpPr>
          <p:cNvPr id="2055" name="Text Box 8"/>
          <p:cNvSpPr/>
          <p:nvPr/>
        </p:nvSpPr>
        <p:spPr>
          <a:xfrm>
            <a:off x="6347520" y="3122640"/>
            <a:ext cx="70812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Blue Line</a:t>
            </a:r>
            <a:endParaRPr b="1" lang="en-US" sz="1000" spc="-1" strike="noStrike">
              <a:solidFill>
                <a:srgbClr val="000000"/>
              </a:solidFill>
              <a:latin typeface="Arial"/>
            </a:endParaRPr>
          </a:p>
        </p:txBody>
      </p:sp>
      <p:sp>
        <p:nvSpPr>
          <p:cNvPr id="2056" name="Text Box 9"/>
          <p:cNvSpPr/>
          <p:nvPr/>
        </p:nvSpPr>
        <p:spPr>
          <a:xfrm rot="16200000">
            <a:off x="531000" y="3559320"/>
            <a:ext cx="531360" cy="253440"/>
          </a:xfrm>
          <a:prstGeom prst="rect">
            <a:avLst/>
          </a:prstGeom>
          <a:noFill/>
          <a:ln w="0">
            <a:noFill/>
          </a:ln>
        </p:spPr>
        <p:style>
          <a:lnRef idx="0"/>
          <a:fillRef idx="0"/>
          <a:effectRef idx="0"/>
          <a:fontRef idx="minor"/>
        </p:style>
        <p:txBody>
          <a:bodyPr wrap="none" lIns="90000" rIns="90000" tIns="46800" bIns="4680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5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9E5F58-A5FE-44C4-8B27-65ADE052CA2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5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Lines - Two</a:t>
            </a:r>
            <a:endParaRPr b="1" lang="en-US" sz="1600" spc="-1" strike="noStrike">
              <a:solidFill>
                <a:srgbClr val="000000"/>
              </a:solidFill>
              <a:latin typeface="Arial"/>
            </a:endParaRPr>
          </a:p>
        </p:txBody>
      </p:sp>
      <p:graphicFrame>
        <p:nvGraphicFramePr>
          <p:cNvPr id="2060" name="Object 3"/>
          <p:cNvGraphicFramePr/>
          <p:nvPr/>
        </p:nvGraphicFramePr>
        <p:xfrm>
          <a:off x="719280" y="1924200"/>
          <a:ext cx="3603600" cy="4216320"/>
        </p:xfrm>
        <a:graphic>
          <a:graphicData uri="http://schemas.openxmlformats.org/presentationml/2006/ole">
            <p:oleObj r:id="rId1" spid="">
              <p:embed/>
            </p:oleObj>
          </a:graphicData>
        </a:graphic>
      </p:graphicFrame>
      <p:sp>
        <p:nvSpPr>
          <p:cNvPr id="2061" name="Text Box 4"/>
          <p:cNvSpPr/>
          <p:nvPr/>
        </p:nvSpPr>
        <p:spPr>
          <a:xfrm>
            <a:off x="126216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062" name="Text Box 5"/>
          <p:cNvSpPr/>
          <p:nvPr/>
        </p:nvSpPr>
        <p:spPr>
          <a:xfrm>
            <a:off x="1492200" y="5877000"/>
            <a:ext cx="26258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
        <p:nvSpPr>
          <p:cNvPr id="2063" name="Text Box 6"/>
          <p:cNvSpPr/>
          <p:nvPr/>
        </p:nvSpPr>
        <p:spPr>
          <a:xfrm rot="16200000">
            <a:off x="558000" y="3687840"/>
            <a:ext cx="531360" cy="253440"/>
          </a:xfrm>
          <a:prstGeom prst="rect">
            <a:avLst/>
          </a:prstGeom>
          <a:noFill/>
          <a:ln w="0">
            <a:noFill/>
          </a:ln>
        </p:spPr>
        <p:style>
          <a:lnRef idx="0"/>
          <a:fillRef idx="0"/>
          <a:effectRef idx="0"/>
          <a:fontRef idx="minor"/>
        </p:style>
        <p:txBody>
          <a:bodyPr wrap="none" lIns="90000" rIns="90000" tIns="46800" bIns="4680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
        <p:nvSpPr>
          <p:cNvPr id="2064" name="Text Box 7"/>
          <p:cNvSpPr/>
          <p:nvPr/>
        </p:nvSpPr>
        <p:spPr>
          <a:xfrm>
            <a:off x="2674800" y="2238480"/>
            <a:ext cx="101736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Light Blue Line</a:t>
            </a:r>
            <a:endParaRPr b="1" lang="en-US" sz="1000" spc="-1" strike="noStrike">
              <a:solidFill>
                <a:srgbClr val="000000"/>
              </a:solidFill>
              <a:latin typeface="Arial"/>
            </a:endParaRPr>
          </a:p>
        </p:txBody>
      </p:sp>
      <p:sp>
        <p:nvSpPr>
          <p:cNvPr id="2065" name="Text Box 8"/>
          <p:cNvSpPr/>
          <p:nvPr/>
        </p:nvSpPr>
        <p:spPr>
          <a:xfrm>
            <a:off x="2793240" y="4871880"/>
            <a:ext cx="82692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Dotted Line</a:t>
            </a:r>
            <a:endParaRPr b="1" lang="en-US" sz="1000" spc="-1" strike="noStrike">
              <a:solidFill>
                <a:srgbClr val="000000"/>
              </a:solidFill>
              <a:latin typeface="Arial"/>
            </a:endParaRPr>
          </a:p>
        </p:txBody>
      </p:sp>
      <p:sp>
        <p:nvSpPr>
          <p:cNvPr id="2066" name="Text Box 9"/>
          <p:cNvSpPr/>
          <p:nvPr/>
        </p:nvSpPr>
        <p:spPr>
          <a:xfrm>
            <a:off x="3442320" y="3182760"/>
            <a:ext cx="70812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Blue Line</a:t>
            </a:r>
            <a:endParaRPr b="1" lang="en-US" sz="1000" spc="-1" strike="noStrike">
              <a:solidFill>
                <a:srgbClr val="000000"/>
              </a:solidFill>
              <a:latin typeface="Arial"/>
            </a:endParaRPr>
          </a:p>
        </p:txBody>
      </p:sp>
      <p:graphicFrame>
        <p:nvGraphicFramePr>
          <p:cNvPr id="2067" name="Object 18"/>
          <p:cNvGraphicFramePr/>
          <p:nvPr/>
        </p:nvGraphicFramePr>
        <p:xfrm>
          <a:off x="4822920" y="1924200"/>
          <a:ext cx="3603600" cy="4216320"/>
        </p:xfrm>
        <a:graphic>
          <a:graphicData uri="http://schemas.openxmlformats.org/presentationml/2006/ole">
            <p:oleObj r:id="rId2" spid="">
              <p:embed/>
            </p:oleObj>
          </a:graphicData>
        </a:graphic>
      </p:graphicFrame>
      <p:sp>
        <p:nvSpPr>
          <p:cNvPr id="2068" name="Text Box 19"/>
          <p:cNvSpPr/>
          <p:nvPr/>
        </p:nvSpPr>
        <p:spPr>
          <a:xfrm>
            <a:off x="5365800" y="1916280"/>
            <a:ext cx="701640" cy="159840"/>
          </a:xfrm>
          <a:prstGeom prst="rect">
            <a:avLst/>
          </a:prstGeom>
          <a:noFill/>
          <a:ln w="0">
            <a:noFill/>
          </a:ln>
        </p:spPr>
        <p:style>
          <a:lnRef idx="0"/>
          <a:fillRef idx="0"/>
          <a:effectRef idx="0"/>
          <a:fontRef idx="minor"/>
        </p:style>
        <p:txBody>
          <a:bodyPr wrap="none"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069" name="Text Box 20"/>
          <p:cNvSpPr/>
          <p:nvPr/>
        </p:nvSpPr>
        <p:spPr>
          <a:xfrm>
            <a:off x="5595840" y="5877000"/>
            <a:ext cx="26258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
        <p:nvSpPr>
          <p:cNvPr id="2070" name="Text Box 21"/>
          <p:cNvSpPr/>
          <p:nvPr/>
        </p:nvSpPr>
        <p:spPr>
          <a:xfrm rot="16200000">
            <a:off x="4661640" y="3687840"/>
            <a:ext cx="531360" cy="253440"/>
          </a:xfrm>
          <a:prstGeom prst="rect">
            <a:avLst/>
          </a:prstGeom>
          <a:noFill/>
          <a:ln w="0">
            <a:noFill/>
          </a:ln>
        </p:spPr>
        <p:style>
          <a:lnRef idx="0"/>
          <a:fillRef idx="0"/>
          <a:effectRef idx="0"/>
          <a:fontRef idx="minor"/>
        </p:style>
        <p:txBody>
          <a:bodyPr wrap="none" lIns="90000" rIns="90000" tIns="46800" bIns="4680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
        <p:nvSpPr>
          <p:cNvPr id="2071" name="Text Box 22"/>
          <p:cNvSpPr/>
          <p:nvPr/>
        </p:nvSpPr>
        <p:spPr>
          <a:xfrm>
            <a:off x="6778800" y="2238480"/>
            <a:ext cx="101736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Light Blue Line</a:t>
            </a:r>
            <a:endParaRPr b="1" lang="en-US" sz="1000" spc="-1" strike="noStrike">
              <a:solidFill>
                <a:srgbClr val="000000"/>
              </a:solidFill>
              <a:latin typeface="Arial"/>
            </a:endParaRPr>
          </a:p>
        </p:txBody>
      </p:sp>
      <p:sp>
        <p:nvSpPr>
          <p:cNvPr id="2072" name="Text Box 23"/>
          <p:cNvSpPr/>
          <p:nvPr/>
        </p:nvSpPr>
        <p:spPr>
          <a:xfrm>
            <a:off x="6896880" y="4871880"/>
            <a:ext cx="82692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Dotted Line</a:t>
            </a:r>
            <a:endParaRPr b="1" lang="en-US" sz="1000" spc="-1" strike="noStrike">
              <a:solidFill>
                <a:srgbClr val="000000"/>
              </a:solidFill>
              <a:latin typeface="Arial"/>
            </a:endParaRPr>
          </a:p>
        </p:txBody>
      </p:sp>
      <p:sp>
        <p:nvSpPr>
          <p:cNvPr id="2073" name="Text Box 24"/>
          <p:cNvSpPr/>
          <p:nvPr/>
        </p:nvSpPr>
        <p:spPr>
          <a:xfrm>
            <a:off x="7545960" y="3182760"/>
            <a:ext cx="708120" cy="239040"/>
          </a:xfrm>
          <a:prstGeom prst="rect">
            <a:avLst/>
          </a:prstGeom>
          <a:noFill/>
          <a:ln w="0">
            <a:noFill/>
          </a:ln>
        </p:spPr>
        <p:style>
          <a:lnRef idx="0"/>
          <a:fillRef idx="0"/>
          <a:effectRef idx="0"/>
          <a:fontRef idx="minor"/>
        </p:style>
        <p:txBody>
          <a:bodyPr wrap="none" lIns="90000" rIns="90000" tIns="46800" bIns="4680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Blue Line</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7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E7598B-DDCC-4BDF-A7EB-5FD28E79A5B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7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Waterfalls - Columns</a:t>
            </a:r>
            <a:endParaRPr b="1" lang="en-US" sz="1600" spc="-1" strike="noStrike">
              <a:solidFill>
                <a:srgbClr val="000000"/>
              </a:solidFill>
              <a:latin typeface="Arial"/>
            </a:endParaRPr>
          </a:p>
        </p:txBody>
      </p:sp>
      <p:graphicFrame>
        <p:nvGraphicFramePr>
          <p:cNvPr id="2077" name="Object 3"/>
          <p:cNvGraphicFramePr/>
          <p:nvPr/>
        </p:nvGraphicFramePr>
        <p:xfrm>
          <a:off x="371520" y="1438200"/>
          <a:ext cx="8191440" cy="4484880"/>
        </p:xfrm>
        <a:graphic>
          <a:graphicData uri="http://schemas.openxmlformats.org/presentationml/2006/ole">
            <p:oleObj r:id="rId1" spid="">
              <p:embed/>
            </p:oleObj>
          </a:graphicData>
        </a:graphic>
      </p:graphicFrame>
      <p:sp>
        <p:nvSpPr>
          <p:cNvPr id="2078" name="Text Box 4"/>
          <p:cNvSpPr/>
          <p:nvPr/>
        </p:nvSpPr>
        <p:spPr>
          <a:xfrm rot="16200000">
            <a:off x="328680" y="349488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079" name="Text Box 5"/>
          <p:cNvSpPr/>
          <p:nvPr/>
        </p:nvSpPr>
        <p:spPr>
          <a:xfrm>
            <a:off x="4079160" y="5846760"/>
            <a:ext cx="90468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Categories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8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043B94-4386-4CBA-BD28-2CD2CD6FB53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08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Waterfalls - </a:t>
            </a:r>
            <a:r>
              <a:rPr b="1" lang="de-DE" sz="1600" spc="-1" strike="noStrike">
                <a:solidFill>
                  <a:srgbClr val="000000"/>
                </a:solidFill>
                <a:latin typeface="Arial"/>
                <a:ea typeface="ＭＳ Ｐゴシック"/>
              </a:rPr>
              <a:t>Bars</a:t>
            </a:r>
            <a:endParaRPr b="1" lang="en-US" sz="1600" spc="-1" strike="noStrike">
              <a:solidFill>
                <a:srgbClr val="000000"/>
              </a:solidFill>
              <a:latin typeface="Arial"/>
            </a:endParaRPr>
          </a:p>
        </p:txBody>
      </p:sp>
      <p:graphicFrame>
        <p:nvGraphicFramePr>
          <p:cNvPr id="2083" name="Object 3"/>
          <p:cNvGraphicFramePr/>
          <p:nvPr/>
        </p:nvGraphicFramePr>
        <p:xfrm>
          <a:off x="371520" y="1387440"/>
          <a:ext cx="8372520" cy="4587840"/>
        </p:xfrm>
        <a:graphic>
          <a:graphicData uri="http://schemas.openxmlformats.org/presentationml/2006/ole">
            <p:oleObj r:id="rId1" spid="">
              <p:embed/>
            </p:oleObj>
          </a:graphicData>
        </a:graphic>
      </p:graphicFrame>
      <p:sp>
        <p:nvSpPr>
          <p:cNvPr id="2084" name="Text Box 4"/>
          <p:cNvSpPr/>
          <p:nvPr/>
        </p:nvSpPr>
        <p:spPr>
          <a:xfrm rot="16200000">
            <a:off x="159480" y="3569040"/>
            <a:ext cx="90468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Categories</a:t>
            </a:r>
            <a:endParaRPr b="1" lang="en-US" sz="1100" spc="-1" strike="noStrike">
              <a:solidFill>
                <a:srgbClr val="000000"/>
              </a:solidFill>
              <a:latin typeface="Arial"/>
            </a:endParaRPr>
          </a:p>
        </p:txBody>
      </p:sp>
      <p:sp>
        <p:nvSpPr>
          <p:cNvPr id="2085" name="Text Box 5"/>
          <p:cNvSpPr/>
          <p:nvPr/>
        </p:nvSpPr>
        <p:spPr>
          <a:xfrm>
            <a:off x="4663440" y="584676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8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4B9720F-FAFA-4F84-8ED7-A6B1E365451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2088" name="Object 4"/>
          <p:cNvGraphicFramePr/>
          <p:nvPr/>
        </p:nvGraphicFramePr>
        <p:xfrm>
          <a:off x="731880" y="1938240"/>
          <a:ext cx="7480080" cy="4218120"/>
        </p:xfrm>
        <a:graphic>
          <a:graphicData uri="http://schemas.openxmlformats.org/presentationml/2006/ole">
            <p:oleObj r:id="rId1" spid="">
              <p:embed/>
            </p:oleObj>
          </a:graphicData>
        </a:graphic>
      </p:graphicFrame>
      <p:sp>
        <p:nvSpPr>
          <p:cNvPr id="208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Waterfalls - </a:t>
            </a:r>
            <a:r>
              <a:rPr b="1" lang="de-DE" sz="1600" spc="-1" strike="noStrike">
                <a:solidFill>
                  <a:srgbClr val="000000"/>
                </a:solidFill>
                <a:latin typeface="Arial"/>
                <a:ea typeface="ＭＳ Ｐゴシック"/>
              </a:rPr>
              <a:t>Waterfall without gap</a:t>
            </a:r>
            <a:endParaRPr b="1" lang="en-US" sz="1600" spc="-1" strike="noStrike">
              <a:solidFill>
                <a:srgbClr val="000000"/>
              </a:solidFill>
              <a:latin typeface="Arial"/>
            </a:endParaRPr>
          </a:p>
        </p:txBody>
      </p:sp>
      <p:sp>
        <p:nvSpPr>
          <p:cNvPr id="2090" name="Text Box 3"/>
          <p:cNvSpPr/>
          <p:nvPr/>
        </p:nvSpPr>
        <p:spPr>
          <a:xfrm>
            <a:off x="13953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091" name="Text Box 5"/>
          <p:cNvSpPr/>
          <p:nvPr/>
        </p:nvSpPr>
        <p:spPr>
          <a:xfrm>
            <a:off x="4338720" y="583884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9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7C10A7-ED8D-4EA3-8A96-B94C8EF1B2C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2094" name="Object 4"/>
          <p:cNvGraphicFramePr/>
          <p:nvPr/>
        </p:nvGraphicFramePr>
        <p:xfrm>
          <a:off x="722160" y="1843200"/>
          <a:ext cx="7483680" cy="4305240"/>
        </p:xfrm>
        <a:graphic>
          <a:graphicData uri="http://schemas.openxmlformats.org/presentationml/2006/ole">
            <p:oleObj r:id="rId1" spid="">
              <p:embed/>
            </p:oleObj>
          </a:graphicData>
        </a:graphic>
      </p:graphicFrame>
      <p:sp>
        <p:nvSpPr>
          <p:cNvPr id="209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Waterfalls - </a:t>
            </a:r>
            <a:r>
              <a:rPr b="1" lang="de-DE" sz="1600" spc="-1" strike="noStrike">
                <a:solidFill>
                  <a:srgbClr val="000000"/>
                </a:solidFill>
                <a:latin typeface="Arial"/>
                <a:ea typeface="ＭＳ Ｐゴシック"/>
              </a:rPr>
              <a:t>Waterfall with gap</a:t>
            </a:r>
            <a:endParaRPr b="1" lang="en-US" sz="1600" spc="-1" strike="noStrike">
              <a:solidFill>
                <a:srgbClr val="000000"/>
              </a:solidFill>
              <a:latin typeface="Arial"/>
            </a:endParaRPr>
          </a:p>
        </p:txBody>
      </p:sp>
      <p:sp>
        <p:nvSpPr>
          <p:cNvPr id="2096" name="Text Box 3"/>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097" name="Text Box 5"/>
          <p:cNvSpPr/>
          <p:nvPr/>
        </p:nvSpPr>
        <p:spPr>
          <a:xfrm>
            <a:off x="4388040" y="576756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09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F4C307-F2AC-4F14-8FD6-30E66B5DBEF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2100" name="Object 4"/>
          <p:cNvGraphicFramePr/>
          <p:nvPr/>
        </p:nvGraphicFramePr>
        <p:xfrm>
          <a:off x="722160" y="1843200"/>
          <a:ext cx="7483680" cy="4305240"/>
        </p:xfrm>
        <a:graphic>
          <a:graphicData uri="http://schemas.openxmlformats.org/presentationml/2006/ole">
            <p:oleObj r:id="rId1" spid="">
              <p:embed/>
            </p:oleObj>
          </a:graphicData>
        </a:graphic>
      </p:graphicFrame>
      <p:sp>
        <p:nvSpPr>
          <p:cNvPr id="210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Waterfalls - </a:t>
            </a:r>
            <a:r>
              <a:rPr b="1" lang="de-DE" sz="1600" spc="-1" strike="noStrike">
                <a:solidFill>
                  <a:srgbClr val="000000"/>
                </a:solidFill>
                <a:latin typeface="Arial"/>
                <a:ea typeface="ＭＳ Ｐゴシック"/>
              </a:rPr>
              <a:t>Waterfall without gap</a:t>
            </a:r>
            <a:endParaRPr b="1" lang="en-US" sz="1600" spc="-1" strike="noStrike">
              <a:solidFill>
                <a:srgbClr val="000000"/>
              </a:solidFill>
              <a:latin typeface="Arial"/>
            </a:endParaRPr>
          </a:p>
        </p:txBody>
      </p:sp>
      <p:sp>
        <p:nvSpPr>
          <p:cNvPr id="2102" name="Text Box 3"/>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03" name="Text Box 5"/>
          <p:cNvSpPr/>
          <p:nvPr/>
        </p:nvSpPr>
        <p:spPr>
          <a:xfrm>
            <a:off x="4388040" y="5767560"/>
            <a:ext cx="701640" cy="15984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0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62F54B-DDF2-4D8F-AA13-E09D277B01A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2106" name="Object 4"/>
          <p:cNvGraphicFramePr/>
          <p:nvPr/>
        </p:nvGraphicFramePr>
        <p:xfrm>
          <a:off x="387360" y="1290600"/>
          <a:ext cx="8332920" cy="4878360"/>
        </p:xfrm>
        <a:graphic>
          <a:graphicData uri="http://schemas.openxmlformats.org/presentationml/2006/ole">
            <p:oleObj r:id="rId1" spid="">
              <p:embed/>
            </p:oleObj>
          </a:graphicData>
        </a:graphic>
      </p:graphicFrame>
      <p:sp>
        <p:nvSpPr>
          <p:cNvPr id="210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High-low chart</a:t>
            </a:r>
            <a:endParaRPr b="1" lang="en-US" sz="1600" spc="-1" strike="noStrike">
              <a:solidFill>
                <a:srgbClr val="000000"/>
              </a:solidFill>
              <a:latin typeface="Arial"/>
            </a:endParaRPr>
          </a:p>
        </p:txBody>
      </p:sp>
      <p:sp>
        <p:nvSpPr>
          <p:cNvPr id="2108" name="Text Box 3"/>
          <p:cNvSpPr/>
          <p:nvPr/>
        </p:nvSpPr>
        <p:spPr>
          <a:xfrm>
            <a:off x="971640" y="5840280"/>
            <a:ext cx="73454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Units</a:t>
            </a:r>
            <a:endParaRPr b="1" lang="en-US" sz="1100" spc="-1" strike="noStrike">
              <a:solidFill>
                <a:srgbClr val="000000"/>
              </a:solidFill>
              <a:latin typeface="Arial"/>
            </a:endParaRPr>
          </a:p>
        </p:txBody>
      </p:sp>
      <p:sp>
        <p:nvSpPr>
          <p:cNvPr id="2109" name="Text Box 5"/>
          <p:cNvSpPr/>
          <p:nvPr/>
        </p:nvSpPr>
        <p:spPr>
          <a:xfrm rot="16200000">
            <a:off x="328680" y="34740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110" name="Text Box 6"/>
          <p:cNvSpPr/>
          <p:nvPr/>
        </p:nvSpPr>
        <p:spPr>
          <a:xfrm>
            <a:off x="4079160" y="6033960"/>
            <a:ext cx="90468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Categories</a:t>
            </a:r>
            <a:endParaRPr b="1" lang="en-US" sz="1100" spc="-1" strike="noStrike">
              <a:solidFill>
                <a:srgbClr val="000000"/>
              </a:solidFill>
              <a:latin typeface="Arial"/>
            </a:endParaRPr>
          </a:p>
        </p:txBody>
      </p:sp>
    </p:spTree>
  </p:cSld>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1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5336220-04FC-44B0-AACD-DA2D7D2F79D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1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High-low-median chart</a:t>
            </a:r>
            <a:endParaRPr b="1" lang="en-US" sz="1600" spc="-1" strike="noStrike">
              <a:solidFill>
                <a:srgbClr val="000000"/>
              </a:solidFill>
              <a:latin typeface="Arial"/>
            </a:endParaRPr>
          </a:p>
        </p:txBody>
      </p:sp>
      <p:sp>
        <p:nvSpPr>
          <p:cNvPr id="2114" name="Rectangle 3"/>
          <p:cNvSpPr/>
          <p:nvPr/>
        </p:nvSpPr>
        <p:spPr>
          <a:xfrm>
            <a:off x="650880" y="1197000"/>
            <a:ext cx="7777080" cy="5184720"/>
          </a:xfrm>
          <a:prstGeom prst="rect">
            <a:avLst/>
          </a:prstGeom>
          <a:no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aphicFrame>
        <p:nvGraphicFramePr>
          <p:cNvPr id="2115" name="Object 4"/>
          <p:cNvGraphicFramePr/>
          <p:nvPr/>
        </p:nvGraphicFramePr>
        <p:xfrm>
          <a:off x="828720" y="1859040"/>
          <a:ext cx="7367400" cy="4238640"/>
        </p:xfrm>
        <a:graphic>
          <a:graphicData uri="http://schemas.openxmlformats.org/presentationml/2006/ole">
            <p:oleObj r:id="rId1" spid="">
              <p:embed/>
            </p:oleObj>
          </a:graphicData>
        </a:graphic>
      </p:graphicFrame>
      <p:sp>
        <p:nvSpPr>
          <p:cNvPr id="2116" name="Text Box 5"/>
          <p:cNvSpPr/>
          <p:nvPr/>
        </p:nvSpPr>
        <p:spPr>
          <a:xfrm>
            <a:off x="12477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17" name="Text Box 6"/>
          <p:cNvSpPr/>
          <p:nvPr/>
        </p:nvSpPr>
        <p:spPr>
          <a:xfrm>
            <a:off x="1182600" y="5592600"/>
            <a:ext cx="67802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1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1675A90-2D10-4BBF-A878-9C5E710E7CE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aphicFrame>
        <p:nvGraphicFramePr>
          <p:cNvPr id="2120" name="Object 5"/>
          <p:cNvGraphicFramePr/>
          <p:nvPr/>
        </p:nvGraphicFramePr>
        <p:xfrm>
          <a:off x="685800" y="2019240"/>
          <a:ext cx="7709040" cy="3353040"/>
        </p:xfrm>
        <a:graphic>
          <a:graphicData uri="http://schemas.openxmlformats.org/presentationml/2006/ole">
            <p:oleObj r:id="rId1" spid="">
              <p:embed/>
            </p:oleObj>
          </a:graphicData>
        </a:graphic>
      </p:graphicFrame>
      <p:sp>
        <p:nvSpPr>
          <p:cNvPr id="212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Stock/elevator chart</a:t>
            </a:r>
            <a:endParaRPr b="1" lang="en-US" sz="1600" spc="-1" strike="noStrike">
              <a:solidFill>
                <a:srgbClr val="000000"/>
              </a:solidFill>
              <a:latin typeface="Arial"/>
            </a:endParaRPr>
          </a:p>
        </p:txBody>
      </p:sp>
      <p:sp>
        <p:nvSpPr>
          <p:cNvPr id="2122" name="Text Box 3"/>
          <p:cNvSpPr/>
          <p:nvPr/>
        </p:nvSpPr>
        <p:spPr>
          <a:xfrm>
            <a:off x="1247760" y="1916280"/>
            <a:ext cx="5119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23" name="Text Box 4"/>
          <p:cNvSpPr/>
          <p:nvPr/>
        </p:nvSpPr>
        <p:spPr>
          <a:xfrm>
            <a:off x="1182600" y="5592600"/>
            <a:ext cx="67802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2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935842-9300-4BC6-9714-1FDD57968B7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26" name="Rectangle 2"/>
          <p:cNvSpPr/>
          <p:nvPr/>
        </p:nvSpPr>
        <p:spPr>
          <a:xfrm>
            <a:off x="2941560" y="2494080"/>
            <a:ext cx="531720" cy="1944720"/>
          </a:xfrm>
          <a:prstGeom prst="rect">
            <a:avLst/>
          </a:prstGeom>
          <a:solidFill>
            <a:srgbClr val="003399"/>
          </a:solidFill>
          <a:ln w="648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27" name="Rectangle 3"/>
          <p:cNvSpPr/>
          <p:nvPr/>
        </p:nvSpPr>
        <p:spPr>
          <a:xfrm>
            <a:off x="3994200" y="2422440"/>
            <a:ext cx="531720" cy="2087640"/>
          </a:xfrm>
          <a:prstGeom prst="rect">
            <a:avLst/>
          </a:prstGeom>
          <a:solidFill>
            <a:srgbClr val="003399"/>
          </a:solidFill>
          <a:ln w="648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28" name="Rectangle 4"/>
          <p:cNvSpPr/>
          <p:nvPr/>
        </p:nvSpPr>
        <p:spPr>
          <a:xfrm>
            <a:off x="5068800" y="3214800"/>
            <a:ext cx="532080" cy="934920"/>
          </a:xfrm>
          <a:prstGeom prst="rect">
            <a:avLst/>
          </a:prstGeom>
          <a:solidFill>
            <a:srgbClr val="003399"/>
          </a:solidFill>
          <a:ln w="648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29" name="Rectangle 5"/>
          <p:cNvSpPr/>
          <p:nvPr/>
        </p:nvSpPr>
        <p:spPr>
          <a:xfrm>
            <a:off x="6130800" y="2854440"/>
            <a:ext cx="532080" cy="1368360"/>
          </a:xfrm>
          <a:prstGeom prst="rect">
            <a:avLst/>
          </a:prstGeom>
          <a:solidFill>
            <a:srgbClr val="003399"/>
          </a:solidFill>
          <a:ln w="648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30" name="Rectangle 6"/>
          <p:cNvSpPr/>
          <p:nvPr/>
        </p:nvSpPr>
        <p:spPr>
          <a:xfrm>
            <a:off x="1887480" y="3286080"/>
            <a:ext cx="531720" cy="1008000"/>
          </a:xfrm>
          <a:prstGeom prst="rect">
            <a:avLst/>
          </a:prstGeom>
          <a:solidFill>
            <a:srgbClr val="003399"/>
          </a:solidFill>
          <a:ln w="648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31" name="Rectangle 7"/>
          <p:cNvSpPr/>
          <p:nvPr/>
        </p:nvSpPr>
        <p:spPr>
          <a:xfrm>
            <a:off x="7194600" y="2803680"/>
            <a:ext cx="531720" cy="1130040"/>
          </a:xfrm>
          <a:prstGeom prst="rect">
            <a:avLst/>
          </a:prstGeom>
          <a:solidFill>
            <a:srgbClr val="003399"/>
          </a:solidFill>
          <a:ln w="648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aphicFrame>
        <p:nvGraphicFramePr>
          <p:cNvPr id="2132" name="Object 8"/>
          <p:cNvGraphicFramePr/>
          <p:nvPr/>
        </p:nvGraphicFramePr>
        <p:xfrm>
          <a:off x="371520" y="1576440"/>
          <a:ext cx="8372520" cy="4603680"/>
        </p:xfrm>
        <a:graphic>
          <a:graphicData uri="http://schemas.openxmlformats.org/presentationml/2006/ole">
            <p:oleObj r:id="rId1" spid="">
              <p:embed/>
            </p:oleObj>
          </a:graphicData>
        </a:graphic>
      </p:graphicFrame>
      <p:sp>
        <p:nvSpPr>
          <p:cNvPr id="213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Elevator chart</a:t>
            </a:r>
            <a:endParaRPr b="1" lang="en-US" sz="1600" spc="-1" strike="noStrike">
              <a:solidFill>
                <a:srgbClr val="000000"/>
              </a:solidFill>
              <a:latin typeface="Arial"/>
            </a:endParaRPr>
          </a:p>
        </p:txBody>
      </p:sp>
      <p:sp>
        <p:nvSpPr>
          <p:cNvPr id="2134" name="Text Box 10"/>
          <p:cNvSpPr/>
          <p:nvPr/>
        </p:nvSpPr>
        <p:spPr>
          <a:xfrm rot="16200000">
            <a:off x="263520" y="356148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Units</a:t>
            </a:r>
            <a:endParaRPr b="1" lang="en-US" sz="1100" spc="-1" strike="noStrike">
              <a:solidFill>
                <a:srgbClr val="000000"/>
              </a:solidFill>
              <a:latin typeface="Arial"/>
            </a:endParaRPr>
          </a:p>
        </p:txBody>
      </p:sp>
      <p:sp>
        <p:nvSpPr>
          <p:cNvPr id="2135" name="Text Box 11"/>
          <p:cNvSpPr/>
          <p:nvPr/>
        </p:nvSpPr>
        <p:spPr>
          <a:xfrm>
            <a:off x="4210920" y="5978520"/>
            <a:ext cx="90468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Categories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3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3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0CF4C2-329E-4487-9C81-688628736C3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3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Scatter plot (basic)</a:t>
            </a:r>
            <a:endParaRPr b="1" lang="en-US" sz="1600" spc="-1" strike="noStrike">
              <a:solidFill>
                <a:srgbClr val="000000"/>
              </a:solidFill>
              <a:latin typeface="Arial"/>
            </a:endParaRPr>
          </a:p>
        </p:txBody>
      </p:sp>
      <p:graphicFrame>
        <p:nvGraphicFramePr>
          <p:cNvPr id="2139" name="Object 3"/>
          <p:cNvGraphicFramePr/>
          <p:nvPr/>
        </p:nvGraphicFramePr>
        <p:xfrm>
          <a:off x="784080" y="1905120"/>
          <a:ext cx="7471080" cy="4232160"/>
        </p:xfrm>
        <a:graphic>
          <a:graphicData uri="http://schemas.openxmlformats.org/presentationml/2006/ole">
            <p:oleObj r:id="rId1" spid="">
              <p:embed/>
            </p:oleObj>
          </a:graphicData>
        </a:graphic>
      </p:graphicFrame>
      <p:sp>
        <p:nvSpPr>
          <p:cNvPr id="2140"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41" name="Text Box 5"/>
          <p:cNvSpPr/>
          <p:nvPr/>
        </p:nvSpPr>
        <p:spPr>
          <a:xfrm>
            <a:off x="1182600" y="5592600"/>
            <a:ext cx="67802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4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A82E6D-5060-4A77-B626-0ECFA3E9785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4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Scatter chart (basic with linear trendline)</a:t>
            </a:r>
            <a:endParaRPr b="1" lang="en-US" sz="1600" spc="-1" strike="noStrike">
              <a:solidFill>
                <a:srgbClr val="000000"/>
              </a:solidFill>
              <a:latin typeface="Arial"/>
            </a:endParaRPr>
          </a:p>
        </p:txBody>
      </p:sp>
      <p:graphicFrame>
        <p:nvGraphicFramePr>
          <p:cNvPr id="2145" name="Object 3"/>
          <p:cNvGraphicFramePr/>
          <p:nvPr/>
        </p:nvGraphicFramePr>
        <p:xfrm>
          <a:off x="784080" y="1930320"/>
          <a:ext cx="7471080" cy="4232520"/>
        </p:xfrm>
        <a:graphic>
          <a:graphicData uri="http://schemas.openxmlformats.org/presentationml/2006/ole">
            <p:oleObj r:id="rId1" spid="">
              <p:embed/>
            </p:oleObj>
          </a:graphicData>
        </a:graphic>
      </p:graphicFrame>
      <p:sp>
        <p:nvSpPr>
          <p:cNvPr id="2146"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47" name="Text Box 5"/>
          <p:cNvSpPr/>
          <p:nvPr/>
        </p:nvSpPr>
        <p:spPr>
          <a:xfrm>
            <a:off x="1380960" y="569448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4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9CFD3F1-D4A5-4474-9303-8F9409D724D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5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Scatter chart (complex)</a:t>
            </a:r>
            <a:endParaRPr b="1" lang="en-US" sz="1600" spc="-1" strike="noStrike">
              <a:solidFill>
                <a:srgbClr val="000000"/>
              </a:solidFill>
              <a:latin typeface="Arial"/>
            </a:endParaRPr>
          </a:p>
        </p:txBody>
      </p:sp>
      <p:graphicFrame>
        <p:nvGraphicFramePr>
          <p:cNvPr id="2151" name="Object 3"/>
          <p:cNvGraphicFramePr/>
          <p:nvPr/>
        </p:nvGraphicFramePr>
        <p:xfrm>
          <a:off x="684360" y="1930320"/>
          <a:ext cx="7586640" cy="4232520"/>
        </p:xfrm>
        <a:graphic>
          <a:graphicData uri="http://schemas.openxmlformats.org/presentationml/2006/ole">
            <p:oleObj r:id="rId1" spid="">
              <p:embed/>
            </p:oleObj>
          </a:graphicData>
        </a:graphic>
      </p:graphicFrame>
      <p:sp>
        <p:nvSpPr>
          <p:cNvPr id="2152"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53" name="Text Box 5"/>
          <p:cNvSpPr/>
          <p:nvPr/>
        </p:nvSpPr>
        <p:spPr>
          <a:xfrm>
            <a:off x="1380960" y="569448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5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E9CE4D7-C326-48D4-8256-B0C59A561A3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5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Bubble chart</a:t>
            </a:r>
            <a:endParaRPr b="1" lang="en-US" sz="1600" spc="-1" strike="noStrike">
              <a:solidFill>
                <a:srgbClr val="000000"/>
              </a:solidFill>
              <a:latin typeface="Arial"/>
            </a:endParaRPr>
          </a:p>
        </p:txBody>
      </p:sp>
      <p:graphicFrame>
        <p:nvGraphicFramePr>
          <p:cNvPr id="2157" name="Object 3"/>
          <p:cNvGraphicFramePr/>
          <p:nvPr/>
        </p:nvGraphicFramePr>
        <p:xfrm>
          <a:off x="822240" y="1928880"/>
          <a:ext cx="7264440" cy="4235400"/>
        </p:xfrm>
        <a:graphic>
          <a:graphicData uri="http://schemas.openxmlformats.org/presentationml/2006/ole">
            <p:oleObj r:id="rId1" spid="">
              <p:embed/>
            </p:oleObj>
          </a:graphicData>
        </a:graphic>
      </p:graphicFrame>
      <p:sp>
        <p:nvSpPr>
          <p:cNvPr id="2158"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59" name="Text Box 5"/>
          <p:cNvSpPr/>
          <p:nvPr/>
        </p:nvSpPr>
        <p:spPr>
          <a:xfrm>
            <a:off x="1380960" y="569448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6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2484E8-5F13-4778-A828-823B5A41B31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a:t>
            </a:r>
            <a:r>
              <a:rPr b="1" lang="nl-NL" sz="1600" spc="-1" strike="noStrike">
                <a:solidFill>
                  <a:srgbClr val="000000"/>
                </a:solidFill>
                <a:latin typeface="Arial"/>
                <a:ea typeface="ＭＳ Ｐゴシック"/>
              </a:rPr>
              <a:t>Wave chart</a:t>
            </a:r>
            <a:endParaRPr b="1" lang="en-US" sz="1600" spc="-1" strike="noStrike">
              <a:solidFill>
                <a:srgbClr val="000000"/>
              </a:solidFill>
              <a:latin typeface="Arial"/>
            </a:endParaRPr>
          </a:p>
        </p:txBody>
      </p:sp>
      <p:graphicFrame>
        <p:nvGraphicFramePr>
          <p:cNvPr id="2163" name="Object 3"/>
          <p:cNvGraphicFramePr/>
          <p:nvPr/>
        </p:nvGraphicFramePr>
        <p:xfrm>
          <a:off x="426960" y="1387440"/>
          <a:ext cx="8275680" cy="4416480"/>
        </p:xfrm>
        <a:graphic>
          <a:graphicData uri="http://schemas.openxmlformats.org/presentationml/2006/ole">
            <p:oleObj r:id="rId1" spid="">
              <p:embed/>
            </p:oleObj>
          </a:graphicData>
        </a:graphic>
      </p:graphicFrame>
      <p:sp>
        <p:nvSpPr>
          <p:cNvPr id="2164" name="Text Box 4"/>
          <p:cNvSpPr/>
          <p:nvPr/>
        </p:nvSpPr>
        <p:spPr>
          <a:xfrm>
            <a:off x="3884400" y="5653080"/>
            <a:ext cx="17535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Ease of Implementation</a:t>
            </a:r>
            <a:endParaRPr b="1" lang="en-US" sz="1100" spc="-1" strike="noStrike">
              <a:solidFill>
                <a:srgbClr val="000000"/>
              </a:solidFill>
              <a:latin typeface="Arial"/>
            </a:endParaRPr>
          </a:p>
        </p:txBody>
      </p:sp>
      <p:sp>
        <p:nvSpPr>
          <p:cNvPr id="2165" name="Text Box 5"/>
          <p:cNvSpPr/>
          <p:nvPr/>
        </p:nvSpPr>
        <p:spPr>
          <a:xfrm>
            <a:off x="717120" y="3467160"/>
            <a:ext cx="7322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Benefits</a:t>
            </a:r>
            <a:endParaRPr b="1" lang="en-US" sz="1100" spc="-1" strike="noStrike">
              <a:solidFill>
                <a:srgbClr val="000000"/>
              </a:solidFill>
              <a:latin typeface="Arial"/>
            </a:endParaRPr>
          </a:p>
        </p:txBody>
      </p:sp>
      <p:sp>
        <p:nvSpPr>
          <p:cNvPr id="2166" name="Line 6"/>
          <p:cNvSpPr/>
          <p:nvPr/>
        </p:nvSpPr>
        <p:spPr>
          <a:xfrm>
            <a:off x="4638600" y="1847880"/>
            <a:ext cx="2724120" cy="2808360"/>
          </a:xfrm>
          <a:prstGeom prst="line">
            <a:avLst/>
          </a:prstGeom>
          <a:ln w="936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67" name="Line 7"/>
          <p:cNvSpPr/>
          <p:nvPr/>
        </p:nvSpPr>
        <p:spPr>
          <a:xfrm>
            <a:off x="2511360" y="1847880"/>
            <a:ext cx="2928960" cy="3306600"/>
          </a:xfrm>
          <a:prstGeom prst="line">
            <a:avLst/>
          </a:prstGeom>
          <a:ln w="936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168" name="Text Box 8"/>
          <p:cNvSpPr/>
          <p:nvPr/>
        </p:nvSpPr>
        <p:spPr>
          <a:xfrm>
            <a:off x="5295240" y="2095560"/>
            <a:ext cx="61668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Wave 1</a:t>
            </a:r>
            <a:endParaRPr b="1" lang="en-US" sz="1000" spc="-1" strike="noStrike">
              <a:solidFill>
                <a:srgbClr val="000000"/>
              </a:solidFill>
              <a:latin typeface="Arial"/>
            </a:endParaRPr>
          </a:p>
        </p:txBody>
      </p:sp>
      <p:sp>
        <p:nvSpPr>
          <p:cNvPr id="2169" name="Text Box 9"/>
          <p:cNvSpPr/>
          <p:nvPr/>
        </p:nvSpPr>
        <p:spPr>
          <a:xfrm>
            <a:off x="3841200" y="2044800"/>
            <a:ext cx="61668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Wave 2</a:t>
            </a:r>
            <a:endParaRPr b="1" lang="en-US" sz="1000" spc="-1" strike="noStrike">
              <a:solidFill>
                <a:srgbClr val="000000"/>
              </a:solidFill>
              <a:latin typeface="Arial"/>
            </a:endParaRPr>
          </a:p>
        </p:txBody>
      </p:sp>
      <p:sp>
        <p:nvSpPr>
          <p:cNvPr id="2170" name="Text Box 10"/>
          <p:cNvSpPr/>
          <p:nvPr/>
        </p:nvSpPr>
        <p:spPr>
          <a:xfrm>
            <a:off x="2977560" y="3484440"/>
            <a:ext cx="61668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000" spc="-1" strike="noStrike">
                <a:solidFill>
                  <a:srgbClr val="000000"/>
                </a:solidFill>
                <a:latin typeface="Arial"/>
              </a:rPr>
              <a:t>Wave 3</a:t>
            </a:r>
            <a:endParaRPr b="1" lang="en-US" sz="1000" spc="-1" strike="noStrike">
              <a:solidFill>
                <a:srgbClr val="000000"/>
              </a:solidFill>
              <a:latin typeface="Arial"/>
            </a:endParaRPr>
          </a:p>
        </p:txBody>
      </p:sp>
      <p:sp>
        <p:nvSpPr>
          <p:cNvPr id="2171" name="Text Box 11"/>
          <p:cNvSpPr/>
          <p:nvPr/>
        </p:nvSpPr>
        <p:spPr>
          <a:xfrm>
            <a:off x="1383120" y="2114640"/>
            <a:ext cx="43992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High</a:t>
            </a:r>
            <a:endParaRPr b="1" lang="en-US" sz="1000" spc="-1" strike="noStrike">
              <a:solidFill>
                <a:srgbClr val="000000"/>
              </a:solidFill>
              <a:latin typeface="Arial"/>
            </a:endParaRPr>
          </a:p>
        </p:txBody>
      </p:sp>
      <p:sp>
        <p:nvSpPr>
          <p:cNvPr id="2172" name="Text Box 12"/>
          <p:cNvSpPr/>
          <p:nvPr/>
        </p:nvSpPr>
        <p:spPr>
          <a:xfrm>
            <a:off x="6918840" y="5330880"/>
            <a:ext cx="43992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High</a:t>
            </a:r>
            <a:endParaRPr b="1" lang="en-US" sz="1000" spc="-1" strike="noStrike">
              <a:solidFill>
                <a:srgbClr val="000000"/>
              </a:solidFill>
              <a:latin typeface="Arial"/>
            </a:endParaRPr>
          </a:p>
        </p:txBody>
      </p:sp>
      <p:sp>
        <p:nvSpPr>
          <p:cNvPr id="2173" name="Text Box 13"/>
          <p:cNvSpPr/>
          <p:nvPr/>
        </p:nvSpPr>
        <p:spPr>
          <a:xfrm>
            <a:off x="1943280" y="5330880"/>
            <a:ext cx="41220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Low</a:t>
            </a:r>
            <a:endParaRPr b="1" lang="en-US" sz="1000" spc="-1" strike="noStrike">
              <a:solidFill>
                <a:srgbClr val="000000"/>
              </a:solidFill>
              <a:latin typeface="Arial"/>
            </a:endParaRPr>
          </a:p>
        </p:txBody>
      </p:sp>
      <p:sp>
        <p:nvSpPr>
          <p:cNvPr id="2174" name="Text Box 14"/>
          <p:cNvSpPr/>
          <p:nvPr/>
        </p:nvSpPr>
        <p:spPr>
          <a:xfrm>
            <a:off x="1411560" y="4902120"/>
            <a:ext cx="41220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Low</a:t>
            </a:r>
            <a:endParaRPr b="1" lang="en-US" sz="1000" spc="-1" strike="noStrike">
              <a:solidFill>
                <a:srgbClr val="000000"/>
              </a:solidFill>
              <a:latin typeface="Arial"/>
            </a:endParaRPr>
          </a:p>
        </p:txBody>
      </p:sp>
      <p:sp>
        <p:nvSpPr>
          <p:cNvPr id="2175" name="Text Box 15"/>
          <p:cNvSpPr/>
          <p:nvPr/>
        </p:nvSpPr>
        <p:spPr>
          <a:xfrm>
            <a:off x="6369120" y="2333520"/>
            <a:ext cx="644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Initiative</a:t>
            </a:r>
            <a:endParaRPr b="1" lang="en-US" sz="1000" spc="-1" strike="noStrike">
              <a:solidFill>
                <a:srgbClr val="000000"/>
              </a:solidFill>
              <a:latin typeface="Arial"/>
            </a:endParaRPr>
          </a:p>
        </p:txBody>
      </p:sp>
      <p:sp>
        <p:nvSpPr>
          <p:cNvPr id="2176" name="Text Box 16"/>
          <p:cNvSpPr/>
          <p:nvPr/>
        </p:nvSpPr>
        <p:spPr>
          <a:xfrm>
            <a:off x="3310200" y="2476440"/>
            <a:ext cx="644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Initiative</a:t>
            </a:r>
            <a:endParaRPr b="1" lang="en-US" sz="1000" spc="-1" strike="noStrike">
              <a:solidFill>
                <a:srgbClr val="000000"/>
              </a:solidFill>
              <a:latin typeface="Arial"/>
            </a:endParaRPr>
          </a:p>
        </p:txBody>
      </p:sp>
      <p:sp>
        <p:nvSpPr>
          <p:cNvPr id="2177" name="Text Box 17"/>
          <p:cNvSpPr/>
          <p:nvPr/>
        </p:nvSpPr>
        <p:spPr>
          <a:xfrm>
            <a:off x="2125800" y="3030480"/>
            <a:ext cx="644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Initiative</a:t>
            </a:r>
            <a:endParaRPr b="1" lang="en-US" sz="1000" spc="-1" strike="noStrike">
              <a:solidFill>
                <a:srgbClr val="000000"/>
              </a:solidFill>
              <a:latin typeface="Arial"/>
            </a:endParaRPr>
          </a:p>
        </p:txBody>
      </p:sp>
      <p:sp>
        <p:nvSpPr>
          <p:cNvPr id="2178" name="Text Box 18"/>
          <p:cNvSpPr/>
          <p:nvPr/>
        </p:nvSpPr>
        <p:spPr>
          <a:xfrm>
            <a:off x="3121200" y="4786200"/>
            <a:ext cx="644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Initiative</a:t>
            </a:r>
            <a:endParaRPr b="1" lang="en-US" sz="1000" spc="-1" strike="noStrike">
              <a:solidFill>
                <a:srgbClr val="000000"/>
              </a:solidFill>
              <a:latin typeface="Arial"/>
            </a:endParaRPr>
          </a:p>
        </p:txBody>
      </p:sp>
      <p:sp>
        <p:nvSpPr>
          <p:cNvPr id="2179" name="Text Box 19"/>
          <p:cNvSpPr/>
          <p:nvPr/>
        </p:nvSpPr>
        <p:spPr>
          <a:xfrm>
            <a:off x="3645000" y="2774880"/>
            <a:ext cx="644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Initiative</a:t>
            </a:r>
            <a:endParaRPr b="1" lang="en-US" sz="1000" spc="-1" strike="noStrike">
              <a:solidFill>
                <a:srgbClr val="000000"/>
              </a:solidFill>
              <a:latin typeface="Arial"/>
            </a:endParaRPr>
          </a:p>
        </p:txBody>
      </p:sp>
      <p:sp>
        <p:nvSpPr>
          <p:cNvPr id="2180" name="Text Box 20"/>
          <p:cNvSpPr/>
          <p:nvPr/>
        </p:nvSpPr>
        <p:spPr>
          <a:xfrm>
            <a:off x="5637600" y="4276800"/>
            <a:ext cx="644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Initiative</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8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17163E-45C5-4569-8D58-DBB3A9192F0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8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Submarine chart </a:t>
            </a:r>
            <a:endParaRPr b="1" lang="en-US" sz="1600" spc="-1" strike="noStrike">
              <a:solidFill>
                <a:srgbClr val="000000"/>
              </a:solidFill>
              <a:latin typeface="Arial"/>
            </a:endParaRPr>
          </a:p>
        </p:txBody>
      </p:sp>
      <p:graphicFrame>
        <p:nvGraphicFramePr>
          <p:cNvPr id="2184" name="Object 3"/>
          <p:cNvGraphicFramePr/>
          <p:nvPr/>
        </p:nvGraphicFramePr>
        <p:xfrm>
          <a:off x="841320" y="1916280"/>
          <a:ext cx="7470720" cy="4232160"/>
        </p:xfrm>
        <a:graphic>
          <a:graphicData uri="http://schemas.openxmlformats.org/presentationml/2006/ole">
            <p:oleObj r:id="rId1" spid="">
              <p:embed/>
            </p:oleObj>
          </a:graphicData>
        </a:graphic>
      </p:graphicFrame>
      <p:sp>
        <p:nvSpPr>
          <p:cNvPr id="2185"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86" name="Text Box 5"/>
          <p:cNvSpPr/>
          <p:nvPr/>
        </p:nvSpPr>
        <p:spPr>
          <a:xfrm>
            <a:off x="1380960" y="569448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8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5FF164-C5D4-45E2-AE6E-CD7779DDF60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8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Staircase chart </a:t>
            </a:r>
            <a:endParaRPr b="1" lang="en-US" sz="1600" spc="-1" strike="noStrike">
              <a:solidFill>
                <a:srgbClr val="000000"/>
              </a:solidFill>
              <a:latin typeface="Arial"/>
            </a:endParaRPr>
          </a:p>
        </p:txBody>
      </p:sp>
      <p:graphicFrame>
        <p:nvGraphicFramePr>
          <p:cNvPr id="2190" name="Object 3"/>
          <p:cNvGraphicFramePr/>
          <p:nvPr/>
        </p:nvGraphicFramePr>
        <p:xfrm>
          <a:off x="784080" y="1917720"/>
          <a:ext cx="7471080" cy="4232160"/>
        </p:xfrm>
        <a:graphic>
          <a:graphicData uri="http://schemas.openxmlformats.org/presentationml/2006/ole">
            <p:oleObj r:id="rId1" spid="">
              <p:embed/>
            </p:oleObj>
          </a:graphicData>
        </a:graphic>
      </p:graphicFrame>
      <p:sp>
        <p:nvSpPr>
          <p:cNvPr id="2191"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92" name="Text Box 5"/>
          <p:cNvSpPr/>
          <p:nvPr/>
        </p:nvSpPr>
        <p:spPr>
          <a:xfrm>
            <a:off x="1380960" y="569448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3"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194"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62C2DCE-5169-4AC8-AC2C-A15504FD783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19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Waterfall chart </a:t>
            </a:r>
            <a:endParaRPr b="1" lang="en-US" sz="1600" spc="-1" strike="noStrike">
              <a:solidFill>
                <a:srgbClr val="000000"/>
              </a:solidFill>
              <a:latin typeface="Arial"/>
            </a:endParaRPr>
          </a:p>
        </p:txBody>
      </p:sp>
      <p:graphicFrame>
        <p:nvGraphicFramePr>
          <p:cNvPr id="2196" name="Object 3"/>
          <p:cNvGraphicFramePr/>
          <p:nvPr/>
        </p:nvGraphicFramePr>
        <p:xfrm>
          <a:off x="784080" y="1917720"/>
          <a:ext cx="7471080" cy="4232160"/>
        </p:xfrm>
        <a:graphic>
          <a:graphicData uri="http://schemas.openxmlformats.org/presentationml/2006/ole">
            <p:oleObj r:id="rId1" spid="">
              <p:embed/>
            </p:oleObj>
          </a:graphicData>
        </a:graphic>
      </p:graphicFrame>
      <p:sp>
        <p:nvSpPr>
          <p:cNvPr id="2197" name="Text Box 4"/>
          <p:cNvSpPr/>
          <p:nvPr/>
        </p:nvSpPr>
        <p:spPr>
          <a:xfrm>
            <a:off x="1316160" y="1916280"/>
            <a:ext cx="51181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Y-axis title</a:t>
            </a:r>
            <a:endParaRPr b="1" lang="en-US" sz="1100" spc="-1" strike="noStrike">
              <a:solidFill>
                <a:srgbClr val="000000"/>
              </a:solidFill>
              <a:latin typeface="Arial"/>
            </a:endParaRPr>
          </a:p>
        </p:txBody>
      </p:sp>
      <p:sp>
        <p:nvSpPr>
          <p:cNvPr id="2198" name="Text Box 5"/>
          <p:cNvSpPr/>
          <p:nvPr/>
        </p:nvSpPr>
        <p:spPr>
          <a:xfrm>
            <a:off x="1380960" y="5694480"/>
            <a:ext cx="6581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X-axis title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20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F5243E-E383-4DDB-8188-B19A68AFD8F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20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a:t>
            </a:r>
            <a:r>
              <a:rPr b="1" lang="nl-NL" sz="1600" spc="-1" strike="noStrike">
                <a:solidFill>
                  <a:srgbClr val="000000"/>
                </a:solidFill>
                <a:latin typeface="Arial"/>
                <a:ea typeface="ＭＳ Ｐゴシック"/>
              </a:rPr>
              <a:t>Driver tree chart / dupont chart with bars</a:t>
            </a:r>
            <a:endParaRPr b="1" lang="en-US" sz="1600" spc="-1" strike="noStrike">
              <a:solidFill>
                <a:srgbClr val="000000"/>
              </a:solidFill>
              <a:latin typeface="Arial"/>
            </a:endParaRPr>
          </a:p>
        </p:txBody>
      </p:sp>
      <p:graphicFrame>
        <p:nvGraphicFramePr>
          <p:cNvPr id="2202" name="Object 3"/>
          <p:cNvGraphicFramePr/>
          <p:nvPr/>
        </p:nvGraphicFramePr>
        <p:xfrm>
          <a:off x="1384200" y="3981600"/>
          <a:ext cx="1833840" cy="985680"/>
        </p:xfrm>
        <a:graphic>
          <a:graphicData uri="http://schemas.openxmlformats.org/presentationml/2006/ole">
            <p:oleObj r:id="rId1" spid="">
              <p:embed/>
            </p:oleObj>
          </a:graphicData>
        </a:graphic>
      </p:graphicFrame>
      <p:graphicFrame>
        <p:nvGraphicFramePr>
          <p:cNvPr id="2203" name="Object 4"/>
          <p:cNvGraphicFramePr/>
          <p:nvPr/>
        </p:nvGraphicFramePr>
        <p:xfrm>
          <a:off x="4011480" y="5049720"/>
          <a:ext cx="1830600" cy="971640"/>
        </p:xfrm>
        <a:graphic>
          <a:graphicData uri="http://schemas.openxmlformats.org/presentationml/2006/ole">
            <p:oleObj r:id="rId2" spid="">
              <p:embed/>
            </p:oleObj>
          </a:graphicData>
        </a:graphic>
      </p:graphicFrame>
      <p:cxnSp>
        <p:nvCxnSpPr>
          <p:cNvPr id="2204" name="AutoShape 5"/>
          <p:cNvCxnSpPr/>
          <p:nvPr/>
        </p:nvCxnSpPr>
        <p:spPr>
          <a:xfrm>
            <a:off x="3218040" y="4475160"/>
            <a:ext cx="794160" cy="1061280"/>
          </a:xfrm>
          <a:prstGeom prst="bentConnector3">
            <a:avLst>
              <a:gd name="adj1" fmla="val 49795"/>
            </a:avLst>
          </a:prstGeom>
          <a:ln w="9360">
            <a:solidFill>
              <a:srgbClr val="000000"/>
            </a:solidFill>
            <a:miter/>
          </a:ln>
        </p:spPr>
      </p:cxnSp>
      <p:sp>
        <p:nvSpPr>
          <p:cNvPr id="2205" name="Text Box 6"/>
          <p:cNvSpPr/>
          <p:nvPr/>
        </p:nvSpPr>
        <p:spPr>
          <a:xfrm>
            <a:off x="2109600" y="37130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06" name="Text Box 7"/>
          <p:cNvSpPr/>
          <p:nvPr/>
        </p:nvSpPr>
        <p:spPr>
          <a:xfrm>
            <a:off x="7195680" y="15908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07" name="Text Box 8"/>
          <p:cNvSpPr/>
          <p:nvPr/>
        </p:nvSpPr>
        <p:spPr>
          <a:xfrm>
            <a:off x="7197480" y="2978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08" name="Text Box 9"/>
          <p:cNvSpPr/>
          <p:nvPr/>
        </p:nvSpPr>
        <p:spPr>
          <a:xfrm>
            <a:off x="4777920" y="4797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09" name="Text Box 10"/>
          <p:cNvSpPr/>
          <p:nvPr/>
        </p:nvSpPr>
        <p:spPr>
          <a:xfrm>
            <a:off x="4741560" y="3013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10" name="Text Box 11"/>
          <p:cNvSpPr/>
          <p:nvPr/>
        </p:nvSpPr>
        <p:spPr>
          <a:xfrm>
            <a:off x="7189560" y="43560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cxnSp>
        <p:nvCxnSpPr>
          <p:cNvPr id="2211" name="AutoShape 12"/>
          <p:cNvCxnSpPr/>
          <p:nvPr/>
        </p:nvCxnSpPr>
        <p:spPr>
          <a:xfrm>
            <a:off x="5854680" y="3719160"/>
            <a:ext cx="589680" cy="1343880"/>
          </a:xfrm>
          <a:prstGeom prst="bentConnector3">
            <a:avLst>
              <a:gd name="adj1" fmla="val 49847"/>
            </a:avLst>
          </a:prstGeom>
          <a:ln w="9360">
            <a:solidFill>
              <a:srgbClr val="000000"/>
            </a:solidFill>
            <a:miter/>
          </a:ln>
        </p:spPr>
      </p:cxnSp>
      <p:sp>
        <p:nvSpPr>
          <p:cNvPr id="2212" name="Text Box 13"/>
          <p:cNvSpPr/>
          <p:nvPr/>
        </p:nvSpPr>
        <p:spPr>
          <a:xfrm>
            <a:off x="3648240" y="4403880"/>
            <a:ext cx="26460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X</a:t>
            </a:r>
            <a:endParaRPr b="1" lang="en-US" sz="1000" spc="-1" strike="noStrike">
              <a:solidFill>
                <a:srgbClr val="000000"/>
              </a:solidFill>
              <a:latin typeface="Arial"/>
            </a:endParaRPr>
          </a:p>
        </p:txBody>
      </p:sp>
      <p:cxnSp>
        <p:nvCxnSpPr>
          <p:cNvPr id="2213" name="AutoShape 14"/>
          <p:cNvCxnSpPr/>
          <p:nvPr/>
        </p:nvCxnSpPr>
        <p:spPr>
          <a:xfrm flipV="1">
            <a:off x="3218040" y="3718800"/>
            <a:ext cx="794160" cy="756360"/>
          </a:xfrm>
          <a:prstGeom prst="bentConnector3">
            <a:avLst>
              <a:gd name="adj1" fmla="val 49795"/>
            </a:avLst>
          </a:prstGeom>
          <a:ln w="9360">
            <a:solidFill>
              <a:srgbClr val="000000"/>
            </a:solidFill>
            <a:miter/>
          </a:ln>
        </p:spPr>
      </p:cxnSp>
      <p:cxnSp>
        <p:nvCxnSpPr>
          <p:cNvPr id="2214" name="AutoShape 15"/>
          <p:cNvCxnSpPr/>
          <p:nvPr/>
        </p:nvCxnSpPr>
        <p:spPr>
          <a:xfrm flipV="1">
            <a:off x="5854680" y="2304360"/>
            <a:ext cx="589680" cy="1415160"/>
          </a:xfrm>
          <a:prstGeom prst="bentConnector3">
            <a:avLst>
              <a:gd name="adj1" fmla="val 49847"/>
            </a:avLst>
          </a:prstGeom>
          <a:ln w="9360">
            <a:solidFill>
              <a:srgbClr val="000000"/>
            </a:solidFill>
            <a:miter/>
          </a:ln>
        </p:spPr>
      </p:cxnSp>
      <p:cxnSp>
        <p:nvCxnSpPr>
          <p:cNvPr id="2215" name="AutoShape 16"/>
          <p:cNvCxnSpPr/>
          <p:nvPr/>
        </p:nvCxnSpPr>
        <p:spPr>
          <a:xfrm flipV="1">
            <a:off x="5854680" y="3714120"/>
            <a:ext cx="591120" cy="5400"/>
          </a:xfrm>
          <a:prstGeom prst="bentConnector3">
            <a:avLst>
              <a:gd name="adj1" fmla="val 49725"/>
            </a:avLst>
          </a:prstGeom>
          <a:ln w="9360">
            <a:solidFill>
              <a:srgbClr val="000000"/>
            </a:solidFill>
            <a:miter/>
          </a:ln>
        </p:spPr>
      </p:cxnSp>
      <p:graphicFrame>
        <p:nvGraphicFramePr>
          <p:cNvPr id="2216" name="Object 17"/>
          <p:cNvGraphicFramePr/>
          <p:nvPr/>
        </p:nvGraphicFramePr>
        <p:xfrm>
          <a:off x="6443640" y="1811160"/>
          <a:ext cx="1841400" cy="986040"/>
        </p:xfrm>
        <a:graphic>
          <a:graphicData uri="http://schemas.openxmlformats.org/presentationml/2006/ole">
            <p:oleObj r:id="rId3" spid="">
              <p:embed/>
            </p:oleObj>
          </a:graphicData>
        </a:graphic>
      </p:graphicFrame>
      <p:graphicFrame>
        <p:nvGraphicFramePr>
          <p:cNvPr id="2217" name="Object 18"/>
          <p:cNvGraphicFramePr/>
          <p:nvPr/>
        </p:nvGraphicFramePr>
        <p:xfrm>
          <a:off x="6445080" y="3225960"/>
          <a:ext cx="1841760" cy="977760"/>
        </p:xfrm>
        <a:graphic>
          <a:graphicData uri="http://schemas.openxmlformats.org/presentationml/2006/ole">
            <p:oleObj r:id="rId4" spid="">
              <p:embed/>
            </p:oleObj>
          </a:graphicData>
        </a:graphic>
      </p:graphicFrame>
      <p:graphicFrame>
        <p:nvGraphicFramePr>
          <p:cNvPr id="2218" name="Object 19"/>
          <p:cNvGraphicFramePr/>
          <p:nvPr/>
        </p:nvGraphicFramePr>
        <p:xfrm>
          <a:off x="6443640" y="4568760"/>
          <a:ext cx="1841400" cy="986040"/>
        </p:xfrm>
        <a:graphic>
          <a:graphicData uri="http://schemas.openxmlformats.org/presentationml/2006/ole">
            <p:oleObj r:id="rId5" spid="">
              <p:embed/>
            </p:oleObj>
          </a:graphicData>
        </a:graphic>
      </p:graphicFrame>
      <p:graphicFrame>
        <p:nvGraphicFramePr>
          <p:cNvPr id="2219" name="Object 20"/>
          <p:cNvGraphicFramePr/>
          <p:nvPr/>
        </p:nvGraphicFramePr>
        <p:xfrm>
          <a:off x="4011480" y="3225960"/>
          <a:ext cx="1843200" cy="985680"/>
        </p:xfrm>
        <a:graphic>
          <a:graphicData uri="http://schemas.openxmlformats.org/presentationml/2006/ole">
            <p:oleObj r:id="rId6" spid="">
              <p:embed/>
            </p:oleObj>
          </a:graphicData>
        </a:graphic>
      </p:graphicFrame>
      <p:sp>
        <p:nvSpPr>
          <p:cNvPr id="2220" name="Text Box 21"/>
          <p:cNvSpPr/>
          <p:nvPr/>
        </p:nvSpPr>
        <p:spPr>
          <a:xfrm>
            <a:off x="6138360" y="2936880"/>
            <a:ext cx="22176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21" name="Text Box 22"/>
          <p:cNvSpPr/>
          <p:nvPr/>
        </p:nvSpPr>
        <p:spPr>
          <a:xfrm>
            <a:off x="6138360" y="4338720"/>
            <a:ext cx="22176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22" name="Text Box 23"/>
          <p:cNvSpPr/>
          <p:nvPr/>
        </p:nvSpPr>
        <p:spPr>
          <a:xfrm>
            <a:off x="1001880" y="2454120"/>
            <a:ext cx="264600" cy="24660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X</a:t>
            </a:r>
            <a:endParaRPr b="1" lang="en-US" sz="1000" spc="-1" strike="noStrike">
              <a:solidFill>
                <a:srgbClr val="000000"/>
              </a:solidFill>
              <a:latin typeface="Arial"/>
            </a:endParaRPr>
          </a:p>
        </p:txBody>
      </p:sp>
      <p:sp>
        <p:nvSpPr>
          <p:cNvPr id="2223" name="Text Box 24"/>
          <p:cNvSpPr/>
          <p:nvPr/>
        </p:nvSpPr>
        <p:spPr>
          <a:xfrm>
            <a:off x="1675800" y="2465280"/>
            <a:ext cx="253800" cy="24660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24" name="Text Box 25"/>
          <p:cNvSpPr/>
          <p:nvPr/>
        </p:nvSpPr>
        <p:spPr>
          <a:xfrm>
            <a:off x="2388600" y="2465280"/>
            <a:ext cx="221760" cy="24660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25" name="Text Box 26"/>
          <p:cNvSpPr/>
          <p:nvPr/>
        </p:nvSpPr>
        <p:spPr>
          <a:xfrm>
            <a:off x="3013200" y="2467080"/>
            <a:ext cx="215640" cy="24660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t>
            </a:r>
            <a:endParaRPr b="1" lang="en-US" sz="1000" spc="-1" strike="noStrike">
              <a:solidFill>
                <a:srgbClr val="000000"/>
              </a:solidFill>
              <a:latin typeface="Arial"/>
            </a:endParaRPr>
          </a:p>
        </p:txBody>
      </p:sp>
      <p:sp>
        <p:nvSpPr>
          <p:cNvPr id="2226" name="Text Box 27"/>
          <p:cNvSpPr/>
          <p:nvPr/>
        </p:nvSpPr>
        <p:spPr>
          <a:xfrm>
            <a:off x="3688560" y="2459160"/>
            <a:ext cx="221760" cy="24660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000" spc="-1" strike="noStrike">
                <a:solidFill>
                  <a:srgbClr val="000000"/>
                </a:solidFill>
                <a:latin typeface="Arial"/>
              </a:rPr>
              <a:t>f</a:t>
            </a:r>
            <a:endParaRPr b="1" lang="en-US" sz="1000" spc="-1" strike="noStrike">
              <a:solidFill>
                <a:srgbClr val="000000"/>
              </a:solidFill>
              <a:latin typeface="Arial"/>
            </a:endParaRPr>
          </a:p>
        </p:txBody>
      </p:sp>
      <p:sp>
        <p:nvSpPr>
          <p:cNvPr id="2227" name="Rectangle 28"/>
          <p:cNvSpPr/>
          <p:nvPr/>
        </p:nvSpPr>
        <p:spPr>
          <a:xfrm>
            <a:off x="873000" y="2124000"/>
            <a:ext cx="3870360" cy="574920"/>
          </a:xfrm>
          <a:prstGeom prst="rect">
            <a:avLst/>
          </a:prstGeom>
          <a:noFill/>
          <a:ln w="6480">
            <a:solidFill>
              <a:srgbClr val="ff3300"/>
            </a:solidFill>
            <a:miter/>
          </a:ln>
        </p:spPr>
        <p:style>
          <a:lnRef idx="0"/>
          <a:fillRef idx="0"/>
          <a:effectRef idx="0"/>
          <a:fontRef idx="minor"/>
        </p:style>
        <p:txBody>
          <a:bodyPr lIns="90000" rIns="90000" tIns="91440" bIns="9144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a:t>
            </a:r>
            <a:r>
              <a:rPr b="0" lang="de-DE" sz="1000" spc="-1" strike="noStrike">
                <a:solidFill>
                  <a:srgbClr val="ff3300"/>
                </a:solidFill>
                <a:latin typeface="Arial"/>
              </a:rPr>
              <a:t>driver tree charts</a:t>
            </a:r>
            <a:r>
              <a:rPr b="0" lang="ja-JP" sz="1000" spc="-1" strike="noStrike">
                <a:solidFill>
                  <a:srgbClr val="ff3300"/>
                </a:solidFill>
                <a:latin typeface="Arial"/>
              </a:rPr>
              <a:t>では、これらのマークを使ってください。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22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6F69E69-69BE-4249-A186-8AC1650D372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23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 Graphs  - </a:t>
            </a:r>
            <a:r>
              <a:rPr b="1" lang="nl-NL" sz="1600" spc="-1" strike="noStrike">
                <a:solidFill>
                  <a:srgbClr val="000000"/>
                </a:solidFill>
                <a:latin typeface="Arial"/>
                <a:ea typeface="ＭＳ Ｐゴシック"/>
              </a:rPr>
              <a:t>Driver tree chart / dupont chart with area and lines</a:t>
            </a:r>
            <a:endParaRPr b="1" lang="en-US" sz="1600" spc="-1" strike="noStrike">
              <a:solidFill>
                <a:srgbClr val="000000"/>
              </a:solidFill>
              <a:latin typeface="Arial"/>
            </a:endParaRPr>
          </a:p>
        </p:txBody>
      </p:sp>
      <p:graphicFrame>
        <p:nvGraphicFramePr>
          <p:cNvPr id="2231" name="Object 3"/>
          <p:cNvGraphicFramePr/>
          <p:nvPr/>
        </p:nvGraphicFramePr>
        <p:xfrm>
          <a:off x="1179360" y="3494160"/>
          <a:ext cx="1897200" cy="1299960"/>
        </p:xfrm>
        <a:graphic>
          <a:graphicData uri="http://schemas.openxmlformats.org/presentationml/2006/ole">
            <p:oleObj r:id="rId1" spid="">
              <p:embed/>
            </p:oleObj>
          </a:graphicData>
        </a:graphic>
      </p:graphicFrame>
      <p:cxnSp>
        <p:nvCxnSpPr>
          <p:cNvPr id="2232" name="AutoShape 4"/>
          <p:cNvCxnSpPr/>
          <p:nvPr/>
        </p:nvCxnSpPr>
        <p:spPr>
          <a:xfrm flipV="1">
            <a:off x="3076200" y="3295080"/>
            <a:ext cx="500760" cy="849960"/>
          </a:xfrm>
          <a:prstGeom prst="bentConnector3">
            <a:avLst>
              <a:gd name="adj1" fmla="val 49784"/>
            </a:avLst>
          </a:prstGeom>
          <a:ln w="9360">
            <a:solidFill>
              <a:srgbClr val="000000"/>
            </a:solidFill>
            <a:miter/>
          </a:ln>
        </p:spPr>
      </p:cxnSp>
      <p:cxnSp>
        <p:nvCxnSpPr>
          <p:cNvPr id="2233" name="AutoShape 5"/>
          <p:cNvCxnSpPr/>
          <p:nvPr/>
        </p:nvCxnSpPr>
        <p:spPr>
          <a:xfrm>
            <a:off x="3076560" y="4144680"/>
            <a:ext cx="502560" cy="818280"/>
          </a:xfrm>
          <a:prstGeom prst="bentConnector3">
            <a:avLst>
              <a:gd name="adj1" fmla="val 49677"/>
            </a:avLst>
          </a:prstGeom>
          <a:ln w="9360">
            <a:solidFill>
              <a:srgbClr val="000000"/>
            </a:solidFill>
            <a:miter/>
          </a:ln>
        </p:spPr>
      </p:cxnSp>
      <p:cxnSp>
        <p:nvCxnSpPr>
          <p:cNvPr id="2234" name="AutoShape 6"/>
          <p:cNvCxnSpPr/>
          <p:nvPr/>
        </p:nvCxnSpPr>
        <p:spPr>
          <a:xfrm flipV="1">
            <a:off x="5478480" y="2486880"/>
            <a:ext cx="497520" cy="808920"/>
          </a:xfrm>
          <a:prstGeom prst="bentConnector3">
            <a:avLst>
              <a:gd name="adj1" fmla="val 49818"/>
            </a:avLst>
          </a:prstGeom>
          <a:ln w="9360">
            <a:solidFill>
              <a:srgbClr val="000000"/>
            </a:solidFill>
            <a:miter/>
          </a:ln>
        </p:spPr>
      </p:cxnSp>
      <p:cxnSp>
        <p:nvCxnSpPr>
          <p:cNvPr id="2235" name="AutoShape 7"/>
          <p:cNvCxnSpPr/>
          <p:nvPr/>
        </p:nvCxnSpPr>
        <p:spPr>
          <a:xfrm>
            <a:off x="5478480" y="3295800"/>
            <a:ext cx="497520" cy="792720"/>
          </a:xfrm>
          <a:prstGeom prst="bentConnector3">
            <a:avLst>
              <a:gd name="adj1" fmla="val 49818"/>
            </a:avLst>
          </a:prstGeom>
          <a:ln w="9360">
            <a:solidFill>
              <a:srgbClr val="000000"/>
            </a:solidFill>
            <a:miter/>
          </a:ln>
        </p:spPr>
      </p:cxnSp>
      <p:sp>
        <p:nvSpPr>
          <p:cNvPr id="2236" name="Text Box 8"/>
          <p:cNvSpPr/>
          <p:nvPr/>
        </p:nvSpPr>
        <p:spPr>
          <a:xfrm>
            <a:off x="5688360" y="3178080"/>
            <a:ext cx="315000" cy="3376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X</a:t>
            </a:r>
            <a:endParaRPr b="1" lang="en-US" sz="1600" spc="-1" strike="noStrike">
              <a:solidFill>
                <a:srgbClr val="000000"/>
              </a:solidFill>
              <a:latin typeface="Arial"/>
            </a:endParaRPr>
          </a:p>
        </p:txBody>
      </p:sp>
      <p:sp>
        <p:nvSpPr>
          <p:cNvPr id="2237" name="Text Box 9"/>
          <p:cNvSpPr/>
          <p:nvPr/>
        </p:nvSpPr>
        <p:spPr>
          <a:xfrm>
            <a:off x="3289680" y="4017960"/>
            <a:ext cx="315000" cy="3376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X</a:t>
            </a:r>
            <a:endParaRPr b="1" lang="en-US" sz="1600" spc="-1" strike="noStrike">
              <a:solidFill>
                <a:srgbClr val="000000"/>
              </a:solidFill>
              <a:latin typeface="Arial"/>
            </a:endParaRPr>
          </a:p>
        </p:txBody>
      </p:sp>
      <p:sp>
        <p:nvSpPr>
          <p:cNvPr id="2238" name="Rectangle 10"/>
          <p:cNvSpPr/>
          <p:nvPr/>
        </p:nvSpPr>
        <p:spPr>
          <a:xfrm>
            <a:off x="5943600" y="4933800"/>
            <a:ext cx="1968480" cy="1079640"/>
          </a:xfrm>
          <a:prstGeom prst="rect">
            <a:avLst/>
          </a:prstGeom>
          <a:noFill/>
          <a:ln w="9360">
            <a:solidFill>
              <a:srgbClr val="ffffff"/>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39" name="Rectangle 11"/>
          <p:cNvSpPr/>
          <p:nvPr/>
        </p:nvSpPr>
        <p:spPr>
          <a:xfrm>
            <a:off x="6060960" y="5000760"/>
            <a:ext cx="61920" cy="68040"/>
          </a:xfrm>
          <a:prstGeom prst="rect">
            <a:avLst/>
          </a:prstGeom>
          <a:solidFill>
            <a:srgbClr val="003399"/>
          </a:solidFill>
          <a:ln w="9360">
            <a:solidFill>
              <a:srgbClr val="ffffff"/>
            </a:solidFill>
            <a:miter/>
          </a:ln>
        </p:spPr>
        <p:style>
          <a:lnRef idx="0"/>
          <a:fillRef idx="0"/>
          <a:effectRef idx="0"/>
          <a:fontRef idx="minor"/>
        </p:style>
        <p:txBody>
          <a:bodyPr lIns="90000" rIns="90000" tIns="21240" bIns="21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40" name="Rectangle 12"/>
          <p:cNvSpPr/>
          <p:nvPr/>
        </p:nvSpPr>
        <p:spPr>
          <a:xfrm>
            <a:off x="6157800" y="4971960"/>
            <a:ext cx="31608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91d5d"/>
                </a:solidFill>
                <a:latin typeface="Arial"/>
              </a:rPr>
              <a:t>A: … </a:t>
            </a:r>
            <a:endParaRPr b="1" lang="en-US" sz="1000" spc="-1" strike="noStrike">
              <a:solidFill>
                <a:srgbClr val="000000"/>
              </a:solidFill>
              <a:latin typeface="Arial"/>
            </a:endParaRPr>
          </a:p>
        </p:txBody>
      </p:sp>
      <p:sp>
        <p:nvSpPr>
          <p:cNvPr id="2241" name="Rectangle 13"/>
          <p:cNvSpPr/>
          <p:nvPr/>
        </p:nvSpPr>
        <p:spPr>
          <a:xfrm>
            <a:off x="6060960" y="5181480"/>
            <a:ext cx="61920" cy="66960"/>
          </a:xfrm>
          <a:prstGeom prst="rect">
            <a:avLst/>
          </a:prstGeom>
          <a:solidFill>
            <a:srgbClr val="80cccc"/>
          </a:solidFill>
          <a:ln w="9360">
            <a:solidFill>
              <a:srgbClr val="ffffff"/>
            </a:solidFill>
            <a:miter/>
          </a:ln>
        </p:spPr>
        <p:style>
          <a:lnRef idx="0"/>
          <a:fillRef idx="0"/>
          <a:effectRef idx="0"/>
          <a:fontRef idx="minor"/>
        </p:style>
        <p:txBody>
          <a:bodyPr lIns="90000" rIns="90000" tIns="20160" bIns="2016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42" name="Rectangle 14"/>
          <p:cNvSpPr/>
          <p:nvPr/>
        </p:nvSpPr>
        <p:spPr>
          <a:xfrm>
            <a:off x="6157800" y="5151600"/>
            <a:ext cx="28116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91d5d"/>
                </a:solidFill>
                <a:latin typeface="Arial"/>
              </a:rPr>
              <a:t>B: …</a:t>
            </a:r>
            <a:endParaRPr b="1" lang="en-US" sz="1000" spc="-1" strike="noStrike">
              <a:solidFill>
                <a:srgbClr val="000000"/>
              </a:solidFill>
              <a:latin typeface="Arial"/>
            </a:endParaRPr>
          </a:p>
        </p:txBody>
      </p:sp>
      <p:sp>
        <p:nvSpPr>
          <p:cNvPr id="2243" name="Rectangle 15"/>
          <p:cNvSpPr/>
          <p:nvPr/>
        </p:nvSpPr>
        <p:spPr>
          <a:xfrm>
            <a:off x="6060960" y="5361120"/>
            <a:ext cx="61920" cy="68040"/>
          </a:xfrm>
          <a:prstGeom prst="rect">
            <a:avLst/>
          </a:prstGeom>
          <a:solidFill>
            <a:srgbClr val="8099cc"/>
          </a:solidFill>
          <a:ln w="9360">
            <a:solidFill>
              <a:srgbClr val="ffffff"/>
            </a:solidFill>
            <a:miter/>
          </a:ln>
        </p:spPr>
        <p:style>
          <a:lnRef idx="0"/>
          <a:fillRef idx="0"/>
          <a:effectRef idx="0"/>
          <a:fontRef idx="minor"/>
        </p:style>
        <p:txBody>
          <a:bodyPr lIns="90000" rIns="90000" tIns="21240" bIns="2124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44" name="Rectangle 16"/>
          <p:cNvSpPr/>
          <p:nvPr/>
        </p:nvSpPr>
        <p:spPr>
          <a:xfrm>
            <a:off x="6157800" y="5330880"/>
            <a:ext cx="28872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91d5d"/>
                </a:solidFill>
                <a:latin typeface="Arial"/>
              </a:rPr>
              <a:t>C: …</a:t>
            </a:r>
            <a:endParaRPr b="1" lang="en-US" sz="1000" spc="-1" strike="noStrike">
              <a:solidFill>
                <a:srgbClr val="000000"/>
              </a:solidFill>
              <a:latin typeface="Arial"/>
            </a:endParaRPr>
          </a:p>
        </p:txBody>
      </p:sp>
      <p:sp>
        <p:nvSpPr>
          <p:cNvPr id="2245" name="Rectangle 17"/>
          <p:cNvSpPr/>
          <p:nvPr/>
        </p:nvSpPr>
        <p:spPr>
          <a:xfrm>
            <a:off x="6060960" y="5540400"/>
            <a:ext cx="61920" cy="68400"/>
          </a:xfrm>
          <a:prstGeom prst="rect">
            <a:avLst/>
          </a:prstGeom>
          <a:solidFill>
            <a:srgbClr val="4066b2"/>
          </a:solidFill>
          <a:ln w="9360">
            <a:solidFill>
              <a:srgbClr val="ffffff"/>
            </a:solidFill>
            <a:miter/>
          </a:ln>
        </p:spPr>
        <p:style>
          <a:lnRef idx="0"/>
          <a:fillRef idx="0"/>
          <a:effectRef idx="0"/>
          <a:fontRef idx="minor"/>
        </p:style>
        <p:txBody>
          <a:bodyPr lIns="90000" rIns="90000" tIns="21600" bIns="216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46" name="Rectangle 18"/>
          <p:cNvSpPr/>
          <p:nvPr/>
        </p:nvSpPr>
        <p:spPr>
          <a:xfrm>
            <a:off x="6157800" y="5510160"/>
            <a:ext cx="28872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91d5d"/>
                </a:solidFill>
                <a:latin typeface="Arial"/>
              </a:rPr>
              <a:t>D: …</a:t>
            </a:r>
            <a:endParaRPr b="1" lang="en-US" sz="1000" spc="-1" strike="noStrike">
              <a:solidFill>
                <a:srgbClr val="000000"/>
              </a:solidFill>
              <a:latin typeface="Arial"/>
            </a:endParaRPr>
          </a:p>
        </p:txBody>
      </p:sp>
      <p:sp>
        <p:nvSpPr>
          <p:cNvPr id="2247" name="Rectangle 19"/>
          <p:cNvSpPr/>
          <p:nvPr/>
        </p:nvSpPr>
        <p:spPr>
          <a:xfrm>
            <a:off x="6060960" y="5721480"/>
            <a:ext cx="61920" cy="66600"/>
          </a:xfrm>
          <a:prstGeom prst="rect">
            <a:avLst/>
          </a:prstGeom>
          <a:solidFill>
            <a:srgbClr val="4066b2"/>
          </a:solidFill>
          <a:ln w="9360">
            <a:solidFill>
              <a:srgbClr val="ffffff"/>
            </a:solidFill>
            <a:miter/>
          </a:ln>
        </p:spPr>
        <p:style>
          <a:lnRef idx="0"/>
          <a:fillRef idx="0"/>
          <a:effectRef idx="0"/>
          <a:fontRef idx="minor"/>
        </p:style>
        <p:txBody>
          <a:bodyPr lIns="90000" rIns="90000" tIns="19800" bIns="19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248" name="Rectangle 20"/>
          <p:cNvSpPr/>
          <p:nvPr/>
        </p:nvSpPr>
        <p:spPr>
          <a:xfrm>
            <a:off x="6157800" y="5692680"/>
            <a:ext cx="28116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91d5d"/>
                </a:solidFill>
                <a:latin typeface="Arial"/>
              </a:rPr>
              <a:t>E: …</a:t>
            </a:r>
            <a:endParaRPr b="1" lang="en-US" sz="1000" spc="-1" strike="noStrike">
              <a:solidFill>
                <a:srgbClr val="000000"/>
              </a:solidFill>
              <a:latin typeface="Arial"/>
            </a:endParaRPr>
          </a:p>
        </p:txBody>
      </p:sp>
      <p:graphicFrame>
        <p:nvGraphicFramePr>
          <p:cNvPr id="2249" name="Object 23"/>
          <p:cNvGraphicFramePr/>
          <p:nvPr/>
        </p:nvGraphicFramePr>
        <p:xfrm>
          <a:off x="3578400" y="4349880"/>
          <a:ext cx="1898640" cy="1225440"/>
        </p:xfrm>
        <a:graphic>
          <a:graphicData uri="http://schemas.openxmlformats.org/presentationml/2006/ole">
            <p:oleObj r:id="rId2" spid="">
              <p:embed/>
            </p:oleObj>
          </a:graphicData>
        </a:graphic>
      </p:graphicFrame>
      <p:graphicFrame>
        <p:nvGraphicFramePr>
          <p:cNvPr id="2250" name="Object 24"/>
          <p:cNvGraphicFramePr/>
          <p:nvPr/>
        </p:nvGraphicFramePr>
        <p:xfrm>
          <a:off x="3576600" y="2641680"/>
          <a:ext cx="1901880" cy="1306440"/>
        </p:xfrm>
        <a:graphic>
          <a:graphicData uri="http://schemas.openxmlformats.org/presentationml/2006/ole">
            <p:oleObj r:id="rId3" spid="">
              <p:embed/>
            </p:oleObj>
          </a:graphicData>
        </a:graphic>
      </p:graphicFrame>
      <p:graphicFrame>
        <p:nvGraphicFramePr>
          <p:cNvPr id="2251" name="Object 25"/>
          <p:cNvGraphicFramePr/>
          <p:nvPr/>
        </p:nvGraphicFramePr>
        <p:xfrm>
          <a:off x="5975280" y="1838160"/>
          <a:ext cx="1900440" cy="1298880"/>
        </p:xfrm>
        <a:graphic>
          <a:graphicData uri="http://schemas.openxmlformats.org/presentationml/2006/ole">
            <p:oleObj r:id="rId4" spid="">
              <p:embed/>
            </p:oleObj>
          </a:graphicData>
        </a:graphic>
      </p:graphicFrame>
      <p:graphicFrame>
        <p:nvGraphicFramePr>
          <p:cNvPr id="2252" name="Object 26"/>
          <p:cNvGraphicFramePr/>
          <p:nvPr/>
        </p:nvGraphicFramePr>
        <p:xfrm>
          <a:off x="5975280" y="3436920"/>
          <a:ext cx="1900440" cy="1300320"/>
        </p:xfrm>
        <a:graphic>
          <a:graphicData uri="http://schemas.openxmlformats.org/presentationml/2006/ole">
            <p:oleObj r:id="rId5" spid="">
              <p:embed/>
            </p:oleObj>
          </a:graphicData>
        </a:graphic>
      </p:graphicFrame>
      <p:sp>
        <p:nvSpPr>
          <p:cNvPr id="2253" name="Text Box 27"/>
          <p:cNvSpPr/>
          <p:nvPr/>
        </p:nvSpPr>
        <p:spPr>
          <a:xfrm>
            <a:off x="1959120" y="328932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254" name="Text Box 28"/>
          <p:cNvSpPr/>
          <p:nvPr/>
        </p:nvSpPr>
        <p:spPr>
          <a:xfrm>
            <a:off x="4313160" y="244152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255" name="Text Box 29"/>
          <p:cNvSpPr/>
          <p:nvPr/>
        </p:nvSpPr>
        <p:spPr>
          <a:xfrm>
            <a:off x="6769080" y="15843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256" name="Text Box 30"/>
          <p:cNvSpPr/>
          <p:nvPr/>
        </p:nvSpPr>
        <p:spPr>
          <a:xfrm>
            <a:off x="6769080" y="323388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25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4F67AB2-119F-4B36-AF84-CA5E7BDEAC2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25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Other Graphs - CAGR tree</a:t>
            </a:r>
            <a:endParaRPr b="1" lang="en-US" sz="1600" spc="-1" strike="noStrike">
              <a:solidFill>
                <a:srgbClr val="000000"/>
              </a:solidFill>
              <a:latin typeface="Arial"/>
            </a:endParaRPr>
          </a:p>
        </p:txBody>
      </p:sp>
      <p:grpSp>
        <p:nvGrpSpPr>
          <p:cNvPr id="2260" name="Group 117"/>
          <p:cNvGrpSpPr/>
          <p:nvPr/>
        </p:nvGrpSpPr>
        <p:grpSpPr>
          <a:xfrm>
            <a:off x="1000080" y="1536840"/>
            <a:ext cx="7172280" cy="4478040"/>
            <a:chOff x="1000080" y="1536840"/>
            <a:chExt cx="7172280" cy="4478040"/>
          </a:xfrm>
        </p:grpSpPr>
        <p:grpSp>
          <p:nvGrpSpPr>
            <p:cNvPr id="2261" name="Group 3"/>
            <p:cNvGrpSpPr/>
            <p:nvPr/>
          </p:nvGrpSpPr>
          <p:grpSpPr>
            <a:xfrm>
              <a:off x="4923000" y="1820880"/>
              <a:ext cx="1360440" cy="431280"/>
              <a:chOff x="4923000" y="1820880"/>
              <a:chExt cx="1360440" cy="431280"/>
            </a:xfrm>
          </p:grpSpPr>
          <p:sp>
            <p:nvSpPr>
              <p:cNvPr id="2262" name="Rectangle 4"/>
              <p:cNvSpPr/>
              <p:nvPr/>
            </p:nvSpPr>
            <p:spPr>
              <a:xfrm>
                <a:off x="4923000" y="2036520"/>
                <a:ext cx="45396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63" name="Rectangle 5"/>
              <p:cNvSpPr/>
              <p:nvPr/>
            </p:nvSpPr>
            <p:spPr>
              <a:xfrm>
                <a:off x="4923000" y="1820880"/>
                <a:ext cx="1357560" cy="21564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264" name="Rectangle 6"/>
              <p:cNvSpPr/>
              <p:nvPr/>
            </p:nvSpPr>
            <p:spPr>
              <a:xfrm>
                <a:off x="5376960" y="2036520"/>
                <a:ext cx="45252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65" name="Rectangle 7"/>
              <p:cNvSpPr/>
              <p:nvPr/>
            </p:nvSpPr>
            <p:spPr>
              <a:xfrm>
                <a:off x="5829480" y="2036520"/>
                <a:ext cx="45396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266" name="Group 8"/>
            <p:cNvGrpSpPr/>
            <p:nvPr/>
          </p:nvGrpSpPr>
          <p:grpSpPr>
            <a:xfrm>
              <a:off x="6780240" y="1536840"/>
              <a:ext cx="1360440" cy="431280"/>
              <a:chOff x="6780240" y="1536840"/>
              <a:chExt cx="1360440" cy="431280"/>
            </a:xfrm>
          </p:grpSpPr>
          <p:sp>
            <p:nvSpPr>
              <p:cNvPr id="2267" name="Rectangle 9"/>
              <p:cNvSpPr/>
              <p:nvPr/>
            </p:nvSpPr>
            <p:spPr>
              <a:xfrm>
                <a:off x="6780240" y="1753560"/>
                <a:ext cx="453960" cy="2145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68" name="Rectangle 10"/>
              <p:cNvSpPr/>
              <p:nvPr/>
            </p:nvSpPr>
            <p:spPr>
              <a:xfrm>
                <a:off x="6780240" y="1536840"/>
                <a:ext cx="1357200" cy="21672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269" name="Rectangle 11"/>
              <p:cNvSpPr/>
              <p:nvPr/>
            </p:nvSpPr>
            <p:spPr>
              <a:xfrm>
                <a:off x="7234200" y="1753560"/>
                <a:ext cx="452520" cy="2145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70" name="Rectangle 12"/>
              <p:cNvSpPr/>
              <p:nvPr/>
            </p:nvSpPr>
            <p:spPr>
              <a:xfrm>
                <a:off x="7686720" y="1753560"/>
                <a:ext cx="453960" cy="2145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cxnSp>
          <p:nvCxnSpPr>
            <p:cNvPr id="2271" name="AutoShape 13"/>
            <p:cNvCxnSpPr/>
            <p:nvPr/>
          </p:nvCxnSpPr>
          <p:spPr>
            <a:xfrm flipV="1" rot="10800000">
              <a:off x="6282720" y="1752120"/>
              <a:ext cx="497520" cy="288000"/>
            </a:xfrm>
            <a:prstGeom prst="bentConnector3">
              <a:avLst>
                <a:gd name="adj1" fmla="val 48225"/>
              </a:avLst>
            </a:prstGeom>
            <a:ln w="12600">
              <a:solidFill>
                <a:srgbClr val="003399"/>
              </a:solidFill>
              <a:miter/>
            </a:ln>
          </p:spPr>
        </p:cxnSp>
        <p:grpSp>
          <p:nvGrpSpPr>
            <p:cNvPr id="2272" name="Group 109"/>
            <p:cNvGrpSpPr/>
            <p:nvPr/>
          </p:nvGrpSpPr>
          <p:grpSpPr>
            <a:xfrm>
              <a:off x="1000080" y="5316480"/>
              <a:ext cx="1360440" cy="698400"/>
              <a:chOff x="1000080" y="5316480"/>
              <a:chExt cx="1360440" cy="698400"/>
            </a:xfrm>
          </p:grpSpPr>
          <p:sp>
            <p:nvSpPr>
              <p:cNvPr id="2273" name="Rectangle 15"/>
              <p:cNvSpPr/>
              <p:nvPr/>
            </p:nvSpPr>
            <p:spPr>
              <a:xfrm>
                <a:off x="1000080" y="5626080"/>
                <a:ext cx="452520" cy="3888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CAGR 00-05</a:t>
                </a:r>
                <a:endParaRPr b="1" lang="en-US" sz="800" spc="-1" strike="noStrike">
                  <a:solidFill>
                    <a:srgbClr val="000000"/>
                  </a:solidFill>
                  <a:latin typeface="Arial"/>
                </a:endParaRPr>
              </a:p>
            </p:txBody>
          </p:sp>
          <p:sp>
            <p:nvSpPr>
              <p:cNvPr id="2274" name="Rectangle 16"/>
              <p:cNvSpPr/>
              <p:nvPr/>
            </p:nvSpPr>
            <p:spPr>
              <a:xfrm>
                <a:off x="1000080" y="5316480"/>
                <a:ext cx="1360440" cy="3096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Key</a:t>
                </a:r>
                <a:endParaRPr b="1" lang="en-US" sz="1000" spc="-1" strike="noStrike">
                  <a:solidFill>
                    <a:srgbClr val="000000"/>
                  </a:solidFill>
                  <a:latin typeface="Arial"/>
                </a:endParaRPr>
              </a:p>
            </p:txBody>
          </p:sp>
          <p:sp>
            <p:nvSpPr>
              <p:cNvPr id="2275" name="Rectangle 17"/>
              <p:cNvSpPr/>
              <p:nvPr/>
            </p:nvSpPr>
            <p:spPr>
              <a:xfrm>
                <a:off x="1452600" y="5626080"/>
                <a:ext cx="452520" cy="3888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Value 05</a:t>
                </a:r>
                <a:endParaRPr b="1" lang="en-US" sz="800" spc="-1" strike="noStrike">
                  <a:solidFill>
                    <a:srgbClr val="000000"/>
                  </a:solidFill>
                  <a:latin typeface="Arial"/>
                </a:endParaRPr>
              </a:p>
            </p:txBody>
          </p:sp>
          <p:sp>
            <p:nvSpPr>
              <p:cNvPr id="2276" name="Rectangle 18"/>
              <p:cNvSpPr/>
              <p:nvPr/>
            </p:nvSpPr>
            <p:spPr>
              <a:xfrm>
                <a:off x="1905120" y="5626080"/>
                <a:ext cx="452160" cy="3888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CAGR 05-10</a:t>
                </a:r>
                <a:endParaRPr b="1" lang="en-US" sz="800" spc="-1" strike="noStrike">
                  <a:solidFill>
                    <a:srgbClr val="000000"/>
                  </a:solidFill>
                  <a:latin typeface="Arial"/>
                </a:endParaRPr>
              </a:p>
            </p:txBody>
          </p:sp>
        </p:grpSp>
        <p:grpSp>
          <p:nvGrpSpPr>
            <p:cNvPr id="2277" name="Group 20"/>
            <p:cNvGrpSpPr/>
            <p:nvPr/>
          </p:nvGrpSpPr>
          <p:grpSpPr>
            <a:xfrm>
              <a:off x="1208160" y="3548160"/>
              <a:ext cx="1359000" cy="431640"/>
              <a:chOff x="1208160" y="3548160"/>
              <a:chExt cx="1359000" cy="431640"/>
            </a:xfrm>
          </p:grpSpPr>
          <p:sp>
            <p:nvSpPr>
              <p:cNvPr id="2278" name="Rectangle 21"/>
              <p:cNvSpPr/>
              <p:nvPr/>
            </p:nvSpPr>
            <p:spPr>
              <a:xfrm>
                <a:off x="1208160" y="376416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79" name="Rectangle 22"/>
              <p:cNvSpPr/>
              <p:nvPr/>
            </p:nvSpPr>
            <p:spPr>
              <a:xfrm>
                <a:off x="1208160" y="3548160"/>
                <a:ext cx="135540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280" name="Rectangle 23"/>
              <p:cNvSpPr/>
              <p:nvPr/>
            </p:nvSpPr>
            <p:spPr>
              <a:xfrm>
                <a:off x="1661040" y="376416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81" name="Rectangle 24"/>
              <p:cNvSpPr/>
              <p:nvPr/>
            </p:nvSpPr>
            <p:spPr>
              <a:xfrm>
                <a:off x="2114280" y="376416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282" name="Group 25"/>
            <p:cNvGrpSpPr/>
            <p:nvPr/>
          </p:nvGrpSpPr>
          <p:grpSpPr>
            <a:xfrm>
              <a:off x="3065400" y="2394000"/>
              <a:ext cx="1359000" cy="431640"/>
              <a:chOff x="3065400" y="2394000"/>
              <a:chExt cx="1359000" cy="431640"/>
            </a:xfrm>
          </p:grpSpPr>
          <p:sp>
            <p:nvSpPr>
              <p:cNvPr id="2283" name="Rectangle 26"/>
              <p:cNvSpPr/>
              <p:nvPr/>
            </p:nvSpPr>
            <p:spPr>
              <a:xfrm>
                <a:off x="3065400" y="261000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84" name="Rectangle 27"/>
              <p:cNvSpPr/>
              <p:nvPr/>
            </p:nvSpPr>
            <p:spPr>
              <a:xfrm>
                <a:off x="3065400" y="2394000"/>
                <a:ext cx="135540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285" name="Rectangle 28"/>
              <p:cNvSpPr/>
              <p:nvPr/>
            </p:nvSpPr>
            <p:spPr>
              <a:xfrm>
                <a:off x="3518280" y="261000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86" name="Rectangle 29"/>
              <p:cNvSpPr/>
              <p:nvPr/>
            </p:nvSpPr>
            <p:spPr>
              <a:xfrm>
                <a:off x="3971520" y="261000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287" name="Group 30"/>
            <p:cNvGrpSpPr/>
            <p:nvPr/>
          </p:nvGrpSpPr>
          <p:grpSpPr>
            <a:xfrm>
              <a:off x="3065400" y="4708440"/>
              <a:ext cx="1359000" cy="431640"/>
              <a:chOff x="3065400" y="4708440"/>
              <a:chExt cx="1359000" cy="431640"/>
            </a:xfrm>
          </p:grpSpPr>
          <p:sp>
            <p:nvSpPr>
              <p:cNvPr id="2288" name="Rectangle 31"/>
              <p:cNvSpPr/>
              <p:nvPr/>
            </p:nvSpPr>
            <p:spPr>
              <a:xfrm>
                <a:off x="3065400" y="492444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89" name="Rectangle 32"/>
              <p:cNvSpPr/>
              <p:nvPr/>
            </p:nvSpPr>
            <p:spPr>
              <a:xfrm>
                <a:off x="3065400" y="4708440"/>
                <a:ext cx="135540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290" name="Rectangle 33"/>
              <p:cNvSpPr/>
              <p:nvPr/>
            </p:nvSpPr>
            <p:spPr>
              <a:xfrm>
                <a:off x="3518280" y="492444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91" name="Rectangle 34"/>
              <p:cNvSpPr/>
              <p:nvPr/>
            </p:nvSpPr>
            <p:spPr>
              <a:xfrm>
                <a:off x="3971520" y="4924440"/>
                <a:ext cx="45288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292" name="Group 35"/>
            <p:cNvGrpSpPr/>
            <p:nvPr/>
          </p:nvGrpSpPr>
          <p:grpSpPr>
            <a:xfrm>
              <a:off x="4923000" y="2979720"/>
              <a:ext cx="1360440" cy="431280"/>
              <a:chOff x="4923000" y="2979720"/>
              <a:chExt cx="1360440" cy="431280"/>
            </a:xfrm>
          </p:grpSpPr>
          <p:sp>
            <p:nvSpPr>
              <p:cNvPr id="2293" name="Rectangle 36"/>
              <p:cNvSpPr/>
              <p:nvPr/>
            </p:nvSpPr>
            <p:spPr>
              <a:xfrm>
                <a:off x="4923000" y="3195360"/>
                <a:ext cx="45396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94" name="Rectangle 37"/>
              <p:cNvSpPr/>
              <p:nvPr/>
            </p:nvSpPr>
            <p:spPr>
              <a:xfrm>
                <a:off x="4923000" y="2979720"/>
                <a:ext cx="1357200" cy="21564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295" name="Rectangle 38"/>
              <p:cNvSpPr/>
              <p:nvPr/>
            </p:nvSpPr>
            <p:spPr>
              <a:xfrm>
                <a:off x="5376960" y="3195360"/>
                <a:ext cx="45252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96" name="Rectangle 39"/>
              <p:cNvSpPr/>
              <p:nvPr/>
            </p:nvSpPr>
            <p:spPr>
              <a:xfrm>
                <a:off x="5829480" y="3195360"/>
                <a:ext cx="45396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297" name="Group 40"/>
            <p:cNvGrpSpPr/>
            <p:nvPr/>
          </p:nvGrpSpPr>
          <p:grpSpPr>
            <a:xfrm>
              <a:off x="4923000" y="4124160"/>
              <a:ext cx="1360080" cy="431640"/>
              <a:chOff x="4923000" y="4124160"/>
              <a:chExt cx="1360080" cy="431640"/>
            </a:xfrm>
          </p:grpSpPr>
          <p:sp>
            <p:nvSpPr>
              <p:cNvPr id="2298" name="Rectangle 41"/>
              <p:cNvSpPr/>
              <p:nvPr/>
            </p:nvSpPr>
            <p:spPr>
              <a:xfrm>
                <a:off x="4923000" y="434016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299" name="Rectangle 42"/>
              <p:cNvSpPr/>
              <p:nvPr/>
            </p:nvSpPr>
            <p:spPr>
              <a:xfrm>
                <a:off x="4923000" y="412416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00" name="Rectangle 43"/>
              <p:cNvSpPr/>
              <p:nvPr/>
            </p:nvSpPr>
            <p:spPr>
              <a:xfrm>
                <a:off x="5376600" y="434016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01" name="Rectangle 44"/>
              <p:cNvSpPr/>
              <p:nvPr/>
            </p:nvSpPr>
            <p:spPr>
              <a:xfrm>
                <a:off x="5829840" y="434016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02" name="Group 45"/>
            <p:cNvGrpSpPr/>
            <p:nvPr/>
          </p:nvGrpSpPr>
          <p:grpSpPr>
            <a:xfrm>
              <a:off x="4923000" y="5292720"/>
              <a:ext cx="1360080" cy="431640"/>
              <a:chOff x="4923000" y="5292720"/>
              <a:chExt cx="1360080" cy="431640"/>
            </a:xfrm>
          </p:grpSpPr>
          <p:sp>
            <p:nvSpPr>
              <p:cNvPr id="2303" name="Rectangle 46"/>
              <p:cNvSpPr/>
              <p:nvPr/>
            </p:nvSpPr>
            <p:spPr>
              <a:xfrm>
                <a:off x="4923000" y="550872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04" name="Rectangle 47"/>
              <p:cNvSpPr/>
              <p:nvPr/>
            </p:nvSpPr>
            <p:spPr>
              <a:xfrm>
                <a:off x="4923000" y="529272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05" name="Rectangle 48"/>
              <p:cNvSpPr/>
              <p:nvPr/>
            </p:nvSpPr>
            <p:spPr>
              <a:xfrm>
                <a:off x="5376600" y="550872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06" name="Rectangle 49"/>
              <p:cNvSpPr/>
              <p:nvPr/>
            </p:nvSpPr>
            <p:spPr>
              <a:xfrm>
                <a:off x="5829840" y="550872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07" name="Group 50"/>
            <p:cNvGrpSpPr/>
            <p:nvPr/>
          </p:nvGrpSpPr>
          <p:grpSpPr>
            <a:xfrm>
              <a:off x="6780240" y="2108160"/>
              <a:ext cx="1360080" cy="431640"/>
              <a:chOff x="6780240" y="2108160"/>
              <a:chExt cx="1360080" cy="431640"/>
            </a:xfrm>
          </p:grpSpPr>
          <p:sp>
            <p:nvSpPr>
              <p:cNvPr id="2308" name="Rectangle 51"/>
              <p:cNvSpPr/>
              <p:nvPr/>
            </p:nvSpPr>
            <p:spPr>
              <a:xfrm>
                <a:off x="6780240" y="232416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09" name="Rectangle 52"/>
              <p:cNvSpPr/>
              <p:nvPr/>
            </p:nvSpPr>
            <p:spPr>
              <a:xfrm>
                <a:off x="6780240" y="210816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10" name="Rectangle 53"/>
              <p:cNvSpPr/>
              <p:nvPr/>
            </p:nvSpPr>
            <p:spPr>
              <a:xfrm>
                <a:off x="7233840" y="232416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11" name="Rectangle 54"/>
              <p:cNvSpPr/>
              <p:nvPr/>
            </p:nvSpPr>
            <p:spPr>
              <a:xfrm>
                <a:off x="7687080" y="232416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12" name="Group 55"/>
            <p:cNvGrpSpPr/>
            <p:nvPr/>
          </p:nvGrpSpPr>
          <p:grpSpPr>
            <a:xfrm>
              <a:off x="6780240" y="2684520"/>
              <a:ext cx="1360080" cy="431640"/>
              <a:chOff x="6780240" y="2684520"/>
              <a:chExt cx="1360080" cy="431640"/>
            </a:xfrm>
          </p:grpSpPr>
          <p:sp>
            <p:nvSpPr>
              <p:cNvPr id="2313" name="Rectangle 56"/>
              <p:cNvSpPr/>
              <p:nvPr/>
            </p:nvSpPr>
            <p:spPr>
              <a:xfrm>
                <a:off x="6780240" y="290052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14" name="Rectangle 57"/>
              <p:cNvSpPr/>
              <p:nvPr/>
            </p:nvSpPr>
            <p:spPr>
              <a:xfrm>
                <a:off x="6780240" y="268452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15" name="Rectangle 58"/>
              <p:cNvSpPr/>
              <p:nvPr/>
            </p:nvSpPr>
            <p:spPr>
              <a:xfrm>
                <a:off x="7233840" y="290052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16" name="Rectangle 59"/>
              <p:cNvSpPr/>
              <p:nvPr/>
            </p:nvSpPr>
            <p:spPr>
              <a:xfrm>
                <a:off x="7687080" y="290052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17" name="Group 60"/>
            <p:cNvGrpSpPr/>
            <p:nvPr/>
          </p:nvGrpSpPr>
          <p:grpSpPr>
            <a:xfrm>
              <a:off x="6780240" y="3259080"/>
              <a:ext cx="1360080" cy="431640"/>
              <a:chOff x="6780240" y="3259080"/>
              <a:chExt cx="1360080" cy="431640"/>
            </a:xfrm>
          </p:grpSpPr>
          <p:sp>
            <p:nvSpPr>
              <p:cNvPr id="2318" name="Rectangle 61"/>
              <p:cNvSpPr/>
              <p:nvPr/>
            </p:nvSpPr>
            <p:spPr>
              <a:xfrm>
                <a:off x="6780240" y="347508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19" name="Rectangle 62"/>
              <p:cNvSpPr/>
              <p:nvPr/>
            </p:nvSpPr>
            <p:spPr>
              <a:xfrm>
                <a:off x="6780240" y="325908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20" name="Rectangle 63"/>
              <p:cNvSpPr/>
              <p:nvPr/>
            </p:nvSpPr>
            <p:spPr>
              <a:xfrm>
                <a:off x="7233840" y="347508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21" name="Rectangle 64"/>
              <p:cNvSpPr/>
              <p:nvPr/>
            </p:nvSpPr>
            <p:spPr>
              <a:xfrm>
                <a:off x="7687080" y="347508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22" name="Group 65"/>
            <p:cNvGrpSpPr/>
            <p:nvPr/>
          </p:nvGrpSpPr>
          <p:grpSpPr>
            <a:xfrm>
              <a:off x="6780240" y="3838680"/>
              <a:ext cx="1360080" cy="431640"/>
              <a:chOff x="6780240" y="3838680"/>
              <a:chExt cx="1360080" cy="431640"/>
            </a:xfrm>
          </p:grpSpPr>
          <p:sp>
            <p:nvSpPr>
              <p:cNvPr id="2323" name="Rectangle 66"/>
              <p:cNvSpPr/>
              <p:nvPr/>
            </p:nvSpPr>
            <p:spPr>
              <a:xfrm>
                <a:off x="6780240" y="405468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24" name="Rectangle 67"/>
              <p:cNvSpPr/>
              <p:nvPr/>
            </p:nvSpPr>
            <p:spPr>
              <a:xfrm>
                <a:off x="6780240" y="383868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25" name="Rectangle 68"/>
              <p:cNvSpPr/>
              <p:nvPr/>
            </p:nvSpPr>
            <p:spPr>
              <a:xfrm>
                <a:off x="7233840" y="405468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26" name="Rectangle 69"/>
              <p:cNvSpPr/>
              <p:nvPr/>
            </p:nvSpPr>
            <p:spPr>
              <a:xfrm>
                <a:off x="7687080" y="405468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27" name="Group 70"/>
            <p:cNvGrpSpPr/>
            <p:nvPr/>
          </p:nvGrpSpPr>
          <p:grpSpPr>
            <a:xfrm>
              <a:off x="6780240" y="4411800"/>
              <a:ext cx="1360080" cy="431640"/>
              <a:chOff x="6780240" y="4411800"/>
              <a:chExt cx="1360080" cy="431640"/>
            </a:xfrm>
          </p:grpSpPr>
          <p:sp>
            <p:nvSpPr>
              <p:cNvPr id="2328" name="Rectangle 71"/>
              <p:cNvSpPr/>
              <p:nvPr/>
            </p:nvSpPr>
            <p:spPr>
              <a:xfrm>
                <a:off x="6780240" y="462780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29" name="Rectangle 72"/>
              <p:cNvSpPr/>
              <p:nvPr/>
            </p:nvSpPr>
            <p:spPr>
              <a:xfrm>
                <a:off x="6780240" y="441180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30" name="Rectangle 73"/>
              <p:cNvSpPr/>
              <p:nvPr/>
            </p:nvSpPr>
            <p:spPr>
              <a:xfrm>
                <a:off x="7233840" y="462780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31" name="Rectangle 74"/>
              <p:cNvSpPr/>
              <p:nvPr/>
            </p:nvSpPr>
            <p:spPr>
              <a:xfrm>
                <a:off x="7687080" y="462780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32" name="Group 75"/>
            <p:cNvGrpSpPr/>
            <p:nvPr/>
          </p:nvGrpSpPr>
          <p:grpSpPr>
            <a:xfrm>
              <a:off x="6780240" y="5562720"/>
              <a:ext cx="1360080" cy="431640"/>
              <a:chOff x="6780240" y="5562720"/>
              <a:chExt cx="1360080" cy="431640"/>
            </a:xfrm>
          </p:grpSpPr>
          <p:sp>
            <p:nvSpPr>
              <p:cNvPr id="2333" name="Rectangle 76"/>
              <p:cNvSpPr/>
              <p:nvPr/>
            </p:nvSpPr>
            <p:spPr>
              <a:xfrm>
                <a:off x="6780240" y="577872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34" name="Rectangle 77"/>
              <p:cNvSpPr/>
              <p:nvPr/>
            </p:nvSpPr>
            <p:spPr>
              <a:xfrm>
                <a:off x="6780240" y="556272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35" name="Rectangle 78"/>
              <p:cNvSpPr/>
              <p:nvPr/>
            </p:nvSpPr>
            <p:spPr>
              <a:xfrm>
                <a:off x="7233840" y="577872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36" name="Rectangle 79"/>
              <p:cNvSpPr/>
              <p:nvPr/>
            </p:nvSpPr>
            <p:spPr>
              <a:xfrm>
                <a:off x="7687080" y="577872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grpSp>
          <p:nvGrpSpPr>
            <p:cNvPr id="2337" name="Group 80"/>
            <p:cNvGrpSpPr/>
            <p:nvPr/>
          </p:nvGrpSpPr>
          <p:grpSpPr>
            <a:xfrm>
              <a:off x="6780240" y="4987800"/>
              <a:ext cx="1360080" cy="431640"/>
              <a:chOff x="6780240" y="4987800"/>
              <a:chExt cx="1360080" cy="431640"/>
            </a:xfrm>
          </p:grpSpPr>
          <p:sp>
            <p:nvSpPr>
              <p:cNvPr id="2338" name="Rectangle 81"/>
              <p:cNvSpPr/>
              <p:nvPr/>
            </p:nvSpPr>
            <p:spPr>
              <a:xfrm>
                <a:off x="6780240" y="5203800"/>
                <a:ext cx="45360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39" name="Rectangle 82"/>
              <p:cNvSpPr/>
              <p:nvPr/>
            </p:nvSpPr>
            <p:spPr>
              <a:xfrm>
                <a:off x="6780240" y="4987800"/>
                <a:ext cx="1356840" cy="21600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p:txBody>
          </p:sp>
          <p:sp>
            <p:nvSpPr>
              <p:cNvPr id="2340" name="Rectangle 83"/>
              <p:cNvSpPr/>
              <p:nvPr/>
            </p:nvSpPr>
            <p:spPr>
              <a:xfrm>
                <a:off x="7233840" y="520380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41" name="Rectangle 84"/>
              <p:cNvSpPr/>
              <p:nvPr/>
            </p:nvSpPr>
            <p:spPr>
              <a:xfrm>
                <a:off x="7687080" y="5203800"/>
                <a:ext cx="453240" cy="2156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grpSp>
        <p:cxnSp>
          <p:nvCxnSpPr>
            <p:cNvPr id="2342" name="AutoShape 85"/>
            <p:cNvCxnSpPr/>
            <p:nvPr/>
          </p:nvCxnSpPr>
          <p:spPr>
            <a:xfrm rot="10800000">
              <a:off x="6296760" y="2037600"/>
              <a:ext cx="497880" cy="288000"/>
            </a:xfrm>
            <a:prstGeom prst="bentConnector3">
              <a:avLst>
                <a:gd name="adj1" fmla="val 50000"/>
              </a:avLst>
            </a:prstGeom>
            <a:ln w="12600">
              <a:solidFill>
                <a:srgbClr val="003399"/>
              </a:solidFill>
              <a:miter/>
            </a:ln>
          </p:spPr>
        </p:cxnSp>
        <p:cxnSp>
          <p:nvCxnSpPr>
            <p:cNvPr id="2343" name="AutoShape 86"/>
            <p:cNvCxnSpPr/>
            <p:nvPr/>
          </p:nvCxnSpPr>
          <p:spPr>
            <a:xfrm flipV="1" rot="10800000">
              <a:off x="6282720" y="2901600"/>
              <a:ext cx="497520" cy="288000"/>
            </a:xfrm>
            <a:prstGeom prst="bentConnector3">
              <a:avLst>
                <a:gd name="adj1" fmla="val 49818"/>
              </a:avLst>
            </a:prstGeom>
            <a:ln w="12600">
              <a:solidFill>
                <a:srgbClr val="003399"/>
              </a:solidFill>
              <a:miter/>
            </a:ln>
          </p:spPr>
        </p:cxnSp>
        <p:cxnSp>
          <p:nvCxnSpPr>
            <p:cNvPr id="2344" name="AutoShape 87"/>
            <p:cNvCxnSpPr/>
            <p:nvPr/>
          </p:nvCxnSpPr>
          <p:spPr>
            <a:xfrm>
              <a:off x="6283440" y="3189240"/>
              <a:ext cx="497520" cy="288000"/>
            </a:xfrm>
            <a:prstGeom prst="bentConnector3">
              <a:avLst>
                <a:gd name="adj1" fmla="val 49818"/>
              </a:avLst>
            </a:prstGeom>
            <a:ln w="12600">
              <a:solidFill>
                <a:srgbClr val="003399"/>
              </a:solidFill>
              <a:miter/>
            </a:ln>
          </p:spPr>
        </p:cxnSp>
        <p:cxnSp>
          <p:nvCxnSpPr>
            <p:cNvPr id="2345" name="AutoShape 88"/>
            <p:cNvCxnSpPr/>
            <p:nvPr/>
          </p:nvCxnSpPr>
          <p:spPr>
            <a:xfrm flipV="1">
              <a:off x="6283440" y="4057200"/>
              <a:ext cx="497520" cy="288000"/>
            </a:xfrm>
            <a:prstGeom prst="bentConnector3">
              <a:avLst>
                <a:gd name="adj1" fmla="val 49674"/>
              </a:avLst>
            </a:prstGeom>
            <a:ln w="12600">
              <a:solidFill>
                <a:srgbClr val="003399"/>
              </a:solidFill>
              <a:miter/>
            </a:ln>
          </p:spPr>
        </p:cxnSp>
        <p:cxnSp>
          <p:nvCxnSpPr>
            <p:cNvPr id="2346" name="AutoShape 89"/>
            <p:cNvCxnSpPr/>
            <p:nvPr/>
          </p:nvCxnSpPr>
          <p:spPr>
            <a:xfrm rot="10800000">
              <a:off x="6282720" y="4344120"/>
              <a:ext cx="497520" cy="288360"/>
            </a:xfrm>
            <a:prstGeom prst="bentConnector3">
              <a:avLst>
                <a:gd name="adj1" fmla="val 49963"/>
              </a:avLst>
            </a:prstGeom>
            <a:ln w="12600">
              <a:solidFill>
                <a:srgbClr val="003399"/>
              </a:solidFill>
              <a:miter/>
            </a:ln>
          </p:spPr>
        </p:cxnSp>
        <p:cxnSp>
          <p:nvCxnSpPr>
            <p:cNvPr id="2347" name="AutoShape 90"/>
            <p:cNvCxnSpPr/>
            <p:nvPr/>
          </p:nvCxnSpPr>
          <p:spPr>
            <a:xfrm flipV="1">
              <a:off x="6283440" y="5203440"/>
              <a:ext cx="497520" cy="288000"/>
            </a:xfrm>
            <a:prstGeom prst="bentConnector3">
              <a:avLst>
                <a:gd name="adj1" fmla="val 49818"/>
              </a:avLst>
            </a:prstGeom>
            <a:ln w="12600">
              <a:solidFill>
                <a:srgbClr val="003399"/>
              </a:solidFill>
              <a:miter/>
            </a:ln>
          </p:spPr>
        </p:cxnSp>
        <p:cxnSp>
          <p:nvCxnSpPr>
            <p:cNvPr id="2348" name="AutoShape 91"/>
            <p:cNvCxnSpPr/>
            <p:nvPr/>
          </p:nvCxnSpPr>
          <p:spPr>
            <a:xfrm>
              <a:off x="6283440" y="5491080"/>
              <a:ext cx="497520" cy="288000"/>
            </a:xfrm>
            <a:prstGeom prst="bentConnector3">
              <a:avLst>
                <a:gd name="adj1" fmla="val 49674"/>
              </a:avLst>
            </a:prstGeom>
            <a:ln w="12600">
              <a:solidFill>
                <a:srgbClr val="003399"/>
              </a:solidFill>
              <a:miter/>
            </a:ln>
          </p:spPr>
        </p:cxnSp>
        <p:cxnSp>
          <p:nvCxnSpPr>
            <p:cNvPr id="2349" name="AutoShape 92"/>
            <p:cNvCxnSpPr/>
            <p:nvPr/>
          </p:nvCxnSpPr>
          <p:spPr>
            <a:xfrm flipV="1">
              <a:off x="4422240" y="2036520"/>
              <a:ext cx="497880" cy="575280"/>
            </a:xfrm>
            <a:prstGeom prst="bentConnector3">
              <a:avLst>
                <a:gd name="adj1" fmla="val 49855"/>
              </a:avLst>
            </a:prstGeom>
            <a:ln w="12600">
              <a:solidFill>
                <a:srgbClr val="003399"/>
              </a:solidFill>
              <a:miter/>
            </a:ln>
          </p:spPr>
        </p:cxnSp>
        <p:cxnSp>
          <p:nvCxnSpPr>
            <p:cNvPr id="2350" name="AutoShape 93"/>
            <p:cNvCxnSpPr/>
            <p:nvPr/>
          </p:nvCxnSpPr>
          <p:spPr>
            <a:xfrm>
              <a:off x="4422240" y="2611440"/>
              <a:ext cx="497880" cy="575280"/>
            </a:xfrm>
            <a:prstGeom prst="bentConnector3">
              <a:avLst>
                <a:gd name="adj1" fmla="val 49855"/>
              </a:avLst>
            </a:prstGeom>
            <a:ln w="12600">
              <a:solidFill>
                <a:srgbClr val="003399"/>
              </a:solidFill>
              <a:miter/>
            </a:ln>
          </p:spPr>
        </p:cxnSp>
        <p:cxnSp>
          <p:nvCxnSpPr>
            <p:cNvPr id="2351" name="AutoShape 94"/>
            <p:cNvCxnSpPr/>
            <p:nvPr/>
          </p:nvCxnSpPr>
          <p:spPr>
            <a:xfrm flipV="1">
              <a:off x="4427640" y="4349160"/>
              <a:ext cx="497520" cy="579960"/>
            </a:xfrm>
            <a:prstGeom prst="bentConnector3">
              <a:avLst>
                <a:gd name="adj1" fmla="val 49239"/>
              </a:avLst>
            </a:prstGeom>
            <a:ln w="12600">
              <a:solidFill>
                <a:srgbClr val="003399"/>
              </a:solidFill>
              <a:miter/>
            </a:ln>
          </p:spPr>
        </p:cxnSp>
        <p:cxnSp>
          <p:nvCxnSpPr>
            <p:cNvPr id="2352" name="AutoShape 95"/>
            <p:cNvCxnSpPr/>
            <p:nvPr/>
          </p:nvCxnSpPr>
          <p:spPr>
            <a:xfrm>
              <a:off x="4427640" y="4929120"/>
              <a:ext cx="497520" cy="580320"/>
            </a:xfrm>
            <a:prstGeom prst="bentConnector3">
              <a:avLst>
                <a:gd name="adj1" fmla="val 49818"/>
              </a:avLst>
            </a:prstGeom>
            <a:ln w="12600">
              <a:solidFill>
                <a:srgbClr val="003399"/>
              </a:solidFill>
              <a:miter/>
            </a:ln>
          </p:spPr>
        </p:cxnSp>
        <p:cxnSp>
          <p:nvCxnSpPr>
            <p:cNvPr id="2353" name="AutoShape 96"/>
            <p:cNvCxnSpPr/>
            <p:nvPr/>
          </p:nvCxnSpPr>
          <p:spPr>
            <a:xfrm flipV="1">
              <a:off x="2577600" y="2611080"/>
              <a:ext cx="497880" cy="1154880"/>
            </a:xfrm>
            <a:prstGeom prst="bentConnector3">
              <a:avLst>
                <a:gd name="adj1" fmla="val 49855"/>
              </a:avLst>
            </a:prstGeom>
            <a:ln w="12600">
              <a:solidFill>
                <a:srgbClr val="003399"/>
              </a:solidFill>
              <a:miter/>
            </a:ln>
          </p:spPr>
        </p:cxnSp>
        <p:cxnSp>
          <p:nvCxnSpPr>
            <p:cNvPr id="2354" name="AutoShape 97"/>
            <p:cNvCxnSpPr/>
            <p:nvPr/>
          </p:nvCxnSpPr>
          <p:spPr>
            <a:xfrm>
              <a:off x="2568600" y="3765600"/>
              <a:ext cx="497520" cy="1154880"/>
            </a:xfrm>
            <a:prstGeom prst="bentConnector3">
              <a:avLst>
                <a:gd name="adj1" fmla="val 49963"/>
              </a:avLst>
            </a:prstGeom>
            <a:ln w="12600">
              <a:solidFill>
                <a:srgbClr val="003399"/>
              </a:solidFill>
              <a:miter/>
            </a:ln>
          </p:spPr>
        </p:cxnSp>
        <p:sp>
          <p:nvSpPr>
            <p:cNvPr id="2355" name="Text Box 98"/>
            <p:cNvSpPr/>
            <p:nvPr/>
          </p:nvSpPr>
          <p:spPr>
            <a:xfrm>
              <a:off x="1344960" y="5005440"/>
              <a:ext cx="686520" cy="183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Key figure</a:t>
              </a:r>
              <a:endParaRPr b="1" lang="en-US" sz="1200" spc="-1" strike="noStrike">
                <a:solidFill>
                  <a:srgbClr val="000000"/>
                </a:solidFill>
                <a:latin typeface="Arial"/>
              </a:endParaRPr>
            </a:p>
          </p:txBody>
        </p:sp>
        <p:sp>
          <p:nvSpPr>
            <p:cNvPr id="2356" name="Oval 99"/>
            <p:cNvSpPr/>
            <p:nvPr/>
          </p:nvSpPr>
          <p:spPr>
            <a:xfrm>
              <a:off x="1087560" y="5019840"/>
              <a:ext cx="185760" cy="107640"/>
            </a:xfrm>
            <a:prstGeom prst="ellipse">
              <a:avLst/>
            </a:prstGeom>
            <a:noFill/>
            <a:ln w="12600">
              <a:solidFill>
                <a:srgbClr val="cc33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57" name="Text Box 102"/>
            <p:cNvSpPr/>
            <p:nvPr/>
          </p:nvSpPr>
          <p:spPr>
            <a:xfrm>
              <a:off x="2695680" y="3643200"/>
              <a:ext cx="333000" cy="3682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000000"/>
                  </a:solidFill>
                  <a:latin typeface="Arial"/>
                </a:rPr>
                <a:t>X</a:t>
              </a:r>
              <a:endParaRPr b="1" lang="en-US" sz="1800" spc="-1" strike="noStrike">
                <a:solidFill>
                  <a:srgbClr val="000000"/>
                </a:solidFill>
                <a:latin typeface="Arial"/>
              </a:endParaRPr>
            </a:p>
          </p:txBody>
        </p:sp>
        <p:sp>
          <p:nvSpPr>
            <p:cNvPr id="2358" name="Text Box 103"/>
            <p:cNvSpPr/>
            <p:nvPr/>
          </p:nvSpPr>
          <p:spPr>
            <a:xfrm>
              <a:off x="4552920" y="2394000"/>
              <a:ext cx="328680" cy="3988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000000"/>
                  </a:solidFill>
                  <a:latin typeface="Arial"/>
                </a:rPr>
                <a:t>+</a:t>
              </a:r>
              <a:endParaRPr b="1" lang="en-US" sz="2000" spc="-1" strike="noStrike">
                <a:solidFill>
                  <a:srgbClr val="000000"/>
                </a:solidFill>
                <a:latin typeface="Arial"/>
              </a:endParaRPr>
            </a:p>
          </p:txBody>
        </p:sp>
        <p:sp>
          <p:nvSpPr>
            <p:cNvPr id="2359" name="Text Box 104"/>
            <p:cNvSpPr/>
            <p:nvPr/>
          </p:nvSpPr>
          <p:spPr>
            <a:xfrm>
              <a:off x="4583160" y="4767120"/>
              <a:ext cx="264600" cy="3988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000000"/>
                  </a:solidFill>
                  <a:latin typeface="Arial"/>
                </a:rPr>
                <a:t>-</a:t>
              </a:r>
              <a:endParaRPr b="1" lang="en-US" sz="2000" spc="-1" strike="noStrike">
                <a:solidFill>
                  <a:srgbClr val="000000"/>
                </a:solidFill>
                <a:latin typeface="Arial"/>
              </a:endParaRPr>
            </a:p>
          </p:txBody>
        </p:sp>
        <p:sp>
          <p:nvSpPr>
            <p:cNvPr id="2360" name="Text Box 105"/>
            <p:cNvSpPr/>
            <p:nvPr/>
          </p:nvSpPr>
          <p:spPr>
            <a:xfrm>
              <a:off x="6446520" y="1833480"/>
              <a:ext cx="250920" cy="3988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000000"/>
                  </a:solidFill>
                  <a:latin typeface="Arial"/>
                </a:rPr>
                <a:t>/</a:t>
              </a:r>
              <a:endParaRPr b="1" lang="en-US" sz="2000" spc="-1" strike="noStrike">
                <a:solidFill>
                  <a:srgbClr val="000000"/>
                </a:solidFill>
                <a:latin typeface="Arial"/>
              </a:endParaRPr>
            </a:p>
          </p:txBody>
        </p:sp>
        <p:sp>
          <p:nvSpPr>
            <p:cNvPr id="2361" name="Text Box 106"/>
            <p:cNvSpPr/>
            <p:nvPr/>
          </p:nvSpPr>
          <p:spPr>
            <a:xfrm>
              <a:off x="6423120" y="3005280"/>
              <a:ext cx="264600" cy="3988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2000" spc="-1" strike="noStrike">
                  <a:solidFill>
                    <a:srgbClr val="000000"/>
                  </a:solidFill>
                  <a:latin typeface="Arial"/>
                </a:rPr>
                <a:t>f</a:t>
              </a:r>
              <a:endParaRPr b="1" lang="en-US" sz="2000" spc="-1" strike="noStrike">
                <a:solidFill>
                  <a:srgbClr val="000000"/>
                </a:solidFill>
                <a:latin typeface="Arial"/>
              </a:endParaRPr>
            </a:p>
          </p:txBody>
        </p:sp>
        <p:sp>
          <p:nvSpPr>
            <p:cNvPr id="2362" name="Text Box 107"/>
            <p:cNvSpPr/>
            <p:nvPr/>
          </p:nvSpPr>
          <p:spPr>
            <a:xfrm>
              <a:off x="6402960" y="4127400"/>
              <a:ext cx="320760" cy="3988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000000"/>
                  </a:solidFill>
                  <a:latin typeface="Arial"/>
                </a:rPr>
                <a:t>x</a:t>
              </a:r>
              <a:endParaRPr b="1" lang="en-US" sz="2000" spc="-1" strike="noStrike">
                <a:solidFill>
                  <a:srgbClr val="000000"/>
                </a:solidFill>
                <a:latin typeface="Arial"/>
              </a:endParaRPr>
            </a:p>
          </p:txBody>
        </p:sp>
        <p:sp>
          <p:nvSpPr>
            <p:cNvPr id="2363" name="Text Box 108"/>
            <p:cNvSpPr/>
            <p:nvPr/>
          </p:nvSpPr>
          <p:spPr>
            <a:xfrm>
              <a:off x="6419880" y="5288040"/>
              <a:ext cx="328680" cy="398880"/>
            </a:xfrm>
            <a:prstGeom prst="rect">
              <a:avLst/>
            </a:prstGeom>
            <a:solidFill>
              <a:srgbClr val="ffffff"/>
            </a:solid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000" spc="-1" strike="noStrike">
                  <a:solidFill>
                    <a:srgbClr val="000000"/>
                  </a:solidFill>
                  <a:latin typeface="Arial"/>
                </a:rPr>
                <a:t>+</a:t>
              </a:r>
              <a:endParaRPr b="1" lang="en-US" sz="2000" spc="-1" strike="noStrike">
                <a:solidFill>
                  <a:srgbClr val="000000"/>
                </a:solidFill>
                <a:latin typeface="Arial"/>
              </a:endParaRPr>
            </a:p>
          </p:txBody>
        </p:sp>
        <p:sp>
          <p:nvSpPr>
            <p:cNvPr id="2364" name="Oval 110"/>
            <p:cNvSpPr/>
            <p:nvPr/>
          </p:nvSpPr>
          <p:spPr>
            <a:xfrm>
              <a:off x="7694640" y="2317680"/>
              <a:ext cx="477720" cy="209520"/>
            </a:xfrm>
            <a:prstGeom prst="ellipse">
              <a:avLst/>
            </a:prstGeom>
            <a:noFill/>
            <a:ln w="12600">
              <a:solidFill>
                <a:srgbClr val="cc33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65" name="Oval 111"/>
            <p:cNvSpPr/>
            <p:nvPr/>
          </p:nvSpPr>
          <p:spPr>
            <a:xfrm>
              <a:off x="7694640" y="4040280"/>
              <a:ext cx="477720" cy="209520"/>
            </a:xfrm>
            <a:prstGeom prst="ellipse">
              <a:avLst/>
            </a:prstGeom>
            <a:noFill/>
            <a:ln w="12600">
              <a:solidFill>
                <a:srgbClr val="cc33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36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ABB620-2566-412E-A2A5-672D07766C5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368" name="AutoShape 2"/>
          <p:cNvSpPr/>
          <p:nvPr/>
        </p:nvSpPr>
        <p:spPr>
          <a:xfrm>
            <a:off x="2378160" y="3483000"/>
            <a:ext cx="3722760" cy="504720"/>
          </a:xfrm>
          <a:prstGeom prst="roundRect">
            <a:avLst>
              <a:gd name="adj" fmla="val 16667"/>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69" name="PlaceHolder 1"/>
          <p:cNvSpPr>
            <a:spLocks noGrp="1"/>
          </p:cNvSpPr>
          <p:nvPr>
            <p:ph type="title"/>
          </p:nvPr>
        </p:nvSpPr>
        <p:spPr>
          <a:xfrm>
            <a:off x="458280" y="496440"/>
            <a:ext cx="82393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2370" name="PlaceHolder 2"/>
          <p:cNvSpPr>
            <a:spLocks noGrp="1"/>
          </p:cNvSpPr>
          <p:nvPr>
            <p:ph/>
          </p:nvPr>
        </p:nvSpPr>
        <p:spPr>
          <a:xfrm>
            <a:off x="2651040" y="1730520"/>
            <a:ext cx="5362560" cy="3814560"/>
          </a:xfrm>
          <a:prstGeom prst="rect">
            <a:avLst/>
          </a:prstGeom>
          <a:noFill/>
          <a:ln w="0">
            <a:noFill/>
          </a:ln>
        </p:spPr>
        <p:txBody>
          <a:bodyPr lIns="92160" rIns="92160" tIns="46080" bIns="46080" anchor="t">
            <a:normAutofit fontScale="80011"/>
          </a:bodyPr>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37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FA9B7B-5DC6-4228-8FB7-CC40259E3CC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37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Chevrons - Loose</a:t>
            </a:r>
            <a:endParaRPr b="1" lang="en-US" sz="1600" spc="-1" strike="noStrike">
              <a:solidFill>
                <a:srgbClr val="000000"/>
              </a:solidFill>
              <a:latin typeface="Arial"/>
            </a:endParaRPr>
          </a:p>
        </p:txBody>
      </p:sp>
      <p:sp>
        <p:nvSpPr>
          <p:cNvPr id="2374" name="AutoShape 3"/>
          <p:cNvSpPr/>
          <p:nvPr/>
        </p:nvSpPr>
        <p:spPr>
          <a:xfrm>
            <a:off x="6765840" y="1917720"/>
            <a:ext cx="1530360" cy="647640"/>
          </a:xfrm>
          <a:custGeom>
            <a:avLst/>
            <a:gdLst>
              <a:gd name="textAreaLeft" fmla="*/ 0 w 1530360"/>
              <a:gd name="textAreaRight" fmla="*/ 1530720 w 1530360"/>
              <a:gd name="textAreaTop" fmla="*/ 0 h 647640"/>
              <a:gd name="textAreaBottom" fmla="*/ 648000 h 647640"/>
            </a:gdLst>
            <a:ahLst/>
            <a:rect l="textAreaLeft" t="textAreaTop" r="textAreaRight" b="textAreaBottom"/>
            <a:pathLst>
              <a:path w="21600" h="21600">
                <a:moveTo>
                  <a:pt x="0" y="0"/>
                </a:moveTo>
                <a:lnTo>
                  <a:pt x="18459" y="0"/>
                </a:lnTo>
                <a:lnTo>
                  <a:pt x="21600" y="10800"/>
                </a:lnTo>
                <a:lnTo>
                  <a:pt x="18459" y="21600"/>
                </a:lnTo>
                <a:lnTo>
                  <a:pt x="0" y="21600"/>
                </a:lnTo>
                <a:lnTo>
                  <a:pt x="3141"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75" name="AutoShape 4"/>
          <p:cNvSpPr/>
          <p:nvPr/>
        </p:nvSpPr>
        <p:spPr>
          <a:xfrm>
            <a:off x="955800" y="1917720"/>
            <a:ext cx="1623960" cy="647640"/>
          </a:xfrm>
          <a:custGeom>
            <a:avLst/>
            <a:gdLst>
              <a:gd name="textAreaLeft" fmla="*/ 0 w 1623960"/>
              <a:gd name="textAreaRight" fmla="*/ 1624320 w 1623960"/>
              <a:gd name="textAreaTop" fmla="*/ 0 h 647640"/>
              <a:gd name="textAreaBottom" fmla="*/ 648000 h 647640"/>
            </a:gdLst>
            <a:ahLst/>
            <a:rect l="textAreaLeft" t="textAreaTop" r="textAreaRight" b="textAreaBottom"/>
            <a:pathLst>
              <a:path w="21600" h="21600">
                <a:moveTo>
                  <a:pt x="0" y="0"/>
                </a:moveTo>
                <a:lnTo>
                  <a:pt x="18325" y="0"/>
                </a:lnTo>
                <a:lnTo>
                  <a:pt x="21600" y="10800"/>
                </a:lnTo>
                <a:lnTo>
                  <a:pt x="18325"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76" name="AutoShape 5"/>
          <p:cNvSpPr/>
          <p:nvPr/>
        </p:nvSpPr>
        <p:spPr>
          <a:xfrm>
            <a:off x="4618080" y="3286080"/>
            <a:ext cx="1859040" cy="647640"/>
          </a:xfrm>
          <a:custGeom>
            <a:avLst/>
            <a:gdLst>
              <a:gd name="textAreaLeft" fmla="*/ 0 w 1859040"/>
              <a:gd name="textAreaRight" fmla="*/ 1859400 w 1859040"/>
              <a:gd name="textAreaTop" fmla="*/ 0 h 647640"/>
              <a:gd name="textAreaBottom" fmla="*/ 648000 h 64764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77" name="AutoShape 6"/>
          <p:cNvSpPr/>
          <p:nvPr/>
        </p:nvSpPr>
        <p:spPr>
          <a:xfrm>
            <a:off x="6445080" y="3286080"/>
            <a:ext cx="1857600" cy="647640"/>
          </a:xfrm>
          <a:custGeom>
            <a:avLst/>
            <a:gdLst>
              <a:gd name="textAreaLeft" fmla="*/ 0 w 1857600"/>
              <a:gd name="textAreaRight" fmla="*/ 1857960 w 1857600"/>
              <a:gd name="textAreaTop" fmla="*/ 0 h 647640"/>
              <a:gd name="textAreaBottom" fmla="*/ 648000 h 64764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78" name="AutoShape 7"/>
          <p:cNvSpPr/>
          <p:nvPr/>
        </p:nvSpPr>
        <p:spPr>
          <a:xfrm>
            <a:off x="955800" y="3286080"/>
            <a:ext cx="1863720" cy="647640"/>
          </a:xfrm>
          <a:custGeom>
            <a:avLst/>
            <a:gdLst>
              <a:gd name="textAreaLeft" fmla="*/ 0 w 1863720"/>
              <a:gd name="textAreaRight" fmla="*/ 1864080 w 1863720"/>
              <a:gd name="textAreaTop" fmla="*/ 0 h 647640"/>
              <a:gd name="textAreaBottom" fmla="*/ 648000 h 647640"/>
            </a:gdLst>
            <a:ahLst/>
            <a:rect l="textAreaLeft" t="textAreaTop" r="textAreaRight" b="textAreaBottom"/>
            <a:pathLst>
              <a:path w="21600" h="21600">
                <a:moveTo>
                  <a:pt x="0" y="0"/>
                </a:moveTo>
                <a:lnTo>
                  <a:pt x="19698" y="0"/>
                </a:lnTo>
                <a:lnTo>
                  <a:pt x="21600" y="10800"/>
                </a:lnTo>
                <a:lnTo>
                  <a:pt x="19698"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79" name="AutoShape 8"/>
          <p:cNvSpPr/>
          <p:nvPr/>
        </p:nvSpPr>
        <p:spPr>
          <a:xfrm>
            <a:off x="2789280" y="3286080"/>
            <a:ext cx="1859040" cy="647640"/>
          </a:xfrm>
          <a:custGeom>
            <a:avLst/>
            <a:gdLst>
              <a:gd name="textAreaLeft" fmla="*/ 0 w 1859040"/>
              <a:gd name="textAreaRight" fmla="*/ 1859400 w 1859040"/>
              <a:gd name="textAreaTop" fmla="*/ 0 h 647640"/>
              <a:gd name="textAreaBottom" fmla="*/ 648000 h 64764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0" name="AutoShape 9"/>
          <p:cNvSpPr/>
          <p:nvPr/>
        </p:nvSpPr>
        <p:spPr>
          <a:xfrm>
            <a:off x="5337000" y="1917720"/>
            <a:ext cx="1530360" cy="647640"/>
          </a:xfrm>
          <a:custGeom>
            <a:avLst/>
            <a:gdLst>
              <a:gd name="textAreaLeft" fmla="*/ 0 w 1530360"/>
              <a:gd name="textAreaRight" fmla="*/ 1530720 w 1530360"/>
              <a:gd name="textAreaTop" fmla="*/ 0 h 647640"/>
              <a:gd name="textAreaBottom" fmla="*/ 648000 h 647640"/>
            </a:gdLst>
            <a:ahLst/>
            <a:rect l="textAreaLeft" t="textAreaTop" r="textAreaRight" b="textAreaBottom"/>
            <a:pathLst>
              <a:path w="21600" h="21600">
                <a:moveTo>
                  <a:pt x="0" y="0"/>
                </a:moveTo>
                <a:lnTo>
                  <a:pt x="18459" y="0"/>
                </a:lnTo>
                <a:lnTo>
                  <a:pt x="21600" y="10800"/>
                </a:lnTo>
                <a:lnTo>
                  <a:pt x="18459" y="21600"/>
                </a:lnTo>
                <a:lnTo>
                  <a:pt x="0" y="21600"/>
                </a:lnTo>
                <a:lnTo>
                  <a:pt x="3141"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1" name="AutoShape 10"/>
          <p:cNvSpPr/>
          <p:nvPr/>
        </p:nvSpPr>
        <p:spPr>
          <a:xfrm>
            <a:off x="3908520" y="1917720"/>
            <a:ext cx="1530360" cy="647640"/>
          </a:xfrm>
          <a:custGeom>
            <a:avLst/>
            <a:gdLst>
              <a:gd name="textAreaLeft" fmla="*/ 0 w 1530360"/>
              <a:gd name="textAreaRight" fmla="*/ 1530720 w 1530360"/>
              <a:gd name="textAreaTop" fmla="*/ 0 h 647640"/>
              <a:gd name="textAreaBottom" fmla="*/ 648000 h 647640"/>
            </a:gdLst>
            <a:ahLst/>
            <a:rect l="textAreaLeft" t="textAreaTop" r="textAreaRight" b="textAreaBottom"/>
            <a:pathLst>
              <a:path w="21600" h="21600">
                <a:moveTo>
                  <a:pt x="0" y="0"/>
                </a:moveTo>
                <a:lnTo>
                  <a:pt x="18459" y="0"/>
                </a:lnTo>
                <a:lnTo>
                  <a:pt x="21600" y="10800"/>
                </a:lnTo>
                <a:lnTo>
                  <a:pt x="18459" y="21600"/>
                </a:lnTo>
                <a:lnTo>
                  <a:pt x="0" y="21600"/>
                </a:lnTo>
                <a:lnTo>
                  <a:pt x="3141"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2" name="AutoShape 11"/>
          <p:cNvSpPr/>
          <p:nvPr/>
        </p:nvSpPr>
        <p:spPr>
          <a:xfrm>
            <a:off x="2479680" y="1917720"/>
            <a:ext cx="1530360" cy="647640"/>
          </a:xfrm>
          <a:custGeom>
            <a:avLst/>
            <a:gdLst>
              <a:gd name="textAreaLeft" fmla="*/ 0 w 1530360"/>
              <a:gd name="textAreaRight" fmla="*/ 1530720 w 1530360"/>
              <a:gd name="textAreaTop" fmla="*/ 0 h 647640"/>
              <a:gd name="textAreaBottom" fmla="*/ 648000 h 647640"/>
            </a:gdLst>
            <a:ahLst/>
            <a:rect l="textAreaLeft" t="textAreaTop" r="textAreaRight" b="textAreaBottom"/>
            <a:pathLst>
              <a:path w="21600" h="21600">
                <a:moveTo>
                  <a:pt x="0" y="0"/>
                </a:moveTo>
                <a:lnTo>
                  <a:pt x="18459" y="0"/>
                </a:lnTo>
                <a:lnTo>
                  <a:pt x="21600" y="10800"/>
                </a:lnTo>
                <a:lnTo>
                  <a:pt x="18459" y="21600"/>
                </a:lnTo>
                <a:lnTo>
                  <a:pt x="0" y="21600"/>
                </a:lnTo>
                <a:lnTo>
                  <a:pt x="3141"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3" name="AutoShape 12"/>
          <p:cNvSpPr/>
          <p:nvPr/>
        </p:nvSpPr>
        <p:spPr>
          <a:xfrm>
            <a:off x="5969160" y="4653000"/>
            <a:ext cx="2390760" cy="647640"/>
          </a:xfrm>
          <a:custGeom>
            <a:avLst/>
            <a:gdLst>
              <a:gd name="textAreaLeft" fmla="*/ 0 w 2390760"/>
              <a:gd name="textAreaRight" fmla="*/ 2391120 w 2390760"/>
              <a:gd name="textAreaTop" fmla="*/ 0 h 647640"/>
              <a:gd name="textAreaBottom" fmla="*/ 648000 h 647640"/>
            </a:gdLst>
            <a:ahLst/>
            <a:rect l="textAreaLeft" t="textAreaTop" r="textAreaRight" b="textAreaBottom"/>
            <a:pathLst>
              <a:path w="21600" h="21600">
                <a:moveTo>
                  <a:pt x="0" y="0"/>
                </a:moveTo>
                <a:lnTo>
                  <a:pt x="20035" y="0"/>
                </a:lnTo>
                <a:lnTo>
                  <a:pt x="21600" y="10800"/>
                </a:lnTo>
                <a:lnTo>
                  <a:pt x="20035" y="21600"/>
                </a:lnTo>
                <a:lnTo>
                  <a:pt x="0" y="21600"/>
                </a:lnTo>
                <a:lnTo>
                  <a:pt x="1565"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4" name="AutoShape 13"/>
          <p:cNvSpPr/>
          <p:nvPr/>
        </p:nvSpPr>
        <p:spPr>
          <a:xfrm>
            <a:off x="955800" y="4653000"/>
            <a:ext cx="2471760" cy="647640"/>
          </a:xfrm>
          <a:custGeom>
            <a:avLst/>
            <a:gdLst>
              <a:gd name="textAreaLeft" fmla="*/ 0 w 2471760"/>
              <a:gd name="textAreaRight" fmla="*/ 2472120 w 2471760"/>
              <a:gd name="textAreaTop" fmla="*/ 0 h 647640"/>
              <a:gd name="textAreaBottom" fmla="*/ 648000 h 647640"/>
            </a:gdLst>
            <a:ahLst/>
            <a:rect l="textAreaLeft" t="textAreaTop" r="textAreaRight" b="textAreaBottom"/>
            <a:pathLst>
              <a:path w="21600" h="21600">
                <a:moveTo>
                  <a:pt x="0" y="0"/>
                </a:moveTo>
                <a:lnTo>
                  <a:pt x="19698" y="0"/>
                </a:lnTo>
                <a:lnTo>
                  <a:pt x="21600" y="10800"/>
                </a:lnTo>
                <a:lnTo>
                  <a:pt x="19698"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5" name="AutoShape 14"/>
          <p:cNvSpPr/>
          <p:nvPr/>
        </p:nvSpPr>
        <p:spPr>
          <a:xfrm>
            <a:off x="3502080" y="4653000"/>
            <a:ext cx="2392200" cy="647640"/>
          </a:xfrm>
          <a:custGeom>
            <a:avLst/>
            <a:gdLst>
              <a:gd name="textAreaLeft" fmla="*/ 0 w 2392200"/>
              <a:gd name="textAreaRight" fmla="*/ 2392560 w 2392200"/>
              <a:gd name="textAreaTop" fmla="*/ 0 h 647640"/>
              <a:gd name="textAreaBottom" fmla="*/ 648000 h 647640"/>
            </a:gdLst>
            <a:ahLst/>
            <a:rect l="textAreaLeft" t="textAreaTop" r="textAreaRight" b="textAreaBottom"/>
            <a:pathLst>
              <a:path w="21600" h="21600">
                <a:moveTo>
                  <a:pt x="0" y="0"/>
                </a:moveTo>
                <a:lnTo>
                  <a:pt x="20035" y="0"/>
                </a:lnTo>
                <a:lnTo>
                  <a:pt x="21600" y="10800"/>
                </a:lnTo>
                <a:lnTo>
                  <a:pt x="20035" y="21600"/>
                </a:lnTo>
                <a:lnTo>
                  <a:pt x="0" y="21600"/>
                </a:lnTo>
                <a:lnTo>
                  <a:pt x="1565"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386" name="Rectangle 15"/>
          <p:cNvSpPr/>
          <p:nvPr/>
        </p:nvSpPr>
        <p:spPr>
          <a:xfrm>
            <a:off x="5102280" y="127080"/>
            <a:ext cx="3965400" cy="79380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矢の大きさを変える際はグループ化してください</a:t>
            </a:r>
            <a:r>
              <a:rPr b="0" lang="de-DE" sz="1000" spc="-1" strike="noStrike">
                <a:solidFill>
                  <a:srgbClr val="ff3300"/>
                </a:solidFill>
                <a:latin typeface="Arial"/>
              </a:rPr>
              <a:t>(</a:t>
            </a:r>
            <a:r>
              <a:rPr b="0" lang="ja-JP" sz="1000" spc="-1" strike="noStrike">
                <a:solidFill>
                  <a:srgbClr val="ff3300"/>
                </a:solidFill>
                <a:latin typeface="Arial"/>
              </a:rPr>
              <a:t>ツールバーの「図形の調整」を参照</a:t>
            </a:r>
            <a:r>
              <a:rPr b="0" lang="de-DE" sz="1000" spc="-1" strike="noStrike">
                <a:solidFill>
                  <a:srgbClr val="ff3300"/>
                </a:solidFill>
                <a:latin typeface="Arial"/>
              </a:rPr>
              <a:t>) </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矢の先を鋭くしたい場合には黄色いマークによって調節してください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38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A37EEC5-B446-4046-B13E-81B2EEB04A8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38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Chevrons - Touching</a:t>
            </a:r>
            <a:endParaRPr b="1" lang="en-US" sz="1600" spc="-1" strike="noStrike">
              <a:solidFill>
                <a:srgbClr val="000000"/>
              </a:solidFill>
              <a:latin typeface="Arial"/>
            </a:endParaRPr>
          </a:p>
        </p:txBody>
      </p:sp>
      <p:sp>
        <p:nvSpPr>
          <p:cNvPr id="2390" name="AutoShape 3"/>
          <p:cNvSpPr/>
          <p:nvPr/>
        </p:nvSpPr>
        <p:spPr>
          <a:xfrm>
            <a:off x="885960" y="1773360"/>
            <a:ext cx="1769760" cy="865080"/>
          </a:xfrm>
          <a:custGeom>
            <a:avLst/>
            <a:gdLst>
              <a:gd name="textAreaLeft" fmla="*/ 0 w 1769760"/>
              <a:gd name="textAreaRight" fmla="*/ 1770120 w 1769760"/>
              <a:gd name="textAreaTop" fmla="*/ 0 h 865080"/>
              <a:gd name="textAreaBottom" fmla="*/ 865440 h 86508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1" name="AutoShape 4"/>
          <p:cNvSpPr/>
          <p:nvPr/>
        </p:nvSpPr>
        <p:spPr>
          <a:xfrm>
            <a:off x="2263680" y="1773360"/>
            <a:ext cx="1770120" cy="865080"/>
          </a:xfrm>
          <a:custGeom>
            <a:avLst/>
            <a:gdLst>
              <a:gd name="textAreaLeft" fmla="*/ 0 w 1770120"/>
              <a:gd name="textAreaRight" fmla="*/ 1770480 w 1770120"/>
              <a:gd name="textAreaTop" fmla="*/ 0 h 865080"/>
              <a:gd name="textAreaBottom" fmla="*/ 865440 h 86508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2" name="AutoShape 5"/>
          <p:cNvSpPr/>
          <p:nvPr/>
        </p:nvSpPr>
        <p:spPr>
          <a:xfrm>
            <a:off x="3630600" y="1773360"/>
            <a:ext cx="1770120" cy="865080"/>
          </a:xfrm>
          <a:custGeom>
            <a:avLst/>
            <a:gdLst>
              <a:gd name="textAreaLeft" fmla="*/ 0 w 1770120"/>
              <a:gd name="textAreaRight" fmla="*/ 1770480 w 1770120"/>
              <a:gd name="textAreaTop" fmla="*/ 0 h 865080"/>
              <a:gd name="textAreaBottom" fmla="*/ 865440 h 86508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3" name="AutoShape 6"/>
          <p:cNvSpPr/>
          <p:nvPr/>
        </p:nvSpPr>
        <p:spPr>
          <a:xfrm>
            <a:off x="4997520" y="1773360"/>
            <a:ext cx="1770120" cy="865080"/>
          </a:xfrm>
          <a:custGeom>
            <a:avLst/>
            <a:gdLst>
              <a:gd name="textAreaLeft" fmla="*/ 0 w 1770120"/>
              <a:gd name="textAreaRight" fmla="*/ 1770480 w 1770120"/>
              <a:gd name="textAreaTop" fmla="*/ 0 h 865080"/>
              <a:gd name="textAreaBottom" fmla="*/ 865440 h 86508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4" name="AutoShape 7"/>
          <p:cNvSpPr/>
          <p:nvPr/>
        </p:nvSpPr>
        <p:spPr>
          <a:xfrm>
            <a:off x="6367320" y="1773360"/>
            <a:ext cx="1765440" cy="865080"/>
          </a:xfrm>
          <a:custGeom>
            <a:avLst/>
            <a:gdLst>
              <a:gd name="textAreaLeft" fmla="*/ 0 w 1765440"/>
              <a:gd name="textAreaRight" fmla="*/ 1765800 w 1765440"/>
              <a:gd name="textAreaTop" fmla="*/ 0 h 865080"/>
              <a:gd name="textAreaBottom" fmla="*/ 865440 h 86508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5" name="AutoShape 8"/>
          <p:cNvSpPr/>
          <p:nvPr/>
        </p:nvSpPr>
        <p:spPr>
          <a:xfrm>
            <a:off x="5970600" y="3429000"/>
            <a:ext cx="2162160" cy="865080"/>
          </a:xfrm>
          <a:custGeom>
            <a:avLst/>
            <a:gdLst>
              <a:gd name="textAreaLeft" fmla="*/ 0 w 2162160"/>
              <a:gd name="textAreaRight" fmla="*/ 2162520 w 2162160"/>
              <a:gd name="textAreaTop" fmla="*/ 0 h 865080"/>
              <a:gd name="textAreaBottom" fmla="*/ 865440 h 865080"/>
            </a:gdLst>
            <a:ahLst/>
            <a:rect l="textAreaLeft" t="textAreaTop" r="textAreaRight" b="textAreaBottom"/>
            <a:pathLst>
              <a:path w="21600" h="21600">
                <a:moveTo>
                  <a:pt x="0" y="0"/>
                </a:moveTo>
                <a:lnTo>
                  <a:pt x="16815" y="0"/>
                </a:lnTo>
                <a:lnTo>
                  <a:pt x="21600" y="10800"/>
                </a:lnTo>
                <a:lnTo>
                  <a:pt x="16815" y="21600"/>
                </a:lnTo>
                <a:lnTo>
                  <a:pt x="0" y="21600"/>
                </a:lnTo>
                <a:lnTo>
                  <a:pt x="4785"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6" name="AutoShape 9"/>
          <p:cNvSpPr/>
          <p:nvPr/>
        </p:nvSpPr>
        <p:spPr>
          <a:xfrm>
            <a:off x="4238640" y="3429000"/>
            <a:ext cx="2162160" cy="865080"/>
          </a:xfrm>
          <a:custGeom>
            <a:avLst/>
            <a:gdLst>
              <a:gd name="textAreaLeft" fmla="*/ 0 w 2162160"/>
              <a:gd name="textAreaRight" fmla="*/ 2162520 w 2162160"/>
              <a:gd name="textAreaTop" fmla="*/ 0 h 865080"/>
              <a:gd name="textAreaBottom" fmla="*/ 865440 h 865080"/>
            </a:gdLst>
            <a:ahLst/>
            <a:rect l="textAreaLeft" t="textAreaTop" r="textAreaRight" b="textAreaBottom"/>
            <a:pathLst>
              <a:path w="21600" h="21600">
                <a:moveTo>
                  <a:pt x="0" y="0"/>
                </a:moveTo>
                <a:lnTo>
                  <a:pt x="16815" y="0"/>
                </a:lnTo>
                <a:lnTo>
                  <a:pt x="21600" y="10800"/>
                </a:lnTo>
                <a:lnTo>
                  <a:pt x="16815" y="21600"/>
                </a:lnTo>
                <a:lnTo>
                  <a:pt x="0" y="21600"/>
                </a:lnTo>
                <a:lnTo>
                  <a:pt x="4785"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7" name="AutoShape 10"/>
          <p:cNvSpPr/>
          <p:nvPr/>
        </p:nvSpPr>
        <p:spPr>
          <a:xfrm>
            <a:off x="2511360" y="3429000"/>
            <a:ext cx="2163960" cy="865080"/>
          </a:xfrm>
          <a:custGeom>
            <a:avLst/>
            <a:gdLst>
              <a:gd name="textAreaLeft" fmla="*/ 0 w 2163960"/>
              <a:gd name="textAreaRight" fmla="*/ 2164320 w 2163960"/>
              <a:gd name="textAreaTop" fmla="*/ 0 h 865080"/>
              <a:gd name="textAreaBottom" fmla="*/ 865440 h 865080"/>
            </a:gdLst>
            <a:ahLst/>
            <a:rect l="textAreaLeft" t="textAreaTop" r="textAreaRight" b="textAreaBottom"/>
            <a:pathLst>
              <a:path w="21600" h="21600">
                <a:moveTo>
                  <a:pt x="0" y="0"/>
                </a:moveTo>
                <a:lnTo>
                  <a:pt x="16815" y="0"/>
                </a:lnTo>
                <a:lnTo>
                  <a:pt x="21600" y="10800"/>
                </a:lnTo>
                <a:lnTo>
                  <a:pt x="16815" y="21600"/>
                </a:lnTo>
                <a:lnTo>
                  <a:pt x="0" y="21600"/>
                </a:lnTo>
                <a:lnTo>
                  <a:pt x="4785"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8" name="AutoShape 11"/>
          <p:cNvSpPr/>
          <p:nvPr/>
        </p:nvSpPr>
        <p:spPr>
          <a:xfrm>
            <a:off x="784080" y="3429000"/>
            <a:ext cx="2162160" cy="865080"/>
          </a:xfrm>
          <a:custGeom>
            <a:avLst/>
            <a:gdLst>
              <a:gd name="textAreaLeft" fmla="*/ 0 w 2162160"/>
              <a:gd name="textAreaRight" fmla="*/ 2162520 w 2162160"/>
              <a:gd name="textAreaTop" fmla="*/ 0 h 865080"/>
              <a:gd name="textAreaBottom" fmla="*/ 865440 h 865080"/>
            </a:gdLst>
            <a:ahLst/>
            <a:rect l="textAreaLeft" t="textAreaTop" r="textAreaRight" b="textAreaBottom"/>
            <a:pathLst>
              <a:path w="21600" h="21600">
                <a:moveTo>
                  <a:pt x="0" y="0"/>
                </a:moveTo>
                <a:lnTo>
                  <a:pt x="16815" y="0"/>
                </a:lnTo>
                <a:lnTo>
                  <a:pt x="21600" y="10800"/>
                </a:lnTo>
                <a:lnTo>
                  <a:pt x="16815" y="21600"/>
                </a:lnTo>
                <a:lnTo>
                  <a:pt x="0" y="21600"/>
                </a:lnTo>
                <a:lnTo>
                  <a:pt x="4785"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399" name="AutoShape 12"/>
          <p:cNvSpPr/>
          <p:nvPr/>
        </p:nvSpPr>
        <p:spPr>
          <a:xfrm>
            <a:off x="5351400" y="5013360"/>
            <a:ext cx="2728800" cy="865080"/>
          </a:xfrm>
          <a:custGeom>
            <a:avLst/>
            <a:gdLst>
              <a:gd name="textAreaLeft" fmla="*/ 0 w 2728800"/>
              <a:gd name="textAreaRight" fmla="*/ 2729160 w 2728800"/>
              <a:gd name="textAreaTop" fmla="*/ 0 h 865080"/>
              <a:gd name="textAreaBottom" fmla="*/ 865440 h 865080"/>
            </a:gdLst>
            <a:ahLst/>
            <a:rect l="textAreaLeft" t="textAreaTop" r="textAreaRight" b="textAreaBottom"/>
            <a:pathLst>
              <a:path w="21600" h="21600">
                <a:moveTo>
                  <a:pt x="0" y="0"/>
                </a:moveTo>
                <a:lnTo>
                  <a:pt x="17683" y="0"/>
                </a:lnTo>
                <a:lnTo>
                  <a:pt x="21600" y="10800"/>
                </a:lnTo>
                <a:lnTo>
                  <a:pt x="17683" y="21600"/>
                </a:lnTo>
                <a:lnTo>
                  <a:pt x="0" y="21600"/>
                </a:lnTo>
                <a:lnTo>
                  <a:pt x="3917"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00" name="AutoShape 13"/>
          <p:cNvSpPr/>
          <p:nvPr/>
        </p:nvSpPr>
        <p:spPr>
          <a:xfrm>
            <a:off x="3062160" y="5013360"/>
            <a:ext cx="2729160" cy="865080"/>
          </a:xfrm>
          <a:custGeom>
            <a:avLst/>
            <a:gdLst>
              <a:gd name="textAreaLeft" fmla="*/ 0 w 2729160"/>
              <a:gd name="textAreaRight" fmla="*/ 2729520 w 2729160"/>
              <a:gd name="textAreaTop" fmla="*/ 0 h 865080"/>
              <a:gd name="textAreaBottom" fmla="*/ 865440 h 865080"/>
            </a:gdLst>
            <a:ahLst/>
            <a:rect l="textAreaLeft" t="textAreaTop" r="textAreaRight" b="textAreaBottom"/>
            <a:pathLst>
              <a:path w="21600" h="21600">
                <a:moveTo>
                  <a:pt x="0" y="0"/>
                </a:moveTo>
                <a:lnTo>
                  <a:pt x="17683" y="0"/>
                </a:lnTo>
                <a:lnTo>
                  <a:pt x="21600" y="10800"/>
                </a:lnTo>
                <a:lnTo>
                  <a:pt x="17683" y="21600"/>
                </a:lnTo>
                <a:lnTo>
                  <a:pt x="0" y="21600"/>
                </a:lnTo>
                <a:lnTo>
                  <a:pt x="3917"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01" name="AutoShape 14"/>
          <p:cNvSpPr/>
          <p:nvPr/>
        </p:nvSpPr>
        <p:spPr>
          <a:xfrm>
            <a:off x="784080" y="5013360"/>
            <a:ext cx="2729160" cy="865080"/>
          </a:xfrm>
          <a:custGeom>
            <a:avLst/>
            <a:gdLst>
              <a:gd name="textAreaLeft" fmla="*/ 0 w 2729160"/>
              <a:gd name="textAreaRight" fmla="*/ 2729520 w 2729160"/>
              <a:gd name="textAreaTop" fmla="*/ 0 h 865080"/>
              <a:gd name="textAreaBottom" fmla="*/ 865440 h 865080"/>
            </a:gdLst>
            <a:ahLst/>
            <a:rect l="textAreaLeft" t="textAreaTop" r="textAreaRight" b="textAreaBottom"/>
            <a:pathLst>
              <a:path w="21600" h="21600">
                <a:moveTo>
                  <a:pt x="0" y="0"/>
                </a:moveTo>
                <a:lnTo>
                  <a:pt x="17683" y="0"/>
                </a:lnTo>
                <a:lnTo>
                  <a:pt x="21600" y="10800"/>
                </a:lnTo>
                <a:lnTo>
                  <a:pt x="17683" y="21600"/>
                </a:lnTo>
                <a:lnTo>
                  <a:pt x="0" y="21600"/>
                </a:lnTo>
                <a:lnTo>
                  <a:pt x="3917"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40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74E3C1-1946-4073-9048-33E0F6579A5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40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Chevrons - Loose</a:t>
            </a:r>
            <a:endParaRPr b="1" lang="en-US" sz="1600" spc="-1" strike="noStrike">
              <a:solidFill>
                <a:srgbClr val="000000"/>
              </a:solidFill>
              <a:latin typeface="Arial"/>
            </a:endParaRPr>
          </a:p>
        </p:txBody>
      </p:sp>
      <p:grpSp>
        <p:nvGrpSpPr>
          <p:cNvPr id="2405" name="Group 77"/>
          <p:cNvGrpSpPr/>
          <p:nvPr/>
        </p:nvGrpSpPr>
        <p:grpSpPr>
          <a:xfrm>
            <a:off x="771480" y="1838160"/>
            <a:ext cx="7456680" cy="609840"/>
            <a:chOff x="771480" y="1838160"/>
            <a:chExt cx="7456680" cy="609840"/>
          </a:xfrm>
        </p:grpSpPr>
        <p:sp>
          <p:nvSpPr>
            <p:cNvPr id="2406" name="Freeform 4"/>
            <p:cNvSpPr/>
            <p:nvPr/>
          </p:nvSpPr>
          <p:spPr>
            <a:xfrm>
              <a:off x="771480" y="1838160"/>
              <a:ext cx="253224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07" name="Freeform 5"/>
            <p:cNvSpPr/>
            <p:nvPr/>
          </p:nvSpPr>
          <p:spPr>
            <a:xfrm>
              <a:off x="3233880" y="1838160"/>
              <a:ext cx="253188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08" name="Freeform 6"/>
            <p:cNvSpPr/>
            <p:nvPr/>
          </p:nvSpPr>
          <p:spPr>
            <a:xfrm>
              <a:off x="5695920" y="1838160"/>
              <a:ext cx="253224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09" name="Rectangle 7"/>
            <p:cNvSpPr/>
            <p:nvPr/>
          </p:nvSpPr>
          <p:spPr>
            <a:xfrm>
              <a:off x="917640" y="2060640"/>
              <a:ext cx="2193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10" name="Rectangle 8"/>
            <p:cNvSpPr/>
            <p:nvPr/>
          </p:nvSpPr>
          <p:spPr>
            <a:xfrm>
              <a:off x="3443400" y="2060640"/>
              <a:ext cx="2193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11" name="Rectangle 9"/>
            <p:cNvSpPr/>
            <p:nvPr/>
          </p:nvSpPr>
          <p:spPr>
            <a:xfrm>
              <a:off x="5904000" y="2060640"/>
              <a:ext cx="2193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grpSp>
      <p:grpSp>
        <p:nvGrpSpPr>
          <p:cNvPr id="2412" name="Group 78"/>
          <p:cNvGrpSpPr/>
          <p:nvPr/>
        </p:nvGrpSpPr>
        <p:grpSpPr>
          <a:xfrm>
            <a:off x="771480" y="2523960"/>
            <a:ext cx="7386840" cy="609840"/>
            <a:chOff x="771480" y="2523960"/>
            <a:chExt cx="7386840" cy="609840"/>
          </a:xfrm>
        </p:grpSpPr>
        <p:sp>
          <p:nvSpPr>
            <p:cNvPr id="2413" name="Freeform 11"/>
            <p:cNvSpPr/>
            <p:nvPr/>
          </p:nvSpPr>
          <p:spPr>
            <a:xfrm>
              <a:off x="771480" y="2523960"/>
              <a:ext cx="189864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14" name="Freeform 12"/>
            <p:cNvSpPr/>
            <p:nvPr/>
          </p:nvSpPr>
          <p:spPr>
            <a:xfrm>
              <a:off x="2600280" y="2523960"/>
              <a:ext cx="190044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15" name="Freeform 13"/>
            <p:cNvSpPr/>
            <p:nvPr/>
          </p:nvSpPr>
          <p:spPr>
            <a:xfrm>
              <a:off x="4429080" y="2523960"/>
              <a:ext cx="190044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16" name="Freeform 14"/>
            <p:cNvSpPr/>
            <p:nvPr/>
          </p:nvSpPr>
          <p:spPr>
            <a:xfrm>
              <a:off x="6259680" y="2523960"/>
              <a:ext cx="189864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17" name="Rectangle 15"/>
            <p:cNvSpPr/>
            <p:nvPr/>
          </p:nvSpPr>
          <p:spPr>
            <a:xfrm>
              <a:off x="917640" y="272268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18" name="Rectangle 16"/>
            <p:cNvSpPr/>
            <p:nvPr/>
          </p:nvSpPr>
          <p:spPr>
            <a:xfrm>
              <a:off x="2779560" y="274320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19" name="Rectangle 17"/>
            <p:cNvSpPr/>
            <p:nvPr/>
          </p:nvSpPr>
          <p:spPr>
            <a:xfrm>
              <a:off x="4575240" y="274320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20" name="Rectangle 18"/>
            <p:cNvSpPr/>
            <p:nvPr/>
          </p:nvSpPr>
          <p:spPr>
            <a:xfrm>
              <a:off x="6435720" y="274320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grpSp>
      <p:grpSp>
        <p:nvGrpSpPr>
          <p:cNvPr id="2421" name="Group 79"/>
          <p:cNvGrpSpPr/>
          <p:nvPr/>
        </p:nvGrpSpPr>
        <p:grpSpPr>
          <a:xfrm>
            <a:off x="771480" y="3209760"/>
            <a:ext cx="7105680" cy="609840"/>
            <a:chOff x="771480" y="3209760"/>
            <a:chExt cx="7105680" cy="609840"/>
          </a:xfrm>
        </p:grpSpPr>
        <p:sp>
          <p:nvSpPr>
            <p:cNvPr id="2422" name="Freeform 20"/>
            <p:cNvSpPr/>
            <p:nvPr/>
          </p:nvSpPr>
          <p:spPr>
            <a:xfrm>
              <a:off x="771480" y="3209760"/>
              <a:ext cx="147816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23" name="Freeform 21"/>
            <p:cNvSpPr/>
            <p:nvPr/>
          </p:nvSpPr>
          <p:spPr>
            <a:xfrm>
              <a:off x="2178000" y="3209760"/>
              <a:ext cx="147816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24" name="Freeform 22"/>
            <p:cNvSpPr/>
            <p:nvPr/>
          </p:nvSpPr>
          <p:spPr>
            <a:xfrm>
              <a:off x="3586320" y="3209760"/>
              <a:ext cx="147636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25" name="Freeform 23"/>
            <p:cNvSpPr/>
            <p:nvPr/>
          </p:nvSpPr>
          <p:spPr>
            <a:xfrm>
              <a:off x="4992840" y="3209760"/>
              <a:ext cx="147780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26" name="Freeform 24"/>
            <p:cNvSpPr/>
            <p:nvPr/>
          </p:nvSpPr>
          <p:spPr>
            <a:xfrm>
              <a:off x="6399360" y="3209760"/>
              <a:ext cx="1477800" cy="60984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27" name="Rectangle 25"/>
            <p:cNvSpPr/>
            <p:nvPr/>
          </p:nvSpPr>
          <p:spPr>
            <a:xfrm>
              <a:off x="917640" y="344340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28" name="Rectangle 26"/>
            <p:cNvSpPr/>
            <p:nvPr/>
          </p:nvSpPr>
          <p:spPr>
            <a:xfrm>
              <a:off x="2381400" y="344340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29" name="Rectangle 27"/>
            <p:cNvSpPr/>
            <p:nvPr/>
          </p:nvSpPr>
          <p:spPr>
            <a:xfrm>
              <a:off x="3776760" y="344340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30" name="Rectangle 28"/>
            <p:cNvSpPr/>
            <p:nvPr/>
          </p:nvSpPr>
          <p:spPr>
            <a:xfrm>
              <a:off x="5172120" y="344340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31" name="Rectangle 29"/>
            <p:cNvSpPr/>
            <p:nvPr/>
          </p:nvSpPr>
          <p:spPr>
            <a:xfrm>
              <a:off x="6567480" y="3443400"/>
              <a:ext cx="12621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grpSp>
      <p:grpSp>
        <p:nvGrpSpPr>
          <p:cNvPr id="2432" name="Group 80"/>
          <p:cNvGrpSpPr/>
          <p:nvPr/>
        </p:nvGrpSpPr>
        <p:grpSpPr>
          <a:xfrm>
            <a:off x="771480" y="3898800"/>
            <a:ext cx="6823080" cy="606600"/>
            <a:chOff x="771480" y="3898800"/>
            <a:chExt cx="6823080" cy="606600"/>
          </a:xfrm>
        </p:grpSpPr>
        <p:sp>
          <p:nvSpPr>
            <p:cNvPr id="2433" name="Freeform 31"/>
            <p:cNvSpPr/>
            <p:nvPr/>
          </p:nvSpPr>
          <p:spPr>
            <a:xfrm>
              <a:off x="771480" y="3898800"/>
              <a:ext cx="11955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34" name="Freeform 32"/>
            <p:cNvSpPr/>
            <p:nvPr/>
          </p:nvSpPr>
          <p:spPr>
            <a:xfrm>
              <a:off x="1897200" y="3898800"/>
              <a:ext cx="119520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35" name="Freeform 33"/>
            <p:cNvSpPr/>
            <p:nvPr/>
          </p:nvSpPr>
          <p:spPr>
            <a:xfrm>
              <a:off x="3022560" y="3898800"/>
              <a:ext cx="11955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36" name="Freeform 34"/>
            <p:cNvSpPr/>
            <p:nvPr/>
          </p:nvSpPr>
          <p:spPr>
            <a:xfrm>
              <a:off x="4148280" y="3898800"/>
              <a:ext cx="119520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37" name="Freeform 35"/>
            <p:cNvSpPr/>
            <p:nvPr/>
          </p:nvSpPr>
          <p:spPr>
            <a:xfrm>
              <a:off x="5273640" y="3898800"/>
              <a:ext cx="11955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38" name="Freeform 36"/>
            <p:cNvSpPr/>
            <p:nvPr/>
          </p:nvSpPr>
          <p:spPr>
            <a:xfrm>
              <a:off x="6399360" y="3898800"/>
              <a:ext cx="119520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39" name="Rectangle 37"/>
            <p:cNvSpPr/>
            <p:nvPr/>
          </p:nvSpPr>
          <p:spPr>
            <a:xfrm>
              <a:off x="917640" y="411156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40" name="Rectangle 38"/>
            <p:cNvSpPr/>
            <p:nvPr/>
          </p:nvSpPr>
          <p:spPr>
            <a:xfrm>
              <a:off x="2048040" y="411156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41" name="Rectangle 39"/>
            <p:cNvSpPr/>
            <p:nvPr/>
          </p:nvSpPr>
          <p:spPr>
            <a:xfrm>
              <a:off x="3178080" y="4111560"/>
              <a:ext cx="9954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42" name="Rectangle 40"/>
            <p:cNvSpPr/>
            <p:nvPr/>
          </p:nvSpPr>
          <p:spPr>
            <a:xfrm>
              <a:off x="4307040" y="411156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43" name="Rectangle 41"/>
            <p:cNvSpPr/>
            <p:nvPr/>
          </p:nvSpPr>
          <p:spPr>
            <a:xfrm>
              <a:off x="5437080" y="4111560"/>
              <a:ext cx="9972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44" name="Rectangle 42"/>
            <p:cNvSpPr/>
            <p:nvPr/>
          </p:nvSpPr>
          <p:spPr>
            <a:xfrm>
              <a:off x="6567480" y="411156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grpSp>
      <p:grpSp>
        <p:nvGrpSpPr>
          <p:cNvPr id="2445" name="Group 81"/>
          <p:cNvGrpSpPr/>
          <p:nvPr/>
        </p:nvGrpSpPr>
        <p:grpSpPr>
          <a:xfrm>
            <a:off x="771480" y="4584600"/>
            <a:ext cx="7456680" cy="606600"/>
            <a:chOff x="771480" y="4584600"/>
            <a:chExt cx="7456680" cy="606600"/>
          </a:xfrm>
        </p:grpSpPr>
        <p:sp>
          <p:nvSpPr>
            <p:cNvPr id="2446" name="Freeform 44"/>
            <p:cNvSpPr/>
            <p:nvPr/>
          </p:nvSpPr>
          <p:spPr>
            <a:xfrm>
              <a:off x="771480" y="4584600"/>
              <a:ext cx="112572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47" name="Freeform 45"/>
            <p:cNvSpPr/>
            <p:nvPr/>
          </p:nvSpPr>
          <p:spPr>
            <a:xfrm>
              <a:off x="1827360" y="4584600"/>
              <a:ext cx="11253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48" name="Freeform 46"/>
            <p:cNvSpPr/>
            <p:nvPr/>
          </p:nvSpPr>
          <p:spPr>
            <a:xfrm>
              <a:off x="2881440" y="4584600"/>
              <a:ext cx="11253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49" name="Freeform 47"/>
            <p:cNvSpPr/>
            <p:nvPr/>
          </p:nvSpPr>
          <p:spPr>
            <a:xfrm>
              <a:off x="3936960" y="4584600"/>
              <a:ext cx="112572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50" name="Freeform 48"/>
            <p:cNvSpPr/>
            <p:nvPr/>
          </p:nvSpPr>
          <p:spPr>
            <a:xfrm>
              <a:off x="4992840" y="4584600"/>
              <a:ext cx="11253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51" name="Freeform 49"/>
            <p:cNvSpPr/>
            <p:nvPr/>
          </p:nvSpPr>
          <p:spPr>
            <a:xfrm>
              <a:off x="6046920" y="4584600"/>
              <a:ext cx="112536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52" name="Freeform 50"/>
            <p:cNvSpPr/>
            <p:nvPr/>
          </p:nvSpPr>
          <p:spPr>
            <a:xfrm>
              <a:off x="7102440" y="4584600"/>
              <a:ext cx="112572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53" name="Rectangle 51"/>
            <p:cNvSpPr/>
            <p:nvPr/>
          </p:nvSpPr>
          <p:spPr>
            <a:xfrm>
              <a:off x="917640" y="4809960"/>
              <a:ext cx="931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54" name="Rectangle 52"/>
            <p:cNvSpPr/>
            <p:nvPr/>
          </p:nvSpPr>
          <p:spPr>
            <a:xfrm>
              <a:off x="1982880" y="4809960"/>
              <a:ext cx="930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55" name="Rectangle 53"/>
            <p:cNvSpPr/>
            <p:nvPr/>
          </p:nvSpPr>
          <p:spPr>
            <a:xfrm>
              <a:off x="3044880" y="4809960"/>
              <a:ext cx="930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56" name="Rectangle 54"/>
            <p:cNvSpPr/>
            <p:nvPr/>
          </p:nvSpPr>
          <p:spPr>
            <a:xfrm>
              <a:off x="4108320" y="4809960"/>
              <a:ext cx="930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57" name="Rectangle 55"/>
            <p:cNvSpPr/>
            <p:nvPr/>
          </p:nvSpPr>
          <p:spPr>
            <a:xfrm>
              <a:off x="5172120" y="4809960"/>
              <a:ext cx="930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58" name="Rectangle 56"/>
            <p:cNvSpPr/>
            <p:nvPr/>
          </p:nvSpPr>
          <p:spPr>
            <a:xfrm>
              <a:off x="6168960" y="4809960"/>
              <a:ext cx="930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59" name="Rectangle 57"/>
            <p:cNvSpPr/>
            <p:nvPr/>
          </p:nvSpPr>
          <p:spPr>
            <a:xfrm>
              <a:off x="7232760" y="4809960"/>
              <a:ext cx="930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grpSp>
      <p:grpSp>
        <p:nvGrpSpPr>
          <p:cNvPr id="2460" name="Group 82"/>
          <p:cNvGrpSpPr/>
          <p:nvPr/>
        </p:nvGrpSpPr>
        <p:grpSpPr>
          <a:xfrm>
            <a:off x="771480" y="5270400"/>
            <a:ext cx="7386840" cy="606600"/>
            <a:chOff x="771480" y="5270400"/>
            <a:chExt cx="7386840" cy="606600"/>
          </a:xfrm>
        </p:grpSpPr>
        <p:sp>
          <p:nvSpPr>
            <p:cNvPr id="2461" name="Freeform 59"/>
            <p:cNvSpPr/>
            <p:nvPr/>
          </p:nvSpPr>
          <p:spPr>
            <a:xfrm>
              <a:off x="771480" y="5270400"/>
              <a:ext cx="9842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2" name="Freeform 60"/>
            <p:cNvSpPr/>
            <p:nvPr/>
          </p:nvSpPr>
          <p:spPr>
            <a:xfrm>
              <a:off x="1685880" y="5270400"/>
              <a:ext cx="9842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3" name="Freeform 61"/>
            <p:cNvSpPr/>
            <p:nvPr/>
          </p:nvSpPr>
          <p:spPr>
            <a:xfrm>
              <a:off x="2600280" y="5270400"/>
              <a:ext cx="9860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4" name="Freeform 62"/>
            <p:cNvSpPr/>
            <p:nvPr/>
          </p:nvSpPr>
          <p:spPr>
            <a:xfrm>
              <a:off x="3514680" y="5270400"/>
              <a:ext cx="9860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5" name="Freeform 63"/>
            <p:cNvSpPr/>
            <p:nvPr/>
          </p:nvSpPr>
          <p:spPr>
            <a:xfrm>
              <a:off x="4429080" y="5270400"/>
              <a:ext cx="9860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6" name="Freeform 64"/>
            <p:cNvSpPr/>
            <p:nvPr/>
          </p:nvSpPr>
          <p:spPr>
            <a:xfrm>
              <a:off x="5343480" y="5270400"/>
              <a:ext cx="9860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7" name="Freeform 65"/>
            <p:cNvSpPr/>
            <p:nvPr/>
          </p:nvSpPr>
          <p:spPr>
            <a:xfrm>
              <a:off x="6259680" y="5270400"/>
              <a:ext cx="9842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8" name="Freeform 66"/>
            <p:cNvSpPr/>
            <p:nvPr/>
          </p:nvSpPr>
          <p:spPr>
            <a:xfrm>
              <a:off x="7174080" y="5270400"/>
              <a:ext cx="984240" cy="606600"/>
            </a:xfrm>
            <a:prstGeom prst="pie">
              <a:avLst/>
            </a:prstGeom>
            <a:solidFill>
              <a:srgbClr val="ffffff"/>
            </a:solidFill>
            <a:ln w="12600">
              <a:solidFill>
                <a:srgbClr val="003399"/>
              </a:solidFill>
              <a:roun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69" name="Rectangle 67"/>
            <p:cNvSpPr/>
            <p:nvPr/>
          </p:nvSpPr>
          <p:spPr>
            <a:xfrm>
              <a:off x="917640" y="5479920"/>
              <a:ext cx="731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0" name="Rectangle 68"/>
            <p:cNvSpPr/>
            <p:nvPr/>
          </p:nvSpPr>
          <p:spPr>
            <a:xfrm>
              <a:off x="1849320" y="5479920"/>
              <a:ext cx="7304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1" name="Rectangle 69"/>
            <p:cNvSpPr/>
            <p:nvPr/>
          </p:nvSpPr>
          <p:spPr>
            <a:xfrm>
              <a:off x="2779560" y="5479920"/>
              <a:ext cx="7304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2" name="Rectangle 70"/>
            <p:cNvSpPr/>
            <p:nvPr/>
          </p:nvSpPr>
          <p:spPr>
            <a:xfrm>
              <a:off x="3645000" y="5479920"/>
              <a:ext cx="7300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3" name="Rectangle 71"/>
            <p:cNvSpPr/>
            <p:nvPr/>
          </p:nvSpPr>
          <p:spPr>
            <a:xfrm>
              <a:off x="4575240" y="5479920"/>
              <a:ext cx="7300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4" name="Rectangle 72"/>
            <p:cNvSpPr/>
            <p:nvPr/>
          </p:nvSpPr>
          <p:spPr>
            <a:xfrm>
              <a:off x="5505480" y="5479920"/>
              <a:ext cx="731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5" name="Rectangle 73"/>
            <p:cNvSpPr/>
            <p:nvPr/>
          </p:nvSpPr>
          <p:spPr>
            <a:xfrm>
              <a:off x="6435720" y="5479920"/>
              <a:ext cx="731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76" name="Rectangle 74"/>
            <p:cNvSpPr/>
            <p:nvPr/>
          </p:nvSpPr>
          <p:spPr>
            <a:xfrm>
              <a:off x="7299360" y="5479920"/>
              <a:ext cx="731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47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08A14E-B0FF-4D2C-A739-878DFEBF039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47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Chevrons - Touching</a:t>
            </a:r>
            <a:endParaRPr b="1" lang="en-US" sz="1600" spc="-1" strike="noStrike">
              <a:solidFill>
                <a:srgbClr val="000000"/>
              </a:solidFill>
              <a:latin typeface="Arial"/>
            </a:endParaRPr>
          </a:p>
        </p:txBody>
      </p:sp>
      <p:sp>
        <p:nvSpPr>
          <p:cNvPr id="2480" name="Rectangle 6"/>
          <p:cNvSpPr/>
          <p:nvPr/>
        </p:nvSpPr>
        <p:spPr>
          <a:xfrm>
            <a:off x="6432480" y="341964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81" name="AutoShape 7"/>
          <p:cNvSpPr/>
          <p:nvPr/>
        </p:nvSpPr>
        <p:spPr>
          <a:xfrm>
            <a:off x="782640" y="2494080"/>
            <a:ext cx="7442280" cy="574560"/>
          </a:xfrm>
          <a:custGeom>
            <a:avLst/>
            <a:gdLst>
              <a:gd name="textAreaLeft" fmla="*/ 0 w 7442280"/>
              <a:gd name="textAreaRight" fmla="*/ 7442640 w 7442280"/>
              <a:gd name="textAreaTop" fmla="*/ 0 h 574560"/>
              <a:gd name="textAreaBottom" fmla="*/ 574920 h 574560"/>
            </a:gdLst>
            <a:ahLst/>
            <a:rect l="textAreaLeft" t="textAreaTop" r="textAreaRight" b="textAreaBottom"/>
            <a:pathLst>
              <a:path w="21600" h="21600">
                <a:moveTo>
                  <a:pt x="0" y="0"/>
                </a:moveTo>
                <a:lnTo>
                  <a:pt x="21217" y="0"/>
                </a:lnTo>
                <a:lnTo>
                  <a:pt x="21600" y="10800"/>
                </a:lnTo>
                <a:lnTo>
                  <a:pt x="21217" y="21600"/>
                </a:lnTo>
                <a:lnTo>
                  <a:pt x="0" y="21600"/>
                </a:lnTo>
                <a:lnTo>
                  <a:pt x="383" y="10800"/>
                </a:lnTo>
                <a:close/>
              </a:path>
            </a:pathLst>
          </a:custGeom>
          <a:solidFill>
            <a:srgbClr val="ffffff"/>
          </a:solidFill>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82" name="Rectangle 8"/>
          <p:cNvSpPr/>
          <p:nvPr/>
        </p:nvSpPr>
        <p:spPr>
          <a:xfrm>
            <a:off x="928800" y="268596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83" name="Rectangle 9"/>
          <p:cNvSpPr/>
          <p:nvPr/>
        </p:nvSpPr>
        <p:spPr>
          <a:xfrm>
            <a:off x="2776680" y="269892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84" name="Rectangle 10"/>
          <p:cNvSpPr/>
          <p:nvPr/>
        </p:nvSpPr>
        <p:spPr>
          <a:xfrm>
            <a:off x="4572000" y="269892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85" name="Rectangle 11"/>
          <p:cNvSpPr/>
          <p:nvPr/>
        </p:nvSpPr>
        <p:spPr>
          <a:xfrm>
            <a:off x="6432480" y="2698920"/>
            <a:ext cx="16621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86" name="Freeform 12"/>
          <p:cNvSpPr/>
          <p:nvPr/>
        </p:nvSpPr>
        <p:spPr>
          <a:xfrm>
            <a:off x="2511360" y="2494080"/>
            <a:ext cx="13356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87" name="Freeform 13"/>
          <p:cNvSpPr/>
          <p:nvPr/>
        </p:nvSpPr>
        <p:spPr>
          <a:xfrm>
            <a:off x="4371840" y="2495520"/>
            <a:ext cx="13356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88" name="Freeform 14"/>
          <p:cNvSpPr/>
          <p:nvPr/>
        </p:nvSpPr>
        <p:spPr>
          <a:xfrm>
            <a:off x="6230880" y="249696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89" name="AutoShape 15"/>
          <p:cNvSpPr/>
          <p:nvPr/>
        </p:nvSpPr>
        <p:spPr>
          <a:xfrm>
            <a:off x="784080" y="1774800"/>
            <a:ext cx="7442280" cy="574560"/>
          </a:xfrm>
          <a:custGeom>
            <a:avLst/>
            <a:gdLst>
              <a:gd name="textAreaLeft" fmla="*/ 0 w 7442280"/>
              <a:gd name="textAreaRight" fmla="*/ 7442640 w 7442280"/>
              <a:gd name="textAreaTop" fmla="*/ 0 h 574560"/>
              <a:gd name="textAreaBottom" fmla="*/ 574920 h 574560"/>
            </a:gdLst>
            <a:ahLst/>
            <a:rect l="textAreaLeft" t="textAreaTop" r="textAreaRight" b="textAreaBottom"/>
            <a:pathLst>
              <a:path w="21600" h="21600">
                <a:moveTo>
                  <a:pt x="0" y="0"/>
                </a:moveTo>
                <a:lnTo>
                  <a:pt x="21217" y="0"/>
                </a:lnTo>
                <a:lnTo>
                  <a:pt x="21600" y="10800"/>
                </a:lnTo>
                <a:lnTo>
                  <a:pt x="21217" y="21600"/>
                </a:lnTo>
                <a:lnTo>
                  <a:pt x="0" y="21600"/>
                </a:lnTo>
                <a:lnTo>
                  <a:pt x="383" y="10800"/>
                </a:lnTo>
                <a:close/>
              </a:path>
            </a:pathLst>
          </a:custGeom>
          <a:solidFill>
            <a:srgbClr val="ffffff"/>
          </a:solidFill>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90" name="Freeform 16"/>
          <p:cNvSpPr/>
          <p:nvPr/>
        </p:nvSpPr>
        <p:spPr>
          <a:xfrm>
            <a:off x="3174840" y="1774800"/>
            <a:ext cx="13356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91" name="Freeform 17"/>
          <p:cNvSpPr/>
          <p:nvPr/>
        </p:nvSpPr>
        <p:spPr>
          <a:xfrm>
            <a:off x="5634000" y="1774800"/>
            <a:ext cx="13356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92" name="AutoShape 21"/>
          <p:cNvSpPr/>
          <p:nvPr/>
        </p:nvSpPr>
        <p:spPr>
          <a:xfrm>
            <a:off x="782640" y="3213000"/>
            <a:ext cx="6980400" cy="574920"/>
          </a:xfrm>
          <a:custGeom>
            <a:avLst/>
            <a:gdLst>
              <a:gd name="textAreaLeft" fmla="*/ 0 w 6980400"/>
              <a:gd name="textAreaRight" fmla="*/ 6980760 w 6980400"/>
              <a:gd name="textAreaTop" fmla="*/ 0 h 574920"/>
              <a:gd name="textAreaBottom" fmla="*/ 575280 h 574920"/>
            </a:gdLst>
            <a:ahLst/>
            <a:rect l="textAreaLeft" t="textAreaTop" r="textAreaRight" b="textAreaBottom"/>
            <a:pathLst>
              <a:path w="21600" h="21600">
                <a:moveTo>
                  <a:pt x="0" y="0"/>
                </a:moveTo>
                <a:lnTo>
                  <a:pt x="21217" y="0"/>
                </a:lnTo>
                <a:lnTo>
                  <a:pt x="21600" y="10800"/>
                </a:lnTo>
                <a:lnTo>
                  <a:pt x="21217" y="21600"/>
                </a:lnTo>
                <a:lnTo>
                  <a:pt x="0" y="21600"/>
                </a:lnTo>
                <a:lnTo>
                  <a:pt x="383" y="10800"/>
                </a:lnTo>
                <a:close/>
              </a:path>
            </a:pathLst>
          </a:custGeom>
          <a:solidFill>
            <a:srgbClr val="ffffff"/>
          </a:solidFill>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93" name="Rectangle 22"/>
          <p:cNvSpPr/>
          <p:nvPr/>
        </p:nvSpPr>
        <p:spPr>
          <a:xfrm>
            <a:off x="915840" y="3419640"/>
            <a:ext cx="12639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94" name="Rectangle 23"/>
          <p:cNvSpPr/>
          <p:nvPr/>
        </p:nvSpPr>
        <p:spPr>
          <a:xfrm>
            <a:off x="2244600" y="341964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95" name="Rectangle 24"/>
          <p:cNvSpPr/>
          <p:nvPr/>
        </p:nvSpPr>
        <p:spPr>
          <a:xfrm>
            <a:off x="3641760" y="341964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96" name="Rectangle 25"/>
          <p:cNvSpPr/>
          <p:nvPr/>
        </p:nvSpPr>
        <p:spPr>
          <a:xfrm>
            <a:off x="5037120" y="3419640"/>
            <a:ext cx="12621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497" name="Freeform 26"/>
          <p:cNvSpPr/>
          <p:nvPr/>
        </p:nvSpPr>
        <p:spPr>
          <a:xfrm>
            <a:off x="2111400" y="321480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98" name="Freeform 27"/>
          <p:cNvSpPr/>
          <p:nvPr/>
        </p:nvSpPr>
        <p:spPr>
          <a:xfrm>
            <a:off x="3508200" y="321300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499" name="Freeform 28"/>
          <p:cNvSpPr/>
          <p:nvPr/>
        </p:nvSpPr>
        <p:spPr>
          <a:xfrm>
            <a:off x="4905360" y="321156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00" name="Freeform 29"/>
          <p:cNvSpPr/>
          <p:nvPr/>
        </p:nvSpPr>
        <p:spPr>
          <a:xfrm>
            <a:off x="6300720" y="320976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01" name="AutoShape 30"/>
          <p:cNvSpPr/>
          <p:nvPr/>
        </p:nvSpPr>
        <p:spPr>
          <a:xfrm>
            <a:off x="782640" y="3935520"/>
            <a:ext cx="6780240" cy="574560"/>
          </a:xfrm>
          <a:custGeom>
            <a:avLst/>
            <a:gdLst>
              <a:gd name="textAreaLeft" fmla="*/ 0 w 6780240"/>
              <a:gd name="textAreaRight" fmla="*/ 6780600 w 6780240"/>
              <a:gd name="textAreaTop" fmla="*/ 0 h 574560"/>
              <a:gd name="textAreaBottom" fmla="*/ 574920 h 574560"/>
            </a:gdLst>
            <a:ahLst/>
            <a:rect l="textAreaLeft" t="textAreaTop" r="textAreaRight" b="textAreaBottom"/>
            <a:pathLst>
              <a:path w="21600" h="21600">
                <a:moveTo>
                  <a:pt x="0" y="0"/>
                </a:moveTo>
                <a:lnTo>
                  <a:pt x="21217" y="0"/>
                </a:lnTo>
                <a:lnTo>
                  <a:pt x="21600" y="10800"/>
                </a:lnTo>
                <a:lnTo>
                  <a:pt x="21217" y="21600"/>
                </a:lnTo>
                <a:lnTo>
                  <a:pt x="0" y="21600"/>
                </a:lnTo>
                <a:lnTo>
                  <a:pt x="383" y="10800"/>
                </a:lnTo>
                <a:close/>
              </a:path>
            </a:pathLst>
          </a:custGeom>
          <a:solidFill>
            <a:srgbClr val="ffffff"/>
          </a:solidFill>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02" name="Rectangle 31"/>
          <p:cNvSpPr/>
          <p:nvPr/>
        </p:nvSpPr>
        <p:spPr>
          <a:xfrm>
            <a:off x="915840" y="4138560"/>
            <a:ext cx="9972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03" name="Rectangle 32"/>
          <p:cNvSpPr/>
          <p:nvPr/>
        </p:nvSpPr>
        <p:spPr>
          <a:xfrm>
            <a:off x="2046240" y="4138560"/>
            <a:ext cx="9954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04" name="Rectangle 33"/>
          <p:cNvSpPr/>
          <p:nvPr/>
        </p:nvSpPr>
        <p:spPr>
          <a:xfrm>
            <a:off x="3174840" y="4138560"/>
            <a:ext cx="9972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05" name="Rectangle 34"/>
          <p:cNvSpPr/>
          <p:nvPr/>
        </p:nvSpPr>
        <p:spPr>
          <a:xfrm>
            <a:off x="4305240" y="413856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06" name="Rectangle 35"/>
          <p:cNvSpPr/>
          <p:nvPr/>
        </p:nvSpPr>
        <p:spPr>
          <a:xfrm>
            <a:off x="5435640" y="4138560"/>
            <a:ext cx="9954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07" name="Rectangle 36"/>
          <p:cNvSpPr/>
          <p:nvPr/>
        </p:nvSpPr>
        <p:spPr>
          <a:xfrm>
            <a:off x="6564240" y="4138560"/>
            <a:ext cx="9972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08" name="Freeform 37"/>
          <p:cNvSpPr/>
          <p:nvPr/>
        </p:nvSpPr>
        <p:spPr>
          <a:xfrm>
            <a:off x="1846440" y="393552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09" name="Freeform 38"/>
          <p:cNvSpPr/>
          <p:nvPr/>
        </p:nvSpPr>
        <p:spPr>
          <a:xfrm>
            <a:off x="2976480" y="393372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10" name="Freeform 39"/>
          <p:cNvSpPr/>
          <p:nvPr/>
        </p:nvSpPr>
        <p:spPr>
          <a:xfrm>
            <a:off x="4105440" y="393228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11" name="Freeform 40"/>
          <p:cNvSpPr/>
          <p:nvPr/>
        </p:nvSpPr>
        <p:spPr>
          <a:xfrm>
            <a:off x="5235480" y="393048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12" name="Freeform 41"/>
          <p:cNvSpPr/>
          <p:nvPr/>
        </p:nvSpPr>
        <p:spPr>
          <a:xfrm>
            <a:off x="6365880" y="392904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13" name="AutoShape 42"/>
          <p:cNvSpPr/>
          <p:nvPr/>
        </p:nvSpPr>
        <p:spPr>
          <a:xfrm>
            <a:off x="782640" y="4654440"/>
            <a:ext cx="7443720" cy="574920"/>
          </a:xfrm>
          <a:custGeom>
            <a:avLst/>
            <a:gdLst>
              <a:gd name="textAreaLeft" fmla="*/ 0 w 7443720"/>
              <a:gd name="textAreaRight" fmla="*/ 7444080 w 7443720"/>
              <a:gd name="textAreaTop" fmla="*/ 0 h 574920"/>
              <a:gd name="textAreaBottom" fmla="*/ 575280 h 574920"/>
            </a:gdLst>
            <a:ahLst/>
            <a:rect l="textAreaLeft" t="textAreaTop" r="textAreaRight" b="textAreaBottom"/>
            <a:pathLst>
              <a:path w="21600" h="21600">
                <a:moveTo>
                  <a:pt x="0" y="0"/>
                </a:moveTo>
                <a:lnTo>
                  <a:pt x="21217" y="0"/>
                </a:lnTo>
                <a:lnTo>
                  <a:pt x="21600" y="10800"/>
                </a:lnTo>
                <a:lnTo>
                  <a:pt x="21217" y="21600"/>
                </a:lnTo>
                <a:lnTo>
                  <a:pt x="0" y="21600"/>
                </a:lnTo>
                <a:lnTo>
                  <a:pt x="383" y="10800"/>
                </a:lnTo>
                <a:close/>
              </a:path>
            </a:pathLst>
          </a:custGeom>
          <a:solidFill>
            <a:srgbClr val="ffffff"/>
          </a:solidFill>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14" name="Rectangle 43"/>
          <p:cNvSpPr/>
          <p:nvPr/>
        </p:nvSpPr>
        <p:spPr>
          <a:xfrm>
            <a:off x="915840" y="4859280"/>
            <a:ext cx="93060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15" name="Rectangle 44"/>
          <p:cNvSpPr/>
          <p:nvPr/>
        </p:nvSpPr>
        <p:spPr>
          <a:xfrm>
            <a:off x="1979640" y="4859280"/>
            <a:ext cx="93024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16" name="Rectangle 45"/>
          <p:cNvSpPr/>
          <p:nvPr/>
        </p:nvSpPr>
        <p:spPr>
          <a:xfrm>
            <a:off x="3041640" y="4859280"/>
            <a:ext cx="93024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17" name="Rectangle 46"/>
          <p:cNvSpPr/>
          <p:nvPr/>
        </p:nvSpPr>
        <p:spPr>
          <a:xfrm>
            <a:off x="4105440" y="4859280"/>
            <a:ext cx="9316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18" name="Rectangle 47"/>
          <p:cNvSpPr/>
          <p:nvPr/>
        </p:nvSpPr>
        <p:spPr>
          <a:xfrm>
            <a:off x="5170320" y="4859280"/>
            <a:ext cx="93060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19" name="Rectangle 48"/>
          <p:cNvSpPr/>
          <p:nvPr/>
        </p:nvSpPr>
        <p:spPr>
          <a:xfrm>
            <a:off x="6165720" y="4859280"/>
            <a:ext cx="93024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20" name="Rectangle 49"/>
          <p:cNvSpPr/>
          <p:nvPr/>
        </p:nvSpPr>
        <p:spPr>
          <a:xfrm>
            <a:off x="7229520" y="4859280"/>
            <a:ext cx="9316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21" name="Freeform 50"/>
          <p:cNvSpPr/>
          <p:nvPr/>
        </p:nvSpPr>
        <p:spPr>
          <a:xfrm>
            <a:off x="1779480" y="465444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2" name="Freeform 51"/>
          <p:cNvSpPr/>
          <p:nvPr/>
        </p:nvSpPr>
        <p:spPr>
          <a:xfrm>
            <a:off x="2843280" y="465300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3" name="Freeform 52"/>
          <p:cNvSpPr/>
          <p:nvPr/>
        </p:nvSpPr>
        <p:spPr>
          <a:xfrm>
            <a:off x="3906720" y="465120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4" name="Freeform 53"/>
          <p:cNvSpPr/>
          <p:nvPr/>
        </p:nvSpPr>
        <p:spPr>
          <a:xfrm>
            <a:off x="4970520" y="4649760"/>
            <a:ext cx="13320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5" name="Freeform 54"/>
          <p:cNvSpPr/>
          <p:nvPr/>
        </p:nvSpPr>
        <p:spPr>
          <a:xfrm>
            <a:off x="6033960" y="4648320"/>
            <a:ext cx="133560" cy="57456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6" name="Freeform 55"/>
          <p:cNvSpPr/>
          <p:nvPr/>
        </p:nvSpPr>
        <p:spPr>
          <a:xfrm>
            <a:off x="7097760" y="4646520"/>
            <a:ext cx="13320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7" name="AutoShape 56"/>
          <p:cNvSpPr/>
          <p:nvPr/>
        </p:nvSpPr>
        <p:spPr>
          <a:xfrm>
            <a:off x="782640" y="5375160"/>
            <a:ext cx="7512120" cy="574920"/>
          </a:xfrm>
          <a:custGeom>
            <a:avLst/>
            <a:gdLst>
              <a:gd name="textAreaLeft" fmla="*/ 0 w 7512120"/>
              <a:gd name="textAreaRight" fmla="*/ 7512480 w 7512120"/>
              <a:gd name="textAreaTop" fmla="*/ 0 h 574920"/>
              <a:gd name="textAreaBottom" fmla="*/ 575280 h 574920"/>
            </a:gdLst>
            <a:ahLst/>
            <a:rect l="textAreaLeft" t="textAreaTop" r="textAreaRight" b="textAreaBottom"/>
            <a:pathLst>
              <a:path w="21600" h="21600">
                <a:moveTo>
                  <a:pt x="0" y="0"/>
                </a:moveTo>
                <a:lnTo>
                  <a:pt x="21217" y="0"/>
                </a:lnTo>
                <a:lnTo>
                  <a:pt x="21600" y="10800"/>
                </a:lnTo>
                <a:lnTo>
                  <a:pt x="21217" y="21600"/>
                </a:lnTo>
                <a:lnTo>
                  <a:pt x="0" y="21600"/>
                </a:lnTo>
                <a:lnTo>
                  <a:pt x="383" y="10800"/>
                </a:lnTo>
                <a:close/>
              </a:path>
            </a:pathLst>
          </a:custGeom>
          <a:solidFill>
            <a:srgbClr val="ffffff"/>
          </a:solidFill>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28" name="Rectangle 57"/>
          <p:cNvSpPr/>
          <p:nvPr/>
        </p:nvSpPr>
        <p:spPr>
          <a:xfrm>
            <a:off x="915840" y="5578560"/>
            <a:ext cx="7318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29" name="Rectangle 58"/>
          <p:cNvSpPr/>
          <p:nvPr/>
        </p:nvSpPr>
        <p:spPr>
          <a:xfrm>
            <a:off x="1846440" y="5578560"/>
            <a:ext cx="73152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0" name="Rectangle 59"/>
          <p:cNvSpPr/>
          <p:nvPr/>
        </p:nvSpPr>
        <p:spPr>
          <a:xfrm>
            <a:off x="2776680" y="5578560"/>
            <a:ext cx="73152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1" name="Rectangle 60"/>
          <p:cNvSpPr/>
          <p:nvPr/>
        </p:nvSpPr>
        <p:spPr>
          <a:xfrm>
            <a:off x="3641760" y="5578560"/>
            <a:ext cx="7300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2" name="Rectangle 61"/>
          <p:cNvSpPr/>
          <p:nvPr/>
        </p:nvSpPr>
        <p:spPr>
          <a:xfrm>
            <a:off x="4572000" y="5578560"/>
            <a:ext cx="7318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3" name="Rectangle 62"/>
          <p:cNvSpPr/>
          <p:nvPr/>
        </p:nvSpPr>
        <p:spPr>
          <a:xfrm>
            <a:off x="5502240" y="5578560"/>
            <a:ext cx="7318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4" name="Rectangle 63"/>
          <p:cNvSpPr/>
          <p:nvPr/>
        </p:nvSpPr>
        <p:spPr>
          <a:xfrm>
            <a:off x="6432480" y="5578560"/>
            <a:ext cx="7318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5" name="Rectangle 64"/>
          <p:cNvSpPr/>
          <p:nvPr/>
        </p:nvSpPr>
        <p:spPr>
          <a:xfrm>
            <a:off x="7296120" y="5578560"/>
            <a:ext cx="731880" cy="145440"/>
          </a:xfrm>
          <a:prstGeom prst="rect">
            <a:avLst/>
          </a:prstGeom>
          <a:solidFill>
            <a:srgbClr val="ffffff"/>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36" name="Freeform 65"/>
          <p:cNvSpPr/>
          <p:nvPr/>
        </p:nvSpPr>
        <p:spPr>
          <a:xfrm>
            <a:off x="1647720" y="537516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37" name="Freeform 66"/>
          <p:cNvSpPr/>
          <p:nvPr/>
        </p:nvSpPr>
        <p:spPr>
          <a:xfrm>
            <a:off x="2577960" y="537516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38" name="Freeform 67"/>
          <p:cNvSpPr/>
          <p:nvPr/>
        </p:nvSpPr>
        <p:spPr>
          <a:xfrm>
            <a:off x="3508200" y="5375160"/>
            <a:ext cx="13356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39" name="Freeform 68"/>
          <p:cNvSpPr/>
          <p:nvPr/>
        </p:nvSpPr>
        <p:spPr>
          <a:xfrm>
            <a:off x="4438800" y="5375160"/>
            <a:ext cx="13320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40" name="Freeform 69"/>
          <p:cNvSpPr/>
          <p:nvPr/>
        </p:nvSpPr>
        <p:spPr>
          <a:xfrm>
            <a:off x="5369040" y="5375160"/>
            <a:ext cx="13320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41" name="Freeform 70"/>
          <p:cNvSpPr/>
          <p:nvPr/>
        </p:nvSpPr>
        <p:spPr>
          <a:xfrm>
            <a:off x="6299280" y="5375160"/>
            <a:ext cx="13320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42" name="Freeform 71"/>
          <p:cNvSpPr/>
          <p:nvPr/>
        </p:nvSpPr>
        <p:spPr>
          <a:xfrm>
            <a:off x="7229520" y="5375160"/>
            <a:ext cx="133200" cy="574920"/>
          </a:xfrm>
          <a:prstGeom prst="pie">
            <a:avLst/>
          </a:prstGeom>
          <a:solidFill>
            <a:srgbClr val="ffffff"/>
          </a:solidFill>
          <a:ln w="1908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43" name="Rectangle 72"/>
          <p:cNvSpPr/>
          <p:nvPr/>
        </p:nvSpPr>
        <p:spPr>
          <a:xfrm>
            <a:off x="6432480" y="3419640"/>
            <a:ext cx="12636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44" name="Rectangle 88"/>
          <p:cNvSpPr/>
          <p:nvPr/>
        </p:nvSpPr>
        <p:spPr>
          <a:xfrm>
            <a:off x="5834160" y="1981080"/>
            <a:ext cx="22590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45" name="Rectangle 89"/>
          <p:cNvSpPr/>
          <p:nvPr/>
        </p:nvSpPr>
        <p:spPr>
          <a:xfrm>
            <a:off x="915840" y="1981080"/>
            <a:ext cx="22590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2546" name="Rectangle 90"/>
          <p:cNvSpPr/>
          <p:nvPr/>
        </p:nvSpPr>
        <p:spPr>
          <a:xfrm>
            <a:off x="3375000" y="1981080"/>
            <a:ext cx="22590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54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19C91B3-6786-4954-B495-49F2FFBC5FB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54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Circles - Small </a:t>
            </a:r>
            <a:r>
              <a:rPr b="1" lang="de-DE" sz="1600" spc="-1" strike="noStrike">
                <a:solidFill>
                  <a:srgbClr val="000000"/>
                </a:solidFill>
                <a:latin typeface="Arial"/>
                <a:ea typeface="ＭＳ Ｐゴシック"/>
              </a:rPr>
              <a:t>a</a:t>
            </a:r>
            <a:r>
              <a:rPr b="1" lang="de-DE" sz="1600" spc="-1" strike="noStrike">
                <a:solidFill>
                  <a:srgbClr val="000000"/>
                </a:solidFill>
                <a:latin typeface="Arial"/>
              </a:rPr>
              <a:t>rrows</a:t>
            </a:r>
            <a:endParaRPr b="1" lang="en-US" sz="1600" spc="-1" strike="noStrike">
              <a:solidFill>
                <a:srgbClr val="000000"/>
              </a:solidFill>
              <a:latin typeface="Arial"/>
            </a:endParaRPr>
          </a:p>
        </p:txBody>
      </p:sp>
      <p:grpSp>
        <p:nvGrpSpPr>
          <p:cNvPr id="2550" name="Group 25"/>
          <p:cNvGrpSpPr/>
          <p:nvPr/>
        </p:nvGrpSpPr>
        <p:grpSpPr>
          <a:xfrm>
            <a:off x="606600" y="1773360"/>
            <a:ext cx="3809520" cy="3810960"/>
            <a:chOff x="606600" y="1773360"/>
            <a:chExt cx="3809520" cy="3810960"/>
          </a:xfrm>
        </p:grpSpPr>
        <p:sp>
          <p:nvSpPr>
            <p:cNvPr id="2551" name="Arc 3"/>
            <p:cNvSpPr/>
            <p:nvPr/>
          </p:nvSpPr>
          <p:spPr>
            <a:xfrm>
              <a:off x="1530360" y="1773360"/>
              <a:ext cx="982080" cy="190476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2" name="Arc 4"/>
            <p:cNvSpPr/>
            <p:nvPr/>
          </p:nvSpPr>
          <p:spPr>
            <a:xfrm>
              <a:off x="2511360" y="1773360"/>
              <a:ext cx="979200" cy="190476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3" name="Arc 5"/>
            <p:cNvSpPr/>
            <p:nvPr/>
          </p:nvSpPr>
          <p:spPr>
            <a:xfrm>
              <a:off x="2511360" y="2232360"/>
              <a:ext cx="1752120" cy="144540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4" name="Arc 6"/>
            <p:cNvSpPr/>
            <p:nvPr/>
          </p:nvSpPr>
          <p:spPr>
            <a:xfrm>
              <a:off x="2511360" y="3247200"/>
              <a:ext cx="1904760" cy="82872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5" name="Arc 7"/>
            <p:cNvSpPr/>
            <p:nvPr/>
          </p:nvSpPr>
          <p:spPr>
            <a:xfrm>
              <a:off x="2511360" y="3676680"/>
              <a:ext cx="1752120" cy="142308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6" name="Arc 8"/>
            <p:cNvSpPr/>
            <p:nvPr/>
          </p:nvSpPr>
          <p:spPr>
            <a:xfrm>
              <a:off x="2511360" y="3676680"/>
              <a:ext cx="979200" cy="190764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7" name="Arc 9"/>
            <p:cNvSpPr/>
            <p:nvPr/>
          </p:nvSpPr>
          <p:spPr>
            <a:xfrm>
              <a:off x="1530360" y="3676680"/>
              <a:ext cx="982080" cy="190476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8" name="Arc 10"/>
            <p:cNvSpPr/>
            <p:nvPr/>
          </p:nvSpPr>
          <p:spPr>
            <a:xfrm>
              <a:off x="758880" y="3676680"/>
              <a:ext cx="1753560" cy="144360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59" name="Arc 11"/>
            <p:cNvSpPr/>
            <p:nvPr/>
          </p:nvSpPr>
          <p:spPr>
            <a:xfrm>
              <a:off x="606600" y="3247200"/>
              <a:ext cx="1906200" cy="82872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0" name="Arc 12"/>
            <p:cNvSpPr/>
            <p:nvPr/>
          </p:nvSpPr>
          <p:spPr>
            <a:xfrm>
              <a:off x="760320" y="2232360"/>
              <a:ext cx="1752120" cy="1445400"/>
            </a:xfrm>
            <a:prstGeom prst="pie">
              <a:avLst/>
            </a:prstGeom>
            <a:noFill/>
            <a:ln cap="rnd" w="57240">
              <a:solidFill>
                <a:srgbClr val="003399"/>
              </a:solidFill>
              <a:round/>
              <a:tailEnd len="sm"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2561" name="Group 26"/>
          <p:cNvGrpSpPr/>
          <p:nvPr/>
        </p:nvGrpSpPr>
        <p:grpSpPr>
          <a:xfrm>
            <a:off x="4807080" y="1774800"/>
            <a:ext cx="3810960" cy="3811680"/>
            <a:chOff x="4807080" y="1774800"/>
            <a:chExt cx="3810960" cy="3811680"/>
          </a:xfrm>
        </p:grpSpPr>
        <p:sp>
          <p:nvSpPr>
            <p:cNvPr id="2562" name="Arc 13"/>
            <p:cNvSpPr/>
            <p:nvPr/>
          </p:nvSpPr>
          <p:spPr>
            <a:xfrm>
              <a:off x="5730840" y="1774800"/>
              <a:ext cx="982440" cy="190512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3" name="Arc 14"/>
            <p:cNvSpPr/>
            <p:nvPr/>
          </p:nvSpPr>
          <p:spPr>
            <a:xfrm>
              <a:off x="6710400" y="1774800"/>
              <a:ext cx="983880" cy="190512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4" name="Arc 15"/>
            <p:cNvSpPr/>
            <p:nvPr/>
          </p:nvSpPr>
          <p:spPr>
            <a:xfrm>
              <a:off x="6710400" y="2233440"/>
              <a:ext cx="1755360" cy="144648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5" name="Arc 16"/>
            <p:cNvSpPr/>
            <p:nvPr/>
          </p:nvSpPr>
          <p:spPr>
            <a:xfrm>
              <a:off x="6710400" y="3247920"/>
              <a:ext cx="1907640" cy="83052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6" name="Arc 17"/>
            <p:cNvSpPr/>
            <p:nvPr/>
          </p:nvSpPr>
          <p:spPr>
            <a:xfrm>
              <a:off x="6710400" y="3678120"/>
              <a:ext cx="1755360" cy="142236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7" name="Arc 18"/>
            <p:cNvSpPr/>
            <p:nvPr/>
          </p:nvSpPr>
          <p:spPr>
            <a:xfrm>
              <a:off x="6710400" y="3678120"/>
              <a:ext cx="983880" cy="190836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8" name="Arc 19"/>
            <p:cNvSpPr/>
            <p:nvPr/>
          </p:nvSpPr>
          <p:spPr>
            <a:xfrm>
              <a:off x="5730840" y="3678120"/>
              <a:ext cx="982440" cy="190512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69" name="Arc 20"/>
            <p:cNvSpPr/>
            <p:nvPr/>
          </p:nvSpPr>
          <p:spPr>
            <a:xfrm>
              <a:off x="4957560" y="3678120"/>
              <a:ext cx="1755720" cy="144468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70" name="Arc 21"/>
            <p:cNvSpPr/>
            <p:nvPr/>
          </p:nvSpPr>
          <p:spPr>
            <a:xfrm>
              <a:off x="4807080" y="3247920"/>
              <a:ext cx="1906560" cy="83052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71" name="Arc 22"/>
            <p:cNvSpPr/>
            <p:nvPr/>
          </p:nvSpPr>
          <p:spPr>
            <a:xfrm>
              <a:off x="4959360" y="2233440"/>
              <a:ext cx="1753920" cy="144648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572" name="Rectangle 23"/>
          <p:cNvSpPr/>
          <p:nvPr/>
        </p:nvSpPr>
        <p:spPr>
          <a:xfrm>
            <a:off x="6238800" y="260280"/>
            <a:ext cx="258768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黄色いマークを使用して円のカーブや大きさの調整をしてください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57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494253C-BF55-4464-A50C-90EAAFCCCD7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57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Circles - Overlapping arrows</a:t>
            </a:r>
            <a:endParaRPr b="1" lang="en-US" sz="1600" spc="-1" strike="noStrike">
              <a:solidFill>
                <a:srgbClr val="000000"/>
              </a:solidFill>
              <a:latin typeface="Arial"/>
            </a:endParaRPr>
          </a:p>
        </p:txBody>
      </p:sp>
      <p:grpSp>
        <p:nvGrpSpPr>
          <p:cNvPr id="2576" name="Group 20"/>
          <p:cNvGrpSpPr/>
          <p:nvPr/>
        </p:nvGrpSpPr>
        <p:grpSpPr>
          <a:xfrm>
            <a:off x="-78120" y="1893960"/>
            <a:ext cx="4607280" cy="4394520"/>
            <a:chOff x="-78120" y="1893960"/>
            <a:chExt cx="4607280" cy="4394520"/>
          </a:xfrm>
        </p:grpSpPr>
        <p:sp>
          <p:nvSpPr>
            <p:cNvPr id="2577" name="Freeform 5"/>
            <p:cNvSpPr/>
            <p:nvPr/>
          </p:nvSpPr>
          <p:spPr>
            <a:xfrm rot="13029000">
              <a:off x="1491840" y="2615760"/>
              <a:ext cx="2885400" cy="1471680"/>
            </a:xfrm>
            <a:prstGeom prst="pie">
              <a:avLst/>
            </a:prstGeom>
            <a:solidFill>
              <a:srgbClr val="ffffff"/>
            </a:solidFill>
            <a:ln w="648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78" name="Freeform 3"/>
            <p:cNvSpPr/>
            <p:nvPr/>
          </p:nvSpPr>
          <p:spPr>
            <a:xfrm rot="13029000">
              <a:off x="563400" y="2185560"/>
              <a:ext cx="1606320" cy="2665440"/>
            </a:xfrm>
            <a:prstGeom prst="pie">
              <a:avLst/>
            </a:prstGeom>
            <a:solidFill>
              <a:srgbClr val="8099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79" name="Text Box 6"/>
            <p:cNvSpPr/>
            <p:nvPr/>
          </p:nvSpPr>
          <p:spPr>
            <a:xfrm rot="18240600">
              <a:off x="1126080" y="3195000"/>
              <a:ext cx="23400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80" name="Freeform 7"/>
            <p:cNvSpPr/>
            <p:nvPr/>
          </p:nvSpPr>
          <p:spPr>
            <a:xfrm rot="13029000">
              <a:off x="1272240" y="3574800"/>
              <a:ext cx="1985760" cy="2352600"/>
            </a:xfrm>
            <a:prstGeom prst="pi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81" name="Text Box 8"/>
            <p:cNvSpPr/>
            <p:nvPr/>
          </p:nvSpPr>
          <p:spPr>
            <a:xfrm rot="3349800">
              <a:off x="3070800" y="3222360"/>
              <a:ext cx="19440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82" name="Text Box 9"/>
            <p:cNvSpPr/>
            <p:nvPr/>
          </p:nvSpPr>
          <p:spPr>
            <a:xfrm>
              <a:off x="2172240" y="4915080"/>
              <a:ext cx="23400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a:t>
              </a:r>
              <a:endParaRPr b="1" lang="en-US" sz="1100" spc="-1" strike="noStrike">
                <a:solidFill>
                  <a:srgbClr val="000000"/>
                </a:solidFill>
                <a:latin typeface="Arial"/>
              </a:endParaRPr>
            </a:p>
          </p:txBody>
        </p:sp>
      </p:grpSp>
      <p:grpSp>
        <p:nvGrpSpPr>
          <p:cNvPr id="2583" name="Group 10"/>
          <p:cNvGrpSpPr/>
          <p:nvPr/>
        </p:nvGrpSpPr>
        <p:grpSpPr>
          <a:xfrm>
            <a:off x="4520160" y="1895760"/>
            <a:ext cx="4610520" cy="4409280"/>
            <a:chOff x="4520160" y="1895760"/>
            <a:chExt cx="4610520" cy="4409280"/>
          </a:xfrm>
        </p:grpSpPr>
        <p:sp>
          <p:nvSpPr>
            <p:cNvPr id="2584" name="Freeform 11"/>
            <p:cNvSpPr/>
            <p:nvPr/>
          </p:nvSpPr>
          <p:spPr>
            <a:xfrm flipH="1" rot="8571000">
              <a:off x="4673520" y="2617560"/>
              <a:ext cx="2886840" cy="1478520"/>
            </a:xfrm>
            <a:prstGeom prst="pie">
              <a:avLst/>
            </a:prstGeom>
            <a:solidFill>
              <a:srgbClr val="ffffff"/>
            </a:solidFill>
            <a:ln w="648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85" name="Freeform 12"/>
            <p:cNvSpPr/>
            <p:nvPr/>
          </p:nvSpPr>
          <p:spPr>
            <a:xfrm flipH="1" rot="8571000">
              <a:off x="6881400" y="2192400"/>
              <a:ext cx="1605240" cy="2669760"/>
            </a:xfrm>
            <a:prstGeom prst="pie">
              <a:avLst/>
            </a:prstGeom>
            <a:solidFill>
              <a:srgbClr val="8099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86" name="Text Box 13"/>
            <p:cNvSpPr/>
            <p:nvPr/>
          </p:nvSpPr>
          <p:spPr>
            <a:xfrm flipH="1" rot="3359400">
              <a:off x="7677720" y="3195720"/>
              <a:ext cx="23400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87" name="Freeform 14"/>
            <p:cNvSpPr/>
            <p:nvPr/>
          </p:nvSpPr>
          <p:spPr>
            <a:xfrm flipH="1" rot="8571000">
              <a:off x="5787000" y="3571200"/>
              <a:ext cx="2020680" cy="2363400"/>
            </a:xfrm>
            <a:prstGeom prst="pi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88" name="Text Box 15"/>
            <p:cNvSpPr/>
            <p:nvPr/>
          </p:nvSpPr>
          <p:spPr>
            <a:xfrm flipH="1" rot="18250200">
              <a:off x="5771880" y="3232800"/>
              <a:ext cx="19440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2589" name="Text Box 16"/>
            <p:cNvSpPr/>
            <p:nvPr/>
          </p:nvSpPr>
          <p:spPr>
            <a:xfrm flipH="1">
              <a:off x="6651720" y="4927680"/>
              <a:ext cx="23400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a:t>
              </a:r>
              <a:endParaRPr b="1" lang="en-US" sz="1100" spc="-1" strike="noStrike">
                <a:solidFill>
                  <a:srgbClr val="000000"/>
                </a:solidFill>
                <a:latin typeface="Arial"/>
              </a:endParaRPr>
            </a:p>
          </p:txBody>
        </p:sp>
      </p:grpSp>
      <p:sp>
        <p:nvSpPr>
          <p:cNvPr id="2590" name="Text Box 17"/>
          <p:cNvSpPr/>
          <p:nvPr/>
        </p:nvSpPr>
        <p:spPr>
          <a:xfrm>
            <a:off x="2046960" y="1766880"/>
            <a:ext cx="749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Virtuous</a:t>
            </a:r>
            <a:endParaRPr b="1" lang="en-US" sz="1100" spc="-1" strike="noStrike">
              <a:solidFill>
                <a:srgbClr val="000000"/>
              </a:solidFill>
              <a:latin typeface="Arial"/>
            </a:endParaRPr>
          </a:p>
        </p:txBody>
      </p:sp>
      <p:sp>
        <p:nvSpPr>
          <p:cNvPr id="2591" name="Text Box 18"/>
          <p:cNvSpPr/>
          <p:nvPr/>
        </p:nvSpPr>
        <p:spPr>
          <a:xfrm>
            <a:off x="6204960" y="1789200"/>
            <a:ext cx="6789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Vicious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59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5C32B7-E7FF-4BA6-97E6-E5AE7A8EE37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59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More Circles - Lose Arrows</a:t>
            </a:r>
            <a:endParaRPr b="1" lang="en-US" sz="1600" spc="-1" strike="noStrike">
              <a:solidFill>
                <a:srgbClr val="000000"/>
              </a:solidFill>
              <a:latin typeface="Arial"/>
            </a:endParaRPr>
          </a:p>
        </p:txBody>
      </p:sp>
      <p:grpSp>
        <p:nvGrpSpPr>
          <p:cNvPr id="2595" name="Group 58"/>
          <p:cNvGrpSpPr/>
          <p:nvPr/>
        </p:nvGrpSpPr>
        <p:grpSpPr>
          <a:xfrm>
            <a:off x="766800" y="1319040"/>
            <a:ext cx="2158560" cy="2158920"/>
            <a:chOff x="766800" y="1319040"/>
            <a:chExt cx="2158560" cy="2158920"/>
          </a:xfrm>
        </p:grpSpPr>
        <p:sp>
          <p:nvSpPr>
            <p:cNvPr id="2596" name="Freeform 4"/>
            <p:cNvSpPr/>
            <p:nvPr/>
          </p:nvSpPr>
          <p:spPr>
            <a:xfrm>
              <a:off x="766800" y="1319040"/>
              <a:ext cx="2158560" cy="2158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597" name="Rectangle 5"/>
            <p:cNvSpPr/>
            <p:nvPr/>
          </p:nvSpPr>
          <p:spPr>
            <a:xfrm>
              <a:off x="816480" y="2235960"/>
              <a:ext cx="45360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598" name="Rectangle 6"/>
            <p:cNvSpPr/>
            <p:nvPr/>
          </p:nvSpPr>
          <p:spPr>
            <a:xfrm>
              <a:off x="1613880" y="1524960"/>
              <a:ext cx="45360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599" name="Rectangle 7"/>
            <p:cNvSpPr/>
            <p:nvPr/>
          </p:nvSpPr>
          <p:spPr>
            <a:xfrm>
              <a:off x="1613880" y="3139560"/>
              <a:ext cx="45360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00" name="Group 59"/>
          <p:cNvGrpSpPr/>
          <p:nvPr/>
        </p:nvGrpSpPr>
        <p:grpSpPr>
          <a:xfrm>
            <a:off x="3411360" y="1174680"/>
            <a:ext cx="2158560" cy="2448000"/>
            <a:chOff x="3411360" y="1174680"/>
            <a:chExt cx="2158560" cy="2448000"/>
          </a:xfrm>
        </p:grpSpPr>
        <p:grpSp>
          <p:nvGrpSpPr>
            <p:cNvPr id="2601" name="Group 9"/>
            <p:cNvGrpSpPr/>
            <p:nvPr/>
          </p:nvGrpSpPr>
          <p:grpSpPr>
            <a:xfrm>
              <a:off x="3411360" y="1174680"/>
              <a:ext cx="2158560" cy="2448000"/>
              <a:chOff x="3411360" y="1174680"/>
              <a:chExt cx="2158560" cy="2448000"/>
            </a:xfrm>
          </p:grpSpPr>
          <p:sp>
            <p:nvSpPr>
              <p:cNvPr id="2602" name="Freeform 10"/>
              <p:cNvSpPr/>
              <p:nvPr/>
            </p:nvSpPr>
            <p:spPr>
              <a:xfrm>
                <a:off x="4361040" y="1346760"/>
                <a:ext cx="1208880" cy="2275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03" name="Freeform 11"/>
              <p:cNvSpPr/>
              <p:nvPr/>
            </p:nvSpPr>
            <p:spPr>
              <a:xfrm>
                <a:off x="3411360" y="1174680"/>
                <a:ext cx="1342440" cy="2291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604" name="Rectangle 12"/>
            <p:cNvSpPr/>
            <p:nvPr/>
          </p:nvSpPr>
          <p:spPr>
            <a:xfrm>
              <a:off x="3430440" y="2322000"/>
              <a:ext cx="51516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05" name="Rectangle 13"/>
            <p:cNvSpPr/>
            <p:nvPr/>
          </p:nvSpPr>
          <p:spPr>
            <a:xfrm>
              <a:off x="5051160" y="2322000"/>
              <a:ext cx="5137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06" name="Group 60"/>
          <p:cNvGrpSpPr/>
          <p:nvPr/>
        </p:nvGrpSpPr>
        <p:grpSpPr>
          <a:xfrm>
            <a:off x="6058080" y="1290600"/>
            <a:ext cx="2302920" cy="2215800"/>
            <a:chOff x="6058080" y="1290600"/>
            <a:chExt cx="2302920" cy="2215800"/>
          </a:xfrm>
        </p:grpSpPr>
        <p:sp>
          <p:nvSpPr>
            <p:cNvPr id="2607" name="Freeform 15"/>
            <p:cNvSpPr/>
            <p:nvPr/>
          </p:nvSpPr>
          <p:spPr>
            <a:xfrm>
              <a:off x="6229440" y="1290600"/>
              <a:ext cx="1916640" cy="938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08" name="Freeform 16"/>
            <p:cNvSpPr/>
            <p:nvPr/>
          </p:nvSpPr>
          <p:spPr>
            <a:xfrm>
              <a:off x="6058080" y="2118600"/>
              <a:ext cx="1506600" cy="13352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09" name="Freeform 17"/>
            <p:cNvSpPr/>
            <p:nvPr/>
          </p:nvSpPr>
          <p:spPr>
            <a:xfrm>
              <a:off x="7382880" y="1711080"/>
              <a:ext cx="978120" cy="1795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10" name="Rectangle 18"/>
            <p:cNvSpPr/>
            <p:nvPr/>
          </p:nvSpPr>
          <p:spPr>
            <a:xfrm>
              <a:off x="6629760" y="1527840"/>
              <a:ext cx="123300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11" name="Rectangle 19"/>
            <p:cNvSpPr/>
            <p:nvPr/>
          </p:nvSpPr>
          <p:spPr>
            <a:xfrm>
              <a:off x="7769520" y="2598840"/>
              <a:ext cx="5515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12" name="Rectangle 20"/>
            <p:cNvSpPr/>
            <p:nvPr/>
          </p:nvSpPr>
          <p:spPr>
            <a:xfrm>
              <a:off x="6387840" y="2781000"/>
              <a:ext cx="5432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13" name="Group 63"/>
          <p:cNvGrpSpPr/>
          <p:nvPr/>
        </p:nvGrpSpPr>
        <p:grpSpPr>
          <a:xfrm>
            <a:off x="622440" y="3755880"/>
            <a:ext cx="2481840" cy="2482560"/>
            <a:chOff x="622440" y="3755880"/>
            <a:chExt cx="2481840" cy="2482560"/>
          </a:xfrm>
        </p:grpSpPr>
        <p:grpSp>
          <p:nvGrpSpPr>
            <p:cNvPr id="2614" name="Group 22"/>
            <p:cNvGrpSpPr/>
            <p:nvPr/>
          </p:nvGrpSpPr>
          <p:grpSpPr>
            <a:xfrm>
              <a:off x="622440" y="3755880"/>
              <a:ext cx="2481840" cy="2482560"/>
              <a:chOff x="622440" y="3755880"/>
              <a:chExt cx="2481840" cy="2482560"/>
            </a:xfrm>
          </p:grpSpPr>
          <p:sp>
            <p:nvSpPr>
              <p:cNvPr id="2615" name="Freeform 23"/>
              <p:cNvSpPr/>
              <p:nvPr/>
            </p:nvSpPr>
            <p:spPr>
              <a:xfrm>
                <a:off x="771480" y="3755880"/>
                <a:ext cx="1292760" cy="11012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16" name="Freeform 24"/>
              <p:cNvSpPr/>
              <p:nvPr/>
            </p:nvSpPr>
            <p:spPr>
              <a:xfrm>
                <a:off x="1636560" y="5132520"/>
                <a:ext cx="1263600" cy="1105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17" name="Freeform 25"/>
              <p:cNvSpPr/>
              <p:nvPr/>
            </p:nvSpPr>
            <p:spPr>
              <a:xfrm>
                <a:off x="622440" y="4729680"/>
                <a:ext cx="1137600" cy="13154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18" name="Freeform 26"/>
              <p:cNvSpPr/>
              <p:nvPr/>
            </p:nvSpPr>
            <p:spPr>
              <a:xfrm>
                <a:off x="1950840" y="3929400"/>
                <a:ext cx="1153440" cy="1303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619" name="Rectangle 27"/>
            <p:cNvSpPr/>
            <p:nvPr/>
          </p:nvSpPr>
          <p:spPr>
            <a:xfrm>
              <a:off x="1130760" y="4296960"/>
              <a:ext cx="4417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20" name="Rectangle 28"/>
            <p:cNvSpPr/>
            <p:nvPr/>
          </p:nvSpPr>
          <p:spPr>
            <a:xfrm>
              <a:off x="2265120" y="4482000"/>
              <a:ext cx="4435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21" name="Rectangle 29"/>
            <p:cNvSpPr/>
            <p:nvPr/>
          </p:nvSpPr>
          <p:spPr>
            <a:xfrm>
              <a:off x="2108520" y="5555880"/>
              <a:ext cx="4435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22" name="Rectangle 30"/>
            <p:cNvSpPr/>
            <p:nvPr/>
          </p:nvSpPr>
          <p:spPr>
            <a:xfrm>
              <a:off x="975960" y="5329440"/>
              <a:ext cx="4406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23" name="Group 62"/>
          <p:cNvGrpSpPr/>
          <p:nvPr/>
        </p:nvGrpSpPr>
        <p:grpSpPr>
          <a:xfrm>
            <a:off x="3321000" y="3755880"/>
            <a:ext cx="2447280" cy="2374560"/>
            <a:chOff x="3321000" y="3755880"/>
            <a:chExt cx="2447280" cy="2374560"/>
          </a:xfrm>
        </p:grpSpPr>
        <p:grpSp>
          <p:nvGrpSpPr>
            <p:cNvPr id="2624" name="Group 32"/>
            <p:cNvGrpSpPr/>
            <p:nvPr/>
          </p:nvGrpSpPr>
          <p:grpSpPr>
            <a:xfrm>
              <a:off x="3321000" y="3755880"/>
              <a:ext cx="2447280" cy="2374560"/>
              <a:chOff x="3321000" y="3755880"/>
              <a:chExt cx="2447280" cy="2374560"/>
            </a:xfrm>
          </p:grpSpPr>
          <p:sp>
            <p:nvSpPr>
              <p:cNvPr id="2625" name="Freeform 33"/>
              <p:cNvSpPr/>
              <p:nvPr/>
            </p:nvSpPr>
            <p:spPr>
              <a:xfrm>
                <a:off x="3570120" y="3755880"/>
                <a:ext cx="1225080" cy="1014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26" name="Freeform 34"/>
              <p:cNvSpPr/>
              <p:nvPr/>
            </p:nvSpPr>
            <p:spPr>
              <a:xfrm>
                <a:off x="4659120" y="3924720"/>
                <a:ext cx="1109160" cy="10314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27" name="Freeform 35"/>
              <p:cNvSpPr/>
              <p:nvPr/>
            </p:nvSpPr>
            <p:spPr>
              <a:xfrm>
                <a:off x="4827960" y="4770000"/>
                <a:ext cx="838440" cy="1301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28" name="Freeform 36"/>
              <p:cNvSpPr/>
              <p:nvPr/>
            </p:nvSpPr>
            <p:spPr>
              <a:xfrm>
                <a:off x="3780360" y="5328000"/>
                <a:ext cx="1296720" cy="8024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29" name="Freeform 37"/>
              <p:cNvSpPr/>
              <p:nvPr/>
            </p:nvSpPr>
            <p:spPr>
              <a:xfrm>
                <a:off x="3321000" y="4565520"/>
                <a:ext cx="877320" cy="122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630" name="Rectangle 38"/>
            <p:cNvSpPr/>
            <p:nvPr/>
          </p:nvSpPr>
          <p:spPr>
            <a:xfrm>
              <a:off x="3518280" y="5053680"/>
              <a:ext cx="45468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31" name="Rectangle 39"/>
            <p:cNvSpPr/>
            <p:nvPr/>
          </p:nvSpPr>
          <p:spPr>
            <a:xfrm>
              <a:off x="3966480" y="4229280"/>
              <a:ext cx="4550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32" name="Rectangle 40"/>
            <p:cNvSpPr/>
            <p:nvPr/>
          </p:nvSpPr>
          <p:spPr>
            <a:xfrm>
              <a:off x="4906080" y="4379760"/>
              <a:ext cx="45288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33" name="Rectangle 41"/>
            <p:cNvSpPr/>
            <p:nvPr/>
          </p:nvSpPr>
          <p:spPr>
            <a:xfrm>
              <a:off x="5098680" y="5327640"/>
              <a:ext cx="4550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34" name="Rectangle 42"/>
            <p:cNvSpPr/>
            <p:nvPr/>
          </p:nvSpPr>
          <p:spPr>
            <a:xfrm>
              <a:off x="4172760" y="5752080"/>
              <a:ext cx="45468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35" name="Group 61"/>
          <p:cNvGrpSpPr/>
          <p:nvPr/>
        </p:nvGrpSpPr>
        <p:grpSpPr>
          <a:xfrm>
            <a:off x="6110280" y="3755880"/>
            <a:ext cx="2259720" cy="2521080"/>
            <a:chOff x="6110280" y="3755880"/>
            <a:chExt cx="2259720" cy="2521080"/>
          </a:xfrm>
        </p:grpSpPr>
        <p:grpSp>
          <p:nvGrpSpPr>
            <p:cNvPr id="2636" name="Group 44"/>
            <p:cNvGrpSpPr/>
            <p:nvPr/>
          </p:nvGrpSpPr>
          <p:grpSpPr>
            <a:xfrm>
              <a:off x="6110280" y="3755880"/>
              <a:ext cx="2259720" cy="2521080"/>
              <a:chOff x="6110280" y="3755880"/>
              <a:chExt cx="2259720" cy="2521080"/>
            </a:xfrm>
          </p:grpSpPr>
          <p:sp>
            <p:nvSpPr>
              <p:cNvPr id="2637" name="Freeform 45"/>
              <p:cNvSpPr/>
              <p:nvPr/>
            </p:nvSpPr>
            <p:spPr>
              <a:xfrm>
                <a:off x="7267320" y="3920040"/>
                <a:ext cx="1048320" cy="866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38" name="Freeform 46"/>
              <p:cNvSpPr/>
              <p:nvPr/>
            </p:nvSpPr>
            <p:spPr>
              <a:xfrm>
                <a:off x="7565400" y="4557960"/>
                <a:ext cx="804600" cy="1042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39" name="Freeform 47"/>
              <p:cNvSpPr/>
              <p:nvPr/>
            </p:nvSpPr>
            <p:spPr>
              <a:xfrm>
                <a:off x="7057800" y="5322240"/>
                <a:ext cx="1058040" cy="954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40" name="Freeform 48"/>
              <p:cNvSpPr/>
              <p:nvPr/>
            </p:nvSpPr>
            <p:spPr>
              <a:xfrm>
                <a:off x="6164280" y="5204160"/>
                <a:ext cx="1004760" cy="851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41" name="Freeform 49"/>
              <p:cNvSpPr/>
              <p:nvPr/>
            </p:nvSpPr>
            <p:spPr>
              <a:xfrm>
                <a:off x="6370920" y="3755880"/>
                <a:ext cx="1046160" cy="947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42" name="Freeform 50"/>
              <p:cNvSpPr/>
              <p:nvPr/>
            </p:nvSpPr>
            <p:spPr>
              <a:xfrm>
                <a:off x="6110280" y="4475520"/>
                <a:ext cx="820080" cy="949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643" name="Rectangle 51"/>
            <p:cNvSpPr/>
            <p:nvPr/>
          </p:nvSpPr>
          <p:spPr>
            <a:xfrm>
              <a:off x="6225480" y="4872600"/>
              <a:ext cx="4813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44" name="Rectangle 52"/>
            <p:cNvSpPr/>
            <p:nvPr/>
          </p:nvSpPr>
          <p:spPr>
            <a:xfrm>
              <a:off x="6710040" y="4206960"/>
              <a:ext cx="4334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45" name="Rectangle 53"/>
            <p:cNvSpPr/>
            <p:nvPr/>
          </p:nvSpPr>
          <p:spPr>
            <a:xfrm>
              <a:off x="7530120" y="4317840"/>
              <a:ext cx="43668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46" name="Rectangle 54"/>
            <p:cNvSpPr/>
            <p:nvPr/>
          </p:nvSpPr>
          <p:spPr>
            <a:xfrm>
              <a:off x="7794720" y="5038920"/>
              <a:ext cx="5029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47" name="Rectangle 55"/>
            <p:cNvSpPr/>
            <p:nvPr/>
          </p:nvSpPr>
          <p:spPr>
            <a:xfrm>
              <a:off x="7329960" y="5691960"/>
              <a:ext cx="4370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648" name="Rectangle 56"/>
            <p:cNvSpPr/>
            <p:nvPr/>
          </p:nvSpPr>
          <p:spPr>
            <a:xfrm>
              <a:off x="6542280" y="5571360"/>
              <a:ext cx="4370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sp>
        <p:nvSpPr>
          <p:cNvPr id="2649" name="Rectangle 57"/>
          <p:cNvSpPr/>
          <p:nvPr/>
        </p:nvSpPr>
        <p:spPr>
          <a:xfrm>
            <a:off x="5945040" y="260280"/>
            <a:ext cx="288144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円の状態を保つために、大きさを変える際にはシフトキーを押しながら調節してください。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Consulting Report Template</a:t>
            </a:r>
            <a:endParaRPr b="1" lang="en-US" sz="800" spc="-1" strike="noStrike">
              <a:solidFill>
                <a:srgbClr val="000000"/>
              </a:solidFill>
              <a:latin typeface="Arial"/>
            </a:endParaRPr>
          </a:p>
        </p:txBody>
      </p:sp>
      <p:sp>
        <p:nvSpPr>
          <p:cNvPr id="265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EC34245-2B50-4A4F-A114-755EFC31F51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65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More Circles - Touching Arrows/ Lose Arrows</a:t>
            </a:r>
            <a:endParaRPr b="1" lang="en-US" sz="1600" spc="-1" strike="noStrike">
              <a:solidFill>
                <a:srgbClr val="000000"/>
              </a:solidFill>
              <a:latin typeface="Arial"/>
            </a:endParaRPr>
          </a:p>
        </p:txBody>
      </p:sp>
      <p:grpSp>
        <p:nvGrpSpPr>
          <p:cNvPr id="2653" name="Group 3"/>
          <p:cNvGrpSpPr/>
          <p:nvPr/>
        </p:nvGrpSpPr>
        <p:grpSpPr>
          <a:xfrm>
            <a:off x="5422320" y="1954440"/>
            <a:ext cx="2727000" cy="2769840"/>
            <a:chOff x="5422320" y="1954440"/>
            <a:chExt cx="2727000" cy="2769840"/>
          </a:xfrm>
        </p:grpSpPr>
        <p:grpSp>
          <p:nvGrpSpPr>
            <p:cNvPr id="2654" name="Group 4"/>
            <p:cNvGrpSpPr/>
            <p:nvPr/>
          </p:nvGrpSpPr>
          <p:grpSpPr>
            <a:xfrm>
              <a:off x="5422320" y="1954440"/>
              <a:ext cx="2727000" cy="2769840"/>
              <a:chOff x="5422320" y="1954440"/>
              <a:chExt cx="2727000" cy="2769840"/>
            </a:xfrm>
          </p:grpSpPr>
          <p:sp>
            <p:nvSpPr>
              <p:cNvPr id="2655" name="Freeform 5"/>
              <p:cNvSpPr/>
              <p:nvPr/>
            </p:nvSpPr>
            <p:spPr>
              <a:xfrm>
                <a:off x="6691320" y="2271960"/>
                <a:ext cx="968400" cy="77796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56" name="Rectangle 6"/>
              <p:cNvSpPr/>
              <p:nvPr/>
            </p:nvSpPr>
            <p:spPr>
              <a:xfrm>
                <a:off x="6176880" y="2568240"/>
                <a:ext cx="4604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57" name="Rectangle 7"/>
              <p:cNvSpPr/>
              <p:nvPr/>
            </p:nvSpPr>
            <p:spPr>
              <a:xfrm>
                <a:off x="6858000" y="2568240"/>
                <a:ext cx="4586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58" name="Rectangle 8"/>
              <p:cNvSpPr/>
              <p:nvPr/>
            </p:nvSpPr>
            <p:spPr>
              <a:xfrm>
                <a:off x="7269120" y="3108240"/>
                <a:ext cx="4586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59" name="Rectangle 9"/>
              <p:cNvSpPr/>
              <p:nvPr/>
            </p:nvSpPr>
            <p:spPr>
              <a:xfrm>
                <a:off x="7113600" y="3784320"/>
                <a:ext cx="45720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60" name="Rectangle 10"/>
              <p:cNvSpPr/>
              <p:nvPr/>
            </p:nvSpPr>
            <p:spPr>
              <a:xfrm>
                <a:off x="6475320" y="4098600"/>
                <a:ext cx="45720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61" name="Rectangle 11"/>
              <p:cNvSpPr/>
              <p:nvPr/>
            </p:nvSpPr>
            <p:spPr>
              <a:xfrm>
                <a:off x="5856120" y="3765240"/>
                <a:ext cx="45720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62" name="Rectangle 12"/>
              <p:cNvSpPr/>
              <p:nvPr/>
            </p:nvSpPr>
            <p:spPr>
              <a:xfrm>
                <a:off x="5722920" y="3095280"/>
                <a:ext cx="4586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sp>
            <p:nvSpPr>
              <p:cNvPr id="2663" name="Freeform 13"/>
              <p:cNvSpPr/>
              <p:nvPr/>
            </p:nvSpPr>
            <p:spPr>
              <a:xfrm rot="3124800">
                <a:off x="7060680" y="2886120"/>
                <a:ext cx="968400" cy="77760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64" name="Freeform 14"/>
              <p:cNvSpPr/>
              <p:nvPr/>
            </p:nvSpPr>
            <p:spPr>
              <a:xfrm rot="6239400">
                <a:off x="6814440" y="3554280"/>
                <a:ext cx="968400" cy="77796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65" name="Freeform 15"/>
              <p:cNvSpPr/>
              <p:nvPr/>
            </p:nvSpPr>
            <p:spPr>
              <a:xfrm rot="9302400">
                <a:off x="6139800" y="3778560"/>
                <a:ext cx="968400" cy="77760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66" name="Freeform 16"/>
              <p:cNvSpPr/>
              <p:nvPr/>
            </p:nvSpPr>
            <p:spPr>
              <a:xfrm rot="12388800">
                <a:off x="5544720" y="3390840"/>
                <a:ext cx="968400" cy="77760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67" name="Freeform 17"/>
              <p:cNvSpPr/>
              <p:nvPr/>
            </p:nvSpPr>
            <p:spPr>
              <a:xfrm rot="15480600">
                <a:off x="5474880" y="2684520"/>
                <a:ext cx="968400" cy="77796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68" name="Freeform 18"/>
              <p:cNvSpPr/>
              <p:nvPr/>
            </p:nvSpPr>
            <p:spPr>
              <a:xfrm rot="18574800">
                <a:off x="5986080" y="2186280"/>
                <a:ext cx="968400" cy="777960"/>
              </a:xfrm>
              <a:prstGeom prst="pie">
                <a:avLst/>
              </a:prstGeom>
              <a:no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669" name="Text Box 19"/>
            <p:cNvSpPr/>
            <p:nvPr/>
          </p:nvSpPr>
          <p:spPr>
            <a:xfrm>
              <a:off x="6697800" y="3237120"/>
              <a:ext cx="360" cy="176040"/>
            </a:xfrm>
            <a:prstGeom prst="rect">
              <a:avLst/>
            </a:prstGeom>
            <a:noFill/>
            <a:ln w="0">
              <a:noFill/>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2670" name="Group 20"/>
          <p:cNvGrpSpPr/>
          <p:nvPr/>
        </p:nvGrpSpPr>
        <p:grpSpPr>
          <a:xfrm>
            <a:off x="1118880" y="1992600"/>
            <a:ext cx="2670840" cy="2733840"/>
            <a:chOff x="1118880" y="1992600"/>
            <a:chExt cx="2670840" cy="2733840"/>
          </a:xfrm>
        </p:grpSpPr>
        <p:grpSp>
          <p:nvGrpSpPr>
            <p:cNvPr id="2671" name="Group 21"/>
            <p:cNvGrpSpPr/>
            <p:nvPr/>
          </p:nvGrpSpPr>
          <p:grpSpPr>
            <a:xfrm>
              <a:off x="1118880" y="1992600"/>
              <a:ext cx="2670840" cy="2733840"/>
              <a:chOff x="1118880" y="1992600"/>
              <a:chExt cx="2670840" cy="2733840"/>
            </a:xfrm>
          </p:grpSpPr>
          <p:grpSp>
            <p:nvGrpSpPr>
              <p:cNvPr id="2672" name="Group 22"/>
              <p:cNvGrpSpPr/>
              <p:nvPr/>
            </p:nvGrpSpPr>
            <p:grpSpPr>
              <a:xfrm>
                <a:off x="1473840" y="1992600"/>
                <a:ext cx="1207800" cy="1230840"/>
                <a:chOff x="1473840" y="1992600"/>
                <a:chExt cx="1207800" cy="1230840"/>
              </a:xfrm>
            </p:grpSpPr>
            <p:sp>
              <p:nvSpPr>
                <p:cNvPr id="2673" name="Freeform 23"/>
                <p:cNvSpPr/>
                <p:nvPr/>
              </p:nvSpPr>
              <p:spPr>
                <a:xfrm rot="18559800">
                  <a:off x="1603080" y="2215800"/>
                  <a:ext cx="948960" cy="78408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74" name="Rectangle 24"/>
                <p:cNvSpPr/>
                <p:nvPr/>
              </p:nvSpPr>
              <p:spPr>
                <a:xfrm>
                  <a:off x="1841400" y="2563200"/>
                  <a:ext cx="4604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75" name="Group 25"/>
              <p:cNvGrpSpPr/>
              <p:nvPr/>
            </p:nvGrpSpPr>
            <p:grpSpPr>
              <a:xfrm>
                <a:off x="1118880" y="2589840"/>
                <a:ext cx="974880" cy="1099080"/>
                <a:chOff x="1118880" y="2589840"/>
                <a:chExt cx="974880" cy="1099080"/>
              </a:xfrm>
            </p:grpSpPr>
            <p:sp>
              <p:nvSpPr>
                <p:cNvPr id="2676" name="Freeform 26"/>
                <p:cNvSpPr/>
                <p:nvPr/>
              </p:nvSpPr>
              <p:spPr>
                <a:xfrm rot="15432600">
                  <a:off x="1131840" y="2747160"/>
                  <a:ext cx="948960" cy="78408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77" name="Rectangle 27"/>
                <p:cNvSpPr/>
                <p:nvPr/>
              </p:nvSpPr>
              <p:spPr>
                <a:xfrm>
                  <a:off x="1387440" y="3089880"/>
                  <a:ext cx="4586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78" name="Group 28"/>
              <p:cNvGrpSpPr/>
              <p:nvPr/>
            </p:nvGrpSpPr>
            <p:grpSpPr>
              <a:xfrm>
                <a:off x="1118880" y="3258720"/>
                <a:ext cx="1199880" cy="1126440"/>
                <a:chOff x="1118880" y="3258720"/>
                <a:chExt cx="1199880" cy="1126440"/>
              </a:xfrm>
            </p:grpSpPr>
            <p:sp>
              <p:nvSpPr>
                <p:cNvPr id="2679" name="Freeform 29"/>
                <p:cNvSpPr/>
                <p:nvPr/>
              </p:nvSpPr>
              <p:spPr>
                <a:xfrm rot="12400800">
                  <a:off x="1244160" y="3429720"/>
                  <a:ext cx="949320" cy="78372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80" name="Rectangle 30"/>
                <p:cNvSpPr/>
                <p:nvPr/>
              </p:nvSpPr>
              <p:spPr>
                <a:xfrm>
                  <a:off x="1520640" y="3759840"/>
                  <a:ext cx="45720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81" name="Group 31"/>
              <p:cNvGrpSpPr/>
              <p:nvPr/>
            </p:nvGrpSpPr>
            <p:grpSpPr>
              <a:xfrm>
                <a:off x="1746720" y="3620160"/>
                <a:ext cx="1188360" cy="1106280"/>
                <a:chOff x="1746720" y="3620160"/>
                <a:chExt cx="1188360" cy="1106280"/>
              </a:xfrm>
            </p:grpSpPr>
            <p:sp>
              <p:nvSpPr>
                <p:cNvPr id="2682" name="Freeform 32"/>
                <p:cNvSpPr/>
                <p:nvPr/>
              </p:nvSpPr>
              <p:spPr>
                <a:xfrm rot="9335400">
                  <a:off x="1865880" y="3781080"/>
                  <a:ext cx="949320" cy="78408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83" name="Rectangle 33"/>
                <p:cNvSpPr/>
                <p:nvPr/>
              </p:nvSpPr>
              <p:spPr>
                <a:xfrm>
                  <a:off x="2139840" y="4093200"/>
                  <a:ext cx="45720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84" name="Group 34"/>
              <p:cNvGrpSpPr/>
              <p:nvPr/>
            </p:nvGrpSpPr>
            <p:grpSpPr>
              <a:xfrm>
                <a:off x="2501280" y="3341520"/>
                <a:ext cx="991440" cy="1111320"/>
                <a:chOff x="2501280" y="3341520"/>
                <a:chExt cx="991440" cy="1111320"/>
              </a:xfrm>
            </p:grpSpPr>
            <p:sp>
              <p:nvSpPr>
                <p:cNvPr id="2685" name="Freeform 35"/>
                <p:cNvSpPr/>
                <p:nvPr/>
              </p:nvSpPr>
              <p:spPr>
                <a:xfrm rot="6245400">
                  <a:off x="2522160" y="3504960"/>
                  <a:ext cx="948960" cy="78408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86" name="Rectangle 36"/>
                <p:cNvSpPr/>
                <p:nvPr/>
              </p:nvSpPr>
              <p:spPr>
                <a:xfrm>
                  <a:off x="2778120" y="3778920"/>
                  <a:ext cx="45720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87" name="Group 37"/>
              <p:cNvGrpSpPr/>
              <p:nvPr/>
            </p:nvGrpSpPr>
            <p:grpSpPr>
              <a:xfrm>
                <a:off x="2591280" y="2604240"/>
                <a:ext cx="1198440" cy="1229760"/>
                <a:chOff x="2591280" y="2604240"/>
                <a:chExt cx="1198440" cy="1229760"/>
              </a:xfrm>
            </p:grpSpPr>
            <p:sp>
              <p:nvSpPr>
                <p:cNvPr id="2688" name="Freeform 38"/>
                <p:cNvSpPr/>
                <p:nvPr/>
              </p:nvSpPr>
              <p:spPr>
                <a:xfrm rot="3168000">
                  <a:off x="2715840" y="2827080"/>
                  <a:ext cx="948960" cy="78408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89" name="Rectangle 39"/>
                <p:cNvSpPr/>
                <p:nvPr/>
              </p:nvSpPr>
              <p:spPr>
                <a:xfrm>
                  <a:off x="2933640" y="3102480"/>
                  <a:ext cx="4586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690" name="Group 40"/>
              <p:cNvGrpSpPr/>
              <p:nvPr/>
            </p:nvGrpSpPr>
            <p:grpSpPr>
              <a:xfrm>
                <a:off x="2342880" y="2239920"/>
                <a:ext cx="906480" cy="790200"/>
                <a:chOff x="2342880" y="2239920"/>
                <a:chExt cx="906480" cy="790200"/>
              </a:xfrm>
            </p:grpSpPr>
            <p:sp>
              <p:nvSpPr>
                <p:cNvPr id="2691" name="Freeform 41"/>
                <p:cNvSpPr/>
                <p:nvPr/>
              </p:nvSpPr>
              <p:spPr>
                <a:xfrm>
                  <a:off x="2342880" y="2239920"/>
                  <a:ext cx="906480" cy="790200"/>
                </a:xfrm>
                <a:prstGeom prst="pie">
                  <a:avLst/>
                </a:prstGeom>
                <a:solidFill>
                  <a:srgbClr val="ffffff"/>
                </a:solidFill>
                <a:ln w="12600">
                  <a:solidFill>
                    <a:srgbClr val="003399"/>
                  </a:solidFill>
                  <a:roun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92" name="Rectangle 42"/>
                <p:cNvSpPr/>
                <p:nvPr/>
              </p:nvSpPr>
              <p:spPr>
                <a:xfrm>
                  <a:off x="2508120" y="2562840"/>
                  <a:ext cx="458640" cy="131040"/>
                </a:xfrm>
                <a:prstGeom prst="rect">
                  <a:avLst/>
                </a:prstGeom>
                <a:solidFill>
                  <a:srgbClr val="ffffff"/>
                </a:solid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de-DE" sz="900" spc="-1" strike="noStrike">
                      <a:solidFill>
                        <a:srgbClr val="000000"/>
                      </a:solidFill>
                      <a:latin typeface="Arial"/>
                    </a:rPr>
                    <a:t>...</a:t>
                  </a:r>
                  <a:endParaRPr b="1" lang="en-US" sz="900" spc="-1" strike="noStrike">
                    <a:solidFill>
                      <a:srgbClr val="000000"/>
                    </a:solidFill>
                    <a:latin typeface="Arial"/>
                  </a:endParaRPr>
                </a:p>
              </p:txBody>
            </p:sp>
          </p:grpSp>
        </p:grpSp>
        <p:sp>
          <p:nvSpPr>
            <p:cNvPr id="2693" name="Text Box 43"/>
            <p:cNvSpPr/>
            <p:nvPr/>
          </p:nvSpPr>
          <p:spPr>
            <a:xfrm>
              <a:off x="2355840" y="3262320"/>
              <a:ext cx="360" cy="176400"/>
            </a:xfrm>
            <a:prstGeom prst="rect">
              <a:avLst/>
            </a:prstGeom>
            <a:noFill/>
            <a:ln w="0">
              <a:noFill/>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69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7678088-F93C-4951-B954-6D006BF5408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69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More Circles - Touching arrows</a:t>
            </a:r>
            <a:endParaRPr b="1" lang="en-US" sz="1600" spc="-1" strike="noStrike">
              <a:solidFill>
                <a:srgbClr val="000000"/>
              </a:solidFill>
              <a:latin typeface="Arial"/>
            </a:endParaRPr>
          </a:p>
        </p:txBody>
      </p:sp>
      <p:grpSp>
        <p:nvGrpSpPr>
          <p:cNvPr id="2697" name="Group 66"/>
          <p:cNvGrpSpPr/>
          <p:nvPr/>
        </p:nvGrpSpPr>
        <p:grpSpPr>
          <a:xfrm>
            <a:off x="663480" y="1255680"/>
            <a:ext cx="2158200" cy="2158560"/>
            <a:chOff x="663480" y="1255680"/>
            <a:chExt cx="2158200" cy="2158560"/>
          </a:xfrm>
        </p:grpSpPr>
        <p:sp>
          <p:nvSpPr>
            <p:cNvPr id="2698" name="Freeform 4"/>
            <p:cNvSpPr/>
            <p:nvPr/>
          </p:nvSpPr>
          <p:spPr>
            <a:xfrm>
              <a:off x="663480" y="1255680"/>
              <a:ext cx="2151720" cy="11358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699" name="Freeform 5"/>
            <p:cNvSpPr/>
            <p:nvPr/>
          </p:nvSpPr>
          <p:spPr>
            <a:xfrm rot="10800000">
              <a:off x="669960" y="2278800"/>
              <a:ext cx="2151720" cy="11354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00" name="Rectangle 6"/>
            <p:cNvSpPr/>
            <p:nvPr/>
          </p:nvSpPr>
          <p:spPr>
            <a:xfrm>
              <a:off x="1512360" y="1450080"/>
              <a:ext cx="4532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01" name="Rectangle 7"/>
            <p:cNvSpPr/>
            <p:nvPr/>
          </p:nvSpPr>
          <p:spPr>
            <a:xfrm>
              <a:off x="1519560" y="3052080"/>
              <a:ext cx="4528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702" name="Group 67"/>
          <p:cNvGrpSpPr/>
          <p:nvPr/>
        </p:nvGrpSpPr>
        <p:grpSpPr>
          <a:xfrm>
            <a:off x="3435480" y="1255680"/>
            <a:ext cx="2158560" cy="2158560"/>
            <a:chOff x="3435480" y="1255680"/>
            <a:chExt cx="2158560" cy="2158560"/>
          </a:xfrm>
        </p:grpSpPr>
        <p:sp>
          <p:nvSpPr>
            <p:cNvPr id="2703" name="Freeform 9"/>
            <p:cNvSpPr/>
            <p:nvPr/>
          </p:nvSpPr>
          <p:spPr>
            <a:xfrm>
              <a:off x="4474440" y="1255680"/>
              <a:ext cx="1119600" cy="15768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04" name="Freeform 10"/>
            <p:cNvSpPr/>
            <p:nvPr/>
          </p:nvSpPr>
          <p:spPr>
            <a:xfrm>
              <a:off x="3435480" y="1258560"/>
              <a:ext cx="1143360" cy="1652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05" name="Freeform 11"/>
            <p:cNvSpPr/>
            <p:nvPr/>
          </p:nvSpPr>
          <p:spPr>
            <a:xfrm>
              <a:off x="3616560" y="2551320"/>
              <a:ext cx="1854360" cy="8629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06" name="Rectangle 12"/>
            <p:cNvSpPr/>
            <p:nvPr/>
          </p:nvSpPr>
          <p:spPr>
            <a:xfrm>
              <a:off x="3582360" y="1897560"/>
              <a:ext cx="4482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07" name="Rectangle 13"/>
            <p:cNvSpPr/>
            <p:nvPr/>
          </p:nvSpPr>
          <p:spPr>
            <a:xfrm>
              <a:off x="5002200" y="1910160"/>
              <a:ext cx="4482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08" name="Rectangle 14"/>
            <p:cNvSpPr/>
            <p:nvPr/>
          </p:nvSpPr>
          <p:spPr>
            <a:xfrm>
              <a:off x="4293000" y="3052080"/>
              <a:ext cx="45036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709" name="Group 68"/>
          <p:cNvGrpSpPr/>
          <p:nvPr/>
        </p:nvGrpSpPr>
        <p:grpSpPr>
          <a:xfrm>
            <a:off x="6233760" y="1255680"/>
            <a:ext cx="2158920" cy="2158560"/>
            <a:chOff x="6233760" y="1255680"/>
            <a:chExt cx="2158920" cy="2158560"/>
          </a:xfrm>
        </p:grpSpPr>
        <p:sp>
          <p:nvSpPr>
            <p:cNvPr id="2710" name="Freeform 16"/>
            <p:cNvSpPr/>
            <p:nvPr/>
          </p:nvSpPr>
          <p:spPr>
            <a:xfrm>
              <a:off x="7261920" y="1255680"/>
              <a:ext cx="1130760" cy="11311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11" name="Freeform 17"/>
            <p:cNvSpPr/>
            <p:nvPr/>
          </p:nvSpPr>
          <p:spPr>
            <a:xfrm rot="5400000">
              <a:off x="7261560" y="2283480"/>
              <a:ext cx="1130760" cy="1130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12" name="Freeform 18"/>
            <p:cNvSpPr/>
            <p:nvPr/>
          </p:nvSpPr>
          <p:spPr>
            <a:xfrm rot="10800000">
              <a:off x="6233760" y="2283120"/>
              <a:ext cx="1130760" cy="1130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13" name="Freeform 19"/>
            <p:cNvSpPr/>
            <p:nvPr/>
          </p:nvSpPr>
          <p:spPr>
            <a:xfrm rot="16200000">
              <a:off x="6233760" y="1255680"/>
              <a:ext cx="1131120" cy="1130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14" name="Rectangle 20"/>
            <p:cNvSpPr/>
            <p:nvPr/>
          </p:nvSpPr>
          <p:spPr>
            <a:xfrm>
              <a:off x="6490080" y="1710360"/>
              <a:ext cx="4500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15" name="Rectangle 21"/>
            <p:cNvSpPr/>
            <p:nvPr/>
          </p:nvSpPr>
          <p:spPr>
            <a:xfrm>
              <a:off x="6490080" y="2842920"/>
              <a:ext cx="4500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16" name="Rectangle 22"/>
            <p:cNvSpPr/>
            <p:nvPr/>
          </p:nvSpPr>
          <p:spPr>
            <a:xfrm>
              <a:off x="7659000" y="1710360"/>
              <a:ext cx="4550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17" name="Rectangle 23"/>
            <p:cNvSpPr/>
            <p:nvPr/>
          </p:nvSpPr>
          <p:spPr>
            <a:xfrm>
              <a:off x="7659000" y="2838240"/>
              <a:ext cx="4550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718" name="Group 63"/>
          <p:cNvGrpSpPr/>
          <p:nvPr/>
        </p:nvGrpSpPr>
        <p:grpSpPr>
          <a:xfrm>
            <a:off x="650880" y="3984480"/>
            <a:ext cx="2158560" cy="2158920"/>
            <a:chOff x="650880" y="3984480"/>
            <a:chExt cx="2158560" cy="2158920"/>
          </a:xfrm>
        </p:grpSpPr>
        <p:sp>
          <p:nvSpPr>
            <p:cNvPr id="2719" name="Freeform 25"/>
            <p:cNvSpPr/>
            <p:nvPr/>
          </p:nvSpPr>
          <p:spPr>
            <a:xfrm>
              <a:off x="1676880" y="3984480"/>
              <a:ext cx="1058400" cy="8809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20" name="Freeform 26"/>
            <p:cNvSpPr/>
            <p:nvPr/>
          </p:nvSpPr>
          <p:spPr>
            <a:xfrm>
              <a:off x="2073600" y="4681440"/>
              <a:ext cx="735840" cy="12222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21" name="Freeform 27"/>
            <p:cNvSpPr/>
            <p:nvPr/>
          </p:nvSpPr>
          <p:spPr>
            <a:xfrm>
              <a:off x="1138680" y="5452920"/>
              <a:ext cx="1265040" cy="69048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22" name="Freeform 28"/>
            <p:cNvSpPr/>
            <p:nvPr/>
          </p:nvSpPr>
          <p:spPr>
            <a:xfrm>
              <a:off x="650880" y="4768560"/>
              <a:ext cx="814320" cy="11955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23" name="Freeform 29"/>
            <p:cNvSpPr/>
            <p:nvPr/>
          </p:nvSpPr>
          <p:spPr>
            <a:xfrm>
              <a:off x="691920" y="3984480"/>
              <a:ext cx="1087560" cy="9637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24" name="Rectangle 30"/>
            <p:cNvSpPr/>
            <p:nvPr/>
          </p:nvSpPr>
          <p:spPr>
            <a:xfrm>
              <a:off x="1948320" y="4360320"/>
              <a:ext cx="45036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25" name="Rectangle 31"/>
            <p:cNvSpPr/>
            <p:nvPr/>
          </p:nvSpPr>
          <p:spPr>
            <a:xfrm>
              <a:off x="2262600" y="5255640"/>
              <a:ext cx="4518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26" name="Rectangle 32"/>
            <p:cNvSpPr/>
            <p:nvPr/>
          </p:nvSpPr>
          <p:spPr>
            <a:xfrm>
              <a:off x="1501560" y="5809680"/>
              <a:ext cx="4536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27" name="Rectangle 33"/>
            <p:cNvSpPr/>
            <p:nvPr/>
          </p:nvSpPr>
          <p:spPr>
            <a:xfrm>
              <a:off x="745560" y="5255640"/>
              <a:ext cx="4514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28" name="Rectangle 34"/>
            <p:cNvSpPr/>
            <p:nvPr/>
          </p:nvSpPr>
          <p:spPr>
            <a:xfrm>
              <a:off x="1020240" y="4360320"/>
              <a:ext cx="45540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729" name="Group 64"/>
          <p:cNvGrpSpPr/>
          <p:nvPr/>
        </p:nvGrpSpPr>
        <p:grpSpPr>
          <a:xfrm>
            <a:off x="3441600" y="3984480"/>
            <a:ext cx="2158920" cy="2158920"/>
            <a:chOff x="3441600" y="3984480"/>
            <a:chExt cx="2158920" cy="2158920"/>
          </a:xfrm>
        </p:grpSpPr>
        <p:sp>
          <p:nvSpPr>
            <p:cNvPr id="2730" name="Freeform 36"/>
            <p:cNvSpPr/>
            <p:nvPr/>
          </p:nvSpPr>
          <p:spPr>
            <a:xfrm>
              <a:off x="4471920" y="3984480"/>
              <a:ext cx="957240" cy="7794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31" name="Freeform 37"/>
            <p:cNvSpPr/>
            <p:nvPr/>
          </p:nvSpPr>
          <p:spPr>
            <a:xfrm>
              <a:off x="4945320" y="4481280"/>
              <a:ext cx="655200" cy="108108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32" name="Freeform 38"/>
            <p:cNvSpPr/>
            <p:nvPr/>
          </p:nvSpPr>
          <p:spPr>
            <a:xfrm>
              <a:off x="4468680" y="5281560"/>
              <a:ext cx="1011600" cy="8571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33" name="Freeform 39"/>
            <p:cNvSpPr/>
            <p:nvPr/>
          </p:nvSpPr>
          <p:spPr>
            <a:xfrm>
              <a:off x="3616200" y="5365440"/>
              <a:ext cx="957600" cy="7779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34" name="Freeform 40"/>
            <p:cNvSpPr/>
            <p:nvPr/>
          </p:nvSpPr>
          <p:spPr>
            <a:xfrm>
              <a:off x="3441600" y="4572000"/>
              <a:ext cx="657000" cy="10746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35" name="Freeform 41"/>
            <p:cNvSpPr/>
            <p:nvPr/>
          </p:nvSpPr>
          <p:spPr>
            <a:xfrm>
              <a:off x="3565440" y="3990960"/>
              <a:ext cx="1009800" cy="8618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36" name="Rectangle 42"/>
            <p:cNvSpPr/>
            <p:nvPr/>
          </p:nvSpPr>
          <p:spPr>
            <a:xfrm>
              <a:off x="3909960" y="4306320"/>
              <a:ext cx="4546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37" name="Rectangle 43"/>
            <p:cNvSpPr/>
            <p:nvPr/>
          </p:nvSpPr>
          <p:spPr>
            <a:xfrm>
              <a:off x="4674240" y="4306320"/>
              <a:ext cx="4514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38" name="Rectangle 44"/>
            <p:cNvSpPr/>
            <p:nvPr/>
          </p:nvSpPr>
          <p:spPr>
            <a:xfrm>
              <a:off x="3509640" y="4988880"/>
              <a:ext cx="4528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39" name="Rectangle 45"/>
            <p:cNvSpPr/>
            <p:nvPr/>
          </p:nvSpPr>
          <p:spPr>
            <a:xfrm>
              <a:off x="5082840" y="4988880"/>
              <a:ext cx="4532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40" name="Rectangle 46"/>
            <p:cNvSpPr/>
            <p:nvPr/>
          </p:nvSpPr>
          <p:spPr>
            <a:xfrm>
              <a:off x="3859200" y="5662080"/>
              <a:ext cx="45144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41" name="Rectangle 47"/>
            <p:cNvSpPr/>
            <p:nvPr/>
          </p:nvSpPr>
          <p:spPr>
            <a:xfrm>
              <a:off x="4719960" y="5662080"/>
              <a:ext cx="4528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2742" name="Group 65"/>
          <p:cNvGrpSpPr/>
          <p:nvPr/>
        </p:nvGrpSpPr>
        <p:grpSpPr>
          <a:xfrm>
            <a:off x="6238800" y="3984480"/>
            <a:ext cx="2158560" cy="2158920"/>
            <a:chOff x="6238800" y="3984480"/>
            <a:chExt cx="2158560" cy="2158920"/>
          </a:xfrm>
        </p:grpSpPr>
        <p:sp>
          <p:nvSpPr>
            <p:cNvPr id="2743" name="Freeform 49"/>
            <p:cNvSpPr/>
            <p:nvPr/>
          </p:nvSpPr>
          <p:spPr>
            <a:xfrm>
              <a:off x="7260120" y="3984480"/>
              <a:ext cx="866520" cy="7239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4" name="Freeform 50"/>
            <p:cNvSpPr/>
            <p:nvPr/>
          </p:nvSpPr>
          <p:spPr>
            <a:xfrm>
              <a:off x="7691040" y="4344840"/>
              <a:ext cx="706320" cy="9525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5" name="Freeform 51"/>
            <p:cNvSpPr/>
            <p:nvPr/>
          </p:nvSpPr>
          <p:spPr>
            <a:xfrm>
              <a:off x="7574040" y="5135400"/>
              <a:ext cx="802800" cy="8859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6" name="Freeform 52"/>
            <p:cNvSpPr/>
            <p:nvPr/>
          </p:nvSpPr>
          <p:spPr>
            <a:xfrm>
              <a:off x="6884640" y="5510160"/>
              <a:ext cx="937080" cy="6332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7" name="Freeform 53"/>
            <p:cNvSpPr/>
            <p:nvPr/>
          </p:nvSpPr>
          <p:spPr>
            <a:xfrm>
              <a:off x="6269760" y="5170320"/>
              <a:ext cx="857880" cy="8827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8" name="Freeform 54"/>
            <p:cNvSpPr/>
            <p:nvPr/>
          </p:nvSpPr>
          <p:spPr>
            <a:xfrm>
              <a:off x="6238800" y="4406760"/>
              <a:ext cx="658080" cy="9302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49" name="Freeform 55"/>
            <p:cNvSpPr/>
            <p:nvPr/>
          </p:nvSpPr>
          <p:spPr>
            <a:xfrm>
              <a:off x="6440040" y="3985920"/>
              <a:ext cx="933480" cy="7938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50" name="Rectangle 56"/>
            <p:cNvSpPr/>
            <p:nvPr/>
          </p:nvSpPr>
          <p:spPr>
            <a:xfrm>
              <a:off x="6766200" y="4269960"/>
              <a:ext cx="45972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51" name="Rectangle 57"/>
            <p:cNvSpPr/>
            <p:nvPr/>
          </p:nvSpPr>
          <p:spPr>
            <a:xfrm>
              <a:off x="7446240" y="4269960"/>
              <a:ext cx="45792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52" name="Rectangle 58"/>
            <p:cNvSpPr/>
            <p:nvPr/>
          </p:nvSpPr>
          <p:spPr>
            <a:xfrm>
              <a:off x="7858080" y="4809600"/>
              <a:ext cx="45792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53" name="Rectangle 59"/>
            <p:cNvSpPr/>
            <p:nvPr/>
          </p:nvSpPr>
          <p:spPr>
            <a:xfrm>
              <a:off x="7701480" y="5486040"/>
              <a:ext cx="45792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54" name="Rectangle 60"/>
            <p:cNvSpPr/>
            <p:nvPr/>
          </p:nvSpPr>
          <p:spPr>
            <a:xfrm>
              <a:off x="7063560" y="5800320"/>
              <a:ext cx="4564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55" name="Rectangle 61"/>
            <p:cNvSpPr/>
            <p:nvPr/>
          </p:nvSpPr>
          <p:spPr>
            <a:xfrm>
              <a:off x="6445440" y="5466960"/>
              <a:ext cx="4564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56" name="Rectangle 62"/>
            <p:cNvSpPr/>
            <p:nvPr/>
          </p:nvSpPr>
          <p:spPr>
            <a:xfrm>
              <a:off x="6310800" y="4797000"/>
              <a:ext cx="460080" cy="1310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75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B6930B-9291-49C4-A380-D2348BDD0F4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759" name="Freeform 2"/>
          <p:cNvSpPr/>
          <p:nvPr/>
        </p:nvSpPr>
        <p:spPr>
          <a:xfrm>
            <a:off x="2387520" y="5056200"/>
            <a:ext cx="1176480" cy="477720"/>
          </a:xfrm>
          <a:prstGeom prst="pie">
            <a:avLst/>
          </a:prstGeom>
          <a:solidFill>
            <a:srgbClr val="ffffff">
              <a:alpha val="50000"/>
            </a:srgbClr>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0" name="Freeform 3"/>
          <p:cNvSpPr/>
          <p:nvPr/>
        </p:nvSpPr>
        <p:spPr>
          <a:xfrm>
            <a:off x="2438280" y="2149560"/>
            <a:ext cx="1241640" cy="644400"/>
          </a:xfrm>
          <a:prstGeom prst="pie">
            <a:avLst/>
          </a:prstGeom>
          <a:solidFill>
            <a:srgbClr val="ffffff">
              <a:alpha val="50000"/>
            </a:srgbClr>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1" name="Freeform 4"/>
          <p:cNvSpPr/>
          <p:nvPr/>
        </p:nvSpPr>
        <p:spPr>
          <a:xfrm>
            <a:off x="638280" y="2909880"/>
            <a:ext cx="1471680" cy="1692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2" name="Freeform 5"/>
          <p:cNvSpPr/>
          <p:nvPr/>
        </p:nvSpPr>
        <p:spPr>
          <a:xfrm>
            <a:off x="977760" y="2149560"/>
            <a:ext cx="1852920" cy="1001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3" name="Freeform 6"/>
          <p:cNvSpPr/>
          <p:nvPr/>
        </p:nvSpPr>
        <p:spPr>
          <a:xfrm>
            <a:off x="1022400" y="4649760"/>
            <a:ext cx="1816200" cy="8841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4" name="Freeform 7"/>
          <p:cNvSpPr/>
          <p:nvPr/>
        </p:nvSpPr>
        <p:spPr>
          <a:xfrm>
            <a:off x="2746440" y="2833560"/>
            <a:ext cx="1176120" cy="1165320"/>
          </a:xfrm>
          <a:prstGeom prst="pie">
            <a:avLst/>
          </a:prstGeom>
          <a:solidFill>
            <a:srgbClr val="ffffff">
              <a:alpha val="50000"/>
            </a:srgbClr>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5" name="Freeform 8"/>
          <p:cNvSpPr/>
          <p:nvPr/>
        </p:nvSpPr>
        <p:spPr>
          <a:xfrm>
            <a:off x="2647800" y="4041720"/>
            <a:ext cx="1263960" cy="976320"/>
          </a:xfrm>
          <a:prstGeom prst="pie">
            <a:avLst/>
          </a:prstGeom>
          <a:solidFill>
            <a:srgbClr val="ffffff">
              <a:alpha val="50000"/>
            </a:srgbClr>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66" name="Rectangle 9"/>
          <p:cNvSpPr/>
          <p:nvPr/>
        </p:nvSpPr>
        <p:spPr>
          <a:xfrm>
            <a:off x="1311120" y="2482560"/>
            <a:ext cx="77796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91d5d"/>
                </a:solidFill>
                <a:latin typeface="Arial"/>
              </a:rPr>
              <a:t>...</a:t>
            </a:r>
            <a:endParaRPr b="1" lang="en-US" sz="900" spc="-1" strike="noStrike">
              <a:solidFill>
                <a:srgbClr val="000000"/>
              </a:solidFill>
              <a:latin typeface="Arial"/>
            </a:endParaRPr>
          </a:p>
        </p:txBody>
      </p:sp>
      <p:sp>
        <p:nvSpPr>
          <p:cNvPr id="2767" name="Rectangle 10"/>
          <p:cNvSpPr/>
          <p:nvPr/>
        </p:nvSpPr>
        <p:spPr>
          <a:xfrm>
            <a:off x="2935440" y="3395160"/>
            <a:ext cx="94284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68" name="Rectangle 11"/>
          <p:cNvSpPr/>
          <p:nvPr/>
        </p:nvSpPr>
        <p:spPr>
          <a:xfrm>
            <a:off x="2846520" y="4444560"/>
            <a:ext cx="93492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69" name="Rectangle 12"/>
          <p:cNvSpPr/>
          <p:nvPr/>
        </p:nvSpPr>
        <p:spPr>
          <a:xfrm>
            <a:off x="1184400" y="5054400"/>
            <a:ext cx="99360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70" name="Rectangle 13"/>
          <p:cNvSpPr/>
          <p:nvPr/>
        </p:nvSpPr>
        <p:spPr>
          <a:xfrm>
            <a:off x="871560" y="3935160"/>
            <a:ext cx="995400" cy="1310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7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Circles - Ribbon and ring</a:t>
            </a:r>
            <a:endParaRPr b="1" lang="en-US" sz="1600" spc="-1" strike="noStrike">
              <a:solidFill>
                <a:srgbClr val="000000"/>
              </a:solidFill>
              <a:latin typeface="Arial"/>
            </a:endParaRPr>
          </a:p>
        </p:txBody>
      </p:sp>
      <p:sp>
        <p:nvSpPr>
          <p:cNvPr id="2772" name="Freeform 15"/>
          <p:cNvSpPr/>
          <p:nvPr/>
        </p:nvSpPr>
        <p:spPr>
          <a:xfrm>
            <a:off x="6576840" y="2505240"/>
            <a:ext cx="1343160" cy="1433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73" name="Freeform 16"/>
          <p:cNvSpPr/>
          <p:nvPr/>
        </p:nvSpPr>
        <p:spPr>
          <a:xfrm>
            <a:off x="5183280" y="3859200"/>
            <a:ext cx="1900080" cy="1503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74" name="Freeform 17"/>
          <p:cNvSpPr/>
          <p:nvPr/>
        </p:nvSpPr>
        <p:spPr>
          <a:xfrm>
            <a:off x="5108400" y="2138400"/>
            <a:ext cx="1538640" cy="1544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2775" name="Group 18"/>
          <p:cNvGrpSpPr/>
          <p:nvPr/>
        </p:nvGrpSpPr>
        <p:grpSpPr>
          <a:xfrm>
            <a:off x="4629240" y="2538360"/>
            <a:ext cx="726840" cy="2512800"/>
            <a:chOff x="4629240" y="2538360"/>
            <a:chExt cx="726840" cy="2512800"/>
          </a:xfrm>
        </p:grpSpPr>
        <p:sp>
          <p:nvSpPr>
            <p:cNvPr id="2776" name="Freeform 19"/>
            <p:cNvSpPr/>
            <p:nvPr/>
          </p:nvSpPr>
          <p:spPr>
            <a:xfrm>
              <a:off x="4629240" y="2538360"/>
              <a:ext cx="615600" cy="1348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77" name="Freeform 20"/>
            <p:cNvSpPr/>
            <p:nvPr/>
          </p:nvSpPr>
          <p:spPr>
            <a:xfrm>
              <a:off x="4629240" y="3436200"/>
              <a:ext cx="726840" cy="16149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2778" name="Group 21"/>
          <p:cNvGrpSpPr/>
          <p:nvPr/>
        </p:nvGrpSpPr>
        <p:grpSpPr>
          <a:xfrm>
            <a:off x="6907320" y="2978280"/>
            <a:ext cx="1121760" cy="2465280"/>
            <a:chOff x="6907320" y="2978280"/>
            <a:chExt cx="1121760" cy="2465280"/>
          </a:xfrm>
        </p:grpSpPr>
        <p:sp>
          <p:nvSpPr>
            <p:cNvPr id="2779" name="Freeform 22"/>
            <p:cNvSpPr/>
            <p:nvPr/>
          </p:nvSpPr>
          <p:spPr>
            <a:xfrm>
              <a:off x="7756920" y="2978280"/>
              <a:ext cx="272160" cy="971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80" name="Freeform 23"/>
            <p:cNvSpPr/>
            <p:nvPr/>
          </p:nvSpPr>
          <p:spPr>
            <a:xfrm>
              <a:off x="6907320" y="3475800"/>
              <a:ext cx="1121040" cy="1967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781" name="Rectangle 24"/>
          <p:cNvSpPr/>
          <p:nvPr/>
        </p:nvSpPr>
        <p:spPr>
          <a:xfrm>
            <a:off x="5419800" y="2918880"/>
            <a:ext cx="1008000" cy="1310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82" name="Rectangle 25"/>
          <p:cNvSpPr/>
          <p:nvPr/>
        </p:nvSpPr>
        <p:spPr>
          <a:xfrm>
            <a:off x="6756480" y="3015720"/>
            <a:ext cx="1008000" cy="1310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83" name="Rectangle 26"/>
          <p:cNvSpPr/>
          <p:nvPr/>
        </p:nvSpPr>
        <p:spPr>
          <a:xfrm>
            <a:off x="5389560" y="4719240"/>
            <a:ext cx="1309680" cy="1310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84" name="Rectangle 27"/>
          <p:cNvSpPr/>
          <p:nvPr/>
        </p:nvSpPr>
        <p:spPr>
          <a:xfrm>
            <a:off x="4718160" y="4247640"/>
            <a:ext cx="455400" cy="1310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2785" name="Rectangle 28"/>
          <p:cNvSpPr/>
          <p:nvPr/>
        </p:nvSpPr>
        <p:spPr>
          <a:xfrm>
            <a:off x="7184880" y="4447800"/>
            <a:ext cx="666720" cy="1310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9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900" spc="-1" strike="noStrike">
                <a:solidFill>
                  <a:srgbClr val="000000"/>
                </a:solidFill>
                <a:latin typeface="Arial"/>
              </a:rPr>
              <a:t>...</a:t>
            </a:r>
            <a:endParaRPr b="1" lang="en-US" sz="900" spc="-1" strike="noStrike">
              <a:solidFill>
                <a:srgbClr val="000000"/>
              </a:solidFill>
              <a:latin typeface="Arial"/>
            </a:endParaRPr>
          </a:p>
        </p:txBody>
      </p:sp>
    </p:spTree>
  </p:cSld>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78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47F6D5-E9AF-4713-A3B5-58DAC9FACEF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2788" name="Group 2"/>
          <p:cNvGrpSpPr/>
          <p:nvPr/>
        </p:nvGrpSpPr>
        <p:grpSpPr>
          <a:xfrm>
            <a:off x="1619280" y="1773360"/>
            <a:ext cx="5401800" cy="4520880"/>
            <a:chOff x="1619280" y="1773360"/>
            <a:chExt cx="5401800" cy="4520880"/>
          </a:xfrm>
        </p:grpSpPr>
        <p:sp>
          <p:nvSpPr>
            <p:cNvPr id="2789" name="Freeform 3"/>
            <p:cNvSpPr/>
            <p:nvPr/>
          </p:nvSpPr>
          <p:spPr>
            <a:xfrm>
              <a:off x="5589000" y="3211920"/>
              <a:ext cx="1432080" cy="1868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90" name="Freeform 4"/>
            <p:cNvSpPr/>
            <p:nvPr/>
          </p:nvSpPr>
          <p:spPr>
            <a:xfrm>
              <a:off x="5060880" y="2068560"/>
              <a:ext cx="1864080" cy="1553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91" name="Freeform 5"/>
            <p:cNvSpPr/>
            <p:nvPr/>
          </p:nvSpPr>
          <p:spPr>
            <a:xfrm>
              <a:off x="1619280" y="1773360"/>
              <a:ext cx="3708720" cy="17744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92" name="Freeform 6"/>
            <p:cNvSpPr/>
            <p:nvPr/>
          </p:nvSpPr>
          <p:spPr>
            <a:xfrm>
              <a:off x="4692600" y="4584240"/>
              <a:ext cx="1874520" cy="17100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93" name="Freeform 7"/>
            <p:cNvSpPr/>
            <p:nvPr/>
          </p:nvSpPr>
          <p:spPr>
            <a:xfrm>
              <a:off x="3100320" y="4369680"/>
              <a:ext cx="1783800" cy="1527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794" name="Freeform 8"/>
            <p:cNvSpPr/>
            <p:nvPr/>
          </p:nvSpPr>
          <p:spPr>
            <a:xfrm>
              <a:off x="3008160" y="3061800"/>
              <a:ext cx="1455840" cy="17031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795" name="Rectangle 9"/>
          <p:cNvSpPr/>
          <p:nvPr/>
        </p:nvSpPr>
        <p:spPr>
          <a:xfrm>
            <a:off x="1760400" y="2566800"/>
            <a:ext cx="311796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796" name="Rectangle 10"/>
          <p:cNvSpPr/>
          <p:nvPr/>
        </p:nvSpPr>
        <p:spPr>
          <a:xfrm>
            <a:off x="5246640" y="2833200"/>
            <a:ext cx="104472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797" name="Rectangle 11"/>
          <p:cNvSpPr/>
          <p:nvPr/>
        </p:nvSpPr>
        <p:spPr>
          <a:xfrm>
            <a:off x="5724360" y="4174920"/>
            <a:ext cx="104796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798" name="Rectangle 12"/>
          <p:cNvSpPr/>
          <p:nvPr/>
        </p:nvSpPr>
        <p:spPr>
          <a:xfrm>
            <a:off x="4857840" y="5287680"/>
            <a:ext cx="104436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799" name="Rectangle 13"/>
          <p:cNvSpPr/>
          <p:nvPr/>
        </p:nvSpPr>
        <p:spPr>
          <a:xfrm>
            <a:off x="3522600" y="4990680"/>
            <a:ext cx="104472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800" name="Rectangle 14"/>
          <p:cNvSpPr/>
          <p:nvPr/>
        </p:nvSpPr>
        <p:spPr>
          <a:xfrm>
            <a:off x="3068640" y="3720600"/>
            <a:ext cx="104472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801"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Circles - </a:t>
            </a:r>
            <a:r>
              <a:rPr b="1" lang="nl-NL" sz="1600" spc="-1" strike="noStrike">
                <a:solidFill>
                  <a:srgbClr val="000000"/>
                </a:solidFill>
                <a:latin typeface="Arial"/>
                <a:ea typeface="ＭＳ Ｐゴシック"/>
              </a:rPr>
              <a:t>Process ending in a closed loop</a:t>
            </a:r>
            <a:endParaRPr b="1" lang="en-US" sz="1600" spc="-1" strike="noStrike">
              <a:solidFill>
                <a:srgbClr val="000000"/>
              </a:solidFill>
              <a:latin typeface="Arial"/>
            </a:endParaRPr>
          </a:p>
        </p:txBody>
      </p:sp>
    </p:spTree>
  </p:cSld>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80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785C14-96D8-4A50-9915-9274C843E36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80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 - Interrelated</a:t>
            </a:r>
            <a:endParaRPr b="1" lang="en-US" sz="1600" spc="-1" strike="noStrike">
              <a:solidFill>
                <a:srgbClr val="000000"/>
              </a:solidFill>
              <a:latin typeface="Arial"/>
            </a:endParaRPr>
          </a:p>
        </p:txBody>
      </p:sp>
      <p:sp>
        <p:nvSpPr>
          <p:cNvPr id="2805" name="Oval 3"/>
          <p:cNvSpPr/>
          <p:nvPr/>
        </p:nvSpPr>
        <p:spPr>
          <a:xfrm>
            <a:off x="2046240" y="1700280"/>
            <a:ext cx="2687760" cy="2689200"/>
          </a:xfrm>
          <a:prstGeom prst="ellipse">
            <a:avLst/>
          </a:prstGeom>
          <a:solidFill>
            <a:srgbClr val="ffffff"/>
          </a:solidFill>
          <a:ln w="12600">
            <a:solidFill>
              <a:srgbClr val="003399"/>
            </a:solidFill>
            <a:miter/>
          </a:ln>
        </p:spPr>
        <p:style>
          <a:lnRef idx="0"/>
          <a:fillRef idx="0"/>
          <a:effectRef idx="0"/>
          <a:fontRef idx="minor"/>
        </p:style>
        <p:txBody>
          <a:bodyPr lIns="93600" rIns="93600" tIns="46800" bIns="46800" anchor="ctr">
            <a:noAutofit/>
          </a:bodyPr>
          <a:p>
            <a:pPr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2806" name="Oval 4"/>
          <p:cNvSpPr/>
          <p:nvPr/>
        </p:nvSpPr>
        <p:spPr>
          <a:xfrm>
            <a:off x="4419720" y="1700280"/>
            <a:ext cx="2687400" cy="2689200"/>
          </a:xfrm>
          <a:prstGeom prst="ellipse">
            <a:avLst/>
          </a:prstGeom>
          <a:solidFill>
            <a:srgbClr val="8099cc"/>
          </a:solidFill>
          <a:ln w="12600">
            <a:solidFill>
              <a:srgbClr val="ffffff"/>
            </a:solidFill>
            <a:miter/>
          </a:ln>
        </p:spPr>
        <p:style>
          <a:lnRef idx="0"/>
          <a:fillRef idx="0"/>
          <a:effectRef idx="0"/>
          <a:fontRef idx="minor"/>
        </p:style>
        <p:txBody>
          <a:bodyPr lIns="93600" rIns="93600" tIns="46800" bIns="46800" anchor="ctr">
            <a:noAutofit/>
          </a:bodyPr>
          <a:p>
            <a:pPr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2807" name="Oval 5"/>
          <p:cNvSpPr/>
          <p:nvPr/>
        </p:nvSpPr>
        <p:spPr>
          <a:xfrm>
            <a:off x="3230640" y="3344760"/>
            <a:ext cx="2687400" cy="2689200"/>
          </a:xfrm>
          <a:prstGeom prst="ellipse">
            <a:avLst/>
          </a:prstGeom>
          <a:solidFill>
            <a:srgbClr val="80cccc"/>
          </a:solidFill>
          <a:ln w="12600">
            <a:solidFill>
              <a:srgbClr val="ffffff"/>
            </a:solidFill>
            <a:miter/>
          </a:ln>
        </p:spPr>
        <p:style>
          <a:lnRef idx="0"/>
          <a:fillRef idx="0"/>
          <a:effectRef idx="0"/>
          <a:fontRef idx="minor"/>
        </p:style>
        <p:txBody>
          <a:bodyPr lIns="93600" rIns="93600" tIns="46800" bIns="46800" anchor="ctr">
            <a:noAutofit/>
          </a:bodyPr>
          <a:p>
            <a:pPr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2808" name="Rectangle 6"/>
          <p:cNvSpPr/>
          <p:nvPr/>
        </p:nvSpPr>
        <p:spPr>
          <a:xfrm>
            <a:off x="5823000" y="260280"/>
            <a:ext cx="300348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円の状態を保つために、大きさを変える際にはシフトキーを押しながら調節してください。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81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F6569A-4264-4A8B-B252-6779FC625AD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81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 </a:t>
            </a:r>
            <a:r>
              <a:rPr b="1" lang="de-DE" sz="1600" spc="-1" strike="noStrike">
                <a:solidFill>
                  <a:srgbClr val="000000"/>
                </a:solidFill>
                <a:latin typeface="Arial"/>
                <a:ea typeface="ＭＳ Ｐゴシック"/>
              </a:rPr>
              <a:t>- Overlapping</a:t>
            </a:r>
            <a:endParaRPr b="1" lang="en-US" sz="1600" spc="-1" strike="noStrike">
              <a:solidFill>
                <a:srgbClr val="000000"/>
              </a:solidFill>
              <a:latin typeface="Arial"/>
            </a:endParaRPr>
          </a:p>
        </p:txBody>
      </p:sp>
      <p:sp>
        <p:nvSpPr>
          <p:cNvPr id="2812" name="Oval 4"/>
          <p:cNvSpPr/>
          <p:nvPr/>
        </p:nvSpPr>
        <p:spPr>
          <a:xfrm>
            <a:off x="1736640" y="2957400"/>
            <a:ext cx="2014560" cy="194004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813" name="Oval 5"/>
          <p:cNvSpPr/>
          <p:nvPr/>
        </p:nvSpPr>
        <p:spPr>
          <a:xfrm>
            <a:off x="849240" y="1484280"/>
            <a:ext cx="2016360" cy="194004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814" name="Oval 6"/>
          <p:cNvSpPr/>
          <p:nvPr/>
        </p:nvSpPr>
        <p:spPr>
          <a:xfrm>
            <a:off x="2622600" y="1484280"/>
            <a:ext cx="2016000" cy="194004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815" name="Freeform 7"/>
          <p:cNvSpPr/>
          <p:nvPr/>
        </p:nvSpPr>
        <p:spPr>
          <a:xfrm>
            <a:off x="2619360" y="1994040"/>
            <a:ext cx="246240" cy="925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16" name="Freeform 8"/>
          <p:cNvSpPr/>
          <p:nvPr/>
        </p:nvSpPr>
        <p:spPr>
          <a:xfrm>
            <a:off x="2768760" y="2955960"/>
            <a:ext cx="842760" cy="468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17" name="Freeform 9"/>
          <p:cNvSpPr/>
          <p:nvPr/>
        </p:nvSpPr>
        <p:spPr>
          <a:xfrm>
            <a:off x="1884240" y="2959200"/>
            <a:ext cx="833400" cy="465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18" name="Oval 11"/>
          <p:cNvSpPr/>
          <p:nvPr/>
        </p:nvSpPr>
        <p:spPr>
          <a:xfrm>
            <a:off x="6021360" y="3789360"/>
            <a:ext cx="2301840" cy="22194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819" name="Oval 12"/>
          <p:cNvSpPr/>
          <p:nvPr/>
        </p:nvSpPr>
        <p:spPr>
          <a:xfrm>
            <a:off x="4173480" y="3789360"/>
            <a:ext cx="2301840" cy="22194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2820" name="Freeform 13"/>
          <p:cNvSpPr/>
          <p:nvPr/>
        </p:nvSpPr>
        <p:spPr>
          <a:xfrm>
            <a:off x="6026040" y="4240080"/>
            <a:ext cx="452520" cy="13194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82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FD8334C-F0C7-4703-A2CC-CB7BAD8080B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82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 </a:t>
            </a:r>
            <a:r>
              <a:rPr b="1" lang="de-DE" sz="1600" spc="-1" strike="noStrike">
                <a:solidFill>
                  <a:srgbClr val="000000"/>
                </a:solidFill>
                <a:latin typeface="Arial"/>
                <a:ea typeface="ＭＳ Ｐゴシック"/>
              </a:rPr>
              <a:t>- Overlapping</a:t>
            </a:r>
            <a:endParaRPr b="1" lang="en-US" sz="1600" spc="-1" strike="noStrike">
              <a:solidFill>
                <a:srgbClr val="000000"/>
              </a:solidFill>
              <a:latin typeface="Arial"/>
            </a:endParaRPr>
          </a:p>
        </p:txBody>
      </p:sp>
      <p:sp>
        <p:nvSpPr>
          <p:cNvPr id="2824" name="Rectangle 3"/>
          <p:cNvSpPr/>
          <p:nvPr/>
        </p:nvSpPr>
        <p:spPr>
          <a:xfrm>
            <a:off x="1400040" y="2168640"/>
            <a:ext cx="165744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1" lang="de-DE" sz="1100" spc="-1" strike="noStrike">
                <a:solidFill>
                  <a:srgbClr val="000000"/>
                </a:solidFill>
                <a:latin typeface="Arial"/>
              </a:rPr>
              <a:t>Label 1</a:t>
            </a:r>
            <a:endParaRPr b="1" lang="en-US" sz="1100" spc="-1" strike="noStrike">
              <a:solidFill>
                <a:srgbClr val="000000"/>
              </a:solidFill>
              <a:latin typeface="Arial"/>
            </a:endParaRPr>
          </a:p>
        </p:txBody>
      </p:sp>
      <p:sp>
        <p:nvSpPr>
          <p:cNvPr id="2825" name="Rectangle 4"/>
          <p:cNvSpPr/>
          <p:nvPr/>
        </p:nvSpPr>
        <p:spPr>
          <a:xfrm>
            <a:off x="3606840" y="2168640"/>
            <a:ext cx="166032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1" lang="de-DE" sz="1100" spc="-1" strike="noStrike">
                <a:solidFill>
                  <a:srgbClr val="000000"/>
                </a:solidFill>
                <a:latin typeface="Arial"/>
              </a:rPr>
              <a:t>Label 2</a:t>
            </a:r>
            <a:endParaRPr b="1" lang="en-US" sz="1100" spc="-1" strike="noStrike">
              <a:solidFill>
                <a:srgbClr val="000000"/>
              </a:solidFill>
              <a:latin typeface="Arial"/>
            </a:endParaRPr>
          </a:p>
        </p:txBody>
      </p:sp>
      <p:sp>
        <p:nvSpPr>
          <p:cNvPr id="2826" name="Rectangle 5"/>
          <p:cNvSpPr/>
          <p:nvPr/>
        </p:nvSpPr>
        <p:spPr>
          <a:xfrm>
            <a:off x="5830920" y="2168640"/>
            <a:ext cx="165744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1" lang="de-DE" sz="1100" spc="-1" strike="noStrike">
                <a:solidFill>
                  <a:srgbClr val="000000"/>
                </a:solidFill>
                <a:latin typeface="Arial"/>
              </a:rPr>
              <a:t>Label 3</a:t>
            </a:r>
            <a:endParaRPr b="1" lang="en-US" sz="1100" spc="-1" strike="noStrike">
              <a:solidFill>
                <a:srgbClr val="000000"/>
              </a:solidFill>
              <a:latin typeface="Arial"/>
            </a:endParaRPr>
          </a:p>
        </p:txBody>
      </p:sp>
      <p:grpSp>
        <p:nvGrpSpPr>
          <p:cNvPr id="2827" name="Group 6"/>
          <p:cNvGrpSpPr/>
          <p:nvPr/>
        </p:nvGrpSpPr>
        <p:grpSpPr>
          <a:xfrm>
            <a:off x="787320" y="2548080"/>
            <a:ext cx="7389360" cy="3328920"/>
            <a:chOff x="787320" y="2548080"/>
            <a:chExt cx="7389360" cy="3328920"/>
          </a:xfrm>
        </p:grpSpPr>
        <p:sp>
          <p:nvSpPr>
            <p:cNvPr id="2828" name="Oval 7"/>
            <p:cNvSpPr/>
            <p:nvPr/>
          </p:nvSpPr>
          <p:spPr>
            <a:xfrm>
              <a:off x="5299200" y="2548080"/>
              <a:ext cx="2877480" cy="331128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29" name="Oval 8"/>
            <p:cNvSpPr/>
            <p:nvPr/>
          </p:nvSpPr>
          <p:spPr>
            <a:xfrm>
              <a:off x="3043800" y="2565360"/>
              <a:ext cx="2877840" cy="33116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30" name="Oval 9"/>
            <p:cNvSpPr/>
            <p:nvPr/>
          </p:nvSpPr>
          <p:spPr>
            <a:xfrm>
              <a:off x="787320" y="2565360"/>
              <a:ext cx="2877840" cy="33116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31" name="Freeform 10"/>
            <p:cNvSpPr/>
            <p:nvPr/>
          </p:nvSpPr>
          <p:spPr>
            <a:xfrm>
              <a:off x="5303520" y="3179880"/>
              <a:ext cx="610920" cy="2060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32" name="Freeform 11"/>
            <p:cNvSpPr/>
            <p:nvPr/>
          </p:nvSpPr>
          <p:spPr>
            <a:xfrm>
              <a:off x="3048120" y="3193920"/>
              <a:ext cx="610920" cy="2060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833" name="Rectangle 12"/>
          <p:cNvSpPr/>
          <p:nvPr/>
        </p:nvSpPr>
        <p:spPr>
          <a:xfrm>
            <a:off x="1886040" y="4138560"/>
            <a:ext cx="674280" cy="14544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G Company</a:t>
            </a:r>
            <a:endParaRPr b="1" lang="en-US" sz="1000" spc="-1" strike="noStrike">
              <a:solidFill>
                <a:srgbClr val="000000"/>
              </a:solidFill>
              <a:latin typeface="Arial"/>
            </a:endParaRPr>
          </a:p>
        </p:txBody>
      </p:sp>
      <p:sp>
        <p:nvSpPr>
          <p:cNvPr id="2834" name="Rectangle 13"/>
          <p:cNvSpPr/>
          <p:nvPr/>
        </p:nvSpPr>
        <p:spPr>
          <a:xfrm>
            <a:off x="3184200" y="3716280"/>
            <a:ext cx="337680" cy="14544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Q Inc.</a:t>
            </a:r>
            <a:endParaRPr b="1" lang="en-US" sz="1000" spc="-1" strike="noStrike">
              <a:solidFill>
                <a:srgbClr val="000000"/>
              </a:solidFill>
              <a:latin typeface="Arial"/>
            </a:endParaRPr>
          </a:p>
        </p:txBody>
      </p:sp>
      <p:sp>
        <p:nvSpPr>
          <p:cNvPr id="2835" name="Rectangle 14"/>
          <p:cNvSpPr/>
          <p:nvPr/>
        </p:nvSpPr>
        <p:spPr>
          <a:xfrm>
            <a:off x="3148560" y="4397400"/>
            <a:ext cx="415080" cy="14544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KK Ltd.</a:t>
            </a:r>
            <a:endParaRPr b="1" lang="en-US" sz="1000" spc="-1" strike="noStrike">
              <a:solidFill>
                <a:srgbClr val="000000"/>
              </a:solidFill>
              <a:latin typeface="Arial"/>
            </a:endParaRPr>
          </a:p>
        </p:txBody>
      </p:sp>
      <p:sp>
        <p:nvSpPr>
          <p:cNvPr id="2836" name="Rectangle 15"/>
          <p:cNvSpPr/>
          <p:nvPr/>
        </p:nvSpPr>
        <p:spPr>
          <a:xfrm>
            <a:off x="4262040" y="2851200"/>
            <a:ext cx="337680" cy="55296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H Inc.</a:t>
            </a:r>
            <a:endParaRPr b="1" lang="en-US" sz="1000" spc="-1" strike="noStrike">
              <a:solidFill>
                <a:srgbClr val="000000"/>
              </a:solidFill>
              <a:latin typeface="Arial"/>
            </a:endParaRPr>
          </a:p>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R Ltd.</a:t>
            </a:r>
            <a:endParaRPr b="1" lang="en-US" sz="1000" spc="-1" strike="noStrike">
              <a:solidFill>
                <a:srgbClr val="000000"/>
              </a:solidFill>
              <a:latin typeface="Arial"/>
            </a:endParaRPr>
          </a:p>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Y Co.</a:t>
            </a:r>
            <a:endParaRPr b="1" lang="en-US" sz="1000" spc="-1" strike="noStrike">
              <a:solidFill>
                <a:srgbClr val="000000"/>
              </a:solidFill>
              <a:latin typeface="Arial"/>
            </a:endParaRPr>
          </a:p>
        </p:txBody>
      </p:sp>
      <p:sp>
        <p:nvSpPr>
          <p:cNvPr id="2837" name="Rectangle 16"/>
          <p:cNvSpPr/>
          <p:nvPr/>
        </p:nvSpPr>
        <p:spPr>
          <a:xfrm>
            <a:off x="6321600" y="4138560"/>
            <a:ext cx="668160" cy="14544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U Company</a:t>
            </a:r>
            <a:endParaRPr b="1" lang="en-US" sz="1000" spc="-1" strike="noStrike">
              <a:solidFill>
                <a:srgbClr val="000000"/>
              </a:solidFill>
              <a:latin typeface="Arial"/>
            </a:endParaRPr>
          </a:p>
        </p:txBody>
      </p:sp>
      <p:sp>
        <p:nvSpPr>
          <p:cNvPr id="2838" name="Rectangle 17"/>
          <p:cNvSpPr/>
          <p:nvPr/>
        </p:nvSpPr>
        <p:spPr>
          <a:xfrm>
            <a:off x="4106880" y="3932280"/>
            <a:ext cx="660600" cy="14544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X Company</a:t>
            </a:r>
            <a:endParaRPr b="1" lang="en-US" sz="1000" spc="-1" strike="noStrike">
              <a:solidFill>
                <a:srgbClr val="000000"/>
              </a:solidFill>
              <a:latin typeface="Arial"/>
            </a:endParaRPr>
          </a:p>
        </p:txBody>
      </p:sp>
      <p:sp>
        <p:nvSpPr>
          <p:cNvPr id="2839" name="Rectangle 18"/>
          <p:cNvSpPr/>
          <p:nvPr/>
        </p:nvSpPr>
        <p:spPr>
          <a:xfrm>
            <a:off x="4268880" y="4508640"/>
            <a:ext cx="329760" cy="55296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S Ltd.</a:t>
            </a:r>
            <a:endParaRPr b="1" lang="en-US" sz="1000" spc="-1" strike="noStrike">
              <a:solidFill>
                <a:srgbClr val="000000"/>
              </a:solidFill>
              <a:latin typeface="Arial"/>
            </a:endParaRPr>
          </a:p>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C Inc.</a:t>
            </a:r>
            <a:endParaRPr b="1" lang="en-US" sz="1000" spc="-1" strike="noStrike">
              <a:solidFill>
                <a:srgbClr val="000000"/>
              </a:solidFill>
              <a:latin typeface="Arial"/>
            </a:endParaRPr>
          </a:p>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P Co.</a:t>
            </a:r>
            <a:endParaRPr b="1" lang="en-US" sz="1000" spc="-1" strike="noStrike">
              <a:solidFill>
                <a:srgbClr val="000000"/>
              </a:solidFill>
              <a:latin typeface="Arial"/>
            </a:endParaRPr>
          </a:p>
        </p:txBody>
      </p:sp>
      <p:sp>
        <p:nvSpPr>
          <p:cNvPr id="2840" name="Rectangle 19"/>
          <p:cNvSpPr/>
          <p:nvPr/>
        </p:nvSpPr>
        <p:spPr>
          <a:xfrm>
            <a:off x="5481360" y="4025880"/>
            <a:ext cx="337680" cy="349200"/>
          </a:xfrm>
          <a:prstGeom prst="rect">
            <a:avLst/>
          </a:prstGeom>
          <a:noFill/>
          <a:ln w="0">
            <a:noFill/>
          </a:ln>
        </p:spPr>
        <p:style>
          <a:lnRef idx="0"/>
          <a:fillRef idx="0"/>
          <a:effectRef idx="0"/>
          <a:fontRef idx="minor"/>
        </p:style>
        <p:txBody>
          <a:bodyPr wrap="none" lIns="0" rIns="0" tIns="0" bIns="0" anchor="t">
            <a:spAutoFit/>
          </a:bodyPr>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T Co.</a:t>
            </a:r>
            <a:endParaRPr b="1" lang="en-US" sz="1000" spc="-1" strike="noStrike">
              <a:solidFill>
                <a:srgbClr val="000000"/>
              </a:solidFill>
              <a:latin typeface="Arial"/>
            </a:endParaRPr>
          </a:p>
          <a:p>
            <a:pPr algn="ctr">
              <a:lnSpc>
                <a:spcPct val="95000"/>
              </a:lnSpc>
              <a:spcAft>
                <a:spcPts val="462"/>
              </a:spcAft>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000" spc="-1" strike="noStrike">
                <a:solidFill>
                  <a:srgbClr val="000000"/>
                </a:solidFill>
                <a:latin typeface="Arial"/>
              </a:rPr>
              <a:t>O Inc.</a:t>
            </a:r>
            <a:endParaRPr b="1" lang="en-US" sz="1000" spc="-1" strike="noStrike">
              <a:solidFill>
                <a:srgbClr val="000000"/>
              </a:solidFill>
              <a:latin typeface="Arial"/>
            </a:endParaRPr>
          </a:p>
        </p:txBody>
      </p:sp>
      <p:sp>
        <p:nvSpPr>
          <p:cNvPr id="2841" name="Line 20"/>
          <p:cNvSpPr/>
          <p:nvPr/>
        </p:nvSpPr>
        <p:spPr>
          <a:xfrm>
            <a:off x="2544840" y="5348160"/>
            <a:ext cx="3890880" cy="0"/>
          </a:xfrm>
          <a:prstGeom prst="line">
            <a:avLst/>
          </a:prstGeom>
          <a:ln w="12600">
            <a:solidFill>
              <a:srgbClr val="003399"/>
            </a:solidFill>
            <a:miter/>
            <a:headEnd len="med" type="triangle" w="med"/>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42" name="Line 21"/>
          <p:cNvSpPr/>
          <p:nvPr/>
        </p:nvSpPr>
        <p:spPr>
          <a:xfrm>
            <a:off x="2544840" y="5599080"/>
            <a:ext cx="3890880" cy="0"/>
          </a:xfrm>
          <a:prstGeom prst="line">
            <a:avLst/>
          </a:prstGeom>
          <a:ln w="12600">
            <a:solidFill>
              <a:srgbClr val="003399"/>
            </a:solidFill>
            <a:miter/>
            <a:headEnd len="med" type="triangle" w="med"/>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84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F8955E-42F5-4770-A040-79D6B354A2B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84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 - Overlapping</a:t>
            </a:r>
            <a:endParaRPr b="1" lang="en-US" sz="1600" spc="-1" strike="noStrike">
              <a:solidFill>
                <a:srgbClr val="000000"/>
              </a:solidFill>
              <a:latin typeface="Arial"/>
            </a:endParaRPr>
          </a:p>
        </p:txBody>
      </p:sp>
      <p:sp>
        <p:nvSpPr>
          <p:cNvPr id="2846" name="Oval 3"/>
          <p:cNvSpPr/>
          <p:nvPr/>
        </p:nvSpPr>
        <p:spPr>
          <a:xfrm>
            <a:off x="2046240" y="2962440"/>
            <a:ext cx="963720" cy="1042920"/>
          </a:xfrm>
          <a:prstGeom prst="ellipse">
            <a:avLst/>
          </a:prstGeom>
          <a:solidFill>
            <a:srgbClr val="ffffff">
              <a:alpha val="50000"/>
            </a:srgbClr>
          </a:solid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47" name="Oval 4"/>
          <p:cNvSpPr/>
          <p:nvPr/>
        </p:nvSpPr>
        <p:spPr>
          <a:xfrm>
            <a:off x="582480" y="3157560"/>
            <a:ext cx="1123920" cy="115740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48" name="Oval 5"/>
          <p:cNvSpPr/>
          <p:nvPr/>
        </p:nvSpPr>
        <p:spPr>
          <a:xfrm>
            <a:off x="1303200" y="2217600"/>
            <a:ext cx="839880" cy="88272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49" name="Oval 6"/>
          <p:cNvSpPr/>
          <p:nvPr/>
        </p:nvSpPr>
        <p:spPr>
          <a:xfrm>
            <a:off x="871560" y="4165560"/>
            <a:ext cx="963720" cy="104148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0" name="Oval 7"/>
          <p:cNvSpPr/>
          <p:nvPr/>
        </p:nvSpPr>
        <p:spPr>
          <a:xfrm>
            <a:off x="1644480" y="4475160"/>
            <a:ext cx="963720" cy="104148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1" name="Oval 8"/>
          <p:cNvSpPr/>
          <p:nvPr/>
        </p:nvSpPr>
        <p:spPr>
          <a:xfrm>
            <a:off x="2460600" y="4532400"/>
            <a:ext cx="901800" cy="97308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2" name="Oval 9"/>
          <p:cNvSpPr/>
          <p:nvPr/>
        </p:nvSpPr>
        <p:spPr>
          <a:xfrm>
            <a:off x="3255840" y="4703760"/>
            <a:ext cx="582840" cy="63036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3" name="Oval 10"/>
          <p:cNvSpPr/>
          <p:nvPr/>
        </p:nvSpPr>
        <p:spPr>
          <a:xfrm>
            <a:off x="2023920" y="2263680"/>
            <a:ext cx="563760" cy="60660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4" name="Oval 11"/>
          <p:cNvSpPr/>
          <p:nvPr/>
        </p:nvSpPr>
        <p:spPr>
          <a:xfrm>
            <a:off x="2724120" y="2252520"/>
            <a:ext cx="561960" cy="60660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5" name="Oval 12"/>
          <p:cNvSpPr/>
          <p:nvPr/>
        </p:nvSpPr>
        <p:spPr>
          <a:xfrm>
            <a:off x="3171960" y="2263680"/>
            <a:ext cx="772920" cy="83664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6" name="Oval 13"/>
          <p:cNvSpPr/>
          <p:nvPr/>
        </p:nvSpPr>
        <p:spPr>
          <a:xfrm>
            <a:off x="4071960" y="2241720"/>
            <a:ext cx="1238400" cy="133956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7" name="Oval 14"/>
          <p:cNvSpPr/>
          <p:nvPr/>
        </p:nvSpPr>
        <p:spPr>
          <a:xfrm>
            <a:off x="3924360" y="3352680"/>
            <a:ext cx="984240" cy="106524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8" name="Oval 15"/>
          <p:cNvSpPr/>
          <p:nvPr/>
        </p:nvSpPr>
        <p:spPr>
          <a:xfrm>
            <a:off x="3532320" y="4027320"/>
            <a:ext cx="1323720" cy="143208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59" name="Oval 16"/>
          <p:cNvSpPr/>
          <p:nvPr/>
        </p:nvSpPr>
        <p:spPr>
          <a:xfrm>
            <a:off x="1368360" y="3489480"/>
            <a:ext cx="1114560" cy="120312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0" name="Oval 17"/>
          <p:cNvSpPr/>
          <p:nvPr/>
        </p:nvSpPr>
        <p:spPr>
          <a:xfrm>
            <a:off x="1476360" y="2882880"/>
            <a:ext cx="773280" cy="83520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1" name="Oval 18"/>
          <p:cNvSpPr/>
          <p:nvPr/>
        </p:nvSpPr>
        <p:spPr>
          <a:xfrm>
            <a:off x="2608200" y="3352680"/>
            <a:ext cx="943200" cy="1019160"/>
          </a:xfrm>
          <a:prstGeom prst="ellipse">
            <a:avLst/>
          </a:prstGeom>
          <a:solidFill>
            <a:srgbClr val="ffffff">
              <a:alpha val="50000"/>
            </a:srgbClr>
          </a:solidFill>
          <a:ln w="93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2" name="Oval 19"/>
          <p:cNvSpPr/>
          <p:nvPr/>
        </p:nvSpPr>
        <p:spPr>
          <a:xfrm>
            <a:off x="2608200" y="3352680"/>
            <a:ext cx="943200" cy="101916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3" name="Oval 20"/>
          <p:cNvSpPr/>
          <p:nvPr/>
        </p:nvSpPr>
        <p:spPr>
          <a:xfrm>
            <a:off x="2259000" y="4073400"/>
            <a:ext cx="604800" cy="65268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4" name="Oval 21"/>
          <p:cNvSpPr/>
          <p:nvPr/>
        </p:nvSpPr>
        <p:spPr>
          <a:xfrm>
            <a:off x="3065400" y="4176720"/>
            <a:ext cx="604800" cy="65232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5" name="Oval 22"/>
          <p:cNvSpPr/>
          <p:nvPr/>
        </p:nvSpPr>
        <p:spPr>
          <a:xfrm>
            <a:off x="3402000" y="3524400"/>
            <a:ext cx="690480" cy="74448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6" name="Oval 23"/>
          <p:cNvSpPr/>
          <p:nvPr/>
        </p:nvSpPr>
        <p:spPr>
          <a:xfrm>
            <a:off x="2766960" y="2687760"/>
            <a:ext cx="817560" cy="88236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7" name="Oval 24"/>
          <p:cNvSpPr/>
          <p:nvPr/>
        </p:nvSpPr>
        <p:spPr>
          <a:xfrm>
            <a:off x="2395440" y="2573280"/>
            <a:ext cx="455760" cy="49212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8" name="Oval 25"/>
          <p:cNvSpPr/>
          <p:nvPr/>
        </p:nvSpPr>
        <p:spPr>
          <a:xfrm>
            <a:off x="3340080" y="2779560"/>
            <a:ext cx="1006560" cy="1087560"/>
          </a:xfrm>
          <a:prstGeom prst="ellipse">
            <a:avLst/>
          </a:prstGeom>
          <a:noFill/>
          <a:ln w="11160">
            <a:solidFill>
              <a:srgbClr val="091d5d"/>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69" name="Freeform 26"/>
          <p:cNvSpPr/>
          <p:nvPr/>
        </p:nvSpPr>
        <p:spPr>
          <a:xfrm>
            <a:off x="2046240" y="3116160"/>
            <a:ext cx="203400" cy="42876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0" name="Freeform 27"/>
          <p:cNvSpPr/>
          <p:nvPr/>
        </p:nvSpPr>
        <p:spPr>
          <a:xfrm>
            <a:off x="2465280" y="2976480"/>
            <a:ext cx="263520" cy="82800"/>
          </a:xfrm>
          <a:prstGeom prst="pie">
            <a:avLst/>
          </a:prstGeom>
          <a:solidFill>
            <a:srgbClr val="ff6600"/>
          </a:solidFill>
          <a:ln w="9360">
            <a:solidFill>
              <a:srgbClr val="091d5d"/>
            </a:solidFill>
            <a:round/>
          </a:ln>
        </p:spPr>
        <p:style>
          <a:lnRef idx="0"/>
          <a:fillRef idx="0"/>
          <a:effectRef idx="0"/>
          <a:fontRef idx="minor"/>
        </p:style>
        <p:txBody>
          <a:bodyPr wrap="none" lIns="90000" rIns="90000" tIns="36360" bIns="36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1" name="Freeform 28"/>
          <p:cNvSpPr/>
          <p:nvPr/>
        </p:nvSpPr>
        <p:spPr>
          <a:xfrm>
            <a:off x="2441520" y="2973240"/>
            <a:ext cx="297000" cy="86040"/>
          </a:xfrm>
          <a:prstGeom prst="pie">
            <a:avLst/>
          </a:prstGeom>
          <a:solidFill>
            <a:srgbClr val="003399"/>
          </a:solidFill>
          <a:ln w="9360">
            <a:solidFill>
              <a:srgbClr val="091d5d"/>
            </a:solidFill>
            <a:round/>
          </a:ln>
        </p:spPr>
        <p:style>
          <a:lnRef idx="0"/>
          <a:fillRef idx="0"/>
          <a:effectRef idx="0"/>
          <a:fontRef idx="minor"/>
        </p:style>
        <p:txBody>
          <a:bodyPr wrap="none" lIns="90000" rIns="90000" tIns="39600" bIns="396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2872" name="Group 29"/>
          <p:cNvGrpSpPr/>
          <p:nvPr/>
        </p:nvGrpSpPr>
        <p:grpSpPr>
          <a:xfrm>
            <a:off x="2770200" y="3049560"/>
            <a:ext cx="216000" cy="347760"/>
            <a:chOff x="2770200" y="3049560"/>
            <a:chExt cx="216000" cy="347760"/>
          </a:xfrm>
        </p:grpSpPr>
        <p:sp>
          <p:nvSpPr>
            <p:cNvPr id="2873" name="Freeform 30"/>
            <p:cNvSpPr/>
            <p:nvPr/>
          </p:nvSpPr>
          <p:spPr>
            <a:xfrm>
              <a:off x="2770200" y="3049560"/>
              <a:ext cx="216000" cy="34776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4" name="Freeform 31"/>
            <p:cNvSpPr/>
            <p:nvPr/>
          </p:nvSpPr>
          <p:spPr>
            <a:xfrm>
              <a:off x="2787480" y="3057480"/>
              <a:ext cx="198360" cy="29988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875" name="Freeform 32"/>
          <p:cNvSpPr/>
          <p:nvPr/>
        </p:nvSpPr>
        <p:spPr>
          <a:xfrm>
            <a:off x="2052720" y="3510000"/>
            <a:ext cx="109440" cy="13320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6" name="Freeform 33"/>
          <p:cNvSpPr/>
          <p:nvPr/>
        </p:nvSpPr>
        <p:spPr>
          <a:xfrm>
            <a:off x="2084400" y="3564000"/>
            <a:ext cx="385920" cy="43668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7" name="Freeform 34"/>
          <p:cNvSpPr/>
          <p:nvPr/>
        </p:nvSpPr>
        <p:spPr>
          <a:xfrm>
            <a:off x="2089080" y="3557520"/>
            <a:ext cx="74520" cy="82440"/>
          </a:xfrm>
          <a:prstGeom prst="pie">
            <a:avLst/>
          </a:prstGeom>
          <a:noFill/>
          <a:ln w="9360">
            <a:solidFill>
              <a:srgbClr val="091d5d"/>
            </a:solidFill>
            <a:round/>
          </a:ln>
        </p:spPr>
        <p:style>
          <a:lnRef idx="0"/>
          <a:fillRef idx="0"/>
          <a:effectRef idx="0"/>
          <a:fontRef idx="minor"/>
        </p:style>
        <p:txBody>
          <a:bodyPr wrap="none" lIns="90000" rIns="90000" tIns="36000" bIns="36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8" name="Freeform 35"/>
          <p:cNvSpPr/>
          <p:nvPr/>
        </p:nvSpPr>
        <p:spPr>
          <a:xfrm>
            <a:off x="2098800" y="3724200"/>
            <a:ext cx="12600" cy="25560"/>
          </a:xfrm>
          <a:prstGeom prst="pie">
            <a:avLst/>
          </a:prstGeom>
          <a:noFill/>
          <a:ln w="9360">
            <a:solidFill>
              <a:srgbClr val="091d5d"/>
            </a:solidFill>
            <a:round/>
          </a:ln>
        </p:spPr>
        <p:style>
          <a:lnRef idx="0"/>
          <a:fillRef idx="0"/>
          <a:effectRef idx="0"/>
          <a:fontRef idx="minor"/>
        </p:style>
        <p:txBody>
          <a:bodyPr wrap="none" lIns="90000" rIns="90000" tIns="-20880" bIns="-20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79" name="Freeform 36"/>
          <p:cNvSpPr/>
          <p:nvPr/>
        </p:nvSpPr>
        <p:spPr>
          <a:xfrm>
            <a:off x="2870280" y="3371760"/>
            <a:ext cx="145800" cy="14940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0" name="Freeform 37"/>
          <p:cNvSpPr/>
          <p:nvPr/>
        </p:nvSpPr>
        <p:spPr>
          <a:xfrm>
            <a:off x="3005280" y="3360600"/>
            <a:ext cx="357120" cy="21132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1" name="Freeform 38"/>
          <p:cNvSpPr/>
          <p:nvPr/>
        </p:nvSpPr>
        <p:spPr>
          <a:xfrm>
            <a:off x="3006720" y="3346560"/>
            <a:ext cx="344520" cy="13320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2" name="Freeform 39"/>
          <p:cNvSpPr/>
          <p:nvPr/>
        </p:nvSpPr>
        <p:spPr>
          <a:xfrm>
            <a:off x="3363840" y="3463920"/>
            <a:ext cx="27000" cy="46080"/>
          </a:xfrm>
          <a:prstGeom prst="pie">
            <a:avLst/>
          </a:prstGeom>
          <a:solidFill>
            <a:srgbClr val="003399"/>
          </a:solidFill>
          <a:ln w="9360">
            <a:solidFill>
              <a:srgbClr val="091d5d"/>
            </a:solidFill>
            <a:round/>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3" name="Freeform 40"/>
          <p:cNvSpPr/>
          <p:nvPr/>
        </p:nvSpPr>
        <p:spPr>
          <a:xfrm>
            <a:off x="3384720" y="3506760"/>
            <a:ext cx="107640" cy="16668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4" name="Freeform 41"/>
          <p:cNvSpPr/>
          <p:nvPr/>
        </p:nvSpPr>
        <p:spPr>
          <a:xfrm>
            <a:off x="3435480" y="3643200"/>
            <a:ext cx="28440" cy="38160"/>
          </a:xfrm>
          <a:prstGeom prst="pie">
            <a:avLst/>
          </a:prstGeom>
          <a:noFill/>
          <a:ln w="9360">
            <a:solidFill>
              <a:srgbClr val="091d5d"/>
            </a:solidFill>
            <a:round/>
          </a:ln>
        </p:spPr>
        <p:style>
          <a:lnRef idx="0"/>
          <a:fillRef idx="0"/>
          <a:effectRef idx="0"/>
          <a:fontRef idx="minor"/>
        </p:style>
        <p:txBody>
          <a:bodyPr wrap="none" lIns="90000" rIns="90000" tIns="-8280" bIns="-8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5" name="Freeform 42"/>
          <p:cNvSpPr/>
          <p:nvPr/>
        </p:nvSpPr>
        <p:spPr>
          <a:xfrm>
            <a:off x="3473280" y="3645000"/>
            <a:ext cx="60480" cy="91800"/>
          </a:xfrm>
          <a:prstGeom prst="pie">
            <a:avLst/>
          </a:prstGeom>
          <a:solidFill>
            <a:srgbClr val="003399"/>
          </a:solidFill>
          <a:ln w="9360">
            <a:solidFill>
              <a:srgbClr val="091d5d"/>
            </a:solidFill>
            <a:round/>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6" name="Freeform 43"/>
          <p:cNvSpPr/>
          <p:nvPr/>
        </p:nvSpPr>
        <p:spPr>
          <a:xfrm>
            <a:off x="3406680" y="3697200"/>
            <a:ext cx="146160" cy="42228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7" name="Freeform 44"/>
          <p:cNvSpPr/>
          <p:nvPr/>
        </p:nvSpPr>
        <p:spPr>
          <a:xfrm>
            <a:off x="3100320" y="4186080"/>
            <a:ext cx="338040" cy="17784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8" name="Freeform 45"/>
          <p:cNvSpPr/>
          <p:nvPr/>
        </p:nvSpPr>
        <p:spPr>
          <a:xfrm>
            <a:off x="2670120" y="4106880"/>
            <a:ext cx="168480" cy="18252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89" name="Freeform 46"/>
          <p:cNvSpPr/>
          <p:nvPr/>
        </p:nvSpPr>
        <p:spPr>
          <a:xfrm>
            <a:off x="2674800" y="4102200"/>
            <a:ext cx="155880" cy="195120"/>
          </a:xfrm>
          <a:prstGeom prst="pie">
            <a:avLst/>
          </a:prstGeom>
          <a:solidFill>
            <a:srgbClr val="003399"/>
          </a:solidFill>
          <a:ln w="9360">
            <a:solidFill>
              <a:srgbClr val="091d5d"/>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0" name="Freeform 47"/>
          <p:cNvSpPr/>
          <p:nvPr/>
        </p:nvSpPr>
        <p:spPr>
          <a:xfrm>
            <a:off x="2782800" y="4257720"/>
            <a:ext cx="46080" cy="33120"/>
          </a:xfrm>
          <a:prstGeom prst="pie">
            <a:avLst/>
          </a:prstGeom>
          <a:noFill/>
          <a:ln w="9360">
            <a:solidFill>
              <a:srgbClr val="091d5d"/>
            </a:solidFill>
            <a:round/>
          </a:ln>
        </p:spPr>
        <p:style>
          <a:lnRef idx="0"/>
          <a:fillRef idx="0"/>
          <a:effectRef idx="0"/>
          <a:fontRef idx="minor"/>
        </p:style>
        <p:txBody>
          <a:bodyPr wrap="none" lIns="90000" rIns="90000" tIns="-13320" bIns="-133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2891" name="Group 48"/>
          <p:cNvGrpSpPr/>
          <p:nvPr/>
        </p:nvGrpSpPr>
        <p:grpSpPr>
          <a:xfrm>
            <a:off x="5318280" y="2343240"/>
            <a:ext cx="3108960" cy="3215520"/>
            <a:chOff x="5318280" y="2343240"/>
            <a:chExt cx="3108960" cy="3215520"/>
          </a:xfrm>
        </p:grpSpPr>
        <p:sp>
          <p:nvSpPr>
            <p:cNvPr id="2892" name="Oval 49"/>
            <p:cNvSpPr/>
            <p:nvPr/>
          </p:nvSpPr>
          <p:spPr>
            <a:xfrm>
              <a:off x="5849280" y="2343240"/>
              <a:ext cx="2044080" cy="2058120"/>
            </a:xfrm>
            <a:prstGeom prst="ellipse">
              <a:avLst/>
            </a:prstGeom>
            <a:solidFill>
              <a:srgbClr val="8099cc"/>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3" name="Oval 50"/>
            <p:cNvSpPr/>
            <p:nvPr/>
          </p:nvSpPr>
          <p:spPr>
            <a:xfrm>
              <a:off x="5318280" y="3488400"/>
              <a:ext cx="2040840" cy="2054520"/>
            </a:xfrm>
            <a:prstGeom prst="ellipse">
              <a:avLst/>
            </a:prstGeom>
            <a:solidFill>
              <a:srgbClr val="8099cc"/>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4" name="Oval 51"/>
            <p:cNvSpPr/>
            <p:nvPr/>
          </p:nvSpPr>
          <p:spPr>
            <a:xfrm>
              <a:off x="6383160" y="3500640"/>
              <a:ext cx="2044080" cy="2058120"/>
            </a:xfrm>
            <a:prstGeom prst="ellipse">
              <a:avLst/>
            </a:prstGeom>
            <a:solidFill>
              <a:srgbClr val="8099cc"/>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5" name="Freeform 52"/>
            <p:cNvSpPr/>
            <p:nvPr/>
          </p:nvSpPr>
          <p:spPr>
            <a:xfrm>
              <a:off x="6395040" y="3629520"/>
              <a:ext cx="975600" cy="803160"/>
            </a:xfrm>
            <a:prstGeom prst="pie">
              <a:avLst/>
            </a:pr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6" name="Freeform 53"/>
            <p:cNvSpPr/>
            <p:nvPr/>
          </p:nvSpPr>
          <p:spPr>
            <a:xfrm>
              <a:off x="5861160" y="3478680"/>
              <a:ext cx="1036080" cy="828720"/>
            </a:xfrm>
            <a:prstGeom prst="pie">
              <a:avLst/>
            </a:prstGeom>
            <a:solidFill>
              <a:srgbClr val="003399"/>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7" name="Freeform 54"/>
            <p:cNvSpPr/>
            <p:nvPr/>
          </p:nvSpPr>
          <p:spPr>
            <a:xfrm>
              <a:off x="6885720" y="3478680"/>
              <a:ext cx="1010520" cy="831600"/>
            </a:xfrm>
            <a:prstGeom prst="pie">
              <a:avLst/>
            </a:prstGeom>
            <a:solidFill>
              <a:srgbClr val="003399"/>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898" name="Freeform 55"/>
            <p:cNvSpPr/>
            <p:nvPr/>
          </p:nvSpPr>
          <p:spPr>
            <a:xfrm>
              <a:off x="6378120" y="4303800"/>
              <a:ext cx="1015560" cy="1132560"/>
            </a:xfrm>
            <a:prstGeom prst="pie">
              <a:avLst/>
            </a:prstGeom>
            <a:solidFill>
              <a:srgbClr val="003399"/>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0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4EB1380-8BBB-43B9-A2CB-27EB22B7157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0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 - </a:t>
            </a:r>
            <a:r>
              <a:rPr b="1" lang="de-DE" sz="1600" spc="-1" strike="noStrike">
                <a:solidFill>
                  <a:srgbClr val="000000"/>
                </a:solidFill>
                <a:latin typeface="Arial"/>
                <a:ea typeface="ＭＳ Ｐゴシック"/>
              </a:rPr>
              <a:t>Blades</a:t>
            </a:r>
            <a:endParaRPr b="1" lang="en-US" sz="1600" spc="-1" strike="noStrike">
              <a:solidFill>
                <a:srgbClr val="000000"/>
              </a:solidFill>
              <a:latin typeface="Arial"/>
            </a:endParaRPr>
          </a:p>
        </p:txBody>
      </p:sp>
      <p:grpSp>
        <p:nvGrpSpPr>
          <p:cNvPr id="2902" name="Group 3"/>
          <p:cNvGrpSpPr/>
          <p:nvPr/>
        </p:nvGrpSpPr>
        <p:grpSpPr>
          <a:xfrm>
            <a:off x="2324160" y="1500120"/>
            <a:ext cx="4479480" cy="4479480"/>
            <a:chOff x="2324160" y="1500120"/>
            <a:chExt cx="4479480" cy="4479480"/>
          </a:xfrm>
        </p:grpSpPr>
        <p:grpSp>
          <p:nvGrpSpPr>
            <p:cNvPr id="2903" name="Group 4"/>
            <p:cNvGrpSpPr/>
            <p:nvPr/>
          </p:nvGrpSpPr>
          <p:grpSpPr>
            <a:xfrm>
              <a:off x="2324160" y="1500120"/>
              <a:ext cx="4479480" cy="4479480"/>
              <a:chOff x="2324160" y="1500120"/>
              <a:chExt cx="4479480" cy="4479480"/>
            </a:xfrm>
          </p:grpSpPr>
          <p:sp>
            <p:nvSpPr>
              <p:cNvPr id="2904" name="Freeform 5"/>
              <p:cNvSpPr/>
              <p:nvPr/>
            </p:nvSpPr>
            <p:spPr>
              <a:xfrm>
                <a:off x="2324160" y="2642760"/>
                <a:ext cx="2697480" cy="1141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05" name="Freeform 6"/>
              <p:cNvSpPr/>
              <p:nvPr/>
            </p:nvSpPr>
            <p:spPr>
              <a:xfrm>
                <a:off x="3466440" y="3341520"/>
                <a:ext cx="1171440" cy="26380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06" name="Freeform 7"/>
              <p:cNvSpPr/>
              <p:nvPr/>
            </p:nvSpPr>
            <p:spPr>
              <a:xfrm>
                <a:off x="4106160" y="3726360"/>
                <a:ext cx="2697480" cy="11430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07" name="Freeform 8"/>
              <p:cNvSpPr/>
              <p:nvPr/>
            </p:nvSpPr>
            <p:spPr>
              <a:xfrm>
                <a:off x="4497120" y="1500120"/>
                <a:ext cx="1177920" cy="2645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908" name="Oval 9"/>
            <p:cNvSpPr/>
            <p:nvPr/>
          </p:nvSpPr>
          <p:spPr>
            <a:xfrm>
              <a:off x="4106160" y="3329280"/>
              <a:ext cx="843120" cy="82728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09" name="Rectangle 10"/>
            <p:cNvSpPr/>
            <p:nvPr/>
          </p:nvSpPr>
          <p:spPr>
            <a:xfrm rot="5400000">
              <a:off x="4461840" y="2467440"/>
              <a:ext cx="123264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10" name="Rectangle 11"/>
            <p:cNvSpPr/>
            <p:nvPr/>
          </p:nvSpPr>
          <p:spPr>
            <a:xfrm>
              <a:off x="5156640" y="4217040"/>
              <a:ext cx="125748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11" name="Rectangle 12"/>
            <p:cNvSpPr/>
            <p:nvPr/>
          </p:nvSpPr>
          <p:spPr>
            <a:xfrm flipH="1" rot="16200000">
              <a:off x="3435840" y="4879440"/>
              <a:ext cx="122796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12" name="Rectangle 13"/>
            <p:cNvSpPr/>
            <p:nvPr/>
          </p:nvSpPr>
          <p:spPr>
            <a:xfrm>
              <a:off x="2822400" y="3145680"/>
              <a:ext cx="125424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1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8F0B59F-8308-45A8-B21D-7F1F5B4F98B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2915" name="Group 16"/>
          <p:cNvGrpSpPr/>
          <p:nvPr/>
        </p:nvGrpSpPr>
        <p:grpSpPr>
          <a:xfrm>
            <a:off x="2332080" y="1628640"/>
            <a:ext cx="4456080" cy="4455720"/>
            <a:chOff x="2332080" y="1628640"/>
            <a:chExt cx="4456080" cy="4455720"/>
          </a:xfrm>
        </p:grpSpPr>
        <p:sp>
          <p:nvSpPr>
            <p:cNvPr id="2916" name="Oval 2"/>
            <p:cNvSpPr/>
            <p:nvPr/>
          </p:nvSpPr>
          <p:spPr>
            <a:xfrm>
              <a:off x="2332080" y="1628640"/>
              <a:ext cx="4456080" cy="44557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17" name="Oval 3"/>
            <p:cNvSpPr/>
            <p:nvPr/>
          </p:nvSpPr>
          <p:spPr>
            <a:xfrm>
              <a:off x="2762280" y="2376000"/>
              <a:ext cx="3619440" cy="3708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18" name="Oval 4"/>
            <p:cNvSpPr/>
            <p:nvPr/>
          </p:nvSpPr>
          <p:spPr>
            <a:xfrm>
              <a:off x="3025800" y="2998800"/>
              <a:ext cx="3066840" cy="30855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19" name="Oval 5"/>
            <p:cNvSpPr/>
            <p:nvPr/>
          </p:nvSpPr>
          <p:spPr>
            <a:xfrm>
              <a:off x="3362040" y="3647520"/>
              <a:ext cx="2419560" cy="24368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20" name="Oval 6"/>
            <p:cNvSpPr/>
            <p:nvPr/>
          </p:nvSpPr>
          <p:spPr>
            <a:xfrm>
              <a:off x="3693960" y="4298400"/>
              <a:ext cx="1755720" cy="17859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21" name="Oval 7"/>
            <p:cNvSpPr/>
            <p:nvPr/>
          </p:nvSpPr>
          <p:spPr>
            <a:xfrm>
              <a:off x="3957480" y="4858920"/>
              <a:ext cx="1203480" cy="12078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22" name="Rectangle 8"/>
            <p:cNvSpPr/>
            <p:nvPr/>
          </p:nvSpPr>
          <p:spPr>
            <a:xfrm>
              <a:off x="3897360" y="1931760"/>
              <a:ext cx="1339560" cy="208080"/>
            </a:xfrm>
            <a:prstGeom prst="rect">
              <a:avLst/>
            </a:prstGeom>
            <a:solidFill>
              <a:srgbClr val="ffffff"/>
            </a:solidFill>
            <a:ln w="0">
              <a:noFill/>
            </a:ln>
          </p:spPr>
          <p:style>
            <a:lnRef idx="0"/>
            <a:fillRef idx="0"/>
            <a:effectRef idx="0"/>
            <a:fontRef idx="minor"/>
          </p:style>
          <p:txBody>
            <a:bodyPr lIns="0" rIns="0" tIns="0" bIns="0" anchor="t">
              <a:no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923" name="Rectangle 9"/>
            <p:cNvSpPr/>
            <p:nvPr/>
          </p:nvSpPr>
          <p:spPr>
            <a:xfrm>
              <a:off x="4006800" y="2580480"/>
              <a:ext cx="1125360" cy="208080"/>
            </a:xfrm>
            <a:prstGeom prst="rect">
              <a:avLst/>
            </a:prstGeom>
            <a:solidFill>
              <a:srgbClr val="ffffff"/>
            </a:solidFill>
            <a:ln w="0">
              <a:noFill/>
            </a:ln>
          </p:spPr>
          <p:style>
            <a:lnRef idx="0"/>
            <a:fillRef idx="0"/>
            <a:effectRef idx="0"/>
            <a:fontRef idx="minor"/>
          </p:style>
          <p:txBody>
            <a:bodyPr lIns="0" rIns="0" tIns="0" bIns="0" anchor="t">
              <a:no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924" name="Rectangle 10"/>
            <p:cNvSpPr/>
            <p:nvPr/>
          </p:nvSpPr>
          <p:spPr>
            <a:xfrm>
              <a:off x="4065480" y="3205440"/>
              <a:ext cx="1003320" cy="208080"/>
            </a:xfrm>
            <a:prstGeom prst="rect">
              <a:avLst/>
            </a:prstGeom>
            <a:solidFill>
              <a:srgbClr val="ffffff"/>
            </a:solidFill>
            <a:ln w="0">
              <a:noFill/>
            </a:ln>
          </p:spPr>
          <p:style>
            <a:lnRef idx="0"/>
            <a:fillRef idx="0"/>
            <a:effectRef idx="0"/>
            <a:fontRef idx="minor"/>
          </p:style>
          <p:txBody>
            <a:bodyPr lIns="0" rIns="0" tIns="0" bIns="0" anchor="t">
              <a:no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925" name="Rectangle 11"/>
            <p:cNvSpPr/>
            <p:nvPr/>
          </p:nvSpPr>
          <p:spPr>
            <a:xfrm>
              <a:off x="4065480" y="3832560"/>
              <a:ext cx="1003320" cy="208080"/>
            </a:xfrm>
            <a:prstGeom prst="rect">
              <a:avLst/>
            </a:prstGeom>
            <a:solidFill>
              <a:srgbClr val="ffffff"/>
            </a:solidFill>
            <a:ln w="0">
              <a:noFill/>
            </a:ln>
          </p:spPr>
          <p:style>
            <a:lnRef idx="0"/>
            <a:fillRef idx="0"/>
            <a:effectRef idx="0"/>
            <a:fontRef idx="minor"/>
          </p:style>
          <p:txBody>
            <a:bodyPr lIns="0" rIns="0" tIns="0" bIns="0" anchor="t">
              <a:no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926" name="Rectangle 12"/>
            <p:cNvSpPr/>
            <p:nvPr/>
          </p:nvSpPr>
          <p:spPr>
            <a:xfrm>
              <a:off x="4233600" y="4485240"/>
              <a:ext cx="673200" cy="208080"/>
            </a:xfrm>
            <a:prstGeom prst="rect">
              <a:avLst/>
            </a:prstGeom>
            <a:solidFill>
              <a:srgbClr val="ffffff"/>
            </a:solidFill>
            <a:ln w="0">
              <a:noFill/>
            </a:ln>
          </p:spPr>
          <p:style>
            <a:lnRef idx="0"/>
            <a:fillRef idx="0"/>
            <a:effectRef idx="0"/>
            <a:fontRef idx="minor"/>
          </p:style>
          <p:txBody>
            <a:bodyPr lIns="0" rIns="0" tIns="0" bIns="0" anchor="t">
              <a:no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2927" name="Rectangle 13"/>
            <p:cNvSpPr/>
            <p:nvPr/>
          </p:nvSpPr>
          <p:spPr>
            <a:xfrm>
              <a:off x="4233600" y="5350680"/>
              <a:ext cx="673200" cy="208080"/>
            </a:xfrm>
            <a:prstGeom prst="rect">
              <a:avLst/>
            </a:prstGeom>
            <a:solidFill>
              <a:srgbClr val="ffffff"/>
            </a:solidFill>
            <a:ln w="0">
              <a:noFill/>
            </a:ln>
          </p:spPr>
          <p:style>
            <a:lnRef idx="0"/>
            <a:fillRef idx="0"/>
            <a:effectRef idx="0"/>
            <a:fontRef idx="minor"/>
          </p:style>
          <p:txBody>
            <a:bodyPr lIns="0" rIns="0" tIns="0" bIns="0" anchor="t">
              <a:no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292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a:t>
            </a:r>
            <a:r>
              <a:rPr b="1" lang="de-DE" sz="1600" spc="-1" strike="noStrike">
                <a:solidFill>
                  <a:srgbClr val="000000"/>
                </a:solidFill>
                <a:latin typeface="Arial"/>
                <a:ea typeface="ＭＳ Ｐゴシック"/>
              </a:rPr>
              <a:t> - Sizes in</a:t>
            </a:r>
            <a:endParaRPr b="1" lang="en-US" sz="1600" spc="-1" strike="noStrike">
              <a:solidFill>
                <a:srgbClr val="000000"/>
              </a:solidFill>
              <a:latin typeface="Arial"/>
            </a:endParaRPr>
          </a:p>
        </p:txBody>
      </p:sp>
    </p:spTree>
  </p:cSld>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3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C6E0533-2AA0-4135-9450-BA80CFCDFD6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3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 - </a:t>
            </a:r>
            <a:r>
              <a:rPr b="1" lang="de-DE" sz="1600" spc="-1" strike="noStrike">
                <a:solidFill>
                  <a:srgbClr val="000000"/>
                </a:solidFill>
                <a:latin typeface="Arial"/>
                <a:ea typeface="ＭＳ Ｐゴシック"/>
              </a:rPr>
              <a:t>Spotlight</a:t>
            </a:r>
            <a:endParaRPr b="1" lang="en-US" sz="1600" spc="-1" strike="noStrike">
              <a:solidFill>
                <a:srgbClr val="000000"/>
              </a:solidFill>
              <a:latin typeface="Arial"/>
            </a:endParaRPr>
          </a:p>
        </p:txBody>
      </p:sp>
      <p:grpSp>
        <p:nvGrpSpPr>
          <p:cNvPr id="2932" name="Group 3"/>
          <p:cNvGrpSpPr/>
          <p:nvPr/>
        </p:nvGrpSpPr>
        <p:grpSpPr>
          <a:xfrm>
            <a:off x="2743200" y="2060640"/>
            <a:ext cx="3627000" cy="3628080"/>
            <a:chOff x="2743200" y="2060640"/>
            <a:chExt cx="3627000" cy="3628080"/>
          </a:xfrm>
        </p:grpSpPr>
        <p:grpSp>
          <p:nvGrpSpPr>
            <p:cNvPr id="2933" name="Group 4"/>
            <p:cNvGrpSpPr/>
            <p:nvPr/>
          </p:nvGrpSpPr>
          <p:grpSpPr>
            <a:xfrm>
              <a:off x="2743200" y="2060640"/>
              <a:ext cx="3627000" cy="3628080"/>
              <a:chOff x="2743200" y="2060640"/>
              <a:chExt cx="3627000" cy="3628080"/>
            </a:xfrm>
          </p:grpSpPr>
          <p:sp>
            <p:nvSpPr>
              <p:cNvPr id="2934" name="Line 5"/>
              <p:cNvSpPr/>
              <p:nvPr/>
            </p:nvSpPr>
            <p:spPr>
              <a:xfrm flipH="1" flipV="1">
                <a:off x="3816000" y="2400480"/>
                <a:ext cx="582480" cy="11707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35" name="Line 6"/>
              <p:cNvSpPr/>
              <p:nvPr/>
            </p:nvSpPr>
            <p:spPr>
              <a:xfrm flipV="1">
                <a:off x="4832280" y="3106800"/>
                <a:ext cx="1253520" cy="6055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36" name="Line 7"/>
              <p:cNvSpPr/>
              <p:nvPr/>
            </p:nvSpPr>
            <p:spPr>
              <a:xfrm flipH="1">
                <a:off x="3063600" y="4017240"/>
                <a:ext cx="1204560" cy="60876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37" name="Line 8"/>
              <p:cNvSpPr/>
              <p:nvPr/>
            </p:nvSpPr>
            <p:spPr>
              <a:xfrm flipV="1">
                <a:off x="4711680" y="2347200"/>
                <a:ext cx="614160" cy="119520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38" name="Line 9"/>
              <p:cNvSpPr/>
              <p:nvPr/>
            </p:nvSpPr>
            <p:spPr>
              <a:xfrm>
                <a:off x="4681800" y="4166280"/>
                <a:ext cx="653040" cy="125028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39" name="Line 10"/>
              <p:cNvSpPr/>
              <p:nvPr/>
            </p:nvSpPr>
            <p:spPr>
              <a:xfrm>
                <a:off x="4802400" y="3994560"/>
                <a:ext cx="1198440" cy="6350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0" name="Line 11"/>
              <p:cNvSpPr/>
              <p:nvPr/>
            </p:nvSpPr>
            <p:spPr>
              <a:xfrm flipH="1">
                <a:off x="3839040" y="4146840"/>
                <a:ext cx="618840" cy="11480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1" name="Line 12"/>
              <p:cNvSpPr/>
              <p:nvPr/>
            </p:nvSpPr>
            <p:spPr>
              <a:xfrm flipH="1" flipV="1">
                <a:off x="3017880" y="3096720"/>
                <a:ext cx="1239120" cy="6253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2" name="Oval 13"/>
              <p:cNvSpPr/>
              <p:nvPr/>
            </p:nvSpPr>
            <p:spPr>
              <a:xfrm>
                <a:off x="5254920" y="4571280"/>
                <a:ext cx="1115280" cy="1117440"/>
              </a:xfrm>
              <a:prstGeom prst="ellipse">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3" name="Oval 14"/>
              <p:cNvSpPr/>
              <p:nvPr/>
            </p:nvSpPr>
            <p:spPr>
              <a:xfrm>
                <a:off x="4339440" y="3657600"/>
                <a:ext cx="420480" cy="421200"/>
              </a:xfrm>
              <a:prstGeom prst="ellipse">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4" name="Oval 15"/>
              <p:cNvSpPr/>
              <p:nvPr/>
            </p:nvSpPr>
            <p:spPr>
              <a:xfrm>
                <a:off x="2743200" y="2060640"/>
                <a:ext cx="1115280" cy="1117440"/>
              </a:xfrm>
              <a:prstGeom prst="ellipse">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5" name="Oval 16"/>
              <p:cNvSpPr/>
              <p:nvPr/>
            </p:nvSpPr>
            <p:spPr>
              <a:xfrm>
                <a:off x="5254920" y="2060640"/>
                <a:ext cx="1115280" cy="1117440"/>
              </a:xfrm>
              <a:prstGeom prst="ellipse">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46" name="Oval 17"/>
              <p:cNvSpPr/>
              <p:nvPr/>
            </p:nvSpPr>
            <p:spPr>
              <a:xfrm>
                <a:off x="2743200" y="4571280"/>
                <a:ext cx="1115280" cy="1117440"/>
              </a:xfrm>
              <a:prstGeom prst="ellipse">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2947" name="Rectangle 18"/>
            <p:cNvSpPr/>
            <p:nvPr/>
          </p:nvSpPr>
          <p:spPr>
            <a:xfrm>
              <a:off x="2868840" y="2544120"/>
              <a:ext cx="86544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48" name="Rectangle 19"/>
            <p:cNvSpPr/>
            <p:nvPr/>
          </p:nvSpPr>
          <p:spPr>
            <a:xfrm>
              <a:off x="5380560" y="2544120"/>
              <a:ext cx="86544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49" name="Rectangle 20"/>
            <p:cNvSpPr/>
            <p:nvPr/>
          </p:nvSpPr>
          <p:spPr>
            <a:xfrm>
              <a:off x="2868840" y="5055120"/>
              <a:ext cx="86544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50" name="Rectangle 21"/>
            <p:cNvSpPr/>
            <p:nvPr/>
          </p:nvSpPr>
          <p:spPr>
            <a:xfrm>
              <a:off x="5380560" y="5055120"/>
              <a:ext cx="86544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grpSp>
    </p:spTree>
  </p:cSld>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5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F8BF87-2FD4-4701-A8FD-07DCB15BAFA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5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 - </a:t>
            </a:r>
            <a:r>
              <a:rPr b="1" lang="de-DE" sz="1600" spc="-1" strike="noStrike">
                <a:solidFill>
                  <a:srgbClr val="000000"/>
                </a:solidFill>
                <a:latin typeface="Arial"/>
                <a:ea typeface="ＭＳ Ｐゴシック"/>
              </a:rPr>
              <a:t>Closed loop</a:t>
            </a:r>
            <a:endParaRPr b="1" lang="en-US" sz="1600" spc="-1" strike="noStrike">
              <a:solidFill>
                <a:srgbClr val="000000"/>
              </a:solidFill>
              <a:latin typeface="Arial"/>
            </a:endParaRPr>
          </a:p>
        </p:txBody>
      </p:sp>
      <p:grpSp>
        <p:nvGrpSpPr>
          <p:cNvPr id="2954" name="Group 14"/>
          <p:cNvGrpSpPr/>
          <p:nvPr/>
        </p:nvGrpSpPr>
        <p:grpSpPr>
          <a:xfrm>
            <a:off x="1581120" y="1506600"/>
            <a:ext cx="5965920" cy="4435560"/>
            <a:chOff x="1581120" y="1506600"/>
            <a:chExt cx="5965920" cy="4435560"/>
          </a:xfrm>
        </p:grpSpPr>
        <p:sp>
          <p:nvSpPr>
            <p:cNvPr id="2955" name="Arc 3"/>
            <p:cNvSpPr/>
            <p:nvPr/>
          </p:nvSpPr>
          <p:spPr>
            <a:xfrm>
              <a:off x="4522680" y="1992240"/>
              <a:ext cx="2044800" cy="1801800"/>
            </a:xfrm>
            <a:prstGeom prst="pie">
              <a:avLst/>
            </a:prstGeom>
            <a:noFill/>
            <a:ln w="12600">
              <a:solidFill>
                <a:srgbClr val="003399"/>
              </a:solidFill>
              <a:round/>
              <a:tailEnd len="med" type="triangle" w="me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56" name="Arc 4"/>
            <p:cNvSpPr/>
            <p:nvPr/>
          </p:nvSpPr>
          <p:spPr>
            <a:xfrm flipV="1">
              <a:off x="4522680" y="3793320"/>
              <a:ext cx="2301840" cy="970200"/>
            </a:xfrm>
            <a:prstGeom prst="pie">
              <a:avLst/>
            </a:prstGeom>
            <a:noFill/>
            <a:ln w="12600">
              <a:solidFill>
                <a:srgbClr val="003399"/>
              </a:solidFill>
              <a:round/>
              <a:headEnd len="med" type="triangle" w="me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57" name="Arc 5"/>
            <p:cNvSpPr/>
            <p:nvPr/>
          </p:nvSpPr>
          <p:spPr>
            <a:xfrm flipV="1">
              <a:off x="4219560" y="3793320"/>
              <a:ext cx="1851120" cy="1801800"/>
            </a:xfrm>
            <a:prstGeom prst="pie">
              <a:avLst/>
            </a:prstGeom>
            <a:noFill/>
            <a:ln w="12600">
              <a:solidFill>
                <a:srgbClr val="003399"/>
              </a:solidFill>
              <a:round/>
              <a:headEnd len="med" type="triangle" w="me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58" name="Arc 6"/>
            <p:cNvSpPr/>
            <p:nvPr/>
          </p:nvSpPr>
          <p:spPr>
            <a:xfrm flipH="1" flipV="1">
              <a:off x="2280240" y="3793320"/>
              <a:ext cx="2243160" cy="1592280"/>
            </a:xfrm>
            <a:prstGeom prst="pie">
              <a:avLst/>
            </a:prstGeom>
            <a:noFill/>
            <a:ln w="12600">
              <a:solidFill>
                <a:srgbClr val="003399"/>
              </a:solidFill>
              <a:round/>
              <a:tailEnd len="med" type="triangle" w="me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59" name="Arc 7"/>
            <p:cNvSpPr/>
            <p:nvPr/>
          </p:nvSpPr>
          <p:spPr>
            <a:xfrm flipH="1">
              <a:off x="2247120" y="2135160"/>
              <a:ext cx="2276280" cy="1658880"/>
            </a:xfrm>
            <a:prstGeom prst="pie">
              <a:avLst/>
            </a:prstGeom>
            <a:noFill/>
            <a:ln w="12600">
              <a:solidFill>
                <a:srgbClr val="003399"/>
              </a:solidFill>
              <a:round/>
              <a:headEnd len="med" type="triangle" w="me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60" name="Oval 8"/>
            <p:cNvSpPr/>
            <p:nvPr/>
          </p:nvSpPr>
          <p:spPr>
            <a:xfrm>
              <a:off x="5164200" y="4703760"/>
              <a:ext cx="1741320" cy="123840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61" name="Oval 9"/>
            <p:cNvSpPr/>
            <p:nvPr/>
          </p:nvSpPr>
          <p:spPr>
            <a:xfrm>
              <a:off x="1581120" y="2962440"/>
              <a:ext cx="1736640" cy="123480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62" name="Oval 10"/>
            <p:cNvSpPr/>
            <p:nvPr/>
          </p:nvSpPr>
          <p:spPr>
            <a:xfrm>
              <a:off x="2538360" y="4703760"/>
              <a:ext cx="1738440" cy="123840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63" name="Oval 11"/>
            <p:cNvSpPr/>
            <p:nvPr/>
          </p:nvSpPr>
          <p:spPr>
            <a:xfrm>
              <a:off x="5802120" y="2962440"/>
              <a:ext cx="1744920" cy="123480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64" name="Oval 12"/>
            <p:cNvSpPr/>
            <p:nvPr/>
          </p:nvSpPr>
          <p:spPr>
            <a:xfrm>
              <a:off x="3652560" y="1506600"/>
              <a:ext cx="1740240" cy="1189080"/>
            </a:xfrm>
            <a:prstGeom prst="ellipse">
              <a:avLst/>
            </a:prstGeom>
            <a:solidFill>
              <a:srgbClr val="ffffff"/>
            </a:solidFill>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grpSp>
    </p:spTree>
  </p:cSld>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6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846808-DACF-4A6E-BE55-311220C502F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6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 - </a:t>
            </a:r>
            <a:r>
              <a:rPr b="1" lang="de-DE" sz="1600" spc="-1" strike="noStrike">
                <a:solidFill>
                  <a:srgbClr val="000000"/>
                </a:solidFill>
                <a:latin typeface="Arial"/>
                <a:ea typeface="ＭＳ Ｐゴシック"/>
              </a:rPr>
              <a:t>Rollers</a:t>
            </a:r>
            <a:endParaRPr b="1" lang="en-US" sz="1600" spc="-1" strike="noStrike">
              <a:solidFill>
                <a:srgbClr val="000000"/>
              </a:solidFill>
              <a:latin typeface="Arial"/>
            </a:endParaRPr>
          </a:p>
        </p:txBody>
      </p:sp>
      <p:grpSp>
        <p:nvGrpSpPr>
          <p:cNvPr id="2968" name="Group 19"/>
          <p:cNvGrpSpPr/>
          <p:nvPr/>
        </p:nvGrpSpPr>
        <p:grpSpPr>
          <a:xfrm>
            <a:off x="1680840" y="1919160"/>
            <a:ext cx="5815080" cy="3814920"/>
            <a:chOff x="1680840" y="1919160"/>
            <a:chExt cx="5815080" cy="3814920"/>
          </a:xfrm>
        </p:grpSpPr>
        <p:sp>
          <p:nvSpPr>
            <p:cNvPr id="2969" name="Oval 3"/>
            <p:cNvSpPr/>
            <p:nvPr/>
          </p:nvSpPr>
          <p:spPr>
            <a:xfrm>
              <a:off x="2471760" y="2887560"/>
              <a:ext cx="1204920" cy="12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0" name="Oval 4"/>
            <p:cNvSpPr/>
            <p:nvPr/>
          </p:nvSpPr>
          <p:spPr>
            <a:xfrm>
              <a:off x="4014720" y="4302000"/>
              <a:ext cx="1204920" cy="12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1" name="Oval 5"/>
            <p:cNvSpPr/>
            <p:nvPr/>
          </p:nvSpPr>
          <p:spPr>
            <a:xfrm>
              <a:off x="5597640" y="2135160"/>
              <a:ext cx="1204920" cy="12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2" name="Arc 7"/>
            <p:cNvSpPr/>
            <p:nvPr/>
          </p:nvSpPr>
          <p:spPr>
            <a:xfrm>
              <a:off x="3075120" y="2624040"/>
              <a:ext cx="780840" cy="846360"/>
            </a:xfrm>
            <a:prstGeom prst="pie">
              <a:avLst/>
            </a:prstGeom>
            <a:noFill/>
            <a:ln cap="rnd" w="2556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3" name="Line 8"/>
            <p:cNvSpPr/>
            <p:nvPr/>
          </p:nvSpPr>
          <p:spPr>
            <a:xfrm flipH="1">
              <a:off x="1680840" y="2620800"/>
              <a:ext cx="1406520" cy="0"/>
            </a:xfrm>
            <a:prstGeom prst="line">
              <a:avLst/>
            </a:prstGeom>
            <a:ln w="2556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4" name="Arc 9"/>
            <p:cNvSpPr/>
            <p:nvPr/>
          </p:nvSpPr>
          <p:spPr>
            <a:xfrm>
              <a:off x="3857760" y="4902120"/>
              <a:ext cx="1508040" cy="831960"/>
            </a:xfrm>
            <a:prstGeom prst="pie">
              <a:avLst/>
            </a:prstGeom>
            <a:noFill/>
            <a:ln cap="rnd" w="2556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5" name="Line 10"/>
            <p:cNvSpPr/>
            <p:nvPr/>
          </p:nvSpPr>
          <p:spPr>
            <a:xfrm flipV="1">
              <a:off x="3855960" y="3425400"/>
              <a:ext cx="0" cy="1490760"/>
            </a:xfrm>
            <a:prstGeom prst="line">
              <a:avLst/>
            </a:prstGeom>
            <a:ln w="2556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6" name="Line 11"/>
            <p:cNvSpPr/>
            <p:nvPr/>
          </p:nvSpPr>
          <p:spPr>
            <a:xfrm flipV="1">
              <a:off x="5361120" y="2757240"/>
              <a:ext cx="0" cy="2173320"/>
            </a:xfrm>
            <a:prstGeom prst="line">
              <a:avLst/>
            </a:prstGeom>
            <a:ln w="2556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7" name="Arc 12"/>
            <p:cNvSpPr/>
            <p:nvPr/>
          </p:nvSpPr>
          <p:spPr>
            <a:xfrm>
              <a:off x="5362560" y="1919160"/>
              <a:ext cx="784080" cy="839880"/>
            </a:xfrm>
            <a:prstGeom prst="pie">
              <a:avLst/>
            </a:prstGeom>
            <a:noFill/>
            <a:ln cap="rnd" w="2556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8" name="Line 13"/>
            <p:cNvSpPr/>
            <p:nvPr/>
          </p:nvSpPr>
          <p:spPr>
            <a:xfrm flipH="1">
              <a:off x="6136920" y="1922400"/>
              <a:ext cx="1359000" cy="0"/>
            </a:xfrm>
            <a:prstGeom prst="line">
              <a:avLst/>
            </a:prstGeom>
            <a:ln w="2556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79" name="Rectangle 14"/>
            <p:cNvSpPr/>
            <p:nvPr/>
          </p:nvSpPr>
          <p:spPr>
            <a:xfrm>
              <a:off x="2647800" y="3409920"/>
              <a:ext cx="849600" cy="162000"/>
            </a:xfrm>
            <a:prstGeom prst="rect">
              <a:avLst/>
            </a:prstGeom>
            <a:noFill/>
            <a:ln w="0">
              <a:noFill/>
            </a:ln>
          </p:spPr>
          <p:style>
            <a:lnRef idx="0"/>
            <a:fillRef idx="0"/>
            <a:effectRef idx="0"/>
            <a:fontRef idx="minor"/>
          </p:style>
          <p:txBody>
            <a:bodyPr lIns="0" rIns="0" tIns="0" bIns="0" anchor="ctr">
              <a:spAutoFit/>
            </a:bodyPr>
            <a:p>
              <a:pPr algn="ctr">
                <a:lnSpc>
                  <a:spcPct val="106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80" name="Rectangle 15"/>
            <p:cNvSpPr/>
            <p:nvPr/>
          </p:nvSpPr>
          <p:spPr>
            <a:xfrm>
              <a:off x="4192560" y="4821120"/>
              <a:ext cx="847800" cy="162000"/>
            </a:xfrm>
            <a:prstGeom prst="rect">
              <a:avLst/>
            </a:prstGeom>
            <a:noFill/>
            <a:ln w="0">
              <a:noFill/>
            </a:ln>
          </p:spPr>
          <p:style>
            <a:lnRef idx="0"/>
            <a:fillRef idx="0"/>
            <a:effectRef idx="0"/>
            <a:fontRef idx="minor"/>
          </p:style>
          <p:txBody>
            <a:bodyPr lIns="0" rIns="0" tIns="0" bIns="0" anchor="ctr">
              <a:spAutoFit/>
            </a:bodyPr>
            <a:p>
              <a:pPr algn="ctr">
                <a:lnSpc>
                  <a:spcPct val="106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2981" name="Rectangle 16"/>
            <p:cNvSpPr/>
            <p:nvPr/>
          </p:nvSpPr>
          <p:spPr>
            <a:xfrm>
              <a:off x="5773680" y="2654280"/>
              <a:ext cx="846360" cy="162000"/>
            </a:xfrm>
            <a:prstGeom prst="rect">
              <a:avLst/>
            </a:prstGeom>
            <a:noFill/>
            <a:ln w="0">
              <a:noFill/>
            </a:ln>
          </p:spPr>
          <p:style>
            <a:lnRef idx="0"/>
            <a:fillRef idx="0"/>
            <a:effectRef idx="0"/>
            <a:fontRef idx="minor"/>
          </p:style>
          <p:txBody>
            <a:bodyPr lIns="0" rIns="0" tIns="0" bIns="0" anchor="ctr">
              <a:spAutoFit/>
            </a:bodyPr>
            <a:p>
              <a:pPr algn="ctr">
                <a:lnSpc>
                  <a:spcPct val="106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grpSp>
    </p:spTree>
  </p:cSld>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8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A90708-3AFD-484F-9DFD-505A9C03F1C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8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 - </a:t>
            </a:r>
            <a:r>
              <a:rPr b="1" lang="de-DE" sz="1600" spc="-1" strike="noStrike">
                <a:solidFill>
                  <a:srgbClr val="000000"/>
                </a:solidFill>
                <a:latin typeface="Arial"/>
                <a:ea typeface="ＭＳ Ｐゴシック"/>
              </a:rPr>
              <a:t>2 around</a:t>
            </a:r>
            <a:endParaRPr b="1" lang="en-US" sz="1600" spc="-1" strike="noStrike">
              <a:solidFill>
                <a:srgbClr val="000000"/>
              </a:solidFill>
              <a:latin typeface="Arial"/>
            </a:endParaRPr>
          </a:p>
        </p:txBody>
      </p:sp>
      <p:grpSp>
        <p:nvGrpSpPr>
          <p:cNvPr id="2985" name="Group 3"/>
          <p:cNvGrpSpPr/>
          <p:nvPr/>
        </p:nvGrpSpPr>
        <p:grpSpPr>
          <a:xfrm>
            <a:off x="2647800" y="1808280"/>
            <a:ext cx="3828960" cy="3827160"/>
            <a:chOff x="2647800" y="1808280"/>
            <a:chExt cx="3828960" cy="3827160"/>
          </a:xfrm>
        </p:grpSpPr>
        <p:sp>
          <p:nvSpPr>
            <p:cNvPr id="2986" name="AutoShape 4"/>
            <p:cNvSpPr/>
            <p:nvPr/>
          </p:nvSpPr>
          <p:spPr>
            <a:xfrm flipV="1">
              <a:off x="2647800" y="1973160"/>
              <a:ext cx="3828960" cy="3661920"/>
            </a:xfrm>
            <a:prstGeom prst="pie">
              <a:avLst/>
            </a:prstGeom>
            <a:solidFill>
              <a:srgbClr val="ffffff"/>
            </a:solidFill>
            <a:ln w="1260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2987" name="Group 5"/>
            <p:cNvGrpSpPr/>
            <p:nvPr/>
          </p:nvGrpSpPr>
          <p:grpSpPr>
            <a:xfrm>
              <a:off x="2647800" y="1808280"/>
              <a:ext cx="3828600" cy="3661920"/>
              <a:chOff x="2647800" y="1808280"/>
              <a:chExt cx="3828600" cy="3661920"/>
            </a:xfrm>
          </p:grpSpPr>
          <p:sp>
            <p:nvSpPr>
              <p:cNvPr id="2988" name="AutoShape 6"/>
              <p:cNvSpPr/>
              <p:nvPr/>
            </p:nvSpPr>
            <p:spPr>
              <a:xfrm>
                <a:off x="2647800" y="1808280"/>
                <a:ext cx="3828600" cy="3661920"/>
              </a:xfrm>
              <a:prstGeom prst="pie">
                <a:avLst/>
              </a:prstGeom>
              <a:solidFill>
                <a:srgbClr val="ffffff"/>
              </a:solidFill>
              <a:ln w="1260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89" name="Rectangle 7"/>
              <p:cNvSpPr/>
              <p:nvPr/>
            </p:nvSpPr>
            <p:spPr>
              <a:xfrm>
                <a:off x="3562200" y="5123520"/>
                <a:ext cx="199944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2990" name="Oval 8"/>
              <p:cNvSpPr/>
              <p:nvPr/>
            </p:nvSpPr>
            <p:spPr>
              <a:xfrm>
                <a:off x="4181040" y="3337200"/>
                <a:ext cx="761760" cy="767520"/>
              </a:xfrm>
              <a:prstGeom prst="ellipse">
                <a:avLst/>
              </a:prstGeom>
              <a:solidFill>
                <a:srgbClr val="ffffff"/>
              </a:solidFill>
              <a:ln w="9360">
                <a:solidFill>
                  <a:srgbClr val="003399"/>
                </a:solidFill>
                <a:miter/>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91" name="Rectangle 9"/>
              <p:cNvSpPr/>
              <p:nvPr/>
            </p:nvSpPr>
            <p:spPr>
              <a:xfrm>
                <a:off x="3562200" y="2130480"/>
                <a:ext cx="199944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grpSp>
    </p:spTree>
  </p:cSld>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299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7D8A39-FAFB-4E9B-B11C-C070DCE8A2F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299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a:t>
            </a:r>
            <a:r>
              <a:rPr b="1" lang="de-DE" sz="1600" spc="-1" strike="noStrike">
                <a:solidFill>
                  <a:srgbClr val="000000"/>
                </a:solidFill>
                <a:latin typeface="Arial"/>
                <a:ea typeface="ＭＳ Ｐゴシック"/>
              </a:rPr>
              <a:t> - Visor</a:t>
            </a:r>
            <a:endParaRPr b="1" lang="en-US" sz="1600" spc="-1" strike="noStrike">
              <a:solidFill>
                <a:srgbClr val="000000"/>
              </a:solidFill>
              <a:latin typeface="Arial"/>
            </a:endParaRPr>
          </a:p>
        </p:txBody>
      </p:sp>
      <p:grpSp>
        <p:nvGrpSpPr>
          <p:cNvPr id="2995" name="Group 3"/>
          <p:cNvGrpSpPr/>
          <p:nvPr/>
        </p:nvGrpSpPr>
        <p:grpSpPr>
          <a:xfrm>
            <a:off x="2359080" y="1535040"/>
            <a:ext cx="4387680" cy="4385880"/>
            <a:chOff x="2359080" y="1535040"/>
            <a:chExt cx="4387680" cy="4385880"/>
          </a:xfrm>
        </p:grpSpPr>
        <p:sp>
          <p:nvSpPr>
            <p:cNvPr id="2996" name="Oval 4"/>
            <p:cNvSpPr/>
            <p:nvPr/>
          </p:nvSpPr>
          <p:spPr>
            <a:xfrm>
              <a:off x="2359080" y="1535040"/>
              <a:ext cx="4387680" cy="4385880"/>
            </a:xfrm>
            <a:prstGeom prst="ellipse">
              <a:avLst/>
            </a:prstGeom>
            <a:solidFill>
              <a:srgbClr val="ffffff"/>
            </a:solidFill>
            <a:ln w="9360">
              <a:solidFill>
                <a:srgbClr val="003399"/>
              </a:solidFill>
              <a:miter/>
            </a:ln>
          </p:spPr>
          <p:style>
            <a:lnRef idx="0"/>
            <a:fillRef idx="0"/>
            <a:effectRef idx="0"/>
            <a:fontRef idx="minor"/>
          </p:style>
          <p:txBody>
            <a:bodyPr wrap="none"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97" name="Oval 5"/>
            <p:cNvSpPr/>
            <p:nvPr/>
          </p:nvSpPr>
          <p:spPr>
            <a:xfrm>
              <a:off x="2379240" y="1557720"/>
              <a:ext cx="4346640" cy="4344120"/>
            </a:xfrm>
            <a:prstGeom prst="ellipse">
              <a:avLst/>
            </a:prstGeom>
            <a:solidFill>
              <a:srgbClr val="ffffff"/>
            </a:solidFill>
            <a:ln w="25560">
              <a:solidFill>
                <a:srgbClr val="003399"/>
              </a:solidFill>
              <a:miter/>
            </a:ln>
          </p:spPr>
          <p:style>
            <a:lnRef idx="0"/>
            <a:fillRef idx="0"/>
            <a:effectRef idx="0"/>
            <a:fontRef idx="minor"/>
          </p:style>
          <p:txBody>
            <a:bodyPr wrap="none" lIns="86400" rIns="86400" tIns="43200" bIns="43200" anchor="ctr">
              <a:noAutofit/>
            </a:bodyPr>
            <a:p>
              <a:pPr algn="ctr">
                <a:lnSpc>
                  <a:spcPct val="100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endParaRPr b="1" lang="en-US" sz="1200" spc="-1" strike="noStrike">
                <a:solidFill>
                  <a:srgbClr val="000000"/>
                </a:solidFill>
                <a:latin typeface="Arial"/>
              </a:endParaRPr>
            </a:p>
          </p:txBody>
        </p:sp>
        <p:sp>
          <p:nvSpPr>
            <p:cNvPr id="2998" name="Oval 6"/>
            <p:cNvSpPr/>
            <p:nvPr/>
          </p:nvSpPr>
          <p:spPr>
            <a:xfrm>
              <a:off x="2927520" y="2103120"/>
              <a:ext cx="3249000" cy="3249360"/>
            </a:xfrm>
            <a:prstGeom prst="ellipse">
              <a:avLst/>
            </a:prstGeom>
            <a:solidFill>
              <a:srgbClr val="ffffff"/>
            </a:solidFill>
            <a:ln w="12600">
              <a:solidFill>
                <a:srgbClr val="003399"/>
              </a:solidFill>
              <a:miter/>
            </a:ln>
          </p:spPr>
          <p:style>
            <a:lnRef idx="0"/>
            <a:fillRef idx="0"/>
            <a:effectRef idx="0"/>
            <a:fontRef idx="minor"/>
          </p:style>
          <p:txBody>
            <a:bodyPr wrap="none"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2999" name="Oval 7"/>
            <p:cNvSpPr/>
            <p:nvPr/>
          </p:nvSpPr>
          <p:spPr>
            <a:xfrm>
              <a:off x="3480480" y="2657160"/>
              <a:ext cx="2131920" cy="2133720"/>
            </a:xfrm>
            <a:prstGeom prst="ellipse">
              <a:avLst/>
            </a:prstGeom>
            <a:solidFill>
              <a:srgbClr val="ffffff"/>
            </a:solidFill>
            <a:ln w="12600">
              <a:solidFill>
                <a:srgbClr val="003399"/>
              </a:solidFill>
              <a:miter/>
            </a:ln>
          </p:spPr>
          <p:style>
            <a:lnRef idx="0"/>
            <a:fillRef idx="0"/>
            <a:effectRef idx="0"/>
            <a:fontRef idx="minor"/>
          </p:style>
          <p:txBody>
            <a:bodyPr wrap="none"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00" name="Oval 8"/>
            <p:cNvSpPr/>
            <p:nvPr/>
          </p:nvSpPr>
          <p:spPr>
            <a:xfrm>
              <a:off x="4056840" y="3230280"/>
              <a:ext cx="981000" cy="983880"/>
            </a:xfrm>
            <a:prstGeom prst="ellipse">
              <a:avLst/>
            </a:prstGeom>
            <a:solidFill>
              <a:srgbClr val="ffffff"/>
            </a:solidFill>
            <a:ln w="12600">
              <a:solidFill>
                <a:srgbClr val="003399"/>
              </a:solidFill>
              <a:miter/>
            </a:ln>
          </p:spPr>
          <p:style>
            <a:lnRef idx="0"/>
            <a:fillRef idx="0"/>
            <a:effectRef idx="0"/>
            <a:fontRef idx="minor"/>
          </p:style>
          <p:txBody>
            <a:bodyPr wrap="none"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01" name="Line 9"/>
            <p:cNvSpPr/>
            <p:nvPr/>
          </p:nvSpPr>
          <p:spPr>
            <a:xfrm>
              <a:off x="5045760" y="3723840"/>
              <a:ext cx="1656720" cy="0"/>
            </a:xfrm>
            <a:prstGeom prst="line">
              <a:avLst/>
            </a:prstGeom>
            <a:ln w="12600">
              <a:solidFill>
                <a:srgbClr val="003399"/>
              </a:solidFill>
              <a:miter/>
            </a:ln>
          </p:spPr>
          <p:style>
            <a:lnRef idx="0"/>
            <a:fillRef idx="0"/>
            <a:effectRef idx="0"/>
            <a:fontRef idx="minor"/>
          </p:style>
          <p:txBody>
            <a:bodyPr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02" name="Line 10"/>
            <p:cNvSpPr/>
            <p:nvPr/>
          </p:nvSpPr>
          <p:spPr>
            <a:xfrm>
              <a:off x="4546440" y="1568880"/>
              <a:ext cx="0" cy="1656360"/>
            </a:xfrm>
            <a:prstGeom prst="line">
              <a:avLst/>
            </a:prstGeom>
            <a:ln w="12600">
              <a:solidFill>
                <a:srgbClr val="003399"/>
              </a:solidFill>
              <a:miter/>
            </a:ln>
          </p:spPr>
          <p:style>
            <a:lnRef idx="0"/>
            <a:fillRef idx="0"/>
            <a:effectRef idx="0"/>
            <a:fontRef idx="minor"/>
          </p:style>
          <p:txBody>
            <a:bodyPr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03" name="Line 11"/>
            <p:cNvSpPr/>
            <p:nvPr/>
          </p:nvSpPr>
          <p:spPr>
            <a:xfrm>
              <a:off x="2403000" y="3723840"/>
              <a:ext cx="1650600" cy="0"/>
            </a:xfrm>
            <a:prstGeom prst="line">
              <a:avLst/>
            </a:prstGeom>
            <a:ln w="12600">
              <a:solidFill>
                <a:srgbClr val="003399"/>
              </a:solidFill>
              <a:miter/>
            </a:ln>
          </p:spPr>
          <p:style>
            <a:lnRef idx="0"/>
            <a:fillRef idx="0"/>
            <a:effectRef idx="0"/>
            <a:fontRef idx="minor"/>
          </p:style>
          <p:txBody>
            <a:bodyPr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04" name="Line 12"/>
            <p:cNvSpPr/>
            <p:nvPr/>
          </p:nvSpPr>
          <p:spPr>
            <a:xfrm>
              <a:off x="4546440" y="4219200"/>
              <a:ext cx="0" cy="1669320"/>
            </a:xfrm>
            <a:prstGeom prst="line">
              <a:avLst/>
            </a:prstGeom>
            <a:ln w="12600">
              <a:solidFill>
                <a:srgbClr val="003399"/>
              </a:solidFill>
              <a:miter/>
            </a:ln>
          </p:spPr>
          <p:style>
            <a:lnRef idx="0"/>
            <a:fillRef idx="0"/>
            <a:effectRef idx="0"/>
            <a:fontRef idx="minor"/>
          </p:style>
          <p:txBody>
            <a:bodyPr lIns="86400" rIns="86400" tIns="43200" bIns="43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00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CD4871-A485-4782-860F-398B212BFFD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00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 - </a:t>
            </a:r>
            <a:r>
              <a:rPr b="1" lang="de-DE" sz="1600" spc="-1" strike="noStrike">
                <a:solidFill>
                  <a:srgbClr val="000000"/>
                </a:solidFill>
                <a:latin typeface="Arial"/>
                <a:ea typeface="ＭＳ Ｐゴシック"/>
              </a:rPr>
              <a:t>Radar screen</a:t>
            </a:r>
            <a:endParaRPr b="1" lang="en-US" sz="1600" spc="-1" strike="noStrike">
              <a:solidFill>
                <a:srgbClr val="000000"/>
              </a:solidFill>
              <a:latin typeface="Arial"/>
            </a:endParaRPr>
          </a:p>
        </p:txBody>
      </p:sp>
      <p:grpSp>
        <p:nvGrpSpPr>
          <p:cNvPr id="3008" name="Group 3"/>
          <p:cNvGrpSpPr/>
          <p:nvPr/>
        </p:nvGrpSpPr>
        <p:grpSpPr>
          <a:xfrm>
            <a:off x="595440" y="1671480"/>
            <a:ext cx="7916400" cy="3977640"/>
            <a:chOff x="595440" y="1671480"/>
            <a:chExt cx="7916400" cy="3977640"/>
          </a:xfrm>
        </p:grpSpPr>
        <p:sp>
          <p:nvSpPr>
            <p:cNvPr id="3009" name="Text Box 4"/>
            <p:cNvSpPr/>
            <p:nvPr/>
          </p:nvSpPr>
          <p:spPr>
            <a:xfrm>
              <a:off x="3970440" y="5442120"/>
              <a:ext cx="118368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Title</a:t>
              </a:r>
              <a:endParaRPr b="1" lang="en-US" sz="1100" spc="-1" strike="noStrike">
                <a:solidFill>
                  <a:srgbClr val="000000"/>
                </a:solidFill>
                <a:latin typeface="Arial"/>
              </a:endParaRPr>
            </a:p>
          </p:txBody>
        </p:sp>
        <p:sp>
          <p:nvSpPr>
            <p:cNvPr id="3010" name="Text Box 5"/>
            <p:cNvSpPr/>
            <p:nvPr/>
          </p:nvSpPr>
          <p:spPr>
            <a:xfrm>
              <a:off x="595440" y="5481000"/>
              <a:ext cx="67860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a:t>
              </a:r>
              <a:endParaRPr b="1" lang="en-US" sz="1100" spc="-1" strike="noStrike">
                <a:solidFill>
                  <a:srgbClr val="000000"/>
                </a:solidFill>
                <a:latin typeface="Arial"/>
              </a:endParaRPr>
            </a:p>
          </p:txBody>
        </p:sp>
        <p:sp>
          <p:nvSpPr>
            <p:cNvPr id="3011" name="Text Box 6"/>
            <p:cNvSpPr/>
            <p:nvPr/>
          </p:nvSpPr>
          <p:spPr>
            <a:xfrm>
              <a:off x="7833240" y="5481000"/>
              <a:ext cx="67860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a:t>
              </a:r>
              <a:endParaRPr b="1" lang="en-US" sz="1100" spc="-1" strike="noStrike">
                <a:solidFill>
                  <a:srgbClr val="000000"/>
                </a:solidFill>
                <a:latin typeface="Arial"/>
              </a:endParaRPr>
            </a:p>
          </p:txBody>
        </p:sp>
        <p:sp>
          <p:nvSpPr>
            <p:cNvPr id="3012" name="Text Box 7"/>
            <p:cNvSpPr/>
            <p:nvPr/>
          </p:nvSpPr>
          <p:spPr>
            <a:xfrm>
              <a:off x="1664640" y="5481000"/>
              <a:ext cx="62244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a:t>
              </a:r>
              <a:endParaRPr b="1" lang="en-US" sz="1100" spc="-1" strike="noStrike">
                <a:solidFill>
                  <a:srgbClr val="000000"/>
                </a:solidFill>
                <a:latin typeface="Arial"/>
              </a:endParaRPr>
            </a:p>
          </p:txBody>
        </p:sp>
        <p:sp>
          <p:nvSpPr>
            <p:cNvPr id="3013" name="Text Box 8"/>
            <p:cNvSpPr/>
            <p:nvPr/>
          </p:nvSpPr>
          <p:spPr>
            <a:xfrm>
              <a:off x="6864120" y="5481000"/>
              <a:ext cx="62100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a:t>
              </a:r>
              <a:endParaRPr b="1" lang="en-US" sz="1100" spc="-1" strike="noStrike">
                <a:solidFill>
                  <a:srgbClr val="000000"/>
                </a:solidFill>
                <a:latin typeface="Arial"/>
              </a:endParaRPr>
            </a:p>
          </p:txBody>
        </p:sp>
        <p:sp>
          <p:nvSpPr>
            <p:cNvPr id="3014" name="Text Box 9"/>
            <p:cNvSpPr/>
            <p:nvPr/>
          </p:nvSpPr>
          <p:spPr>
            <a:xfrm>
              <a:off x="5661000" y="5481000"/>
              <a:ext cx="61956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a:t>
              </a:r>
              <a:endParaRPr b="1" lang="en-US" sz="1100" spc="-1" strike="noStrike">
                <a:solidFill>
                  <a:srgbClr val="000000"/>
                </a:solidFill>
                <a:latin typeface="Arial"/>
              </a:endParaRPr>
            </a:p>
          </p:txBody>
        </p:sp>
        <p:sp>
          <p:nvSpPr>
            <p:cNvPr id="3015" name="Text Box 10"/>
            <p:cNvSpPr/>
            <p:nvPr/>
          </p:nvSpPr>
          <p:spPr>
            <a:xfrm>
              <a:off x="2871720" y="5481000"/>
              <a:ext cx="619560" cy="168120"/>
            </a:xfrm>
            <a:prstGeom prst="rect">
              <a:avLst/>
            </a:prstGeom>
            <a:noFill/>
            <a:ln w="0">
              <a:noFill/>
            </a:ln>
          </p:spPr>
          <p:style>
            <a:lnRef idx="0"/>
            <a:fillRef idx="0"/>
            <a:effectRef idx="0"/>
            <a:fontRef idx="minor"/>
          </p:style>
          <p:txBody>
            <a:bodyPr lIns="0" rIns="0" tIns="0" bIns="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Sub</a:t>
              </a:r>
              <a:endParaRPr b="1" lang="en-US" sz="1100" spc="-1" strike="noStrike">
                <a:solidFill>
                  <a:srgbClr val="000000"/>
                </a:solidFill>
                <a:latin typeface="Arial"/>
              </a:endParaRPr>
            </a:p>
          </p:txBody>
        </p:sp>
        <p:grpSp>
          <p:nvGrpSpPr>
            <p:cNvPr id="3016" name="Group 11"/>
            <p:cNvGrpSpPr/>
            <p:nvPr/>
          </p:nvGrpSpPr>
          <p:grpSpPr>
            <a:xfrm>
              <a:off x="1315080" y="2151000"/>
              <a:ext cx="6504120" cy="3219840"/>
              <a:chOff x="1315080" y="2151000"/>
              <a:chExt cx="6504120" cy="3219840"/>
            </a:xfrm>
          </p:grpSpPr>
          <p:grpSp>
            <p:nvGrpSpPr>
              <p:cNvPr id="3017" name="Group 12"/>
              <p:cNvGrpSpPr/>
              <p:nvPr/>
            </p:nvGrpSpPr>
            <p:grpSpPr>
              <a:xfrm>
                <a:off x="1315080" y="2151000"/>
                <a:ext cx="3257280" cy="3219840"/>
                <a:chOff x="1315080" y="2151000"/>
                <a:chExt cx="3257280" cy="3219840"/>
              </a:xfrm>
            </p:grpSpPr>
            <p:sp>
              <p:nvSpPr>
                <p:cNvPr id="3018" name="Line 13"/>
                <p:cNvSpPr/>
                <p:nvPr/>
              </p:nvSpPr>
              <p:spPr>
                <a:xfrm flipH="1" flipV="1">
                  <a:off x="1315080" y="3484800"/>
                  <a:ext cx="3248640" cy="18788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19" name="Line 14"/>
                <p:cNvSpPr/>
                <p:nvPr/>
              </p:nvSpPr>
              <p:spPr>
                <a:xfrm flipH="1" flipV="1">
                  <a:off x="2673360" y="2151000"/>
                  <a:ext cx="1899000" cy="32198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20" name="Group 15"/>
              <p:cNvGrpSpPr/>
              <p:nvPr/>
            </p:nvGrpSpPr>
            <p:grpSpPr>
              <a:xfrm>
                <a:off x="4560840" y="2151000"/>
                <a:ext cx="3258360" cy="3219840"/>
                <a:chOff x="4560840" y="2151000"/>
                <a:chExt cx="3258360" cy="3219840"/>
              </a:xfrm>
            </p:grpSpPr>
            <p:sp>
              <p:nvSpPr>
                <p:cNvPr id="3021" name="Line 16"/>
                <p:cNvSpPr/>
                <p:nvPr/>
              </p:nvSpPr>
              <p:spPr>
                <a:xfrm flipV="1">
                  <a:off x="4569840" y="3484800"/>
                  <a:ext cx="3249360" cy="18788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22" name="Line 17"/>
                <p:cNvSpPr/>
                <p:nvPr/>
              </p:nvSpPr>
              <p:spPr>
                <a:xfrm flipV="1">
                  <a:off x="4560840" y="2151000"/>
                  <a:ext cx="1899360" cy="321984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3023" name="Line 18"/>
            <p:cNvSpPr/>
            <p:nvPr/>
          </p:nvSpPr>
          <p:spPr>
            <a:xfrm>
              <a:off x="4561200" y="1671480"/>
              <a:ext cx="0" cy="366948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24" name="Arc 19"/>
            <p:cNvSpPr/>
            <p:nvPr/>
          </p:nvSpPr>
          <p:spPr>
            <a:xfrm flipV="1" rot="16200000">
              <a:off x="2746800" y="7560"/>
              <a:ext cx="3642840" cy="7226280"/>
            </a:xfrm>
            <a:prstGeom prst="pie">
              <a:avLst/>
            </a:prstGeom>
            <a:noFill/>
            <a:ln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25" name="Arc 20"/>
            <p:cNvSpPr/>
            <p:nvPr/>
          </p:nvSpPr>
          <p:spPr>
            <a:xfrm flipV="1" rot="16200000">
              <a:off x="3264840" y="1523880"/>
              <a:ext cx="2606040" cy="5202000"/>
            </a:xfrm>
            <a:prstGeom prst="pie">
              <a:avLst/>
            </a:prstGeom>
            <a:noFill/>
            <a:ln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26" name="Arc 21"/>
            <p:cNvSpPr/>
            <p:nvPr/>
          </p:nvSpPr>
          <p:spPr>
            <a:xfrm flipH="1" flipV="1" rot="5400000">
              <a:off x="3871440" y="3340440"/>
              <a:ext cx="1394280" cy="2781720"/>
            </a:xfrm>
            <a:prstGeom prst="pie">
              <a:avLst/>
            </a:prstGeom>
            <a:noFill/>
            <a:ln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27" name="Line 22"/>
            <p:cNvSpPr/>
            <p:nvPr/>
          </p:nvSpPr>
          <p:spPr>
            <a:xfrm>
              <a:off x="806760" y="5336640"/>
              <a:ext cx="75124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28" name="Oval 23"/>
            <p:cNvSpPr/>
            <p:nvPr/>
          </p:nvSpPr>
          <p:spPr>
            <a:xfrm>
              <a:off x="4500720" y="5272200"/>
              <a:ext cx="121680" cy="1220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39960" bIns="39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03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91DC41-E8A3-47CD-BC73-713A3F67217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03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a:t>
            </a:r>
            <a:r>
              <a:rPr b="1" lang="de-DE" sz="1600" spc="-1" strike="noStrike">
                <a:solidFill>
                  <a:srgbClr val="000000"/>
                </a:solidFill>
                <a:latin typeface="Arial"/>
                <a:ea typeface="ＭＳ Ｐゴシック"/>
              </a:rPr>
              <a:t> - Pieces</a:t>
            </a:r>
            <a:endParaRPr b="1" lang="en-US" sz="1600" spc="-1" strike="noStrike">
              <a:solidFill>
                <a:srgbClr val="000000"/>
              </a:solidFill>
              <a:latin typeface="Arial"/>
            </a:endParaRPr>
          </a:p>
        </p:txBody>
      </p:sp>
      <p:grpSp>
        <p:nvGrpSpPr>
          <p:cNvPr id="3032" name="Group 3"/>
          <p:cNvGrpSpPr/>
          <p:nvPr/>
        </p:nvGrpSpPr>
        <p:grpSpPr>
          <a:xfrm>
            <a:off x="2271600" y="1419120"/>
            <a:ext cx="4583880" cy="4584240"/>
            <a:chOff x="2271600" y="1419120"/>
            <a:chExt cx="4583880" cy="4584240"/>
          </a:xfrm>
        </p:grpSpPr>
        <p:grpSp>
          <p:nvGrpSpPr>
            <p:cNvPr id="3033" name="Group 4"/>
            <p:cNvGrpSpPr/>
            <p:nvPr/>
          </p:nvGrpSpPr>
          <p:grpSpPr>
            <a:xfrm>
              <a:off x="4563720" y="1419120"/>
              <a:ext cx="1349640" cy="2292840"/>
              <a:chOff x="4563720" y="1419120"/>
              <a:chExt cx="1349640" cy="2292840"/>
            </a:xfrm>
          </p:grpSpPr>
          <p:sp>
            <p:nvSpPr>
              <p:cNvPr id="3034" name="Arc 5"/>
              <p:cNvSpPr/>
              <p:nvPr/>
            </p:nvSpPr>
            <p:spPr>
              <a:xfrm>
                <a:off x="4563720" y="1419120"/>
                <a:ext cx="1347480" cy="22910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35" name="Freeform 6"/>
              <p:cNvSpPr/>
              <p:nvPr/>
            </p:nvSpPr>
            <p:spPr>
              <a:xfrm>
                <a:off x="4563720" y="1419120"/>
                <a:ext cx="1349640" cy="22928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36" name="Group 7"/>
            <p:cNvGrpSpPr/>
            <p:nvPr/>
          </p:nvGrpSpPr>
          <p:grpSpPr>
            <a:xfrm>
              <a:off x="4563720" y="1856520"/>
              <a:ext cx="2181960" cy="1855080"/>
              <a:chOff x="4563720" y="1856520"/>
              <a:chExt cx="2181960" cy="1855080"/>
            </a:xfrm>
          </p:grpSpPr>
          <p:sp>
            <p:nvSpPr>
              <p:cNvPr id="3037" name="Arc 8"/>
              <p:cNvSpPr/>
              <p:nvPr/>
            </p:nvSpPr>
            <p:spPr>
              <a:xfrm>
                <a:off x="4563720" y="1856520"/>
                <a:ext cx="2180160" cy="18532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38" name="Freeform 9"/>
              <p:cNvSpPr/>
              <p:nvPr/>
            </p:nvSpPr>
            <p:spPr>
              <a:xfrm>
                <a:off x="4563720" y="1856520"/>
                <a:ext cx="2181960" cy="1855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39" name="Group 10"/>
            <p:cNvGrpSpPr/>
            <p:nvPr/>
          </p:nvGrpSpPr>
          <p:grpSpPr>
            <a:xfrm>
              <a:off x="4563720" y="3002400"/>
              <a:ext cx="2291760" cy="1417680"/>
              <a:chOff x="4563720" y="3002400"/>
              <a:chExt cx="2291760" cy="1417680"/>
            </a:xfrm>
          </p:grpSpPr>
          <p:sp>
            <p:nvSpPr>
              <p:cNvPr id="3040" name="Arc 11"/>
              <p:cNvSpPr/>
              <p:nvPr/>
            </p:nvSpPr>
            <p:spPr>
              <a:xfrm>
                <a:off x="4563720" y="3002400"/>
                <a:ext cx="2291760" cy="14158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41" name="Freeform 12"/>
              <p:cNvSpPr/>
              <p:nvPr/>
            </p:nvSpPr>
            <p:spPr>
              <a:xfrm>
                <a:off x="4563720" y="3002400"/>
                <a:ext cx="2182320" cy="14176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42" name="Group 13"/>
            <p:cNvGrpSpPr/>
            <p:nvPr/>
          </p:nvGrpSpPr>
          <p:grpSpPr>
            <a:xfrm>
              <a:off x="4563720" y="3710520"/>
              <a:ext cx="2181960" cy="1855080"/>
              <a:chOff x="4563720" y="3710520"/>
              <a:chExt cx="2181960" cy="1855080"/>
            </a:xfrm>
          </p:grpSpPr>
          <p:sp>
            <p:nvSpPr>
              <p:cNvPr id="3043" name="Arc 14"/>
              <p:cNvSpPr/>
              <p:nvPr/>
            </p:nvSpPr>
            <p:spPr>
              <a:xfrm>
                <a:off x="4563720" y="3710520"/>
                <a:ext cx="2180160" cy="18532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44" name="Freeform 15"/>
              <p:cNvSpPr/>
              <p:nvPr/>
            </p:nvSpPr>
            <p:spPr>
              <a:xfrm>
                <a:off x="4563720" y="3710520"/>
                <a:ext cx="2181960" cy="18550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45" name="Group 16"/>
            <p:cNvGrpSpPr/>
            <p:nvPr/>
          </p:nvGrpSpPr>
          <p:grpSpPr>
            <a:xfrm>
              <a:off x="4563720" y="3710520"/>
              <a:ext cx="1349640" cy="2292840"/>
              <a:chOff x="4563720" y="3710520"/>
              <a:chExt cx="1349640" cy="2292840"/>
            </a:xfrm>
          </p:grpSpPr>
          <p:sp>
            <p:nvSpPr>
              <p:cNvPr id="3046" name="Arc 17"/>
              <p:cNvSpPr/>
              <p:nvPr/>
            </p:nvSpPr>
            <p:spPr>
              <a:xfrm>
                <a:off x="4563720" y="3710520"/>
                <a:ext cx="1347480" cy="22910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47" name="Freeform 18"/>
              <p:cNvSpPr/>
              <p:nvPr/>
            </p:nvSpPr>
            <p:spPr>
              <a:xfrm>
                <a:off x="4563720" y="3710520"/>
                <a:ext cx="1349640" cy="22928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48" name="Group 19"/>
            <p:cNvGrpSpPr/>
            <p:nvPr/>
          </p:nvGrpSpPr>
          <p:grpSpPr>
            <a:xfrm>
              <a:off x="3217320" y="3710520"/>
              <a:ext cx="1347480" cy="2292840"/>
              <a:chOff x="3217320" y="3710520"/>
              <a:chExt cx="1347480" cy="2292840"/>
            </a:xfrm>
          </p:grpSpPr>
          <p:sp>
            <p:nvSpPr>
              <p:cNvPr id="3049" name="Arc 20"/>
              <p:cNvSpPr/>
              <p:nvPr/>
            </p:nvSpPr>
            <p:spPr>
              <a:xfrm>
                <a:off x="3217320" y="3710520"/>
                <a:ext cx="1345680" cy="22910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50" name="Freeform 21"/>
              <p:cNvSpPr/>
              <p:nvPr/>
            </p:nvSpPr>
            <p:spPr>
              <a:xfrm>
                <a:off x="3217320" y="3710520"/>
                <a:ext cx="1347480" cy="22928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51" name="Group 22"/>
            <p:cNvGrpSpPr/>
            <p:nvPr/>
          </p:nvGrpSpPr>
          <p:grpSpPr>
            <a:xfrm>
              <a:off x="2383560" y="3710520"/>
              <a:ext cx="2181600" cy="1855080"/>
              <a:chOff x="2383560" y="3710520"/>
              <a:chExt cx="2181600" cy="1855080"/>
            </a:xfrm>
          </p:grpSpPr>
          <p:sp>
            <p:nvSpPr>
              <p:cNvPr id="3052" name="Arc 23"/>
              <p:cNvSpPr/>
              <p:nvPr/>
            </p:nvSpPr>
            <p:spPr>
              <a:xfrm>
                <a:off x="2383560" y="3710520"/>
                <a:ext cx="2179800" cy="18532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53" name="Freeform 24"/>
              <p:cNvSpPr/>
              <p:nvPr/>
            </p:nvSpPr>
            <p:spPr>
              <a:xfrm>
                <a:off x="2383560" y="3710520"/>
                <a:ext cx="2181600" cy="18550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54" name="Group 25"/>
            <p:cNvGrpSpPr/>
            <p:nvPr/>
          </p:nvGrpSpPr>
          <p:grpSpPr>
            <a:xfrm>
              <a:off x="2271600" y="3002400"/>
              <a:ext cx="2293560" cy="1417680"/>
              <a:chOff x="2271600" y="3002400"/>
              <a:chExt cx="2293560" cy="1417680"/>
            </a:xfrm>
          </p:grpSpPr>
          <p:sp>
            <p:nvSpPr>
              <p:cNvPr id="3055" name="Arc 26"/>
              <p:cNvSpPr/>
              <p:nvPr/>
            </p:nvSpPr>
            <p:spPr>
              <a:xfrm>
                <a:off x="2271600" y="3002400"/>
                <a:ext cx="2291760" cy="14158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56" name="Freeform 27"/>
              <p:cNvSpPr/>
              <p:nvPr/>
            </p:nvSpPr>
            <p:spPr>
              <a:xfrm>
                <a:off x="2382840" y="3002400"/>
                <a:ext cx="2182320" cy="14176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57" name="Group 28"/>
            <p:cNvGrpSpPr/>
            <p:nvPr/>
          </p:nvGrpSpPr>
          <p:grpSpPr>
            <a:xfrm>
              <a:off x="2383560" y="1856520"/>
              <a:ext cx="2181600" cy="1855080"/>
              <a:chOff x="2383560" y="1856520"/>
              <a:chExt cx="2181600" cy="1855080"/>
            </a:xfrm>
          </p:grpSpPr>
          <p:sp>
            <p:nvSpPr>
              <p:cNvPr id="3058" name="Arc 29"/>
              <p:cNvSpPr/>
              <p:nvPr/>
            </p:nvSpPr>
            <p:spPr>
              <a:xfrm>
                <a:off x="2383560" y="1856520"/>
                <a:ext cx="2179800" cy="18532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59" name="Freeform 30"/>
              <p:cNvSpPr/>
              <p:nvPr/>
            </p:nvSpPr>
            <p:spPr>
              <a:xfrm>
                <a:off x="2383560" y="1856520"/>
                <a:ext cx="2181600" cy="185508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60" name="Group 31"/>
            <p:cNvGrpSpPr/>
            <p:nvPr/>
          </p:nvGrpSpPr>
          <p:grpSpPr>
            <a:xfrm>
              <a:off x="3217320" y="1419120"/>
              <a:ext cx="1347480" cy="2292840"/>
              <a:chOff x="3217320" y="1419120"/>
              <a:chExt cx="1347480" cy="2292840"/>
            </a:xfrm>
          </p:grpSpPr>
          <p:sp>
            <p:nvSpPr>
              <p:cNvPr id="3061" name="Arc 32"/>
              <p:cNvSpPr/>
              <p:nvPr/>
            </p:nvSpPr>
            <p:spPr>
              <a:xfrm>
                <a:off x="3217320" y="1419120"/>
                <a:ext cx="1345680" cy="22910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62" name="Freeform 33"/>
              <p:cNvSpPr/>
              <p:nvPr/>
            </p:nvSpPr>
            <p:spPr>
              <a:xfrm>
                <a:off x="3217320" y="1419120"/>
                <a:ext cx="1347480" cy="229284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063" name="Oval 34"/>
            <p:cNvSpPr/>
            <p:nvPr/>
          </p:nvSpPr>
          <p:spPr>
            <a:xfrm>
              <a:off x="3426480" y="2564640"/>
              <a:ext cx="2292840" cy="2291400"/>
            </a:xfrm>
            <a:prstGeom prst="ellipse">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spcAft>
                  <a:spcPts val="49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a:t>
              </a:r>
              <a:endParaRPr b="1" lang="en-US" sz="1100" spc="-1" strike="noStrike">
                <a:solidFill>
                  <a:srgbClr val="000000"/>
                </a:solidFill>
                <a:latin typeface="Arial"/>
              </a:endParaRPr>
            </a:p>
          </p:txBody>
        </p:sp>
        <p:sp>
          <p:nvSpPr>
            <p:cNvPr id="3064" name="Rectangle 35"/>
            <p:cNvSpPr/>
            <p:nvPr/>
          </p:nvSpPr>
          <p:spPr>
            <a:xfrm>
              <a:off x="4755240" y="1802880"/>
              <a:ext cx="76392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65" name="Rectangle 36"/>
            <p:cNvSpPr/>
            <p:nvPr/>
          </p:nvSpPr>
          <p:spPr>
            <a:xfrm>
              <a:off x="5614560" y="2375640"/>
              <a:ext cx="76428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66" name="Rectangle 37"/>
            <p:cNvSpPr/>
            <p:nvPr/>
          </p:nvSpPr>
          <p:spPr>
            <a:xfrm>
              <a:off x="5949000" y="3425760"/>
              <a:ext cx="81180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67" name="Rectangle 38"/>
            <p:cNvSpPr/>
            <p:nvPr/>
          </p:nvSpPr>
          <p:spPr>
            <a:xfrm>
              <a:off x="5567040" y="4476600"/>
              <a:ext cx="81180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68" name="Rectangle 39"/>
            <p:cNvSpPr/>
            <p:nvPr/>
          </p:nvSpPr>
          <p:spPr>
            <a:xfrm>
              <a:off x="4707000" y="5144400"/>
              <a:ext cx="81180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69" name="Rectangle 40"/>
            <p:cNvSpPr/>
            <p:nvPr/>
          </p:nvSpPr>
          <p:spPr>
            <a:xfrm>
              <a:off x="3645360" y="5144400"/>
              <a:ext cx="81180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70" name="Rectangle 41"/>
            <p:cNvSpPr/>
            <p:nvPr/>
          </p:nvSpPr>
          <p:spPr>
            <a:xfrm>
              <a:off x="2725200" y="4476600"/>
              <a:ext cx="81180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71" name="Rectangle 42"/>
            <p:cNvSpPr/>
            <p:nvPr/>
          </p:nvSpPr>
          <p:spPr>
            <a:xfrm>
              <a:off x="2438640" y="3425760"/>
              <a:ext cx="81180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72" name="Rectangle 43"/>
            <p:cNvSpPr/>
            <p:nvPr/>
          </p:nvSpPr>
          <p:spPr>
            <a:xfrm>
              <a:off x="2748960" y="2375640"/>
              <a:ext cx="76428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sp>
          <p:nvSpPr>
            <p:cNvPr id="3073" name="Rectangle 44"/>
            <p:cNvSpPr/>
            <p:nvPr/>
          </p:nvSpPr>
          <p:spPr>
            <a:xfrm>
              <a:off x="3704040" y="1802880"/>
              <a:ext cx="764280" cy="572760"/>
            </a:xfrm>
            <a:prstGeom prst="rect">
              <a:avLst/>
            </a:prstGeom>
            <a:noFill/>
            <a:ln w="0">
              <a:noFill/>
            </a:ln>
          </p:spPr>
          <p:style>
            <a:lnRef idx="0"/>
            <a:fillRef idx="0"/>
            <a:effectRef idx="0"/>
            <a:fontRef idx="minor"/>
          </p:style>
          <p:txBody>
            <a:bodyPr lIns="90000" rIns="90000" tIns="46800" bIns="46800" anchor="ctr">
              <a:noAutofit/>
            </a:bodyPr>
            <a:p>
              <a:pPr lvl="2" marL="190440" indent="-187200">
                <a:lnSpc>
                  <a:spcPct val="106000"/>
                </a:lnSpc>
                <a:spcBef>
                  <a:spcPts val="499"/>
                </a:spcBef>
                <a:spcAft>
                  <a:spcPts val="462"/>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ea typeface="ＭＳ Ｐゴシック"/>
                </a:rPr>
                <a:t>...</a:t>
              </a:r>
              <a:endParaRPr b="1" lang="en-US" sz="1000" spc="-1" strike="noStrike">
                <a:solidFill>
                  <a:srgbClr val="000000"/>
                </a:solidFill>
                <a:latin typeface="Arial"/>
              </a:endParaRPr>
            </a:p>
          </p:txBody>
        </p:sp>
      </p:grpSp>
    </p:spTree>
  </p:cSld>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07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8DAC2A1-CD4C-4238-B38F-8104A7B79BA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07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a:t>
            </a:r>
            <a:r>
              <a:rPr b="1" lang="de-DE" sz="1600" spc="-1" strike="noStrike">
                <a:solidFill>
                  <a:srgbClr val="000000"/>
                </a:solidFill>
                <a:latin typeface="Arial"/>
                <a:ea typeface="ＭＳ Ｐゴシック"/>
              </a:rPr>
              <a:t> –Pieces three dimensional </a:t>
            </a:r>
            <a:endParaRPr b="1" lang="en-US" sz="1600" spc="-1" strike="noStrike">
              <a:solidFill>
                <a:srgbClr val="000000"/>
              </a:solidFill>
              <a:latin typeface="Arial"/>
            </a:endParaRPr>
          </a:p>
        </p:txBody>
      </p:sp>
      <p:grpSp>
        <p:nvGrpSpPr>
          <p:cNvPr id="3077" name="Group 49"/>
          <p:cNvGrpSpPr/>
          <p:nvPr/>
        </p:nvGrpSpPr>
        <p:grpSpPr>
          <a:xfrm>
            <a:off x="1914480" y="1774800"/>
            <a:ext cx="5308560" cy="3884760"/>
            <a:chOff x="1914480" y="1774800"/>
            <a:chExt cx="5308560" cy="3884760"/>
          </a:xfrm>
        </p:grpSpPr>
        <p:grpSp>
          <p:nvGrpSpPr>
            <p:cNvPr id="3078" name="Group 44"/>
            <p:cNvGrpSpPr/>
            <p:nvPr/>
          </p:nvGrpSpPr>
          <p:grpSpPr>
            <a:xfrm>
              <a:off x="4775040" y="3384720"/>
              <a:ext cx="2448000" cy="1330200"/>
              <a:chOff x="4775040" y="3384720"/>
              <a:chExt cx="2448000" cy="1330200"/>
            </a:xfrm>
          </p:grpSpPr>
          <p:sp>
            <p:nvSpPr>
              <p:cNvPr id="3079" name="Freeform 45"/>
              <p:cNvSpPr/>
              <p:nvPr/>
            </p:nvSpPr>
            <p:spPr>
              <a:xfrm>
                <a:off x="6890040" y="3657600"/>
                <a:ext cx="332640" cy="1057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80" name="Freeform 46"/>
              <p:cNvSpPr/>
              <p:nvPr/>
            </p:nvSpPr>
            <p:spPr>
              <a:xfrm>
                <a:off x="4775040" y="3657600"/>
                <a:ext cx="2115000" cy="1057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81" name="Freeform 47"/>
              <p:cNvSpPr/>
              <p:nvPr/>
            </p:nvSpPr>
            <p:spPr>
              <a:xfrm>
                <a:off x="4775040" y="3384720"/>
                <a:ext cx="2448000" cy="10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82" name="Group 3"/>
            <p:cNvGrpSpPr/>
            <p:nvPr/>
          </p:nvGrpSpPr>
          <p:grpSpPr>
            <a:xfrm>
              <a:off x="4603680" y="1774800"/>
              <a:ext cx="1571760" cy="1835280"/>
              <a:chOff x="4603680" y="1774800"/>
              <a:chExt cx="1571760" cy="1835280"/>
            </a:xfrm>
          </p:grpSpPr>
          <p:sp>
            <p:nvSpPr>
              <p:cNvPr id="3083" name="Freeform 4"/>
              <p:cNvSpPr/>
              <p:nvPr/>
            </p:nvSpPr>
            <p:spPr>
              <a:xfrm>
                <a:off x="4603680" y="2136960"/>
                <a:ext cx="1563120" cy="14731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84" name="Freeform 5"/>
              <p:cNvSpPr/>
              <p:nvPr/>
            </p:nvSpPr>
            <p:spPr>
              <a:xfrm>
                <a:off x="4603680" y="1774800"/>
                <a:ext cx="1571760" cy="15620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85" name="Group 6"/>
            <p:cNvGrpSpPr/>
            <p:nvPr/>
          </p:nvGrpSpPr>
          <p:grpSpPr>
            <a:xfrm>
              <a:off x="2951280" y="1774800"/>
              <a:ext cx="1562040" cy="1835280"/>
              <a:chOff x="2951280" y="1774800"/>
              <a:chExt cx="1562040" cy="1835280"/>
            </a:xfrm>
          </p:grpSpPr>
          <p:sp>
            <p:nvSpPr>
              <p:cNvPr id="3086" name="Freeform 7"/>
              <p:cNvSpPr/>
              <p:nvPr/>
            </p:nvSpPr>
            <p:spPr>
              <a:xfrm>
                <a:off x="2951280" y="2136960"/>
                <a:ext cx="1562040" cy="14731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87" name="Freeform 8"/>
              <p:cNvSpPr/>
              <p:nvPr/>
            </p:nvSpPr>
            <p:spPr>
              <a:xfrm>
                <a:off x="2951280" y="1774800"/>
                <a:ext cx="1562040" cy="15620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88" name="Group 9"/>
            <p:cNvGrpSpPr/>
            <p:nvPr/>
          </p:nvGrpSpPr>
          <p:grpSpPr>
            <a:xfrm>
              <a:off x="4768920" y="2241720"/>
              <a:ext cx="2403360" cy="1473120"/>
              <a:chOff x="4768920" y="2241720"/>
              <a:chExt cx="2403360" cy="1473120"/>
            </a:xfrm>
          </p:grpSpPr>
          <p:sp>
            <p:nvSpPr>
              <p:cNvPr id="3089" name="Freeform 10"/>
              <p:cNvSpPr/>
              <p:nvPr/>
            </p:nvSpPr>
            <p:spPr>
              <a:xfrm>
                <a:off x="4768920" y="3176640"/>
                <a:ext cx="2403360" cy="53820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90" name="Freeform 11"/>
              <p:cNvSpPr/>
              <p:nvPr/>
            </p:nvSpPr>
            <p:spPr>
              <a:xfrm>
                <a:off x="4768920" y="2241720"/>
                <a:ext cx="2403360" cy="11984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91" name="Group 12"/>
            <p:cNvGrpSpPr/>
            <p:nvPr/>
          </p:nvGrpSpPr>
          <p:grpSpPr>
            <a:xfrm>
              <a:off x="1959120" y="2241720"/>
              <a:ext cx="2404800" cy="1473120"/>
              <a:chOff x="1959120" y="2241720"/>
              <a:chExt cx="2404800" cy="1473120"/>
            </a:xfrm>
          </p:grpSpPr>
          <p:sp>
            <p:nvSpPr>
              <p:cNvPr id="3092" name="Freeform 13"/>
              <p:cNvSpPr/>
              <p:nvPr/>
            </p:nvSpPr>
            <p:spPr>
              <a:xfrm>
                <a:off x="1959120" y="3176640"/>
                <a:ext cx="2404800" cy="53820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93" name="Freeform 14"/>
              <p:cNvSpPr/>
              <p:nvPr/>
            </p:nvSpPr>
            <p:spPr>
              <a:xfrm>
                <a:off x="1959120" y="2241720"/>
                <a:ext cx="2404800" cy="11984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94" name="Group 15"/>
            <p:cNvGrpSpPr/>
            <p:nvPr/>
          </p:nvGrpSpPr>
          <p:grpSpPr>
            <a:xfrm>
              <a:off x="4775040" y="3384720"/>
              <a:ext cx="2448000" cy="1330200"/>
              <a:chOff x="4775040" y="3384720"/>
              <a:chExt cx="2448000" cy="1330200"/>
            </a:xfrm>
          </p:grpSpPr>
          <p:sp>
            <p:nvSpPr>
              <p:cNvPr id="3095" name="Freeform 16"/>
              <p:cNvSpPr/>
              <p:nvPr/>
            </p:nvSpPr>
            <p:spPr>
              <a:xfrm>
                <a:off x="6890040" y="3657600"/>
                <a:ext cx="332640" cy="1057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96" name="Freeform 17"/>
              <p:cNvSpPr/>
              <p:nvPr/>
            </p:nvSpPr>
            <p:spPr>
              <a:xfrm>
                <a:off x="4775040" y="3657600"/>
                <a:ext cx="2115000" cy="1057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097" name="Freeform 18"/>
              <p:cNvSpPr/>
              <p:nvPr/>
            </p:nvSpPr>
            <p:spPr>
              <a:xfrm>
                <a:off x="4775040" y="3384720"/>
                <a:ext cx="2448000" cy="10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098" name="Group 19"/>
            <p:cNvGrpSpPr/>
            <p:nvPr/>
          </p:nvGrpSpPr>
          <p:grpSpPr>
            <a:xfrm>
              <a:off x="1914480" y="3384720"/>
              <a:ext cx="2438280" cy="1330200"/>
              <a:chOff x="1914480" y="3384720"/>
              <a:chExt cx="2438280" cy="1330200"/>
            </a:xfrm>
          </p:grpSpPr>
          <p:sp>
            <p:nvSpPr>
              <p:cNvPr id="3099" name="Freeform 20"/>
              <p:cNvSpPr/>
              <p:nvPr/>
            </p:nvSpPr>
            <p:spPr>
              <a:xfrm>
                <a:off x="1914480" y="3657600"/>
                <a:ext cx="320760" cy="1057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00" name="Freeform 21"/>
              <p:cNvSpPr/>
              <p:nvPr/>
            </p:nvSpPr>
            <p:spPr>
              <a:xfrm>
                <a:off x="2235240" y="3657600"/>
                <a:ext cx="2117160" cy="1057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01" name="Freeform 22"/>
              <p:cNvSpPr/>
              <p:nvPr/>
            </p:nvSpPr>
            <p:spPr>
              <a:xfrm>
                <a:off x="1914480" y="3384720"/>
                <a:ext cx="2438280" cy="10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102" name="Group 23"/>
            <p:cNvGrpSpPr/>
            <p:nvPr/>
          </p:nvGrpSpPr>
          <p:grpSpPr>
            <a:xfrm>
              <a:off x="4718160" y="3824280"/>
              <a:ext cx="2116080" cy="1736640"/>
              <a:chOff x="4718160" y="3824280"/>
              <a:chExt cx="2116080" cy="1736640"/>
            </a:xfrm>
          </p:grpSpPr>
          <p:sp>
            <p:nvSpPr>
              <p:cNvPr id="3103" name="Freeform 24"/>
              <p:cNvSpPr/>
              <p:nvPr/>
            </p:nvSpPr>
            <p:spPr>
              <a:xfrm>
                <a:off x="5559120" y="4603680"/>
                <a:ext cx="1274760" cy="9572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04" name="Freeform 25"/>
              <p:cNvSpPr/>
              <p:nvPr/>
            </p:nvSpPr>
            <p:spPr>
              <a:xfrm>
                <a:off x="4718160" y="3824280"/>
                <a:ext cx="830520" cy="17366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05" name="Freeform 26"/>
              <p:cNvSpPr/>
              <p:nvPr/>
            </p:nvSpPr>
            <p:spPr>
              <a:xfrm>
                <a:off x="4718160" y="3824280"/>
                <a:ext cx="2116080" cy="146196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106" name="Group 27"/>
            <p:cNvGrpSpPr/>
            <p:nvPr/>
          </p:nvGrpSpPr>
          <p:grpSpPr>
            <a:xfrm>
              <a:off x="2268360" y="3824280"/>
              <a:ext cx="2128680" cy="1736640"/>
              <a:chOff x="2268360" y="3824280"/>
              <a:chExt cx="2128680" cy="1736640"/>
            </a:xfrm>
          </p:grpSpPr>
          <p:sp>
            <p:nvSpPr>
              <p:cNvPr id="3107" name="Freeform 28"/>
              <p:cNvSpPr/>
              <p:nvPr/>
            </p:nvSpPr>
            <p:spPr>
              <a:xfrm>
                <a:off x="3566520" y="3824280"/>
                <a:ext cx="830520" cy="17366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08" name="Freeform 29"/>
              <p:cNvSpPr/>
              <p:nvPr/>
            </p:nvSpPr>
            <p:spPr>
              <a:xfrm>
                <a:off x="2268360" y="4603680"/>
                <a:ext cx="1286640" cy="9572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09" name="Freeform 30"/>
              <p:cNvSpPr/>
              <p:nvPr/>
            </p:nvSpPr>
            <p:spPr>
              <a:xfrm>
                <a:off x="2268360" y="3824280"/>
                <a:ext cx="2117160" cy="146196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110" name="Group 31"/>
            <p:cNvGrpSpPr/>
            <p:nvPr/>
          </p:nvGrpSpPr>
          <p:grpSpPr>
            <a:xfrm>
              <a:off x="3727440" y="3824280"/>
              <a:ext cx="1673280" cy="1835280"/>
              <a:chOff x="3727440" y="3824280"/>
              <a:chExt cx="1673280" cy="1835280"/>
            </a:xfrm>
          </p:grpSpPr>
          <p:sp>
            <p:nvSpPr>
              <p:cNvPr id="3111" name="Freeform 32"/>
              <p:cNvSpPr/>
              <p:nvPr/>
            </p:nvSpPr>
            <p:spPr>
              <a:xfrm>
                <a:off x="3727440" y="5286240"/>
                <a:ext cx="1673280" cy="3733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12" name="Freeform 33"/>
              <p:cNvSpPr/>
              <p:nvPr/>
            </p:nvSpPr>
            <p:spPr>
              <a:xfrm>
                <a:off x="3727440" y="3824280"/>
                <a:ext cx="1673280" cy="15606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113" name="Oval 34"/>
            <p:cNvSpPr/>
            <p:nvPr/>
          </p:nvSpPr>
          <p:spPr>
            <a:xfrm>
              <a:off x="3395520" y="3140280"/>
              <a:ext cx="2311560" cy="1029960"/>
            </a:xfrm>
            <a:prstGeom prst="ellipse">
              <a:avLst/>
            </a:prstGeom>
            <a:solidFill>
              <a:srgbClr val="80cccc"/>
            </a:solidFill>
            <a:ln w="0">
              <a:noFill/>
            </a:ln>
          </p:spPr>
          <p:style>
            <a:lnRef idx="0"/>
            <a:fillRef idx="0"/>
            <a:effectRef idx="0"/>
            <a:fontRef idx="minor"/>
          </p:style>
          <p:txBody>
            <a:bodyPr lIns="45720" rIns="45720" tIns="49680" bIns="49680" anchor="ctr">
              <a:no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14" name="Rectangle 35"/>
            <p:cNvSpPr/>
            <p:nvPr/>
          </p:nvSpPr>
          <p:spPr>
            <a:xfrm>
              <a:off x="3912840" y="2136960"/>
              <a:ext cx="140760" cy="151200"/>
            </a:xfrm>
            <a:prstGeom prst="rect">
              <a:avLst/>
            </a:prstGeom>
            <a:noFill/>
            <a:ln w="0">
              <a:noFill/>
            </a:ln>
          </p:spPr>
          <p:style>
            <a:lnRef idx="0"/>
            <a:fillRef idx="0"/>
            <a:effectRef idx="0"/>
            <a:fontRef idx="minor"/>
          </p:style>
          <p:txBody>
            <a:bodyPr wrap="none"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15" name="Rectangle 36"/>
            <p:cNvSpPr/>
            <p:nvPr/>
          </p:nvSpPr>
          <p:spPr>
            <a:xfrm>
              <a:off x="4710240" y="2120760"/>
              <a:ext cx="104112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16" name="Rectangle 37"/>
            <p:cNvSpPr/>
            <p:nvPr/>
          </p:nvSpPr>
          <p:spPr>
            <a:xfrm>
              <a:off x="5524560" y="2771640"/>
              <a:ext cx="153360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17" name="Rectangle 38"/>
            <p:cNvSpPr/>
            <p:nvPr/>
          </p:nvSpPr>
          <p:spPr>
            <a:xfrm>
              <a:off x="5241960" y="4581360"/>
              <a:ext cx="111456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18" name="Rectangle 39"/>
            <p:cNvSpPr/>
            <p:nvPr/>
          </p:nvSpPr>
          <p:spPr>
            <a:xfrm>
              <a:off x="5962680" y="3745080"/>
              <a:ext cx="122076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19" name="Rectangle 40"/>
            <p:cNvSpPr/>
            <p:nvPr/>
          </p:nvSpPr>
          <p:spPr>
            <a:xfrm>
              <a:off x="4127400" y="4869000"/>
              <a:ext cx="86688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20" name="Rectangle 41"/>
            <p:cNvSpPr/>
            <p:nvPr/>
          </p:nvSpPr>
          <p:spPr>
            <a:xfrm>
              <a:off x="2274840" y="2727360"/>
              <a:ext cx="115560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21" name="Rectangle 42"/>
            <p:cNvSpPr/>
            <p:nvPr/>
          </p:nvSpPr>
          <p:spPr>
            <a:xfrm>
              <a:off x="2035080" y="3763800"/>
              <a:ext cx="128772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sp>
          <p:nvSpPr>
            <p:cNvPr id="3122" name="Rectangle 43"/>
            <p:cNvSpPr/>
            <p:nvPr/>
          </p:nvSpPr>
          <p:spPr>
            <a:xfrm>
              <a:off x="2805120" y="4619520"/>
              <a:ext cx="1004760" cy="151200"/>
            </a:xfrm>
            <a:prstGeom prst="rect">
              <a:avLst/>
            </a:prstGeom>
            <a:noFill/>
            <a:ln w="0">
              <a:noFill/>
            </a:ln>
          </p:spPr>
          <p:style>
            <a:lnRef idx="0"/>
            <a:fillRef idx="0"/>
            <a:effectRef idx="0"/>
            <a:fontRef idx="minor"/>
          </p:style>
          <p:txBody>
            <a:bodyPr lIns="0" rIns="0" tIns="0" bIns="0" anchor="ctr">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2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45986F-2610-4217-BD0B-FABED3B28D6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12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nl-NL" sz="1600" spc="-1" strike="noStrike">
                <a:solidFill>
                  <a:srgbClr val="000000"/>
                </a:solidFill>
                <a:latin typeface="Arial"/>
                <a:ea typeface="ＭＳ Ｐゴシック"/>
              </a:rPr>
              <a:t>Spheres</a:t>
            </a:r>
            <a:r>
              <a:rPr b="1" lang="de-DE" sz="1600" spc="-1" strike="noStrike">
                <a:solidFill>
                  <a:srgbClr val="000000"/>
                </a:solidFill>
                <a:latin typeface="Arial"/>
                <a:ea typeface="ＭＳ Ｐゴシック"/>
              </a:rPr>
              <a:t> - Ying and yang</a:t>
            </a:r>
            <a:endParaRPr b="1" lang="en-US" sz="1600" spc="-1" strike="noStrike">
              <a:solidFill>
                <a:srgbClr val="000000"/>
              </a:solidFill>
              <a:latin typeface="Arial"/>
            </a:endParaRPr>
          </a:p>
        </p:txBody>
      </p:sp>
      <p:grpSp>
        <p:nvGrpSpPr>
          <p:cNvPr id="3126" name="Group 8"/>
          <p:cNvGrpSpPr/>
          <p:nvPr/>
        </p:nvGrpSpPr>
        <p:grpSpPr>
          <a:xfrm>
            <a:off x="2730240" y="1928880"/>
            <a:ext cx="3623040" cy="3623760"/>
            <a:chOff x="2730240" y="1928880"/>
            <a:chExt cx="3623040" cy="3623760"/>
          </a:xfrm>
        </p:grpSpPr>
        <p:sp>
          <p:nvSpPr>
            <p:cNvPr id="3127" name="Freeform 3"/>
            <p:cNvSpPr/>
            <p:nvPr/>
          </p:nvSpPr>
          <p:spPr>
            <a:xfrm rot="16200000">
              <a:off x="3276000" y="2475360"/>
              <a:ext cx="3522240" cy="2632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28" name="Freeform 4"/>
            <p:cNvSpPr/>
            <p:nvPr/>
          </p:nvSpPr>
          <p:spPr>
            <a:xfrm rot="5400000">
              <a:off x="2284920" y="2373840"/>
              <a:ext cx="3522240" cy="2631960"/>
            </a:xfrm>
            <a:prstGeom prst="pie">
              <a:avLst/>
            </a:prstGeom>
            <a:solidFill>
              <a:srgbClr val="8099cc"/>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29" name="Rectangle 5"/>
            <p:cNvSpPr/>
            <p:nvPr/>
          </p:nvSpPr>
          <p:spPr>
            <a:xfrm>
              <a:off x="4046400" y="2719080"/>
              <a:ext cx="2071800" cy="396000"/>
            </a:xfrm>
            <a:prstGeom prst="rect">
              <a:avLst/>
            </a:prstGeom>
            <a:noFill/>
            <a:ln w="0">
              <a:noFill/>
            </a:ln>
          </p:spPr>
          <p:style>
            <a:lnRef idx="0"/>
            <a:fillRef idx="0"/>
            <a:effectRef idx="0"/>
            <a:fontRef idx="minor"/>
          </p:style>
          <p:txBody>
            <a:bodyPr lIns="90000" rIns="90000" tIns="46800" bIns="46800" anchor="ctr">
              <a:noAutofit/>
            </a:bodyPr>
            <a:p>
              <a:pPr lvl="2" marL="190440" indent="-187200" algn="ctr">
                <a:lnSpc>
                  <a:spcPct val="106000"/>
                </a:lnSpc>
                <a:spcBef>
                  <a:spcPts val="550"/>
                </a:spcBef>
                <a:spcAft>
                  <a:spcPts val="49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ea typeface="ＭＳ Ｐゴシック"/>
                </a:rPr>
                <a:t>...</a:t>
              </a:r>
              <a:endParaRPr b="1" lang="en-US" sz="1100" spc="-1" strike="noStrike">
                <a:solidFill>
                  <a:srgbClr val="000000"/>
                </a:solidFill>
                <a:latin typeface="Arial"/>
              </a:endParaRPr>
            </a:p>
          </p:txBody>
        </p:sp>
        <p:sp>
          <p:nvSpPr>
            <p:cNvPr id="3130" name="Rectangle 6"/>
            <p:cNvSpPr/>
            <p:nvPr/>
          </p:nvSpPr>
          <p:spPr>
            <a:xfrm>
              <a:off x="2960640" y="4339080"/>
              <a:ext cx="2071800" cy="394200"/>
            </a:xfrm>
            <a:prstGeom prst="rect">
              <a:avLst/>
            </a:prstGeom>
            <a:noFill/>
            <a:ln w="0">
              <a:noFill/>
            </a:ln>
          </p:spPr>
          <p:style>
            <a:lnRef idx="0"/>
            <a:fillRef idx="0"/>
            <a:effectRef idx="0"/>
            <a:fontRef idx="minor"/>
          </p:style>
          <p:txBody>
            <a:bodyPr lIns="90000" rIns="90000" tIns="46800" bIns="46800" anchor="ctr">
              <a:noAutofit/>
            </a:bodyPr>
            <a:p>
              <a:pPr lvl="2" marL="190440" indent="-187200" algn="ctr">
                <a:lnSpc>
                  <a:spcPct val="106000"/>
                </a:lnSpc>
                <a:spcBef>
                  <a:spcPts val="550"/>
                </a:spcBef>
                <a:spcAft>
                  <a:spcPts val="499"/>
                </a:spcAft>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ea typeface="ＭＳ Ｐゴシック"/>
                </a:rPr>
                <a:t>...</a:t>
              </a:r>
              <a:endParaRPr b="1" lang="en-US" sz="1100" spc="-1" strike="noStrike">
                <a:solidFill>
                  <a:srgbClr val="000000"/>
                </a:solidFill>
                <a:latin typeface="Arial"/>
              </a:endParaRPr>
            </a:p>
          </p:txBody>
        </p:sp>
      </p:grpSp>
    </p:spTree>
  </p:cSld>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3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C2F437-3461-46A1-AC1D-1C3A0ACF935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13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 - Circles of influence</a:t>
            </a:r>
            <a:endParaRPr b="1" lang="en-US" sz="1600" spc="-1" strike="noStrike">
              <a:solidFill>
                <a:srgbClr val="000000"/>
              </a:solidFill>
              <a:latin typeface="Arial"/>
            </a:endParaRPr>
          </a:p>
        </p:txBody>
      </p:sp>
      <p:grpSp>
        <p:nvGrpSpPr>
          <p:cNvPr id="3134" name="Group 8"/>
          <p:cNvGrpSpPr/>
          <p:nvPr/>
        </p:nvGrpSpPr>
        <p:grpSpPr>
          <a:xfrm>
            <a:off x="1454040" y="1851120"/>
            <a:ext cx="6208920" cy="3746520"/>
            <a:chOff x="1454040" y="1851120"/>
            <a:chExt cx="6208920" cy="3746520"/>
          </a:xfrm>
        </p:grpSpPr>
        <p:sp>
          <p:nvSpPr>
            <p:cNvPr id="3135" name="Oval 3"/>
            <p:cNvSpPr/>
            <p:nvPr/>
          </p:nvSpPr>
          <p:spPr>
            <a:xfrm>
              <a:off x="1454040" y="1851120"/>
              <a:ext cx="6208920" cy="3746520"/>
            </a:xfrm>
            <a:prstGeom prst="ellipse">
              <a:avLst/>
            </a:prstGeom>
            <a:solidFill>
              <a:srgbClr val="003399"/>
            </a:solidFill>
            <a:ln w="12600">
              <a:solidFill>
                <a:srgbClr val="ffffff"/>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36" name="Oval 4"/>
            <p:cNvSpPr/>
            <p:nvPr/>
          </p:nvSpPr>
          <p:spPr>
            <a:xfrm>
              <a:off x="2362320" y="2497320"/>
              <a:ext cx="4390920" cy="2452680"/>
            </a:xfrm>
            <a:prstGeom prst="ellipse">
              <a:avLst/>
            </a:prstGeom>
            <a:solidFill>
              <a:srgbClr val="8099cc"/>
            </a:solidFill>
            <a:ln w="12600">
              <a:solidFill>
                <a:srgbClr val="ffffff"/>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37" name="Oval 5"/>
            <p:cNvSpPr/>
            <p:nvPr/>
          </p:nvSpPr>
          <p:spPr>
            <a:xfrm>
              <a:off x="3110040" y="2914920"/>
              <a:ext cx="2896920" cy="1617480"/>
            </a:xfrm>
            <a:prstGeom prst="ellipse">
              <a:avLst/>
            </a:prstGeom>
            <a:solidFill>
              <a:srgbClr val="80cccc"/>
            </a:solidFill>
            <a:ln w="12600">
              <a:solidFill>
                <a:srgbClr val="ffffff"/>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38" name="Oval 6"/>
            <p:cNvSpPr/>
            <p:nvPr/>
          </p:nvSpPr>
          <p:spPr>
            <a:xfrm>
              <a:off x="3914640" y="3419640"/>
              <a:ext cx="1285920" cy="609480"/>
            </a:xfrm>
            <a:prstGeom prst="ellipse">
              <a:avLst/>
            </a:prstGeom>
            <a:solidFill>
              <a:srgbClr val="ffffff"/>
            </a:solidFill>
            <a:ln w="12600">
              <a:solidFill>
                <a:srgbClr val="ffffff"/>
              </a:solidFill>
              <a:miter/>
            </a:ln>
          </p:spPr>
          <p:style>
            <a:lnRef idx="0"/>
            <a:fillRef idx="0"/>
            <a:effectRef idx="0"/>
            <a:fontRef idx="minor"/>
          </p:style>
          <p:txBody>
            <a:bodyPr lIns="18000" rIns="18000" tIns="18000" bIns="180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4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F5A7615-7B08-41F4-8252-6001DA71A22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14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Spheres - </a:t>
            </a:r>
            <a:r>
              <a:rPr b="1" lang="en-US" sz="1600" spc="-1" strike="noStrike">
                <a:solidFill>
                  <a:srgbClr val="000000"/>
                </a:solidFill>
                <a:latin typeface="Arial"/>
                <a:ea typeface="ＭＳ Ｐゴシック"/>
              </a:rPr>
              <a:t>Eggs</a:t>
            </a:r>
            <a:endParaRPr b="1" lang="en-US" sz="1600" spc="-1" strike="noStrike">
              <a:solidFill>
                <a:srgbClr val="000000"/>
              </a:solidFill>
              <a:latin typeface="Arial"/>
            </a:endParaRPr>
          </a:p>
        </p:txBody>
      </p:sp>
      <p:sp>
        <p:nvSpPr>
          <p:cNvPr id="3142" name="Oval 3"/>
          <p:cNvSpPr/>
          <p:nvPr/>
        </p:nvSpPr>
        <p:spPr>
          <a:xfrm>
            <a:off x="784080" y="1989000"/>
            <a:ext cx="2865600" cy="367992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marL="173160" indent="-173160"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100" spc="-1" strike="noStrike">
                <a:solidFill>
                  <a:srgbClr val="000000"/>
                </a:solidFill>
                <a:latin typeface="Arial"/>
              </a:rPr>
              <a:t>…</a:t>
            </a:r>
            <a:r>
              <a:rPr b="1" i="1" lang="en-US" sz="1100" spc="-1" strike="noStrike">
                <a:solidFill>
                  <a:srgbClr val="000000"/>
                </a:solidFill>
                <a:latin typeface="Arial"/>
              </a:rPr>
              <a:t>..</a:t>
            </a:r>
            <a:endParaRPr b="1" lang="en-US" sz="1100" spc="-1" strike="noStrike">
              <a:solidFill>
                <a:srgbClr val="000000"/>
              </a:solidFill>
              <a:latin typeface="Arial"/>
            </a:endParaRPr>
          </a:p>
          <a:p>
            <a:pPr marL="173160" indent="-173160"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173160" indent="-173160"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173160" indent="-1731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3143" name="Oval 4"/>
          <p:cNvSpPr/>
          <p:nvPr/>
        </p:nvSpPr>
        <p:spPr>
          <a:xfrm>
            <a:off x="5495760" y="1989000"/>
            <a:ext cx="2811600" cy="3679920"/>
          </a:xfrm>
          <a:prstGeom prst="ellipse">
            <a:avLst/>
          </a:prstGeom>
          <a:solidFill>
            <a:srgbClr val="8099cc"/>
          </a:solidFill>
          <a:ln w="12600">
            <a:solidFill>
              <a:srgbClr val="ffffff"/>
            </a:solidFill>
            <a:miter/>
          </a:ln>
        </p:spPr>
        <p:style>
          <a:lnRef idx="0"/>
          <a:fillRef idx="0"/>
          <a:effectRef idx="0"/>
          <a:fontRef idx="minor"/>
        </p:style>
        <p:txBody>
          <a:bodyPr lIns="90000" rIns="90000" tIns="46800" bIns="46800" anchor="ctr">
            <a:noAutofit/>
          </a:bodyPr>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100" spc="-1" strike="noStrike">
                <a:solidFill>
                  <a:srgbClr val="000000"/>
                </a:solidFill>
                <a:latin typeface="Arial"/>
              </a:rPr>
              <a:t>.....</a:t>
            </a: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100" spc="-1" strike="noStrike">
                <a:solidFill>
                  <a:srgbClr val="000000"/>
                </a:solidFill>
                <a:latin typeface="Arial"/>
              </a:rPr>
              <a:t>.....</a:t>
            </a: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a:p>
            <a:pPr marL="358920" indent="-185760"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p:txBody>
      </p:sp>
      <p:sp>
        <p:nvSpPr>
          <p:cNvPr id="3144" name="Oval 5"/>
          <p:cNvSpPr/>
          <p:nvPr/>
        </p:nvSpPr>
        <p:spPr>
          <a:xfrm>
            <a:off x="3179880" y="1989000"/>
            <a:ext cx="2811240" cy="3679920"/>
          </a:xfrm>
          <a:prstGeom prst="ellipse">
            <a:avLst/>
          </a:prstGeom>
          <a:solidFill>
            <a:srgbClr val="003399"/>
          </a:solidFill>
          <a:ln w="12600">
            <a:solidFill>
              <a:srgbClr val="ffffff"/>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US" sz="1100" spc="-1" strike="noStrike">
                <a:solidFill>
                  <a:srgbClr val="ffffff"/>
                </a:solidFill>
                <a:latin typeface="Arial"/>
              </a:rPr>
              <a:t>.....</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4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25AF4F-CD9F-4931-A63C-06DC10649C4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14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Boxes - Matrices</a:t>
            </a:r>
            <a:endParaRPr b="1" lang="en-US" sz="1600" spc="-1" strike="noStrike">
              <a:solidFill>
                <a:srgbClr val="000000"/>
              </a:solidFill>
              <a:latin typeface="Arial"/>
            </a:endParaRPr>
          </a:p>
        </p:txBody>
      </p:sp>
      <p:sp>
        <p:nvSpPr>
          <p:cNvPr id="3148" name="Rectangle 3"/>
          <p:cNvSpPr/>
          <p:nvPr/>
        </p:nvSpPr>
        <p:spPr>
          <a:xfrm>
            <a:off x="2733840" y="3605040"/>
            <a:ext cx="1807920" cy="1409760"/>
          </a:xfrm>
          <a:prstGeom prst="rect">
            <a:avLst/>
          </a:prstGeom>
          <a:solidFill>
            <a:srgbClr val="80cc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49" name="Rectangle 4"/>
          <p:cNvSpPr/>
          <p:nvPr/>
        </p:nvSpPr>
        <p:spPr>
          <a:xfrm>
            <a:off x="925560" y="3605040"/>
            <a:ext cx="1808280" cy="14097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50" name="Rectangle 5"/>
          <p:cNvSpPr/>
          <p:nvPr/>
        </p:nvSpPr>
        <p:spPr>
          <a:xfrm>
            <a:off x="925560" y="2193840"/>
            <a:ext cx="1808280" cy="1409760"/>
          </a:xfrm>
          <a:prstGeom prst="rect">
            <a:avLst/>
          </a:prstGeom>
          <a:solidFill>
            <a:srgbClr val="003399"/>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a:t>
            </a:r>
            <a:r>
              <a:rPr b="1" lang="en-US" sz="1100" spc="-1" strike="noStrike">
                <a:solidFill>
                  <a:srgbClr val="ffffff"/>
                </a:solidFill>
                <a:latin typeface="Arial"/>
              </a:rPr>
              <a:t> </a:t>
            </a:r>
            <a:endParaRPr b="1" lang="en-US" sz="1100" spc="-1" strike="noStrike">
              <a:solidFill>
                <a:srgbClr val="000000"/>
              </a:solidFill>
              <a:latin typeface="Arial"/>
            </a:endParaRPr>
          </a:p>
        </p:txBody>
      </p:sp>
      <p:sp>
        <p:nvSpPr>
          <p:cNvPr id="3151" name="Rectangle 6"/>
          <p:cNvSpPr/>
          <p:nvPr/>
        </p:nvSpPr>
        <p:spPr>
          <a:xfrm>
            <a:off x="2733840" y="2193840"/>
            <a:ext cx="1807920" cy="1409760"/>
          </a:xfrm>
          <a:prstGeom prst="rect">
            <a:avLst/>
          </a:prstGeom>
          <a:solidFill>
            <a:srgbClr val="8099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52" name="Text Box 7"/>
          <p:cNvSpPr/>
          <p:nvPr/>
        </p:nvSpPr>
        <p:spPr>
          <a:xfrm rot="16200000">
            <a:off x="215280" y="3549600"/>
            <a:ext cx="932040" cy="429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Vertical axis</a:t>
            </a:r>
            <a:endParaRPr b="1" lang="en-US" sz="1100" spc="-1" strike="noStrike">
              <a:solidFill>
                <a:srgbClr val="000000"/>
              </a:solidFill>
              <a:latin typeface="Arial"/>
            </a:endParaRPr>
          </a:p>
        </p:txBody>
      </p:sp>
      <p:sp>
        <p:nvSpPr>
          <p:cNvPr id="3153" name="Text Box 8"/>
          <p:cNvSpPr/>
          <p:nvPr/>
        </p:nvSpPr>
        <p:spPr>
          <a:xfrm>
            <a:off x="397440" y="2351160"/>
            <a:ext cx="46872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High</a:t>
            </a:r>
            <a:endParaRPr b="1" lang="en-US" sz="1100" spc="-1" strike="noStrike">
              <a:solidFill>
                <a:srgbClr val="000000"/>
              </a:solidFill>
              <a:latin typeface="Arial"/>
            </a:endParaRPr>
          </a:p>
        </p:txBody>
      </p:sp>
      <p:sp>
        <p:nvSpPr>
          <p:cNvPr id="3154" name="Text Box 9"/>
          <p:cNvSpPr/>
          <p:nvPr/>
        </p:nvSpPr>
        <p:spPr>
          <a:xfrm>
            <a:off x="878040" y="50562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Small</a:t>
            </a:r>
            <a:endParaRPr b="1" lang="en-US" sz="1100" spc="-1" strike="noStrike">
              <a:solidFill>
                <a:srgbClr val="000000"/>
              </a:solidFill>
              <a:latin typeface="Arial"/>
            </a:endParaRPr>
          </a:p>
        </p:txBody>
      </p:sp>
      <p:sp>
        <p:nvSpPr>
          <p:cNvPr id="3155" name="Text Box 10"/>
          <p:cNvSpPr/>
          <p:nvPr/>
        </p:nvSpPr>
        <p:spPr>
          <a:xfrm>
            <a:off x="2165400" y="5132520"/>
            <a:ext cx="1022400" cy="429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Horizontal axis</a:t>
            </a:r>
            <a:endParaRPr b="1" lang="en-US" sz="1100" spc="-1" strike="noStrike">
              <a:solidFill>
                <a:srgbClr val="000000"/>
              </a:solidFill>
              <a:latin typeface="Arial"/>
            </a:endParaRPr>
          </a:p>
        </p:txBody>
      </p:sp>
      <p:sp>
        <p:nvSpPr>
          <p:cNvPr id="3156" name="Text Box 11"/>
          <p:cNvSpPr/>
          <p:nvPr/>
        </p:nvSpPr>
        <p:spPr>
          <a:xfrm>
            <a:off x="443520" y="4799160"/>
            <a:ext cx="43668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Low</a:t>
            </a:r>
            <a:endParaRPr b="1" lang="en-US" sz="1100" spc="-1" strike="noStrike">
              <a:solidFill>
                <a:srgbClr val="000000"/>
              </a:solidFill>
              <a:latin typeface="Arial"/>
            </a:endParaRPr>
          </a:p>
        </p:txBody>
      </p:sp>
      <p:sp>
        <p:nvSpPr>
          <p:cNvPr id="3157" name="Text Box 12"/>
          <p:cNvSpPr/>
          <p:nvPr/>
        </p:nvSpPr>
        <p:spPr>
          <a:xfrm>
            <a:off x="3744360" y="5056200"/>
            <a:ext cx="53892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Large</a:t>
            </a:r>
            <a:endParaRPr b="1" lang="en-US" sz="1100" spc="-1" strike="noStrike">
              <a:solidFill>
                <a:srgbClr val="000000"/>
              </a:solidFill>
              <a:latin typeface="Arial"/>
            </a:endParaRPr>
          </a:p>
        </p:txBody>
      </p:sp>
      <p:sp>
        <p:nvSpPr>
          <p:cNvPr id="3158" name="Text Box 13"/>
          <p:cNvSpPr/>
          <p:nvPr/>
        </p:nvSpPr>
        <p:spPr>
          <a:xfrm rot="16200000">
            <a:off x="4384080" y="3544920"/>
            <a:ext cx="932040" cy="429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Vertical axis</a:t>
            </a:r>
            <a:endParaRPr b="1" lang="en-US" sz="1100" spc="-1" strike="noStrike">
              <a:solidFill>
                <a:srgbClr val="000000"/>
              </a:solidFill>
              <a:latin typeface="Arial"/>
            </a:endParaRPr>
          </a:p>
        </p:txBody>
      </p:sp>
      <p:sp>
        <p:nvSpPr>
          <p:cNvPr id="3159" name="Text Box 14"/>
          <p:cNvSpPr/>
          <p:nvPr/>
        </p:nvSpPr>
        <p:spPr>
          <a:xfrm>
            <a:off x="6454800" y="5132520"/>
            <a:ext cx="1022400" cy="429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Horizontal axis</a:t>
            </a:r>
            <a:endParaRPr b="1" lang="en-US" sz="1100" spc="-1" strike="noStrike">
              <a:solidFill>
                <a:srgbClr val="000000"/>
              </a:solidFill>
              <a:latin typeface="Arial"/>
            </a:endParaRPr>
          </a:p>
        </p:txBody>
      </p:sp>
      <p:sp>
        <p:nvSpPr>
          <p:cNvPr id="3160" name="Text Box 15"/>
          <p:cNvSpPr/>
          <p:nvPr/>
        </p:nvSpPr>
        <p:spPr>
          <a:xfrm>
            <a:off x="4596480" y="2351160"/>
            <a:ext cx="46872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High</a:t>
            </a:r>
            <a:endParaRPr b="1" lang="en-US" sz="1100" spc="-1" strike="noStrike">
              <a:solidFill>
                <a:srgbClr val="000000"/>
              </a:solidFill>
              <a:latin typeface="Arial"/>
            </a:endParaRPr>
          </a:p>
        </p:txBody>
      </p:sp>
      <p:sp>
        <p:nvSpPr>
          <p:cNvPr id="3161" name="Text Box 16"/>
          <p:cNvSpPr/>
          <p:nvPr/>
        </p:nvSpPr>
        <p:spPr>
          <a:xfrm>
            <a:off x="5078520" y="5056200"/>
            <a:ext cx="5313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Small</a:t>
            </a:r>
            <a:endParaRPr b="1" lang="en-US" sz="1100" spc="-1" strike="noStrike">
              <a:solidFill>
                <a:srgbClr val="000000"/>
              </a:solidFill>
              <a:latin typeface="Arial"/>
            </a:endParaRPr>
          </a:p>
        </p:txBody>
      </p:sp>
      <p:sp>
        <p:nvSpPr>
          <p:cNvPr id="3162" name="Text Box 17"/>
          <p:cNvSpPr/>
          <p:nvPr/>
        </p:nvSpPr>
        <p:spPr>
          <a:xfrm>
            <a:off x="4644000" y="4799160"/>
            <a:ext cx="43668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Low</a:t>
            </a:r>
            <a:endParaRPr b="1" lang="en-US" sz="1100" spc="-1" strike="noStrike">
              <a:solidFill>
                <a:srgbClr val="000000"/>
              </a:solidFill>
              <a:latin typeface="Arial"/>
            </a:endParaRPr>
          </a:p>
        </p:txBody>
      </p:sp>
      <p:sp>
        <p:nvSpPr>
          <p:cNvPr id="3163" name="Text Box 18"/>
          <p:cNvSpPr/>
          <p:nvPr/>
        </p:nvSpPr>
        <p:spPr>
          <a:xfrm>
            <a:off x="7943400" y="5056200"/>
            <a:ext cx="53892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Large</a:t>
            </a:r>
            <a:endParaRPr b="1" lang="en-US" sz="1100" spc="-1" strike="noStrike">
              <a:solidFill>
                <a:srgbClr val="000000"/>
              </a:solidFill>
              <a:latin typeface="Arial"/>
            </a:endParaRPr>
          </a:p>
        </p:txBody>
      </p:sp>
      <p:sp>
        <p:nvSpPr>
          <p:cNvPr id="3164" name="Rectangle 19"/>
          <p:cNvSpPr/>
          <p:nvPr/>
        </p:nvSpPr>
        <p:spPr>
          <a:xfrm>
            <a:off x="6329520" y="4041720"/>
            <a:ext cx="1206360" cy="973080"/>
          </a:xfrm>
          <a:prstGeom prst="rect">
            <a:avLst/>
          </a:prstGeom>
          <a:solidFill>
            <a:srgbClr val="003399"/>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a:t>
            </a:r>
            <a:endParaRPr b="1" lang="en-US" sz="1100" spc="-1" strike="noStrike">
              <a:solidFill>
                <a:srgbClr val="000000"/>
              </a:solidFill>
              <a:latin typeface="Arial"/>
            </a:endParaRPr>
          </a:p>
        </p:txBody>
      </p:sp>
      <p:sp>
        <p:nvSpPr>
          <p:cNvPr id="3165" name="Rectangle 20"/>
          <p:cNvSpPr/>
          <p:nvPr/>
        </p:nvSpPr>
        <p:spPr>
          <a:xfrm>
            <a:off x="5124600" y="4041720"/>
            <a:ext cx="1204920" cy="9730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66" name="Rectangle 21"/>
          <p:cNvSpPr/>
          <p:nvPr/>
        </p:nvSpPr>
        <p:spPr>
          <a:xfrm>
            <a:off x="5124600" y="3068640"/>
            <a:ext cx="1204920" cy="973080"/>
          </a:xfrm>
          <a:prstGeom prst="rect">
            <a:avLst/>
          </a:prstGeom>
          <a:solidFill>
            <a:srgbClr val="003399"/>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a:t>
            </a:r>
            <a:r>
              <a:rPr b="1" lang="en-US" sz="1100" spc="-1" strike="noStrike">
                <a:solidFill>
                  <a:srgbClr val="ffffff"/>
                </a:solidFill>
                <a:latin typeface="Arial"/>
              </a:rPr>
              <a:t> </a:t>
            </a:r>
            <a:endParaRPr b="1" lang="en-US" sz="1100" spc="-1" strike="noStrike">
              <a:solidFill>
                <a:srgbClr val="000000"/>
              </a:solidFill>
              <a:latin typeface="Arial"/>
            </a:endParaRPr>
          </a:p>
        </p:txBody>
      </p:sp>
      <p:sp>
        <p:nvSpPr>
          <p:cNvPr id="3167" name="Rectangle 22"/>
          <p:cNvSpPr/>
          <p:nvPr/>
        </p:nvSpPr>
        <p:spPr>
          <a:xfrm>
            <a:off x="6329520" y="3068640"/>
            <a:ext cx="1206360" cy="973080"/>
          </a:xfrm>
          <a:prstGeom prst="rect">
            <a:avLst/>
          </a:prstGeom>
          <a:solidFill>
            <a:srgbClr val="8099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68" name="Rectangle 23"/>
          <p:cNvSpPr/>
          <p:nvPr/>
        </p:nvSpPr>
        <p:spPr>
          <a:xfrm>
            <a:off x="5124600" y="2133720"/>
            <a:ext cx="1204920" cy="973080"/>
          </a:xfrm>
          <a:prstGeom prst="rect">
            <a:avLst/>
          </a:prstGeom>
          <a:solidFill>
            <a:srgbClr val="8099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r>
              <a:rPr b="1" lang="en-US" sz="1100" spc="-1" strike="noStrike">
                <a:solidFill>
                  <a:srgbClr val="000000"/>
                </a:solidFill>
                <a:latin typeface="Arial"/>
              </a:rPr>
              <a:t> </a:t>
            </a:r>
            <a:endParaRPr b="1" lang="en-US" sz="1100" spc="-1" strike="noStrike">
              <a:solidFill>
                <a:srgbClr val="000000"/>
              </a:solidFill>
              <a:latin typeface="Arial"/>
            </a:endParaRPr>
          </a:p>
        </p:txBody>
      </p:sp>
      <p:sp>
        <p:nvSpPr>
          <p:cNvPr id="3169" name="Rectangle 24"/>
          <p:cNvSpPr/>
          <p:nvPr/>
        </p:nvSpPr>
        <p:spPr>
          <a:xfrm>
            <a:off x="6329520" y="2133720"/>
            <a:ext cx="1206360" cy="973080"/>
          </a:xfrm>
          <a:prstGeom prst="rect">
            <a:avLst/>
          </a:prstGeom>
          <a:solidFill>
            <a:srgbClr val="80cc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70" name="Rectangle 25"/>
          <p:cNvSpPr/>
          <p:nvPr/>
        </p:nvSpPr>
        <p:spPr>
          <a:xfrm>
            <a:off x="7537320" y="4041720"/>
            <a:ext cx="1206720" cy="973080"/>
          </a:xfrm>
          <a:prstGeom prst="rect">
            <a:avLst/>
          </a:prstGeom>
          <a:solidFill>
            <a:srgbClr val="8099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71" name="Rectangle 26"/>
          <p:cNvSpPr/>
          <p:nvPr/>
        </p:nvSpPr>
        <p:spPr>
          <a:xfrm>
            <a:off x="7537320" y="3068640"/>
            <a:ext cx="1206720" cy="973080"/>
          </a:xfrm>
          <a:prstGeom prst="rect">
            <a:avLst/>
          </a:prstGeom>
          <a:solidFill>
            <a:srgbClr val="80cccc"/>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3172" name="Rectangle 27"/>
          <p:cNvSpPr/>
          <p:nvPr/>
        </p:nvSpPr>
        <p:spPr>
          <a:xfrm>
            <a:off x="7537320" y="2133720"/>
            <a:ext cx="1206720" cy="973080"/>
          </a:xfrm>
          <a:prstGeom prst="rect">
            <a:avLst/>
          </a:prstGeom>
          <a:solidFill>
            <a:srgbClr val="4066b2"/>
          </a:solidFill>
          <a:ln w="12600">
            <a:solidFill>
              <a:srgbClr val="ffffff"/>
            </a:solidFill>
            <a:miter/>
          </a:ln>
        </p:spPr>
        <p:style>
          <a:lnRef idx="0"/>
          <a:fillRef idx="0"/>
          <a:effectRef idx="0"/>
          <a:fontRef idx="minor"/>
        </p:style>
        <p:txBody>
          <a:bodyPr lIns="90000" rIns="90000" tIns="46800" bIns="46800" anchor="t"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Title: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a:t>
            </a:r>
            <a:endParaRPr b="1" lang="en-US" sz="1100" spc="-1" strike="noStrike">
              <a:solidFill>
                <a:srgbClr val="000000"/>
              </a:solidFill>
              <a:latin typeface="Arial"/>
            </a:endParaRPr>
          </a:p>
        </p:txBody>
      </p:sp>
      <p:sp>
        <p:nvSpPr>
          <p:cNvPr id="3173" name="Rectangle 28"/>
          <p:cNvSpPr/>
          <p:nvPr/>
        </p:nvSpPr>
        <p:spPr>
          <a:xfrm>
            <a:off x="6353280" y="260280"/>
            <a:ext cx="247320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マトリックスの大きさを変えるときにはグループ化をしてください。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17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243D03-B4DB-487A-AD11-80D170DC88B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17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Boxes - Cubes</a:t>
            </a:r>
            <a:endParaRPr b="1" lang="en-US" sz="1600" spc="-1" strike="noStrike">
              <a:solidFill>
                <a:srgbClr val="000000"/>
              </a:solidFill>
              <a:latin typeface="Arial"/>
            </a:endParaRPr>
          </a:p>
        </p:txBody>
      </p:sp>
      <p:sp>
        <p:nvSpPr>
          <p:cNvPr id="3177" name="Rectangle 160"/>
          <p:cNvSpPr/>
          <p:nvPr/>
        </p:nvSpPr>
        <p:spPr>
          <a:xfrm>
            <a:off x="5897520" y="260280"/>
            <a:ext cx="292896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箱の削除・色の変更をする際には、グループを解除してください。</a:t>
            </a:r>
            <a:endParaRPr b="1" lang="en-US" sz="1000" spc="-1" strike="noStrike">
              <a:solidFill>
                <a:srgbClr val="000000"/>
              </a:solidFill>
              <a:latin typeface="Arial"/>
            </a:endParaRPr>
          </a:p>
        </p:txBody>
      </p:sp>
      <p:grpSp>
        <p:nvGrpSpPr>
          <p:cNvPr id="3178" name="Group 168"/>
          <p:cNvGrpSpPr/>
          <p:nvPr/>
        </p:nvGrpSpPr>
        <p:grpSpPr>
          <a:xfrm>
            <a:off x="4772160" y="3740040"/>
            <a:ext cx="2805120" cy="2590920"/>
            <a:chOff x="4772160" y="3740040"/>
            <a:chExt cx="2805120" cy="2590920"/>
          </a:xfrm>
        </p:grpSpPr>
        <p:sp>
          <p:nvSpPr>
            <p:cNvPr id="3179" name="Freeform 169"/>
            <p:cNvSpPr/>
            <p:nvPr/>
          </p:nvSpPr>
          <p:spPr>
            <a:xfrm>
              <a:off x="4772160" y="4037040"/>
              <a:ext cx="716040" cy="109512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0" name="Freeform 170"/>
            <p:cNvSpPr/>
            <p:nvPr/>
          </p:nvSpPr>
          <p:spPr>
            <a:xfrm>
              <a:off x="4772160" y="4037040"/>
              <a:ext cx="716040" cy="10951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1" name="Freeform 171"/>
            <p:cNvSpPr/>
            <p:nvPr/>
          </p:nvSpPr>
          <p:spPr>
            <a:xfrm>
              <a:off x="5488200" y="4275000"/>
              <a:ext cx="696960" cy="110484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2" name="Freeform 172"/>
            <p:cNvSpPr/>
            <p:nvPr/>
          </p:nvSpPr>
          <p:spPr>
            <a:xfrm>
              <a:off x="6175800" y="4263840"/>
              <a:ext cx="707760" cy="111600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3" name="Freeform 173"/>
            <p:cNvSpPr/>
            <p:nvPr/>
          </p:nvSpPr>
          <p:spPr>
            <a:xfrm>
              <a:off x="6893280" y="4037040"/>
              <a:ext cx="684000" cy="108108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4" name="Freeform 174"/>
            <p:cNvSpPr/>
            <p:nvPr/>
          </p:nvSpPr>
          <p:spPr>
            <a:xfrm>
              <a:off x="6893280" y="4037040"/>
              <a:ext cx="684000" cy="1081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5" name="Freeform 175"/>
            <p:cNvSpPr/>
            <p:nvPr/>
          </p:nvSpPr>
          <p:spPr>
            <a:xfrm>
              <a:off x="6893280" y="4870440"/>
              <a:ext cx="684000" cy="116352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6" name="Freeform 176"/>
            <p:cNvSpPr/>
            <p:nvPr/>
          </p:nvSpPr>
          <p:spPr>
            <a:xfrm>
              <a:off x="6893280" y="4870440"/>
              <a:ext cx="684000" cy="11635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87" name="Freeform 177"/>
            <p:cNvSpPr/>
            <p:nvPr/>
          </p:nvSpPr>
          <p:spPr>
            <a:xfrm>
              <a:off x="6185160" y="5118120"/>
              <a:ext cx="708120" cy="121284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3188" name="Group 178"/>
            <p:cNvGrpSpPr/>
            <p:nvPr/>
          </p:nvGrpSpPr>
          <p:grpSpPr>
            <a:xfrm>
              <a:off x="5488200" y="5118120"/>
              <a:ext cx="1404720" cy="1212840"/>
              <a:chOff x="5488200" y="5118120"/>
              <a:chExt cx="1404720" cy="1212840"/>
            </a:xfrm>
          </p:grpSpPr>
          <p:sp>
            <p:nvSpPr>
              <p:cNvPr id="3189" name="Freeform 179"/>
              <p:cNvSpPr/>
              <p:nvPr/>
            </p:nvSpPr>
            <p:spPr>
              <a:xfrm>
                <a:off x="6184800" y="5118120"/>
                <a:ext cx="708120" cy="12128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90" name="Freeform 180"/>
              <p:cNvSpPr/>
              <p:nvPr/>
            </p:nvSpPr>
            <p:spPr>
              <a:xfrm>
                <a:off x="5488200" y="5130720"/>
                <a:ext cx="696600" cy="120024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191" name="Freeform 181"/>
            <p:cNvSpPr/>
            <p:nvPr/>
          </p:nvSpPr>
          <p:spPr>
            <a:xfrm>
              <a:off x="5488200" y="5132160"/>
              <a:ext cx="696960" cy="119880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92" name="Freeform 182"/>
            <p:cNvSpPr/>
            <p:nvPr/>
          </p:nvSpPr>
          <p:spPr>
            <a:xfrm>
              <a:off x="4772160" y="4870440"/>
              <a:ext cx="716040" cy="117612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93" name="Freeform 183"/>
            <p:cNvSpPr/>
            <p:nvPr/>
          </p:nvSpPr>
          <p:spPr>
            <a:xfrm>
              <a:off x="4772160" y="4870440"/>
              <a:ext cx="716040" cy="11761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3194" name="Group 184"/>
            <p:cNvGrpSpPr/>
            <p:nvPr/>
          </p:nvGrpSpPr>
          <p:grpSpPr>
            <a:xfrm>
              <a:off x="5488200" y="4084560"/>
              <a:ext cx="1404720" cy="1294920"/>
              <a:chOff x="5488200" y="4084560"/>
              <a:chExt cx="1404720" cy="1294920"/>
            </a:xfrm>
          </p:grpSpPr>
          <p:sp>
            <p:nvSpPr>
              <p:cNvPr id="3195" name="Freeform 185"/>
              <p:cNvSpPr/>
              <p:nvPr/>
            </p:nvSpPr>
            <p:spPr>
              <a:xfrm>
                <a:off x="5488200" y="4274640"/>
                <a:ext cx="696600" cy="1104840"/>
              </a:xfrm>
              <a:prstGeom prst="pie">
                <a:avLst/>
              </a:prstGeom>
              <a:solidFill>
                <a:srgbClr val="80cc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96" name="Freeform 186"/>
              <p:cNvSpPr/>
              <p:nvPr/>
            </p:nvSpPr>
            <p:spPr>
              <a:xfrm>
                <a:off x="6184800" y="4263480"/>
                <a:ext cx="708120" cy="1116000"/>
              </a:xfrm>
              <a:prstGeom prst="pie">
                <a:avLst/>
              </a:prstGeom>
              <a:solidFill>
                <a:srgbClr val="80cc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97" name="Freeform 187"/>
              <p:cNvSpPr/>
              <p:nvPr/>
            </p:nvSpPr>
            <p:spPr>
              <a:xfrm>
                <a:off x="5488200" y="4084560"/>
                <a:ext cx="1392840" cy="41652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198" name="Freeform 188"/>
            <p:cNvSpPr/>
            <p:nvPr/>
          </p:nvSpPr>
          <p:spPr>
            <a:xfrm>
              <a:off x="5488200" y="4084560"/>
              <a:ext cx="1392480" cy="417600"/>
            </a:xfrm>
            <a:prstGeom prst="pie">
              <a:avLst/>
            </a:prstGeom>
            <a:solidFill>
              <a:srgbClr val="80cc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199" name="Freeform 189"/>
            <p:cNvSpPr/>
            <p:nvPr/>
          </p:nvSpPr>
          <p:spPr>
            <a:xfrm>
              <a:off x="6207480" y="3895560"/>
              <a:ext cx="1369800" cy="37944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00" name="Freeform 190"/>
            <p:cNvSpPr/>
            <p:nvPr/>
          </p:nvSpPr>
          <p:spPr>
            <a:xfrm>
              <a:off x="6207480" y="3895560"/>
              <a:ext cx="1369800" cy="3794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01" name="Freeform 191"/>
            <p:cNvSpPr/>
            <p:nvPr/>
          </p:nvSpPr>
          <p:spPr>
            <a:xfrm>
              <a:off x="5500800" y="3740040"/>
              <a:ext cx="1476720" cy="34452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02" name="Freeform 192"/>
            <p:cNvSpPr/>
            <p:nvPr/>
          </p:nvSpPr>
          <p:spPr>
            <a:xfrm>
              <a:off x="5500800" y="3740040"/>
              <a:ext cx="1476720" cy="3445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03" name="Freeform 193"/>
            <p:cNvSpPr/>
            <p:nvPr/>
          </p:nvSpPr>
          <p:spPr>
            <a:xfrm>
              <a:off x="4772160" y="3895560"/>
              <a:ext cx="1435320" cy="379440"/>
            </a:xfrm>
            <a:prstGeom prst="pie">
              <a:avLst/>
            </a:prstGeom>
            <a:solidFill>
              <a:srgbClr val="4066b2"/>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04" name="Freeform 194"/>
            <p:cNvSpPr/>
            <p:nvPr/>
          </p:nvSpPr>
          <p:spPr>
            <a:xfrm>
              <a:off x="4772160" y="3895560"/>
              <a:ext cx="1435320" cy="3794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05" name="Group 195"/>
          <p:cNvGrpSpPr/>
          <p:nvPr/>
        </p:nvGrpSpPr>
        <p:grpSpPr>
          <a:xfrm>
            <a:off x="4836960" y="1150920"/>
            <a:ext cx="2592360" cy="2523960"/>
            <a:chOff x="4836960" y="1150920"/>
            <a:chExt cx="2592360" cy="2523960"/>
          </a:xfrm>
        </p:grpSpPr>
        <p:grpSp>
          <p:nvGrpSpPr>
            <p:cNvPr id="3206" name="Group 196"/>
            <p:cNvGrpSpPr/>
            <p:nvPr/>
          </p:nvGrpSpPr>
          <p:grpSpPr>
            <a:xfrm>
              <a:off x="5231160" y="1150920"/>
              <a:ext cx="2198160" cy="2129760"/>
              <a:chOff x="5231160" y="1150920"/>
              <a:chExt cx="2198160" cy="2129760"/>
            </a:xfrm>
          </p:grpSpPr>
          <p:grpSp>
            <p:nvGrpSpPr>
              <p:cNvPr id="3207" name="Group 197"/>
              <p:cNvGrpSpPr/>
              <p:nvPr/>
            </p:nvGrpSpPr>
            <p:grpSpPr>
              <a:xfrm>
                <a:off x="5231160" y="2409480"/>
                <a:ext cx="2198160" cy="871200"/>
                <a:chOff x="5231160" y="2409480"/>
                <a:chExt cx="2198160" cy="871200"/>
              </a:xfrm>
            </p:grpSpPr>
            <p:sp>
              <p:nvSpPr>
                <p:cNvPr id="3208" name="AutoShape 198"/>
                <p:cNvSpPr/>
                <p:nvPr/>
              </p:nvSpPr>
              <p:spPr>
                <a:xfrm>
                  <a:off x="5231160" y="240948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09" name="AutoShape 199"/>
                <p:cNvSpPr/>
                <p:nvPr/>
              </p:nvSpPr>
              <p:spPr>
                <a:xfrm>
                  <a:off x="5880600" y="240948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10" name="AutoShape 200"/>
                <p:cNvSpPr/>
                <p:nvPr/>
              </p:nvSpPr>
              <p:spPr>
                <a:xfrm>
                  <a:off x="6530040" y="240948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11" name="Group 201"/>
              <p:cNvGrpSpPr/>
              <p:nvPr/>
            </p:nvGrpSpPr>
            <p:grpSpPr>
              <a:xfrm>
                <a:off x="5231160" y="1780200"/>
                <a:ext cx="2198160" cy="871200"/>
                <a:chOff x="5231160" y="1780200"/>
                <a:chExt cx="2198160" cy="871200"/>
              </a:xfrm>
            </p:grpSpPr>
            <p:sp>
              <p:nvSpPr>
                <p:cNvPr id="3212" name="AutoShape 202"/>
                <p:cNvSpPr/>
                <p:nvPr/>
              </p:nvSpPr>
              <p:spPr>
                <a:xfrm>
                  <a:off x="5231160" y="178020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13" name="AutoShape 203"/>
                <p:cNvSpPr/>
                <p:nvPr/>
              </p:nvSpPr>
              <p:spPr>
                <a:xfrm>
                  <a:off x="5880600" y="178020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14" name="AutoShape 204"/>
                <p:cNvSpPr/>
                <p:nvPr/>
              </p:nvSpPr>
              <p:spPr>
                <a:xfrm>
                  <a:off x="6530040" y="178020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15" name="Group 205"/>
              <p:cNvGrpSpPr/>
              <p:nvPr/>
            </p:nvGrpSpPr>
            <p:grpSpPr>
              <a:xfrm>
                <a:off x="5231160" y="1150920"/>
                <a:ext cx="2198160" cy="871200"/>
                <a:chOff x="5231160" y="1150920"/>
                <a:chExt cx="2198160" cy="871200"/>
              </a:xfrm>
            </p:grpSpPr>
            <p:sp>
              <p:nvSpPr>
                <p:cNvPr id="3216" name="AutoShape 206"/>
                <p:cNvSpPr/>
                <p:nvPr/>
              </p:nvSpPr>
              <p:spPr>
                <a:xfrm>
                  <a:off x="5231160" y="115092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17" name="AutoShape 207"/>
                <p:cNvSpPr/>
                <p:nvPr/>
              </p:nvSpPr>
              <p:spPr>
                <a:xfrm>
                  <a:off x="5880600" y="115092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18" name="AutoShape 208"/>
                <p:cNvSpPr/>
                <p:nvPr/>
              </p:nvSpPr>
              <p:spPr>
                <a:xfrm>
                  <a:off x="6530040" y="1150920"/>
                  <a:ext cx="89928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3219" name="Group 209"/>
            <p:cNvGrpSpPr/>
            <p:nvPr/>
          </p:nvGrpSpPr>
          <p:grpSpPr>
            <a:xfrm>
              <a:off x="5036760" y="2601000"/>
              <a:ext cx="2196720" cy="871200"/>
              <a:chOff x="5036760" y="2601000"/>
              <a:chExt cx="2196720" cy="871200"/>
            </a:xfrm>
          </p:grpSpPr>
          <p:sp>
            <p:nvSpPr>
              <p:cNvPr id="3220" name="AutoShape 210"/>
              <p:cNvSpPr/>
              <p:nvPr/>
            </p:nvSpPr>
            <p:spPr>
              <a:xfrm>
                <a:off x="5036760" y="260100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21" name="AutoShape 211"/>
              <p:cNvSpPr/>
              <p:nvPr/>
            </p:nvSpPr>
            <p:spPr>
              <a:xfrm>
                <a:off x="5685840" y="260100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22" name="AutoShape 212"/>
              <p:cNvSpPr/>
              <p:nvPr/>
            </p:nvSpPr>
            <p:spPr>
              <a:xfrm>
                <a:off x="6334920" y="260100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23" name="Group 213"/>
            <p:cNvGrpSpPr/>
            <p:nvPr/>
          </p:nvGrpSpPr>
          <p:grpSpPr>
            <a:xfrm>
              <a:off x="5036760" y="1971720"/>
              <a:ext cx="2196720" cy="871200"/>
              <a:chOff x="5036760" y="1971720"/>
              <a:chExt cx="2196720" cy="871200"/>
            </a:xfrm>
          </p:grpSpPr>
          <p:sp>
            <p:nvSpPr>
              <p:cNvPr id="3224" name="AutoShape 214"/>
              <p:cNvSpPr/>
              <p:nvPr/>
            </p:nvSpPr>
            <p:spPr>
              <a:xfrm>
                <a:off x="5036760" y="197172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25" name="AutoShape 215"/>
              <p:cNvSpPr/>
              <p:nvPr/>
            </p:nvSpPr>
            <p:spPr>
              <a:xfrm>
                <a:off x="5685840" y="197172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26" name="AutoShape 216"/>
              <p:cNvSpPr/>
              <p:nvPr/>
            </p:nvSpPr>
            <p:spPr>
              <a:xfrm>
                <a:off x="6334920" y="197172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27" name="Group 217"/>
            <p:cNvGrpSpPr/>
            <p:nvPr/>
          </p:nvGrpSpPr>
          <p:grpSpPr>
            <a:xfrm>
              <a:off x="5032440" y="1342440"/>
              <a:ext cx="2196720" cy="871200"/>
              <a:chOff x="5032440" y="1342440"/>
              <a:chExt cx="2196720" cy="871200"/>
            </a:xfrm>
          </p:grpSpPr>
          <p:sp>
            <p:nvSpPr>
              <p:cNvPr id="3228" name="AutoShape 218"/>
              <p:cNvSpPr/>
              <p:nvPr/>
            </p:nvSpPr>
            <p:spPr>
              <a:xfrm>
                <a:off x="5032440" y="134244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29" name="AutoShape 219"/>
              <p:cNvSpPr/>
              <p:nvPr/>
            </p:nvSpPr>
            <p:spPr>
              <a:xfrm>
                <a:off x="5681520" y="134244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0" name="AutoShape 220"/>
              <p:cNvSpPr/>
              <p:nvPr/>
            </p:nvSpPr>
            <p:spPr>
              <a:xfrm>
                <a:off x="6330600" y="1342440"/>
                <a:ext cx="89856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231" name="AutoShape 221"/>
            <p:cNvSpPr/>
            <p:nvPr/>
          </p:nvSpPr>
          <p:spPr>
            <a:xfrm>
              <a:off x="4836960" y="2803680"/>
              <a:ext cx="89892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2" name="AutoShape 222"/>
            <p:cNvSpPr/>
            <p:nvPr/>
          </p:nvSpPr>
          <p:spPr>
            <a:xfrm>
              <a:off x="5481360" y="2803680"/>
              <a:ext cx="90000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3" name="AutoShape 223"/>
            <p:cNvSpPr/>
            <p:nvPr/>
          </p:nvSpPr>
          <p:spPr>
            <a:xfrm>
              <a:off x="6128280" y="2802960"/>
              <a:ext cx="89820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4" name="AutoShape 224"/>
            <p:cNvSpPr/>
            <p:nvPr/>
          </p:nvSpPr>
          <p:spPr>
            <a:xfrm>
              <a:off x="4836960" y="2165400"/>
              <a:ext cx="89892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5" name="AutoShape 225"/>
            <p:cNvSpPr/>
            <p:nvPr/>
          </p:nvSpPr>
          <p:spPr>
            <a:xfrm>
              <a:off x="5481360" y="2165400"/>
              <a:ext cx="90000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6" name="AutoShape 226"/>
            <p:cNvSpPr/>
            <p:nvPr/>
          </p:nvSpPr>
          <p:spPr>
            <a:xfrm>
              <a:off x="6128280" y="2165400"/>
              <a:ext cx="89820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7" name="AutoShape 227"/>
            <p:cNvSpPr/>
            <p:nvPr/>
          </p:nvSpPr>
          <p:spPr>
            <a:xfrm>
              <a:off x="4836960" y="1535760"/>
              <a:ext cx="89892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8" name="AutoShape 228"/>
            <p:cNvSpPr/>
            <p:nvPr/>
          </p:nvSpPr>
          <p:spPr>
            <a:xfrm>
              <a:off x="5481360" y="1535760"/>
              <a:ext cx="90000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39" name="AutoShape 229"/>
            <p:cNvSpPr/>
            <p:nvPr/>
          </p:nvSpPr>
          <p:spPr>
            <a:xfrm>
              <a:off x="6128280" y="1535760"/>
              <a:ext cx="898200" cy="8712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40" name="Group 230"/>
          <p:cNvGrpSpPr/>
          <p:nvPr/>
        </p:nvGrpSpPr>
        <p:grpSpPr>
          <a:xfrm>
            <a:off x="1393920" y="1150920"/>
            <a:ext cx="2536200" cy="2538360"/>
            <a:chOff x="1393920" y="1150920"/>
            <a:chExt cx="2536200" cy="2538360"/>
          </a:xfrm>
        </p:grpSpPr>
        <p:sp>
          <p:nvSpPr>
            <p:cNvPr id="3241" name="Rectangle 231"/>
            <p:cNvSpPr/>
            <p:nvPr/>
          </p:nvSpPr>
          <p:spPr>
            <a:xfrm>
              <a:off x="1395000" y="1541520"/>
              <a:ext cx="972360" cy="107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2" name="Rectangle 232"/>
            <p:cNvSpPr/>
            <p:nvPr/>
          </p:nvSpPr>
          <p:spPr>
            <a:xfrm>
              <a:off x="2367720" y="1541520"/>
              <a:ext cx="972360" cy="107316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3" name="Rectangle 233"/>
            <p:cNvSpPr/>
            <p:nvPr/>
          </p:nvSpPr>
          <p:spPr>
            <a:xfrm>
              <a:off x="1395000" y="2614680"/>
              <a:ext cx="972360" cy="1071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4" name="Rectangle 234"/>
            <p:cNvSpPr/>
            <p:nvPr/>
          </p:nvSpPr>
          <p:spPr>
            <a:xfrm>
              <a:off x="2367720" y="2614680"/>
              <a:ext cx="972360" cy="1071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5" name="AutoShape 235"/>
            <p:cNvSpPr/>
            <p:nvPr/>
          </p:nvSpPr>
          <p:spPr>
            <a:xfrm>
              <a:off x="2369520" y="1349280"/>
              <a:ext cx="1266480" cy="192240"/>
            </a:xfrm>
            <a:prstGeom prst="parallelogram">
              <a:avLst>
                <a:gd name="adj" fmla="val 158692"/>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6" name="AutoShape 236"/>
            <p:cNvSpPr/>
            <p:nvPr/>
          </p:nvSpPr>
          <p:spPr>
            <a:xfrm>
              <a:off x="1393920" y="1349280"/>
              <a:ext cx="1285560" cy="192240"/>
            </a:xfrm>
            <a:prstGeom prst="parallelogram">
              <a:avLst>
                <a:gd name="adj" fmla="val 161082"/>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7" name="AutoShape 237"/>
            <p:cNvSpPr/>
            <p:nvPr/>
          </p:nvSpPr>
          <p:spPr>
            <a:xfrm>
              <a:off x="2666880" y="1154160"/>
              <a:ext cx="1263240" cy="195120"/>
            </a:xfrm>
            <a:prstGeom prst="parallelogram">
              <a:avLst>
                <a:gd name="adj" fmla="val 155949"/>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8" name="AutoShape 238"/>
            <p:cNvSpPr/>
            <p:nvPr/>
          </p:nvSpPr>
          <p:spPr>
            <a:xfrm>
              <a:off x="1700280" y="1154160"/>
              <a:ext cx="1280880" cy="195120"/>
            </a:xfrm>
            <a:prstGeom prst="parallelogram">
              <a:avLst>
                <a:gd name="adj" fmla="val 158127"/>
              </a:avLst>
            </a:prstGeom>
            <a:solidFill>
              <a:srgbClr val="ffffff"/>
            </a:solidFill>
            <a:ln w="12600">
              <a:solidFill>
                <a:srgbClr val="0000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49" name="Freeform 239"/>
            <p:cNvSpPr/>
            <p:nvPr/>
          </p:nvSpPr>
          <p:spPr>
            <a:xfrm>
              <a:off x="3339000" y="1344600"/>
              <a:ext cx="293760" cy="1270080"/>
            </a:xfrm>
            <a:prstGeom prst="pie">
              <a:avLst/>
            </a:prstGeom>
            <a:solidFill>
              <a:srgbClr val="ffffff"/>
            </a:solidFill>
            <a:ln w="12600">
              <a:solidFill>
                <a:srgbClr val="0000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50" name="Freeform 240"/>
            <p:cNvSpPr/>
            <p:nvPr/>
          </p:nvSpPr>
          <p:spPr>
            <a:xfrm>
              <a:off x="3633120" y="1150920"/>
              <a:ext cx="290520" cy="1287720"/>
            </a:xfrm>
            <a:prstGeom prst="pie">
              <a:avLst/>
            </a:prstGeom>
            <a:solidFill>
              <a:srgbClr val="ffffff"/>
            </a:solidFill>
            <a:ln w="12600">
              <a:solidFill>
                <a:srgbClr val="0000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51" name="Freeform 241"/>
            <p:cNvSpPr/>
            <p:nvPr/>
          </p:nvSpPr>
          <p:spPr>
            <a:xfrm>
              <a:off x="3339000" y="2421000"/>
              <a:ext cx="293760" cy="1268280"/>
            </a:xfrm>
            <a:prstGeom prst="pie">
              <a:avLst/>
            </a:prstGeom>
            <a:solidFill>
              <a:srgbClr val="ffffff"/>
            </a:solidFill>
            <a:ln w="12600">
              <a:solidFill>
                <a:srgbClr val="0000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52" name="Freeform 242"/>
            <p:cNvSpPr/>
            <p:nvPr/>
          </p:nvSpPr>
          <p:spPr>
            <a:xfrm>
              <a:off x="3633120" y="2225880"/>
              <a:ext cx="290520" cy="1287360"/>
            </a:xfrm>
            <a:prstGeom prst="pie">
              <a:avLst/>
            </a:prstGeom>
            <a:solidFill>
              <a:srgbClr val="ffffff"/>
            </a:solidFill>
            <a:ln w="12600">
              <a:solidFill>
                <a:srgbClr val="0000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53" name="Group 243"/>
          <p:cNvGrpSpPr/>
          <p:nvPr/>
        </p:nvGrpSpPr>
        <p:grpSpPr>
          <a:xfrm>
            <a:off x="1209600" y="3817800"/>
            <a:ext cx="2555640" cy="2476440"/>
            <a:chOff x="1209600" y="3817800"/>
            <a:chExt cx="2555640" cy="2476440"/>
          </a:xfrm>
        </p:grpSpPr>
        <p:grpSp>
          <p:nvGrpSpPr>
            <p:cNvPr id="3254" name="Group 244"/>
            <p:cNvGrpSpPr/>
            <p:nvPr/>
          </p:nvGrpSpPr>
          <p:grpSpPr>
            <a:xfrm>
              <a:off x="1498320" y="4736880"/>
              <a:ext cx="1325880" cy="1249200"/>
              <a:chOff x="1498320" y="4736880"/>
              <a:chExt cx="1325880" cy="1249200"/>
            </a:xfrm>
          </p:grpSpPr>
          <p:grpSp>
            <p:nvGrpSpPr>
              <p:cNvPr id="3255" name="Group 245"/>
              <p:cNvGrpSpPr/>
              <p:nvPr/>
            </p:nvGrpSpPr>
            <p:grpSpPr>
              <a:xfrm>
                <a:off x="1658880" y="4736880"/>
                <a:ext cx="1165320" cy="1092960"/>
                <a:chOff x="1658880" y="4736880"/>
                <a:chExt cx="1165320" cy="1092960"/>
              </a:xfrm>
            </p:grpSpPr>
            <p:sp>
              <p:nvSpPr>
                <p:cNvPr id="3256" name="AutoShape 246"/>
                <p:cNvSpPr/>
                <p:nvPr/>
              </p:nvSpPr>
              <p:spPr>
                <a:xfrm>
                  <a:off x="1658880" y="520524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57" name="AutoShape 247"/>
                <p:cNvSpPr/>
                <p:nvPr/>
              </p:nvSpPr>
              <p:spPr>
                <a:xfrm>
                  <a:off x="2158200" y="520524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58" name="AutoShape 248"/>
                <p:cNvSpPr/>
                <p:nvPr/>
              </p:nvSpPr>
              <p:spPr>
                <a:xfrm>
                  <a:off x="1658880" y="473688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59" name="AutoShape 249"/>
                <p:cNvSpPr/>
                <p:nvPr/>
              </p:nvSpPr>
              <p:spPr>
                <a:xfrm>
                  <a:off x="2158200" y="473688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60" name="Group 250"/>
              <p:cNvGrpSpPr/>
              <p:nvPr/>
            </p:nvGrpSpPr>
            <p:grpSpPr>
              <a:xfrm>
                <a:off x="1498320" y="4893120"/>
                <a:ext cx="1165320" cy="1092960"/>
                <a:chOff x="1498320" y="4893120"/>
                <a:chExt cx="1165320" cy="1092960"/>
              </a:xfrm>
            </p:grpSpPr>
            <p:sp>
              <p:nvSpPr>
                <p:cNvPr id="3261" name="AutoShape 251"/>
                <p:cNvSpPr/>
                <p:nvPr/>
              </p:nvSpPr>
              <p:spPr>
                <a:xfrm>
                  <a:off x="1498320" y="536148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62" name="AutoShape 252"/>
                <p:cNvSpPr/>
                <p:nvPr/>
              </p:nvSpPr>
              <p:spPr>
                <a:xfrm>
                  <a:off x="1997640" y="536148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63" name="AutoShape 253"/>
                <p:cNvSpPr/>
                <p:nvPr/>
              </p:nvSpPr>
              <p:spPr>
                <a:xfrm>
                  <a:off x="1498320" y="489312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64" name="AutoShape 254"/>
                <p:cNvSpPr/>
                <p:nvPr/>
              </p:nvSpPr>
              <p:spPr>
                <a:xfrm>
                  <a:off x="1997640" y="4893120"/>
                  <a:ext cx="666000" cy="62460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3265" name="Group 255"/>
            <p:cNvGrpSpPr/>
            <p:nvPr/>
          </p:nvGrpSpPr>
          <p:grpSpPr>
            <a:xfrm>
              <a:off x="2595960" y="4736880"/>
              <a:ext cx="1164960" cy="1093680"/>
              <a:chOff x="2595960" y="4736880"/>
              <a:chExt cx="1164960" cy="1093680"/>
            </a:xfrm>
          </p:grpSpPr>
          <p:sp>
            <p:nvSpPr>
              <p:cNvPr id="3266" name="AutoShape 256"/>
              <p:cNvSpPr/>
              <p:nvPr/>
            </p:nvSpPr>
            <p:spPr>
              <a:xfrm>
                <a:off x="2595960" y="52056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67" name="AutoShape 257"/>
              <p:cNvSpPr/>
              <p:nvPr/>
            </p:nvSpPr>
            <p:spPr>
              <a:xfrm>
                <a:off x="3095280" y="52056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68" name="AutoShape 258"/>
              <p:cNvSpPr/>
              <p:nvPr/>
            </p:nvSpPr>
            <p:spPr>
              <a:xfrm>
                <a:off x="2595960" y="473688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69" name="AutoShape 259"/>
              <p:cNvSpPr/>
              <p:nvPr/>
            </p:nvSpPr>
            <p:spPr>
              <a:xfrm>
                <a:off x="3095280" y="473688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70" name="Group 260"/>
            <p:cNvGrpSpPr/>
            <p:nvPr/>
          </p:nvGrpSpPr>
          <p:grpSpPr>
            <a:xfrm>
              <a:off x="2452320" y="4892400"/>
              <a:ext cx="1164960" cy="1093680"/>
              <a:chOff x="2452320" y="4892400"/>
              <a:chExt cx="1164960" cy="1093680"/>
            </a:xfrm>
          </p:grpSpPr>
          <p:sp>
            <p:nvSpPr>
              <p:cNvPr id="3271" name="AutoShape 261"/>
              <p:cNvSpPr/>
              <p:nvPr/>
            </p:nvSpPr>
            <p:spPr>
              <a:xfrm>
                <a:off x="2452320" y="53611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72" name="AutoShape 262"/>
              <p:cNvSpPr/>
              <p:nvPr/>
            </p:nvSpPr>
            <p:spPr>
              <a:xfrm>
                <a:off x="2951640" y="53611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73" name="AutoShape 263"/>
              <p:cNvSpPr/>
              <p:nvPr/>
            </p:nvSpPr>
            <p:spPr>
              <a:xfrm>
                <a:off x="2452320" y="48924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74" name="AutoShape 264"/>
              <p:cNvSpPr/>
              <p:nvPr/>
            </p:nvSpPr>
            <p:spPr>
              <a:xfrm>
                <a:off x="2951640" y="48924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75" name="Group 265"/>
            <p:cNvGrpSpPr/>
            <p:nvPr/>
          </p:nvGrpSpPr>
          <p:grpSpPr>
            <a:xfrm>
              <a:off x="1654920" y="3817800"/>
              <a:ext cx="1164960" cy="1093680"/>
              <a:chOff x="1654920" y="3817800"/>
              <a:chExt cx="1164960" cy="1093680"/>
            </a:xfrm>
          </p:grpSpPr>
          <p:sp>
            <p:nvSpPr>
              <p:cNvPr id="3276" name="AutoShape 266"/>
              <p:cNvSpPr/>
              <p:nvPr/>
            </p:nvSpPr>
            <p:spPr>
              <a:xfrm>
                <a:off x="1654920" y="42865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77" name="AutoShape 267"/>
              <p:cNvSpPr/>
              <p:nvPr/>
            </p:nvSpPr>
            <p:spPr>
              <a:xfrm>
                <a:off x="2154240" y="42865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78" name="AutoShape 268"/>
              <p:cNvSpPr/>
              <p:nvPr/>
            </p:nvSpPr>
            <p:spPr>
              <a:xfrm>
                <a:off x="1654920" y="38178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79" name="AutoShape 269"/>
              <p:cNvSpPr/>
              <p:nvPr/>
            </p:nvSpPr>
            <p:spPr>
              <a:xfrm>
                <a:off x="2154240" y="38178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80" name="Group 270"/>
            <p:cNvGrpSpPr/>
            <p:nvPr/>
          </p:nvGrpSpPr>
          <p:grpSpPr>
            <a:xfrm>
              <a:off x="1507320" y="3973320"/>
              <a:ext cx="1164600" cy="1093680"/>
              <a:chOff x="1507320" y="3973320"/>
              <a:chExt cx="1164600" cy="1093680"/>
            </a:xfrm>
          </p:grpSpPr>
          <p:sp>
            <p:nvSpPr>
              <p:cNvPr id="3281" name="AutoShape 271"/>
              <p:cNvSpPr/>
              <p:nvPr/>
            </p:nvSpPr>
            <p:spPr>
              <a:xfrm>
                <a:off x="1507320" y="444204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82" name="AutoShape 272"/>
              <p:cNvSpPr/>
              <p:nvPr/>
            </p:nvSpPr>
            <p:spPr>
              <a:xfrm>
                <a:off x="2006280" y="444204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83" name="AutoShape 273"/>
              <p:cNvSpPr/>
              <p:nvPr/>
            </p:nvSpPr>
            <p:spPr>
              <a:xfrm>
                <a:off x="1507320" y="39733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84" name="AutoShape 274"/>
              <p:cNvSpPr/>
              <p:nvPr/>
            </p:nvSpPr>
            <p:spPr>
              <a:xfrm>
                <a:off x="2006280" y="39733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85" name="Group 275"/>
            <p:cNvGrpSpPr/>
            <p:nvPr/>
          </p:nvGrpSpPr>
          <p:grpSpPr>
            <a:xfrm>
              <a:off x="2600280" y="3817800"/>
              <a:ext cx="1164960" cy="1093680"/>
              <a:chOff x="2600280" y="3817800"/>
              <a:chExt cx="1164960" cy="1093680"/>
            </a:xfrm>
          </p:grpSpPr>
          <p:sp>
            <p:nvSpPr>
              <p:cNvPr id="3286" name="AutoShape 276"/>
              <p:cNvSpPr/>
              <p:nvPr/>
            </p:nvSpPr>
            <p:spPr>
              <a:xfrm>
                <a:off x="2600280" y="42865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87" name="AutoShape 277"/>
              <p:cNvSpPr/>
              <p:nvPr/>
            </p:nvSpPr>
            <p:spPr>
              <a:xfrm>
                <a:off x="3099600" y="42865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88" name="AutoShape 278"/>
              <p:cNvSpPr/>
              <p:nvPr/>
            </p:nvSpPr>
            <p:spPr>
              <a:xfrm>
                <a:off x="2600280" y="38178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89" name="AutoShape 279"/>
              <p:cNvSpPr/>
              <p:nvPr/>
            </p:nvSpPr>
            <p:spPr>
              <a:xfrm>
                <a:off x="3099600" y="381780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90" name="Group 280"/>
            <p:cNvGrpSpPr/>
            <p:nvPr/>
          </p:nvGrpSpPr>
          <p:grpSpPr>
            <a:xfrm>
              <a:off x="2456640" y="3973320"/>
              <a:ext cx="1164960" cy="1093680"/>
              <a:chOff x="2456640" y="3973320"/>
              <a:chExt cx="1164960" cy="1093680"/>
            </a:xfrm>
          </p:grpSpPr>
          <p:sp>
            <p:nvSpPr>
              <p:cNvPr id="3291" name="AutoShape 281"/>
              <p:cNvSpPr/>
              <p:nvPr/>
            </p:nvSpPr>
            <p:spPr>
              <a:xfrm>
                <a:off x="2456640" y="444204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92" name="AutoShape 282"/>
              <p:cNvSpPr/>
              <p:nvPr/>
            </p:nvSpPr>
            <p:spPr>
              <a:xfrm>
                <a:off x="2955960" y="444204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93" name="AutoShape 283"/>
              <p:cNvSpPr/>
              <p:nvPr/>
            </p:nvSpPr>
            <p:spPr>
              <a:xfrm>
                <a:off x="2456640" y="39733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94" name="AutoShape 284"/>
              <p:cNvSpPr/>
              <p:nvPr/>
            </p:nvSpPr>
            <p:spPr>
              <a:xfrm>
                <a:off x="2955960" y="3973320"/>
                <a:ext cx="665640" cy="62496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295" name="Group 285"/>
            <p:cNvGrpSpPr/>
            <p:nvPr/>
          </p:nvGrpSpPr>
          <p:grpSpPr>
            <a:xfrm>
              <a:off x="1357560" y="5044680"/>
              <a:ext cx="1164960" cy="1094040"/>
              <a:chOff x="1357560" y="5044680"/>
              <a:chExt cx="1164960" cy="1094040"/>
            </a:xfrm>
          </p:grpSpPr>
          <p:sp>
            <p:nvSpPr>
              <p:cNvPr id="3296" name="AutoShape 286"/>
              <p:cNvSpPr/>
              <p:nvPr/>
            </p:nvSpPr>
            <p:spPr>
              <a:xfrm>
                <a:off x="1357560" y="551340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97" name="AutoShape 287"/>
              <p:cNvSpPr/>
              <p:nvPr/>
            </p:nvSpPr>
            <p:spPr>
              <a:xfrm>
                <a:off x="1856880" y="551340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98" name="AutoShape 288"/>
              <p:cNvSpPr/>
              <p:nvPr/>
            </p:nvSpPr>
            <p:spPr>
              <a:xfrm>
                <a:off x="1357560" y="504468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299" name="AutoShape 289"/>
              <p:cNvSpPr/>
              <p:nvPr/>
            </p:nvSpPr>
            <p:spPr>
              <a:xfrm>
                <a:off x="1856880" y="504468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00" name="Group 290"/>
            <p:cNvGrpSpPr/>
            <p:nvPr/>
          </p:nvGrpSpPr>
          <p:grpSpPr>
            <a:xfrm>
              <a:off x="1209600" y="5202000"/>
              <a:ext cx="1164960" cy="1092240"/>
              <a:chOff x="1209600" y="5202000"/>
              <a:chExt cx="1164960" cy="1092240"/>
            </a:xfrm>
          </p:grpSpPr>
          <p:sp>
            <p:nvSpPr>
              <p:cNvPr id="3301" name="AutoShape 291"/>
              <p:cNvSpPr/>
              <p:nvPr/>
            </p:nvSpPr>
            <p:spPr>
              <a:xfrm>
                <a:off x="1209600" y="5670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02" name="AutoShape 292"/>
              <p:cNvSpPr/>
              <p:nvPr/>
            </p:nvSpPr>
            <p:spPr>
              <a:xfrm>
                <a:off x="1708920" y="5670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03" name="AutoShape 293"/>
              <p:cNvSpPr/>
              <p:nvPr/>
            </p:nvSpPr>
            <p:spPr>
              <a:xfrm>
                <a:off x="1209600" y="5202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04" name="AutoShape 294"/>
              <p:cNvSpPr/>
              <p:nvPr/>
            </p:nvSpPr>
            <p:spPr>
              <a:xfrm>
                <a:off x="1708920" y="5202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05" name="Group 295"/>
            <p:cNvGrpSpPr/>
            <p:nvPr/>
          </p:nvGrpSpPr>
          <p:grpSpPr>
            <a:xfrm>
              <a:off x="2307240" y="5044680"/>
              <a:ext cx="1164960" cy="1094040"/>
              <a:chOff x="2307240" y="5044680"/>
              <a:chExt cx="1164960" cy="1094040"/>
            </a:xfrm>
          </p:grpSpPr>
          <p:sp>
            <p:nvSpPr>
              <p:cNvPr id="3306" name="AutoShape 296"/>
              <p:cNvSpPr/>
              <p:nvPr/>
            </p:nvSpPr>
            <p:spPr>
              <a:xfrm>
                <a:off x="2307240" y="551340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07" name="AutoShape 297"/>
              <p:cNvSpPr/>
              <p:nvPr/>
            </p:nvSpPr>
            <p:spPr>
              <a:xfrm>
                <a:off x="2806560" y="551340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08" name="AutoShape 298"/>
              <p:cNvSpPr/>
              <p:nvPr/>
            </p:nvSpPr>
            <p:spPr>
              <a:xfrm>
                <a:off x="2307240" y="504468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09" name="AutoShape 299"/>
              <p:cNvSpPr/>
              <p:nvPr/>
            </p:nvSpPr>
            <p:spPr>
              <a:xfrm>
                <a:off x="2806560" y="504468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10" name="Group 300"/>
            <p:cNvGrpSpPr/>
            <p:nvPr/>
          </p:nvGrpSpPr>
          <p:grpSpPr>
            <a:xfrm>
              <a:off x="2163600" y="5202000"/>
              <a:ext cx="1164960" cy="1092240"/>
              <a:chOff x="2163600" y="5202000"/>
              <a:chExt cx="1164960" cy="1092240"/>
            </a:xfrm>
          </p:grpSpPr>
          <p:sp>
            <p:nvSpPr>
              <p:cNvPr id="3311" name="AutoShape 301"/>
              <p:cNvSpPr/>
              <p:nvPr/>
            </p:nvSpPr>
            <p:spPr>
              <a:xfrm>
                <a:off x="2163600" y="5670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12" name="AutoShape 302"/>
              <p:cNvSpPr/>
              <p:nvPr/>
            </p:nvSpPr>
            <p:spPr>
              <a:xfrm>
                <a:off x="2662920" y="5670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13" name="AutoShape 303"/>
              <p:cNvSpPr/>
              <p:nvPr/>
            </p:nvSpPr>
            <p:spPr>
              <a:xfrm>
                <a:off x="2163600" y="5202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14" name="AutoShape 304"/>
              <p:cNvSpPr/>
              <p:nvPr/>
            </p:nvSpPr>
            <p:spPr>
              <a:xfrm>
                <a:off x="2662920" y="52020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15" name="Group 305"/>
            <p:cNvGrpSpPr/>
            <p:nvPr/>
          </p:nvGrpSpPr>
          <p:grpSpPr>
            <a:xfrm>
              <a:off x="1357560" y="4125600"/>
              <a:ext cx="1164960" cy="1092240"/>
              <a:chOff x="1357560" y="4125600"/>
              <a:chExt cx="1164960" cy="1092240"/>
            </a:xfrm>
          </p:grpSpPr>
          <p:sp>
            <p:nvSpPr>
              <p:cNvPr id="3316" name="AutoShape 306"/>
              <p:cNvSpPr/>
              <p:nvPr/>
            </p:nvSpPr>
            <p:spPr>
              <a:xfrm>
                <a:off x="1357560" y="4593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17" name="AutoShape 307"/>
              <p:cNvSpPr/>
              <p:nvPr/>
            </p:nvSpPr>
            <p:spPr>
              <a:xfrm>
                <a:off x="1856880" y="4593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18" name="AutoShape 308"/>
              <p:cNvSpPr/>
              <p:nvPr/>
            </p:nvSpPr>
            <p:spPr>
              <a:xfrm>
                <a:off x="1357560" y="4125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19" name="AutoShape 309"/>
              <p:cNvSpPr/>
              <p:nvPr/>
            </p:nvSpPr>
            <p:spPr>
              <a:xfrm>
                <a:off x="1856880" y="4125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20" name="Group 310"/>
            <p:cNvGrpSpPr/>
            <p:nvPr/>
          </p:nvGrpSpPr>
          <p:grpSpPr>
            <a:xfrm>
              <a:off x="1213920" y="4281120"/>
              <a:ext cx="1164600" cy="1094040"/>
              <a:chOff x="1213920" y="4281120"/>
              <a:chExt cx="1164600" cy="1094040"/>
            </a:xfrm>
          </p:grpSpPr>
          <p:sp>
            <p:nvSpPr>
              <p:cNvPr id="3321" name="AutoShape 311"/>
              <p:cNvSpPr/>
              <p:nvPr/>
            </p:nvSpPr>
            <p:spPr>
              <a:xfrm>
                <a:off x="1213920" y="474984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22" name="AutoShape 312"/>
              <p:cNvSpPr/>
              <p:nvPr/>
            </p:nvSpPr>
            <p:spPr>
              <a:xfrm>
                <a:off x="1712880" y="474984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23" name="AutoShape 313"/>
              <p:cNvSpPr/>
              <p:nvPr/>
            </p:nvSpPr>
            <p:spPr>
              <a:xfrm>
                <a:off x="1213920" y="428112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24" name="AutoShape 314"/>
              <p:cNvSpPr/>
              <p:nvPr/>
            </p:nvSpPr>
            <p:spPr>
              <a:xfrm>
                <a:off x="1712880" y="428112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25" name="Group 315"/>
            <p:cNvGrpSpPr/>
            <p:nvPr/>
          </p:nvGrpSpPr>
          <p:grpSpPr>
            <a:xfrm>
              <a:off x="2307240" y="4125600"/>
              <a:ext cx="1164960" cy="1092240"/>
              <a:chOff x="2307240" y="4125600"/>
              <a:chExt cx="1164960" cy="1092240"/>
            </a:xfrm>
          </p:grpSpPr>
          <p:sp>
            <p:nvSpPr>
              <p:cNvPr id="3326" name="AutoShape 316"/>
              <p:cNvSpPr/>
              <p:nvPr/>
            </p:nvSpPr>
            <p:spPr>
              <a:xfrm>
                <a:off x="2307240" y="4593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27" name="AutoShape 317"/>
              <p:cNvSpPr/>
              <p:nvPr/>
            </p:nvSpPr>
            <p:spPr>
              <a:xfrm>
                <a:off x="2806560" y="4593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28" name="AutoShape 318"/>
              <p:cNvSpPr/>
              <p:nvPr/>
            </p:nvSpPr>
            <p:spPr>
              <a:xfrm>
                <a:off x="2307240" y="4125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29" name="AutoShape 319"/>
              <p:cNvSpPr/>
              <p:nvPr/>
            </p:nvSpPr>
            <p:spPr>
              <a:xfrm>
                <a:off x="2806560" y="4125600"/>
                <a:ext cx="665640" cy="62424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330" name="Group 320"/>
            <p:cNvGrpSpPr/>
            <p:nvPr/>
          </p:nvGrpSpPr>
          <p:grpSpPr>
            <a:xfrm>
              <a:off x="2163600" y="4281120"/>
              <a:ext cx="1164960" cy="1094040"/>
              <a:chOff x="2163600" y="4281120"/>
              <a:chExt cx="1164960" cy="1094040"/>
            </a:xfrm>
          </p:grpSpPr>
          <p:sp>
            <p:nvSpPr>
              <p:cNvPr id="3331" name="AutoShape 321"/>
              <p:cNvSpPr/>
              <p:nvPr/>
            </p:nvSpPr>
            <p:spPr>
              <a:xfrm>
                <a:off x="2163600" y="474984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32" name="AutoShape 322"/>
              <p:cNvSpPr/>
              <p:nvPr/>
            </p:nvSpPr>
            <p:spPr>
              <a:xfrm>
                <a:off x="2662920" y="474984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33" name="AutoShape 323"/>
              <p:cNvSpPr/>
              <p:nvPr/>
            </p:nvSpPr>
            <p:spPr>
              <a:xfrm>
                <a:off x="2163600" y="428112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34" name="AutoShape 324"/>
              <p:cNvSpPr/>
              <p:nvPr/>
            </p:nvSpPr>
            <p:spPr>
              <a:xfrm>
                <a:off x="2662920" y="4281120"/>
                <a:ext cx="665640" cy="625320"/>
              </a:xfrm>
              <a:prstGeom prst="cube">
                <a:avLst>
                  <a:gd name="adj" fmla="val 25000"/>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33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60E4839-05F4-4EAF-8845-6190710F324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33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Boxes - Cubes</a:t>
            </a:r>
            <a:endParaRPr b="1" lang="en-US" sz="1600" spc="-1" strike="noStrike">
              <a:solidFill>
                <a:srgbClr val="000000"/>
              </a:solidFill>
              <a:latin typeface="Arial"/>
            </a:endParaRPr>
          </a:p>
        </p:txBody>
      </p:sp>
      <p:grpSp>
        <p:nvGrpSpPr>
          <p:cNvPr id="3338" name="Group 3"/>
          <p:cNvGrpSpPr/>
          <p:nvPr/>
        </p:nvGrpSpPr>
        <p:grpSpPr>
          <a:xfrm>
            <a:off x="2301840" y="1538280"/>
            <a:ext cx="4537080" cy="4490640"/>
            <a:chOff x="2301840" y="1538280"/>
            <a:chExt cx="4537080" cy="4490640"/>
          </a:xfrm>
        </p:grpSpPr>
        <p:sp>
          <p:nvSpPr>
            <p:cNvPr id="3339" name="Freeform 4"/>
            <p:cNvSpPr/>
            <p:nvPr/>
          </p:nvSpPr>
          <p:spPr>
            <a:xfrm>
              <a:off x="2315520" y="3812400"/>
              <a:ext cx="4371120" cy="1821960"/>
            </a:xfrm>
            <a:prstGeom prst="pie">
              <a:avLst/>
            </a:prstGeom>
            <a:solidFill>
              <a:srgbClr val="003399"/>
            </a:solidFill>
            <a:ln cap="rnd" w="12600">
              <a:solidFill>
                <a:srgbClr val="000000"/>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0" name="Freeform 5"/>
            <p:cNvSpPr/>
            <p:nvPr/>
          </p:nvSpPr>
          <p:spPr>
            <a:xfrm>
              <a:off x="2301840" y="3387240"/>
              <a:ext cx="4384800" cy="1731240"/>
            </a:xfrm>
            <a:prstGeom prst="pie">
              <a:avLst/>
            </a:prstGeom>
            <a:solidFill>
              <a:srgbClr val="003399"/>
            </a:solidFill>
            <a:ln cap="rnd" w="12600">
              <a:solidFill>
                <a:srgbClr val="000000"/>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1" name="Freeform 6"/>
            <p:cNvSpPr/>
            <p:nvPr/>
          </p:nvSpPr>
          <p:spPr>
            <a:xfrm>
              <a:off x="4506120" y="3855960"/>
              <a:ext cx="1076400" cy="117468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2" name="Freeform 7"/>
            <p:cNvSpPr/>
            <p:nvPr/>
          </p:nvSpPr>
          <p:spPr>
            <a:xfrm>
              <a:off x="3418560" y="3860640"/>
              <a:ext cx="1090080" cy="117468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3" name="Freeform 8"/>
            <p:cNvSpPr/>
            <p:nvPr/>
          </p:nvSpPr>
          <p:spPr>
            <a:xfrm>
              <a:off x="4506120" y="2321280"/>
              <a:ext cx="2180520" cy="1540440"/>
            </a:xfrm>
            <a:prstGeom prst="pie">
              <a:avLst/>
            </a:prstGeom>
            <a:solidFill>
              <a:srgbClr val="ffffff"/>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4" name="Freeform 9"/>
            <p:cNvSpPr/>
            <p:nvPr/>
          </p:nvSpPr>
          <p:spPr>
            <a:xfrm>
              <a:off x="2315520" y="2321280"/>
              <a:ext cx="2193120" cy="1539000"/>
            </a:xfrm>
            <a:prstGeom prst="pie">
              <a:avLst/>
            </a:prstGeom>
            <a:solidFill>
              <a:srgbClr val="ffffff"/>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5" name="Freeform 10"/>
            <p:cNvSpPr/>
            <p:nvPr/>
          </p:nvSpPr>
          <p:spPr>
            <a:xfrm>
              <a:off x="2318400" y="3919680"/>
              <a:ext cx="2190240" cy="210924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6" name="Freeform 11"/>
            <p:cNvSpPr/>
            <p:nvPr/>
          </p:nvSpPr>
          <p:spPr>
            <a:xfrm>
              <a:off x="2315520" y="3081960"/>
              <a:ext cx="1105200" cy="113256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7" name="Freeform 12"/>
            <p:cNvSpPr/>
            <p:nvPr/>
          </p:nvSpPr>
          <p:spPr>
            <a:xfrm>
              <a:off x="5581080" y="3081960"/>
              <a:ext cx="1105560" cy="114624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8" name="Freeform 13"/>
            <p:cNvSpPr/>
            <p:nvPr/>
          </p:nvSpPr>
          <p:spPr>
            <a:xfrm>
              <a:off x="4506120" y="3928320"/>
              <a:ext cx="2180520" cy="210060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49" name="Freeform 14"/>
            <p:cNvSpPr/>
            <p:nvPr/>
          </p:nvSpPr>
          <p:spPr>
            <a:xfrm>
              <a:off x="4506120" y="3490200"/>
              <a:ext cx="2180520" cy="202608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50" name="Freeform 15"/>
            <p:cNvSpPr/>
            <p:nvPr/>
          </p:nvSpPr>
          <p:spPr>
            <a:xfrm>
              <a:off x="2301840" y="3459600"/>
              <a:ext cx="2207160" cy="2056680"/>
            </a:xfrm>
            <a:prstGeom prst="pie">
              <a:avLst/>
            </a:prstGeom>
            <a:solidFill>
              <a:srgbClr val="8099cc"/>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51" name="Freeform 16"/>
            <p:cNvSpPr/>
            <p:nvPr/>
          </p:nvSpPr>
          <p:spPr>
            <a:xfrm>
              <a:off x="3418560" y="1538280"/>
              <a:ext cx="2180520" cy="1542240"/>
            </a:xfrm>
            <a:prstGeom prst="pie">
              <a:avLst/>
            </a:prstGeom>
            <a:solidFill>
              <a:srgbClr val="ffffff"/>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52" name="Freeform 17"/>
            <p:cNvSpPr/>
            <p:nvPr/>
          </p:nvSpPr>
          <p:spPr>
            <a:xfrm>
              <a:off x="3412800" y="3065040"/>
              <a:ext cx="2180520" cy="1545120"/>
            </a:xfrm>
            <a:prstGeom prst="pie">
              <a:avLst/>
            </a:prstGeom>
            <a:solidFill>
              <a:srgbClr val="ffffff"/>
            </a:solidFill>
            <a:ln cap="rnd" w="12600">
              <a:solidFill>
                <a:srgbClr val="091d5d"/>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53" name="Rectangle 18"/>
            <p:cNvSpPr/>
            <p:nvPr/>
          </p:nvSpPr>
          <p:spPr>
            <a:xfrm>
              <a:off x="4468320" y="1965960"/>
              <a:ext cx="22176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1" lang="de-DE" sz="1100" spc="-1" strike="noStrike">
                  <a:solidFill>
                    <a:srgbClr val="000000"/>
                  </a:solidFill>
                  <a:latin typeface="Arial"/>
                </a:rPr>
                <a:t>3.</a:t>
              </a:r>
              <a:endParaRPr b="1" lang="en-US" sz="1100" spc="-1" strike="noStrike">
                <a:solidFill>
                  <a:srgbClr val="000000"/>
                </a:solidFill>
                <a:latin typeface="Arial"/>
              </a:endParaRPr>
            </a:p>
          </p:txBody>
        </p:sp>
        <p:sp>
          <p:nvSpPr>
            <p:cNvPr id="3354" name="Rectangle 19"/>
            <p:cNvSpPr/>
            <p:nvPr/>
          </p:nvSpPr>
          <p:spPr>
            <a:xfrm>
              <a:off x="3886200" y="2307600"/>
              <a:ext cx="137484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3355" name="Rectangle 20"/>
            <p:cNvSpPr/>
            <p:nvPr/>
          </p:nvSpPr>
          <p:spPr>
            <a:xfrm>
              <a:off x="3299760" y="2502720"/>
              <a:ext cx="25668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1" lang="de-DE" sz="1100" spc="-1" strike="noStrike">
                  <a:solidFill>
                    <a:srgbClr val="000000"/>
                  </a:solidFill>
                  <a:latin typeface="Arial"/>
                </a:rPr>
                <a:t>2.</a:t>
              </a:r>
              <a:endParaRPr b="1" lang="en-US" sz="1100" spc="-1" strike="noStrike">
                <a:solidFill>
                  <a:srgbClr val="000000"/>
                </a:solidFill>
                <a:latin typeface="Arial"/>
              </a:endParaRPr>
            </a:p>
          </p:txBody>
        </p:sp>
        <p:sp>
          <p:nvSpPr>
            <p:cNvPr id="3356" name="Rectangle 21"/>
            <p:cNvSpPr/>
            <p:nvPr/>
          </p:nvSpPr>
          <p:spPr>
            <a:xfrm>
              <a:off x="2639520" y="2803680"/>
              <a:ext cx="154656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3357" name="Rectangle 22"/>
            <p:cNvSpPr/>
            <p:nvPr/>
          </p:nvSpPr>
          <p:spPr>
            <a:xfrm>
              <a:off x="5535000" y="2502720"/>
              <a:ext cx="26064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1" lang="de-DE" sz="1100" spc="-1" strike="noStrike">
                  <a:solidFill>
                    <a:srgbClr val="000000"/>
                  </a:solidFill>
                  <a:latin typeface="Arial"/>
                </a:rPr>
                <a:t>4.</a:t>
              </a:r>
              <a:endParaRPr b="1" lang="en-US" sz="1100" spc="-1" strike="noStrike">
                <a:solidFill>
                  <a:srgbClr val="000000"/>
                </a:solidFill>
                <a:latin typeface="Arial"/>
              </a:endParaRPr>
            </a:p>
          </p:txBody>
        </p:sp>
        <p:sp>
          <p:nvSpPr>
            <p:cNvPr id="3358" name="Rectangle 23"/>
            <p:cNvSpPr/>
            <p:nvPr/>
          </p:nvSpPr>
          <p:spPr>
            <a:xfrm>
              <a:off x="4986360" y="2779560"/>
              <a:ext cx="127296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3359" name="Rectangle 24"/>
            <p:cNvSpPr/>
            <p:nvPr/>
          </p:nvSpPr>
          <p:spPr>
            <a:xfrm>
              <a:off x="4394520" y="3233160"/>
              <a:ext cx="29880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1" lang="de-DE" sz="1100" spc="-1" strike="noStrike">
                  <a:solidFill>
                    <a:srgbClr val="000000"/>
                  </a:solidFill>
                  <a:latin typeface="Arial"/>
                </a:rPr>
                <a:t>1.</a:t>
              </a:r>
              <a:endParaRPr b="1" lang="en-US" sz="1100" spc="-1" strike="noStrike">
                <a:solidFill>
                  <a:srgbClr val="000000"/>
                </a:solidFill>
                <a:latin typeface="Arial"/>
              </a:endParaRPr>
            </a:p>
          </p:txBody>
        </p:sp>
        <p:sp>
          <p:nvSpPr>
            <p:cNvPr id="3360" name="Rectangle 25"/>
            <p:cNvSpPr/>
            <p:nvPr/>
          </p:nvSpPr>
          <p:spPr>
            <a:xfrm>
              <a:off x="3967200" y="3491640"/>
              <a:ext cx="110124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3361" name="Line 26"/>
            <p:cNvSpPr/>
            <p:nvPr/>
          </p:nvSpPr>
          <p:spPr>
            <a:xfrm>
              <a:off x="6838920" y="3060720"/>
              <a:ext cx="0" cy="1200600"/>
            </a:xfrm>
            <a:prstGeom prst="line">
              <a:avLst/>
            </a:prstGeom>
            <a:ln w="12600">
              <a:solidFill>
                <a:srgbClr val="003399"/>
              </a:solidFill>
              <a:miter/>
              <a:headEnd len="lg" type="triangle" w="med"/>
              <a:tailEnd len="lg" type="triangle" w="me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36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8FB052-B8F0-4696-A4FC-2C78926E178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3364" name="Group 2"/>
          <p:cNvGrpSpPr/>
          <p:nvPr/>
        </p:nvGrpSpPr>
        <p:grpSpPr>
          <a:xfrm>
            <a:off x="2249640" y="1693800"/>
            <a:ext cx="4627080" cy="4068360"/>
            <a:chOff x="2249640" y="1693800"/>
            <a:chExt cx="4627080" cy="4068360"/>
          </a:xfrm>
        </p:grpSpPr>
        <p:sp>
          <p:nvSpPr>
            <p:cNvPr id="3365" name="Freeform 3"/>
            <p:cNvSpPr/>
            <p:nvPr/>
          </p:nvSpPr>
          <p:spPr>
            <a:xfrm>
              <a:off x="2249640" y="2406240"/>
              <a:ext cx="1737720" cy="1237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66" name="Freeform 4"/>
            <p:cNvSpPr/>
            <p:nvPr/>
          </p:nvSpPr>
          <p:spPr>
            <a:xfrm>
              <a:off x="3692520" y="1693800"/>
              <a:ext cx="1740960" cy="1237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67" name="Freeform 5"/>
            <p:cNvSpPr/>
            <p:nvPr/>
          </p:nvSpPr>
          <p:spPr>
            <a:xfrm>
              <a:off x="5139000" y="2406240"/>
              <a:ext cx="1737720" cy="1237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68" name="Freeform 6"/>
            <p:cNvSpPr/>
            <p:nvPr/>
          </p:nvSpPr>
          <p:spPr>
            <a:xfrm>
              <a:off x="2249640" y="3828600"/>
              <a:ext cx="1737720" cy="1221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69" name="Freeform 7"/>
            <p:cNvSpPr/>
            <p:nvPr/>
          </p:nvSpPr>
          <p:spPr>
            <a:xfrm>
              <a:off x="3692520" y="3115800"/>
              <a:ext cx="1740960" cy="1240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70" name="Rectangle 8"/>
            <p:cNvSpPr/>
            <p:nvPr/>
          </p:nvSpPr>
          <p:spPr>
            <a:xfrm>
              <a:off x="3950280" y="2238840"/>
              <a:ext cx="1224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71" name="Rectangle 9"/>
            <p:cNvSpPr/>
            <p:nvPr/>
          </p:nvSpPr>
          <p:spPr>
            <a:xfrm>
              <a:off x="2507040" y="2951280"/>
              <a:ext cx="1224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72" name="Rectangle 10"/>
            <p:cNvSpPr/>
            <p:nvPr/>
          </p:nvSpPr>
          <p:spPr>
            <a:xfrm>
              <a:off x="5394600" y="2951280"/>
              <a:ext cx="12261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73" name="Rectangle 11"/>
            <p:cNvSpPr/>
            <p:nvPr/>
          </p:nvSpPr>
          <p:spPr>
            <a:xfrm>
              <a:off x="3950280" y="3662280"/>
              <a:ext cx="1224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74" name="Rectangle 12"/>
            <p:cNvSpPr/>
            <p:nvPr/>
          </p:nvSpPr>
          <p:spPr>
            <a:xfrm>
              <a:off x="2507040" y="4366080"/>
              <a:ext cx="1224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75" name="Freeform 13"/>
            <p:cNvSpPr/>
            <p:nvPr/>
          </p:nvSpPr>
          <p:spPr>
            <a:xfrm>
              <a:off x="5139000" y="3828600"/>
              <a:ext cx="1737720" cy="1221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76" name="Freeform 14"/>
            <p:cNvSpPr/>
            <p:nvPr/>
          </p:nvSpPr>
          <p:spPr>
            <a:xfrm>
              <a:off x="3692520" y="4524840"/>
              <a:ext cx="1740960" cy="1237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77" name="Rectangle 15"/>
            <p:cNvSpPr/>
            <p:nvPr/>
          </p:nvSpPr>
          <p:spPr>
            <a:xfrm>
              <a:off x="5394600" y="4366080"/>
              <a:ext cx="1224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78" name="Rectangle 16"/>
            <p:cNvSpPr/>
            <p:nvPr/>
          </p:nvSpPr>
          <p:spPr>
            <a:xfrm>
              <a:off x="3950280" y="5069880"/>
              <a:ext cx="1224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337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Boxes - Honeycomb</a:t>
            </a:r>
            <a:endParaRPr b="1" lang="en-US" sz="1600" spc="-1" strike="noStrike">
              <a:solidFill>
                <a:srgbClr val="000000"/>
              </a:solidFill>
              <a:latin typeface="Arial"/>
            </a:endParaRPr>
          </a:p>
        </p:txBody>
      </p:sp>
    </p:spTree>
  </p:cSld>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38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269F478-78E4-40EB-9D9F-B386C8DCB7F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38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Triangles - Basical</a:t>
            </a:r>
            <a:endParaRPr b="1" lang="en-US" sz="1600" spc="-1" strike="noStrike">
              <a:solidFill>
                <a:srgbClr val="000000"/>
              </a:solidFill>
              <a:latin typeface="Arial"/>
            </a:endParaRPr>
          </a:p>
        </p:txBody>
      </p:sp>
      <p:grpSp>
        <p:nvGrpSpPr>
          <p:cNvPr id="3383" name="Group 19"/>
          <p:cNvGrpSpPr/>
          <p:nvPr/>
        </p:nvGrpSpPr>
        <p:grpSpPr>
          <a:xfrm>
            <a:off x="4805280" y="2389320"/>
            <a:ext cx="3449880" cy="3238200"/>
            <a:chOff x="4805280" y="2389320"/>
            <a:chExt cx="3449880" cy="3238200"/>
          </a:xfrm>
        </p:grpSpPr>
        <p:sp>
          <p:nvSpPr>
            <p:cNvPr id="3384" name="Freeform 9"/>
            <p:cNvSpPr/>
            <p:nvPr/>
          </p:nvSpPr>
          <p:spPr>
            <a:xfrm>
              <a:off x="4805280" y="2389320"/>
              <a:ext cx="3449880" cy="3238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85" name="Freeform 10"/>
            <p:cNvSpPr/>
            <p:nvPr/>
          </p:nvSpPr>
          <p:spPr>
            <a:xfrm>
              <a:off x="5663160" y="4017600"/>
              <a:ext cx="1713960" cy="16095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86" name="Rectangle 11"/>
            <p:cNvSpPr/>
            <p:nvPr/>
          </p:nvSpPr>
          <p:spPr>
            <a:xfrm>
              <a:off x="6159240" y="3361680"/>
              <a:ext cx="7387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387" name="Rectangle 12"/>
            <p:cNvSpPr/>
            <p:nvPr/>
          </p:nvSpPr>
          <p:spPr>
            <a:xfrm>
              <a:off x="6176160" y="4416840"/>
              <a:ext cx="7405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88" name="Rectangle 13"/>
            <p:cNvSpPr/>
            <p:nvPr/>
          </p:nvSpPr>
          <p:spPr>
            <a:xfrm>
              <a:off x="5272920" y="5050800"/>
              <a:ext cx="73908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389" name="Rectangle 14"/>
            <p:cNvSpPr/>
            <p:nvPr/>
          </p:nvSpPr>
          <p:spPr>
            <a:xfrm>
              <a:off x="6989760" y="5050800"/>
              <a:ext cx="742320" cy="145440"/>
            </a:xfrm>
            <a:prstGeom prst="rect">
              <a:avLst/>
            </a:prstGeom>
            <a:noFill/>
            <a:ln w="0">
              <a:noFill/>
            </a:ln>
          </p:spPr>
          <p:style>
            <a:lnRef idx="0"/>
            <a:fillRef idx="0"/>
            <a:effectRef idx="0"/>
            <a:fontRef idx="minor"/>
          </p:style>
          <p:txBody>
            <a:bodyPr lIns="0" rIns="0" tIns="0" bIns="0" anchor="ctr">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nvGrpSpPr>
          <p:cNvPr id="3390" name="Group 21"/>
          <p:cNvGrpSpPr/>
          <p:nvPr/>
        </p:nvGrpSpPr>
        <p:grpSpPr>
          <a:xfrm>
            <a:off x="806400" y="2389320"/>
            <a:ext cx="3447720" cy="3238200"/>
            <a:chOff x="806400" y="2389320"/>
            <a:chExt cx="3447720" cy="3238200"/>
          </a:xfrm>
        </p:grpSpPr>
        <p:sp>
          <p:nvSpPr>
            <p:cNvPr id="3391" name="AutoShape 22"/>
            <p:cNvSpPr/>
            <p:nvPr/>
          </p:nvSpPr>
          <p:spPr>
            <a:xfrm>
              <a:off x="814320" y="4439520"/>
              <a:ext cx="3439800" cy="1179720"/>
            </a:xfrm>
            <a:prstGeom prst="triangle">
              <a:avLst>
                <a:gd name="adj" fmla="val 49736"/>
              </a:avLst>
            </a:prstGeom>
            <a:solidFill>
              <a:srgbClr val="80cccc"/>
            </a:solidFill>
            <a:ln w="12600">
              <a:solidFill>
                <a:srgbClr val="80cccc"/>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92" name="Freeform 23"/>
            <p:cNvSpPr/>
            <p:nvPr/>
          </p:nvSpPr>
          <p:spPr>
            <a:xfrm>
              <a:off x="806400" y="2389320"/>
              <a:ext cx="1719360" cy="3238200"/>
            </a:xfrm>
            <a:prstGeom prst="pie">
              <a:avLst/>
            </a:prstGeom>
            <a:solidFill>
              <a:srgbClr val="8099cc"/>
            </a:solidFill>
            <a:ln w="12600">
              <a:solidFill>
                <a:srgbClr val="8099cc"/>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93" name="Freeform 24"/>
            <p:cNvSpPr/>
            <p:nvPr/>
          </p:nvSpPr>
          <p:spPr>
            <a:xfrm flipH="1">
              <a:off x="2525040" y="2389320"/>
              <a:ext cx="1728360" cy="32382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394" name="Rectangle 25"/>
            <p:cNvSpPr/>
            <p:nvPr/>
          </p:nvSpPr>
          <p:spPr>
            <a:xfrm>
              <a:off x="1699920" y="4212360"/>
              <a:ext cx="72324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3395" name="Rectangle 26"/>
            <p:cNvSpPr/>
            <p:nvPr/>
          </p:nvSpPr>
          <p:spPr>
            <a:xfrm>
              <a:off x="2660040" y="4212360"/>
              <a:ext cx="72324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396" name="Rectangle 27"/>
            <p:cNvSpPr/>
            <p:nvPr/>
          </p:nvSpPr>
          <p:spPr>
            <a:xfrm>
              <a:off x="1788840" y="5188680"/>
              <a:ext cx="148428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Tree>
  </p:cSld>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39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724094-FF4F-48D1-8871-046CAE01D40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39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Triangles - Pyramids</a:t>
            </a:r>
            <a:endParaRPr b="1" lang="en-US" sz="1600" spc="-1" strike="noStrike">
              <a:solidFill>
                <a:srgbClr val="000000"/>
              </a:solidFill>
              <a:latin typeface="Arial"/>
            </a:endParaRPr>
          </a:p>
        </p:txBody>
      </p:sp>
      <p:grpSp>
        <p:nvGrpSpPr>
          <p:cNvPr id="3400" name="Group 3"/>
          <p:cNvGrpSpPr/>
          <p:nvPr/>
        </p:nvGrpSpPr>
        <p:grpSpPr>
          <a:xfrm>
            <a:off x="4856040" y="1236600"/>
            <a:ext cx="2754360" cy="2386800"/>
            <a:chOff x="4856040" y="1236600"/>
            <a:chExt cx="2754360" cy="2386800"/>
          </a:xfrm>
        </p:grpSpPr>
        <p:sp>
          <p:nvSpPr>
            <p:cNvPr id="3401" name="Freeform 4"/>
            <p:cNvSpPr/>
            <p:nvPr/>
          </p:nvSpPr>
          <p:spPr>
            <a:xfrm>
              <a:off x="5775480" y="1236600"/>
              <a:ext cx="916200" cy="7956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02" name="Freeform 5"/>
            <p:cNvSpPr/>
            <p:nvPr/>
          </p:nvSpPr>
          <p:spPr>
            <a:xfrm>
              <a:off x="4856040" y="2826360"/>
              <a:ext cx="2754360" cy="797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03" name="Freeform 6"/>
            <p:cNvSpPr/>
            <p:nvPr/>
          </p:nvSpPr>
          <p:spPr>
            <a:xfrm>
              <a:off x="5315040" y="2030760"/>
              <a:ext cx="1836000" cy="797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04" name="Rectangle 7"/>
            <p:cNvSpPr/>
            <p:nvPr/>
          </p:nvSpPr>
          <p:spPr>
            <a:xfrm>
              <a:off x="5881320" y="1780200"/>
              <a:ext cx="69804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05" name="Rectangle 8"/>
            <p:cNvSpPr/>
            <p:nvPr/>
          </p:nvSpPr>
          <p:spPr>
            <a:xfrm>
              <a:off x="5650200" y="2386800"/>
              <a:ext cx="116028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06" name="Rectangle 9"/>
            <p:cNvSpPr/>
            <p:nvPr/>
          </p:nvSpPr>
          <p:spPr>
            <a:xfrm>
              <a:off x="5164560" y="3199680"/>
              <a:ext cx="213192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nvGrpSpPr>
          <p:cNvPr id="3407" name="Group 10"/>
          <p:cNvGrpSpPr/>
          <p:nvPr/>
        </p:nvGrpSpPr>
        <p:grpSpPr>
          <a:xfrm>
            <a:off x="1258920" y="3860640"/>
            <a:ext cx="2660760" cy="2333520"/>
            <a:chOff x="1258920" y="3860640"/>
            <a:chExt cx="2660760" cy="2333520"/>
          </a:xfrm>
        </p:grpSpPr>
        <p:sp>
          <p:nvSpPr>
            <p:cNvPr id="3408" name="Freeform 11"/>
            <p:cNvSpPr/>
            <p:nvPr/>
          </p:nvSpPr>
          <p:spPr>
            <a:xfrm>
              <a:off x="1258920" y="5721480"/>
              <a:ext cx="2660760" cy="4726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09" name="Freeform 12"/>
            <p:cNvSpPr/>
            <p:nvPr/>
          </p:nvSpPr>
          <p:spPr>
            <a:xfrm>
              <a:off x="2122200" y="3860640"/>
              <a:ext cx="934200" cy="8200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10" name="Freeform 13"/>
            <p:cNvSpPr/>
            <p:nvPr/>
          </p:nvSpPr>
          <p:spPr>
            <a:xfrm>
              <a:off x="1825920" y="4679640"/>
              <a:ext cx="1526400" cy="520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11" name="Freeform 14"/>
            <p:cNvSpPr/>
            <p:nvPr/>
          </p:nvSpPr>
          <p:spPr>
            <a:xfrm>
              <a:off x="1528200" y="5199840"/>
              <a:ext cx="2121480" cy="522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12" name="Rectangle 15"/>
            <p:cNvSpPr/>
            <p:nvPr/>
          </p:nvSpPr>
          <p:spPr>
            <a:xfrm>
              <a:off x="2327040" y="4385880"/>
              <a:ext cx="53352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13" name="Rectangle 16"/>
            <p:cNvSpPr/>
            <p:nvPr/>
          </p:nvSpPr>
          <p:spPr>
            <a:xfrm>
              <a:off x="2023920" y="4909680"/>
              <a:ext cx="11433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14" name="Rectangle 17"/>
            <p:cNvSpPr/>
            <p:nvPr/>
          </p:nvSpPr>
          <p:spPr>
            <a:xfrm>
              <a:off x="1733760" y="5410080"/>
              <a:ext cx="172188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15" name="Rectangle 18"/>
            <p:cNvSpPr/>
            <p:nvPr/>
          </p:nvSpPr>
          <p:spPr>
            <a:xfrm>
              <a:off x="1474560" y="5903640"/>
              <a:ext cx="2243160" cy="1454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nvGrpSpPr>
          <p:cNvPr id="3416" name="Group 39"/>
          <p:cNvGrpSpPr/>
          <p:nvPr/>
        </p:nvGrpSpPr>
        <p:grpSpPr>
          <a:xfrm>
            <a:off x="1274760" y="1274400"/>
            <a:ext cx="2625840" cy="2349000"/>
            <a:chOff x="1274760" y="1274400"/>
            <a:chExt cx="2625840" cy="2349000"/>
          </a:xfrm>
        </p:grpSpPr>
        <p:sp>
          <p:nvSpPr>
            <p:cNvPr id="3417" name="Freeform 40"/>
            <p:cNvSpPr/>
            <p:nvPr/>
          </p:nvSpPr>
          <p:spPr>
            <a:xfrm flipV="1">
              <a:off x="1274760" y="2613960"/>
              <a:ext cx="2625840" cy="10090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18" name="Freeform 41"/>
            <p:cNvSpPr/>
            <p:nvPr/>
          </p:nvSpPr>
          <p:spPr>
            <a:xfrm flipV="1">
              <a:off x="1837080" y="1273680"/>
              <a:ext cx="1499040" cy="1341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19" name="Rectangle 42"/>
            <p:cNvSpPr/>
            <p:nvPr/>
          </p:nvSpPr>
          <p:spPr>
            <a:xfrm>
              <a:off x="2285280" y="2226600"/>
              <a:ext cx="69876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20" name="Rectangle 43"/>
            <p:cNvSpPr/>
            <p:nvPr/>
          </p:nvSpPr>
          <p:spPr>
            <a:xfrm>
              <a:off x="1992240" y="3050640"/>
              <a:ext cx="116172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sp>
        <p:nvSpPr>
          <p:cNvPr id="3421" name="Rectangle 44"/>
          <p:cNvSpPr/>
          <p:nvPr/>
        </p:nvSpPr>
        <p:spPr>
          <a:xfrm>
            <a:off x="6981840" y="260280"/>
            <a:ext cx="186048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ピラミッドを反転させることも可能です</a:t>
            </a:r>
            <a:endParaRPr b="1" lang="en-US" sz="1000" spc="-1" strike="noStrike">
              <a:solidFill>
                <a:srgbClr val="000000"/>
              </a:solidFill>
              <a:latin typeface="Arial"/>
            </a:endParaRPr>
          </a:p>
        </p:txBody>
      </p:sp>
      <p:grpSp>
        <p:nvGrpSpPr>
          <p:cNvPr id="3422" name="Group 86"/>
          <p:cNvGrpSpPr/>
          <p:nvPr/>
        </p:nvGrpSpPr>
        <p:grpSpPr>
          <a:xfrm>
            <a:off x="4890960" y="3821040"/>
            <a:ext cx="2711520" cy="2373480"/>
            <a:chOff x="4890960" y="3821040"/>
            <a:chExt cx="2711520" cy="2373480"/>
          </a:xfrm>
        </p:grpSpPr>
        <p:grpSp>
          <p:nvGrpSpPr>
            <p:cNvPr id="3423" name="Group 85"/>
            <p:cNvGrpSpPr/>
            <p:nvPr/>
          </p:nvGrpSpPr>
          <p:grpSpPr>
            <a:xfrm>
              <a:off x="5024520" y="3821040"/>
              <a:ext cx="2444760" cy="2141640"/>
              <a:chOff x="5024520" y="3821040"/>
              <a:chExt cx="2444760" cy="2141640"/>
            </a:xfrm>
          </p:grpSpPr>
          <p:grpSp>
            <p:nvGrpSpPr>
              <p:cNvPr id="3424" name="Group 81"/>
              <p:cNvGrpSpPr/>
              <p:nvPr/>
            </p:nvGrpSpPr>
            <p:grpSpPr>
              <a:xfrm>
                <a:off x="5156280" y="3821040"/>
                <a:ext cx="2181240" cy="1908360"/>
                <a:chOff x="5156280" y="3821040"/>
                <a:chExt cx="2181240" cy="1908360"/>
              </a:xfrm>
            </p:grpSpPr>
            <p:grpSp>
              <p:nvGrpSpPr>
                <p:cNvPr id="3425" name="Group 80"/>
                <p:cNvGrpSpPr/>
                <p:nvPr/>
              </p:nvGrpSpPr>
              <p:grpSpPr>
                <a:xfrm>
                  <a:off x="5289480" y="3821040"/>
                  <a:ext cx="1914480" cy="1676520"/>
                  <a:chOff x="5289480" y="3821040"/>
                  <a:chExt cx="1914480" cy="1676520"/>
                </a:xfrm>
              </p:grpSpPr>
              <p:grpSp>
                <p:nvGrpSpPr>
                  <p:cNvPr id="3426" name="Group 79"/>
                  <p:cNvGrpSpPr/>
                  <p:nvPr/>
                </p:nvGrpSpPr>
                <p:grpSpPr>
                  <a:xfrm>
                    <a:off x="5421240" y="3821040"/>
                    <a:ext cx="1650960" cy="1444680"/>
                    <a:chOff x="5421240" y="3821040"/>
                    <a:chExt cx="1650960" cy="1444680"/>
                  </a:xfrm>
                </p:grpSpPr>
                <p:grpSp>
                  <p:nvGrpSpPr>
                    <p:cNvPr id="3427" name="Group 78"/>
                    <p:cNvGrpSpPr/>
                    <p:nvPr/>
                  </p:nvGrpSpPr>
                  <p:grpSpPr>
                    <a:xfrm>
                      <a:off x="5554800" y="3821040"/>
                      <a:ext cx="1385640" cy="1212840"/>
                      <a:chOff x="5554800" y="3821040"/>
                      <a:chExt cx="1385640" cy="1212840"/>
                    </a:xfrm>
                  </p:grpSpPr>
                  <p:grpSp>
                    <p:nvGrpSpPr>
                      <p:cNvPr id="3428" name="Group 77"/>
                      <p:cNvGrpSpPr/>
                      <p:nvPr/>
                    </p:nvGrpSpPr>
                    <p:grpSpPr>
                      <a:xfrm>
                        <a:off x="5686560" y="3821040"/>
                        <a:ext cx="1120680" cy="979560"/>
                        <a:chOff x="5686560" y="3821040"/>
                        <a:chExt cx="1120680" cy="979560"/>
                      </a:xfrm>
                    </p:grpSpPr>
                    <p:grpSp>
                      <p:nvGrpSpPr>
                        <p:cNvPr id="3429" name="Group 76"/>
                        <p:cNvGrpSpPr/>
                        <p:nvPr/>
                      </p:nvGrpSpPr>
                      <p:grpSpPr>
                        <a:xfrm>
                          <a:off x="5819760" y="3821040"/>
                          <a:ext cx="853920" cy="749520"/>
                          <a:chOff x="5819760" y="3821040"/>
                          <a:chExt cx="853920" cy="749520"/>
                        </a:xfrm>
                      </p:grpSpPr>
                      <p:grpSp>
                        <p:nvGrpSpPr>
                          <p:cNvPr id="3430" name="Group 67"/>
                          <p:cNvGrpSpPr/>
                          <p:nvPr/>
                        </p:nvGrpSpPr>
                        <p:grpSpPr>
                          <a:xfrm>
                            <a:off x="5951520" y="3821040"/>
                            <a:ext cx="590400" cy="517680"/>
                            <a:chOff x="5951520" y="3821040"/>
                            <a:chExt cx="590400" cy="517680"/>
                          </a:xfrm>
                        </p:grpSpPr>
                        <p:sp>
                          <p:nvSpPr>
                            <p:cNvPr id="3431" name="Freeform 27"/>
                            <p:cNvSpPr/>
                            <p:nvPr/>
                          </p:nvSpPr>
                          <p:spPr>
                            <a:xfrm>
                              <a:off x="5951520" y="3821040"/>
                              <a:ext cx="590400" cy="5176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32" name="Rectangle 30"/>
                            <p:cNvSpPr/>
                            <p:nvPr/>
                          </p:nvSpPr>
                          <p:spPr>
                            <a:xfrm>
                              <a:off x="6018120" y="4160520"/>
                              <a:ext cx="47160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33" name="Freeform 53"/>
                            <p:cNvSpPr/>
                            <p:nvPr/>
                          </p:nvSpPr>
                          <p:spPr>
                            <a:xfrm>
                              <a:off x="5951520" y="3821040"/>
                              <a:ext cx="590400" cy="5176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34" name="Rectangle 56"/>
                            <p:cNvSpPr/>
                            <p:nvPr/>
                          </p:nvSpPr>
                          <p:spPr>
                            <a:xfrm>
                              <a:off x="6018120" y="4160520"/>
                              <a:ext cx="47160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nvGrpSpPr>
                          <p:cNvPr id="3435" name="Group 68"/>
                          <p:cNvGrpSpPr/>
                          <p:nvPr/>
                        </p:nvGrpSpPr>
                        <p:grpSpPr>
                          <a:xfrm>
                            <a:off x="5819760" y="4336920"/>
                            <a:ext cx="853920" cy="233640"/>
                            <a:chOff x="5819760" y="4336920"/>
                            <a:chExt cx="853920" cy="233640"/>
                          </a:xfrm>
                        </p:grpSpPr>
                        <p:sp>
                          <p:nvSpPr>
                            <p:cNvPr id="3436" name="Freeform 28"/>
                            <p:cNvSpPr/>
                            <p:nvPr/>
                          </p:nvSpPr>
                          <p:spPr>
                            <a:xfrm>
                              <a:off x="5819760" y="4336920"/>
                              <a:ext cx="853920" cy="233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37" name="Rectangle 31"/>
                            <p:cNvSpPr/>
                            <p:nvPr/>
                          </p:nvSpPr>
                          <p:spPr>
                            <a:xfrm>
                              <a:off x="5908680" y="4389120"/>
                              <a:ext cx="68724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38" name="Freeform 54"/>
                            <p:cNvSpPr/>
                            <p:nvPr/>
                          </p:nvSpPr>
                          <p:spPr>
                            <a:xfrm>
                              <a:off x="5819760" y="4336920"/>
                              <a:ext cx="853920" cy="233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39" name="Rectangle 57"/>
                            <p:cNvSpPr/>
                            <p:nvPr/>
                          </p:nvSpPr>
                          <p:spPr>
                            <a:xfrm>
                              <a:off x="5908680" y="4389120"/>
                              <a:ext cx="68724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40" name="Group 69"/>
                        <p:cNvGrpSpPr/>
                        <p:nvPr/>
                      </p:nvGrpSpPr>
                      <p:grpSpPr>
                        <a:xfrm>
                          <a:off x="5686560" y="4568760"/>
                          <a:ext cx="1120680" cy="231840"/>
                          <a:chOff x="5686560" y="4568760"/>
                          <a:chExt cx="1120680" cy="231840"/>
                        </a:xfrm>
                      </p:grpSpPr>
                      <p:sp>
                        <p:nvSpPr>
                          <p:cNvPr id="3441" name="Freeform 55"/>
                          <p:cNvSpPr/>
                          <p:nvPr/>
                        </p:nvSpPr>
                        <p:spPr>
                          <a:xfrm>
                            <a:off x="5686560" y="4568760"/>
                            <a:ext cx="1120680" cy="23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42" name="Rectangle 58"/>
                          <p:cNvSpPr/>
                          <p:nvPr/>
                        </p:nvSpPr>
                        <p:spPr>
                          <a:xfrm>
                            <a:off x="5780160" y="4617720"/>
                            <a:ext cx="94752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43" name="Group 70"/>
                      <p:cNvGrpSpPr/>
                      <p:nvPr/>
                    </p:nvGrpSpPr>
                    <p:grpSpPr>
                      <a:xfrm>
                        <a:off x="5554800" y="4800600"/>
                        <a:ext cx="1385640" cy="233280"/>
                        <a:chOff x="5554800" y="4800600"/>
                        <a:chExt cx="1385640" cy="233280"/>
                      </a:xfrm>
                    </p:grpSpPr>
                    <p:sp>
                      <p:nvSpPr>
                        <p:cNvPr id="3444" name="Freeform 26"/>
                        <p:cNvSpPr/>
                        <p:nvPr/>
                      </p:nvSpPr>
                      <p:spPr>
                        <a:xfrm>
                          <a:off x="5554800" y="4800600"/>
                          <a:ext cx="138564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45" name="Rectangle 33"/>
                        <p:cNvSpPr/>
                        <p:nvPr/>
                      </p:nvSpPr>
                      <p:spPr>
                        <a:xfrm>
                          <a:off x="5681520" y="4835160"/>
                          <a:ext cx="1143000" cy="145440"/>
                        </a:xfrm>
                        <a:prstGeom prst="rect">
                          <a:avLst/>
                        </a:prstGeom>
                        <a:noFill/>
                        <a:ln w="12600">
                          <a:solidFill>
                            <a:srgbClr val="003399"/>
                          </a:solidFill>
                          <a:miter/>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46" name="Freeform 52"/>
                        <p:cNvSpPr/>
                        <p:nvPr/>
                      </p:nvSpPr>
                      <p:spPr>
                        <a:xfrm>
                          <a:off x="5554800" y="4800600"/>
                          <a:ext cx="138564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47" name="Rectangle 59"/>
                        <p:cNvSpPr/>
                        <p:nvPr/>
                      </p:nvSpPr>
                      <p:spPr>
                        <a:xfrm>
                          <a:off x="5681520" y="4835160"/>
                          <a:ext cx="114300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48" name="Group 71"/>
                    <p:cNvGrpSpPr/>
                    <p:nvPr/>
                  </p:nvGrpSpPr>
                  <p:grpSpPr>
                    <a:xfrm>
                      <a:off x="5421240" y="5032440"/>
                      <a:ext cx="1650960" cy="233280"/>
                      <a:chOff x="5421240" y="5032440"/>
                      <a:chExt cx="1650960" cy="233280"/>
                    </a:xfrm>
                  </p:grpSpPr>
                  <p:sp>
                    <p:nvSpPr>
                      <p:cNvPr id="3449" name="Freeform 51"/>
                      <p:cNvSpPr/>
                      <p:nvPr/>
                    </p:nvSpPr>
                    <p:spPr>
                      <a:xfrm>
                        <a:off x="5421240" y="5032440"/>
                        <a:ext cx="165096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50" name="Rectangle 60"/>
                      <p:cNvSpPr/>
                      <p:nvPr/>
                    </p:nvSpPr>
                    <p:spPr>
                      <a:xfrm>
                        <a:off x="5508720" y="5086080"/>
                        <a:ext cx="146052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51" name="Group 72"/>
                  <p:cNvGrpSpPr/>
                  <p:nvPr/>
                </p:nvGrpSpPr>
                <p:grpSpPr>
                  <a:xfrm>
                    <a:off x="5289480" y="5265720"/>
                    <a:ext cx="1914480" cy="231840"/>
                    <a:chOff x="5289480" y="5265720"/>
                    <a:chExt cx="1914480" cy="231840"/>
                  </a:xfrm>
                </p:grpSpPr>
                <p:sp>
                  <p:nvSpPr>
                    <p:cNvPr id="3452" name="Freeform 24"/>
                    <p:cNvSpPr/>
                    <p:nvPr/>
                  </p:nvSpPr>
                  <p:spPr>
                    <a:xfrm>
                      <a:off x="5289480" y="5265720"/>
                      <a:ext cx="1914480" cy="23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53" name="Freeform 50"/>
                    <p:cNvSpPr/>
                    <p:nvPr/>
                  </p:nvSpPr>
                  <p:spPr>
                    <a:xfrm>
                      <a:off x="5289480" y="5265720"/>
                      <a:ext cx="1914480" cy="23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54" name="Rectangle 61"/>
                    <p:cNvSpPr/>
                    <p:nvPr/>
                  </p:nvSpPr>
                  <p:spPr>
                    <a:xfrm>
                      <a:off x="5405400" y="5289120"/>
                      <a:ext cx="169380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55" name="Group 73"/>
                <p:cNvGrpSpPr/>
                <p:nvPr/>
              </p:nvGrpSpPr>
              <p:grpSpPr>
                <a:xfrm>
                  <a:off x="5156280" y="5497560"/>
                  <a:ext cx="2181240" cy="231840"/>
                  <a:chOff x="5156280" y="5497560"/>
                  <a:chExt cx="2181240" cy="231840"/>
                </a:xfrm>
              </p:grpSpPr>
              <p:sp>
                <p:nvSpPr>
                  <p:cNvPr id="3456" name="Freeform 23"/>
                  <p:cNvSpPr/>
                  <p:nvPr/>
                </p:nvSpPr>
                <p:spPr>
                  <a:xfrm>
                    <a:off x="5156280" y="5497560"/>
                    <a:ext cx="2181240" cy="23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57" name="Rectangle 36"/>
                  <p:cNvSpPr/>
                  <p:nvPr/>
                </p:nvSpPr>
                <p:spPr>
                  <a:xfrm>
                    <a:off x="5275440" y="5547600"/>
                    <a:ext cx="1954080" cy="145440"/>
                  </a:xfrm>
                  <a:prstGeom prst="rect">
                    <a:avLst/>
                  </a:prstGeom>
                  <a:noFill/>
                  <a:ln w="12600">
                    <a:solidFill>
                      <a:srgbClr val="003399"/>
                    </a:solidFill>
                    <a:miter/>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58" name="Freeform 49"/>
                  <p:cNvSpPr/>
                  <p:nvPr/>
                </p:nvSpPr>
                <p:spPr>
                  <a:xfrm>
                    <a:off x="5156280" y="5497560"/>
                    <a:ext cx="2181240" cy="23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59" name="Rectangle 62"/>
                  <p:cNvSpPr/>
                  <p:nvPr/>
                </p:nvSpPr>
                <p:spPr>
                  <a:xfrm>
                    <a:off x="5275440" y="5546880"/>
                    <a:ext cx="195408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60" name="Group 84"/>
              <p:cNvGrpSpPr/>
              <p:nvPr/>
            </p:nvGrpSpPr>
            <p:grpSpPr>
              <a:xfrm>
                <a:off x="5024520" y="5727600"/>
                <a:ext cx="2444760" cy="235080"/>
                <a:chOff x="5024520" y="5727600"/>
                <a:chExt cx="2444760" cy="235080"/>
              </a:xfrm>
            </p:grpSpPr>
            <p:sp>
              <p:nvSpPr>
                <p:cNvPr id="3461" name="Freeform 22"/>
                <p:cNvSpPr/>
                <p:nvPr/>
              </p:nvSpPr>
              <p:spPr>
                <a:xfrm>
                  <a:off x="5024520" y="5727600"/>
                  <a:ext cx="2444760" cy="2350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62" name="Freeform 48"/>
                <p:cNvSpPr/>
                <p:nvPr/>
              </p:nvSpPr>
              <p:spPr>
                <a:xfrm>
                  <a:off x="5024520" y="5727600"/>
                  <a:ext cx="2444760" cy="2350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63" name="Rectangle 63"/>
                <p:cNvSpPr/>
                <p:nvPr/>
              </p:nvSpPr>
              <p:spPr>
                <a:xfrm>
                  <a:off x="5140440" y="5767200"/>
                  <a:ext cx="222732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grpSp>
          <p:nvGrpSpPr>
            <p:cNvPr id="3464" name="Group 75"/>
            <p:cNvGrpSpPr/>
            <p:nvPr/>
          </p:nvGrpSpPr>
          <p:grpSpPr>
            <a:xfrm>
              <a:off x="4890960" y="5961240"/>
              <a:ext cx="2711520" cy="233280"/>
              <a:chOff x="4890960" y="5961240"/>
              <a:chExt cx="2711520" cy="233280"/>
            </a:xfrm>
          </p:grpSpPr>
          <p:sp>
            <p:nvSpPr>
              <p:cNvPr id="3465" name="Freeform 21"/>
              <p:cNvSpPr/>
              <p:nvPr/>
            </p:nvSpPr>
            <p:spPr>
              <a:xfrm>
                <a:off x="4890960" y="5961240"/>
                <a:ext cx="271152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66" name="Rectangle 38"/>
              <p:cNvSpPr/>
              <p:nvPr/>
            </p:nvSpPr>
            <p:spPr>
              <a:xfrm>
                <a:off x="5037120" y="6012720"/>
                <a:ext cx="2432160" cy="145440"/>
              </a:xfrm>
              <a:prstGeom prst="rect">
                <a:avLst/>
              </a:prstGeom>
              <a:noFill/>
              <a:ln w="12600">
                <a:solidFill>
                  <a:srgbClr val="003399"/>
                </a:solidFill>
                <a:miter/>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sp>
            <p:nvSpPr>
              <p:cNvPr id="3467" name="Freeform 47"/>
              <p:cNvSpPr/>
              <p:nvPr/>
            </p:nvSpPr>
            <p:spPr>
              <a:xfrm>
                <a:off x="4890960" y="5961240"/>
                <a:ext cx="271152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68" name="Rectangle 64"/>
              <p:cNvSpPr/>
              <p:nvPr/>
            </p:nvSpPr>
            <p:spPr>
              <a:xfrm>
                <a:off x="5037120" y="6011640"/>
                <a:ext cx="243216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91d5d"/>
                    </a:solidFill>
                    <a:latin typeface="Arial"/>
                  </a:rPr>
                  <a:t>...</a:t>
                </a:r>
                <a:endParaRPr b="1" lang="en-US" sz="10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47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2609B94-3413-4BA0-8F66-75A51846E39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47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Puzzles - Square</a:t>
            </a:r>
            <a:endParaRPr b="1" lang="en-US" sz="1600" spc="-1" strike="noStrike">
              <a:solidFill>
                <a:srgbClr val="000000"/>
              </a:solidFill>
              <a:latin typeface="Arial"/>
            </a:endParaRPr>
          </a:p>
        </p:txBody>
      </p:sp>
      <p:grpSp>
        <p:nvGrpSpPr>
          <p:cNvPr id="3472" name="Group 3"/>
          <p:cNvGrpSpPr/>
          <p:nvPr/>
        </p:nvGrpSpPr>
        <p:grpSpPr>
          <a:xfrm>
            <a:off x="1066680" y="2033640"/>
            <a:ext cx="3345840" cy="3345840"/>
            <a:chOff x="1066680" y="2033640"/>
            <a:chExt cx="3345840" cy="3345840"/>
          </a:xfrm>
        </p:grpSpPr>
        <p:sp>
          <p:nvSpPr>
            <p:cNvPr id="3473" name="Freeform 4"/>
            <p:cNvSpPr/>
            <p:nvPr/>
          </p:nvSpPr>
          <p:spPr>
            <a:xfrm>
              <a:off x="1066680" y="2033640"/>
              <a:ext cx="2122560" cy="1672920"/>
            </a:xfrm>
            <a:prstGeom prst="pie">
              <a:avLst/>
            </a:prstGeom>
            <a:solidFill>
              <a:srgbClr val="003399"/>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74" name="Freeform 5"/>
            <p:cNvSpPr/>
            <p:nvPr/>
          </p:nvSpPr>
          <p:spPr>
            <a:xfrm rot="16200000">
              <a:off x="841320" y="3483000"/>
              <a:ext cx="2121840" cy="16711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75" name="Freeform 6"/>
            <p:cNvSpPr/>
            <p:nvPr/>
          </p:nvSpPr>
          <p:spPr>
            <a:xfrm rot="10800000">
              <a:off x="2291760" y="3706200"/>
              <a:ext cx="2120760" cy="1672920"/>
            </a:xfrm>
            <a:prstGeom prst="pie">
              <a:avLst/>
            </a:prstGeom>
            <a:solidFill>
              <a:srgbClr val="80cccc"/>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76" name="Freeform 7"/>
            <p:cNvSpPr/>
            <p:nvPr/>
          </p:nvSpPr>
          <p:spPr>
            <a:xfrm rot="5400000">
              <a:off x="2516760" y="2259720"/>
              <a:ext cx="2121840" cy="1669320"/>
            </a:xfrm>
            <a:prstGeom prst="pie">
              <a:avLst/>
            </a:prstGeom>
            <a:solidFill>
              <a:srgbClr val="8099cc"/>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477" name="Rectangle 18"/>
          <p:cNvSpPr/>
          <p:nvPr/>
        </p:nvSpPr>
        <p:spPr>
          <a:xfrm>
            <a:off x="5613480" y="260280"/>
            <a:ext cx="321300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正方形を保って大きさを変更したい場合には、シフトキーを押しながら調節してください</a:t>
            </a:r>
            <a:endParaRPr b="1" lang="en-US" sz="1000" spc="-1" strike="noStrike">
              <a:solidFill>
                <a:srgbClr val="000000"/>
              </a:solidFill>
              <a:latin typeface="Arial"/>
            </a:endParaRPr>
          </a:p>
        </p:txBody>
      </p:sp>
      <p:grpSp>
        <p:nvGrpSpPr>
          <p:cNvPr id="3478" name="Group 20"/>
          <p:cNvGrpSpPr/>
          <p:nvPr/>
        </p:nvGrpSpPr>
        <p:grpSpPr>
          <a:xfrm>
            <a:off x="4718160" y="2033640"/>
            <a:ext cx="3346200" cy="3346560"/>
            <a:chOff x="4718160" y="2033640"/>
            <a:chExt cx="3346200" cy="3346560"/>
          </a:xfrm>
        </p:grpSpPr>
        <p:sp>
          <p:nvSpPr>
            <p:cNvPr id="3479" name="Freeform 21"/>
            <p:cNvSpPr/>
            <p:nvPr/>
          </p:nvSpPr>
          <p:spPr>
            <a:xfrm>
              <a:off x="5541840" y="2851200"/>
              <a:ext cx="1409760" cy="1413000"/>
            </a:xfrm>
            <a:prstGeom prst="pie">
              <a:avLst/>
            </a:prstGeom>
            <a:solidFill>
              <a:srgbClr val="4066b2"/>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0" name="Freeform 22"/>
            <p:cNvSpPr/>
            <p:nvPr/>
          </p:nvSpPr>
          <p:spPr>
            <a:xfrm>
              <a:off x="5834160" y="2033640"/>
              <a:ext cx="1415880" cy="1111320"/>
            </a:xfrm>
            <a:prstGeom prst="pie">
              <a:avLst/>
            </a:prstGeom>
            <a:solidFill>
              <a:srgbClr val="003399"/>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1" name="Freeform 23"/>
            <p:cNvSpPr/>
            <p:nvPr/>
          </p:nvSpPr>
          <p:spPr>
            <a:xfrm>
              <a:off x="4718160" y="2033640"/>
              <a:ext cx="1417680" cy="11113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2" name="Freeform 24"/>
            <p:cNvSpPr/>
            <p:nvPr/>
          </p:nvSpPr>
          <p:spPr>
            <a:xfrm>
              <a:off x="4718160" y="2844720"/>
              <a:ext cx="1117440" cy="1714680"/>
            </a:xfrm>
            <a:prstGeom prst="pie">
              <a:avLst/>
            </a:prstGeom>
            <a:solidFill>
              <a:srgbClr val="4066b2"/>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3" name="Freeform 25"/>
            <p:cNvSpPr/>
            <p:nvPr/>
          </p:nvSpPr>
          <p:spPr>
            <a:xfrm>
              <a:off x="4718160" y="3962520"/>
              <a:ext cx="1116000" cy="1417680"/>
            </a:xfrm>
            <a:prstGeom prst="pie">
              <a:avLst/>
            </a:prstGeom>
            <a:solidFill>
              <a:srgbClr val="009999"/>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4" name="Freeform 26"/>
            <p:cNvSpPr/>
            <p:nvPr/>
          </p:nvSpPr>
          <p:spPr>
            <a:xfrm>
              <a:off x="5530680" y="3967200"/>
              <a:ext cx="1420920" cy="141300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5" name="Freeform 27"/>
            <p:cNvSpPr/>
            <p:nvPr/>
          </p:nvSpPr>
          <p:spPr>
            <a:xfrm>
              <a:off x="6649920" y="3144960"/>
              <a:ext cx="1414440" cy="1412640"/>
            </a:xfrm>
            <a:prstGeom prst="pie">
              <a:avLst/>
            </a:prstGeom>
            <a:solidFill>
              <a:srgbClr val="80cccc"/>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6" name="Freeform 28"/>
            <p:cNvSpPr/>
            <p:nvPr/>
          </p:nvSpPr>
          <p:spPr>
            <a:xfrm rot="5400000">
              <a:off x="6799680" y="2181960"/>
              <a:ext cx="1413000" cy="1116000"/>
            </a:xfrm>
            <a:prstGeom prst="pie">
              <a:avLst/>
            </a:prstGeom>
            <a:solidFill>
              <a:srgbClr val="8099cc"/>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87" name="Freeform 29"/>
            <p:cNvSpPr/>
            <p:nvPr/>
          </p:nvSpPr>
          <p:spPr>
            <a:xfrm flipH="1" flipV="1">
              <a:off x="6651720" y="4264200"/>
              <a:ext cx="1412640" cy="1116000"/>
            </a:xfrm>
            <a:prstGeom prst="pie">
              <a:avLst/>
            </a:prstGeom>
            <a:solidFill>
              <a:srgbClr val="003399"/>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48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43BB6D8-61B8-4C5F-ADF8-8A8E730E921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49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Puzzles - Rectangular</a:t>
            </a:r>
            <a:endParaRPr b="1" lang="en-US" sz="1600" spc="-1" strike="noStrike">
              <a:solidFill>
                <a:srgbClr val="000000"/>
              </a:solidFill>
              <a:latin typeface="Arial"/>
            </a:endParaRPr>
          </a:p>
        </p:txBody>
      </p:sp>
      <p:grpSp>
        <p:nvGrpSpPr>
          <p:cNvPr id="3491" name="Group 20"/>
          <p:cNvGrpSpPr/>
          <p:nvPr/>
        </p:nvGrpSpPr>
        <p:grpSpPr>
          <a:xfrm>
            <a:off x="1247760" y="4703760"/>
            <a:ext cx="6248160" cy="1246320"/>
            <a:chOff x="1247760" y="4703760"/>
            <a:chExt cx="6248160" cy="1246320"/>
          </a:xfrm>
        </p:grpSpPr>
        <p:sp>
          <p:nvSpPr>
            <p:cNvPr id="3492" name="Freeform 21"/>
            <p:cNvSpPr/>
            <p:nvPr/>
          </p:nvSpPr>
          <p:spPr>
            <a:xfrm>
              <a:off x="2811240" y="4703760"/>
              <a:ext cx="1818720" cy="1246320"/>
            </a:xfrm>
            <a:prstGeom prst="pie">
              <a:avLst/>
            </a:prstGeom>
            <a:solidFill>
              <a:srgbClr val="003399"/>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93" name="Freeform 22"/>
            <p:cNvSpPr/>
            <p:nvPr/>
          </p:nvSpPr>
          <p:spPr>
            <a:xfrm>
              <a:off x="4372200" y="4703760"/>
              <a:ext cx="1819440" cy="1246320"/>
            </a:xfrm>
            <a:prstGeom prst="pie">
              <a:avLst/>
            </a:prstGeom>
            <a:solidFill>
              <a:srgbClr val="8099cc"/>
            </a:solidFill>
            <a:ln w="12600">
              <a:solidFill>
                <a:srgbClr val="ffffff"/>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94" name="Freeform 23"/>
            <p:cNvSpPr/>
            <p:nvPr/>
          </p:nvSpPr>
          <p:spPr>
            <a:xfrm>
              <a:off x="5935680" y="4703760"/>
              <a:ext cx="1560240" cy="1246320"/>
            </a:xfrm>
            <a:prstGeom prst="pie">
              <a:avLst/>
            </a:prstGeom>
            <a:solidFill>
              <a:srgbClr val="80cccc"/>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95" name="Freeform 24"/>
            <p:cNvSpPr/>
            <p:nvPr/>
          </p:nvSpPr>
          <p:spPr>
            <a:xfrm>
              <a:off x="1247760" y="4703760"/>
              <a:ext cx="1819800" cy="12463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496" name="Group 25"/>
          <p:cNvGrpSpPr/>
          <p:nvPr/>
        </p:nvGrpSpPr>
        <p:grpSpPr>
          <a:xfrm>
            <a:off x="1247760" y="1751040"/>
            <a:ext cx="6214680" cy="2478240"/>
            <a:chOff x="1247760" y="1751040"/>
            <a:chExt cx="6214680" cy="2478240"/>
          </a:xfrm>
        </p:grpSpPr>
        <p:sp>
          <p:nvSpPr>
            <p:cNvPr id="3497" name="Freeform 26"/>
            <p:cNvSpPr/>
            <p:nvPr/>
          </p:nvSpPr>
          <p:spPr>
            <a:xfrm>
              <a:off x="6216840" y="1751040"/>
              <a:ext cx="1245600" cy="15685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98" name="Freeform 27"/>
            <p:cNvSpPr/>
            <p:nvPr/>
          </p:nvSpPr>
          <p:spPr>
            <a:xfrm>
              <a:off x="6216840" y="2987640"/>
              <a:ext cx="1245600" cy="1241640"/>
            </a:xfrm>
            <a:prstGeom prst="pie">
              <a:avLst/>
            </a:prstGeom>
            <a:solidFill>
              <a:srgbClr val="003399"/>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499" name="Freeform 28"/>
            <p:cNvSpPr/>
            <p:nvPr/>
          </p:nvSpPr>
          <p:spPr>
            <a:xfrm>
              <a:off x="4974120" y="1751040"/>
              <a:ext cx="1581120" cy="1568520"/>
            </a:xfrm>
            <a:prstGeom prst="pie">
              <a:avLst/>
            </a:prstGeom>
            <a:solidFill>
              <a:srgbClr val="003399"/>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0" name="Freeform 29"/>
            <p:cNvSpPr/>
            <p:nvPr/>
          </p:nvSpPr>
          <p:spPr>
            <a:xfrm flipV="1">
              <a:off x="4974120" y="2986920"/>
              <a:ext cx="1581120" cy="12416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1" name="Freeform 30"/>
            <p:cNvSpPr/>
            <p:nvPr/>
          </p:nvSpPr>
          <p:spPr>
            <a:xfrm>
              <a:off x="3732840" y="1751040"/>
              <a:ext cx="1579680" cy="15685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2" name="Freeform 31"/>
            <p:cNvSpPr/>
            <p:nvPr/>
          </p:nvSpPr>
          <p:spPr>
            <a:xfrm flipV="1">
              <a:off x="3732840" y="2986920"/>
              <a:ext cx="1579680" cy="1241640"/>
            </a:xfrm>
            <a:prstGeom prst="pie">
              <a:avLst/>
            </a:prstGeom>
            <a:solidFill>
              <a:srgbClr val="003399"/>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3" name="Freeform 32"/>
            <p:cNvSpPr/>
            <p:nvPr/>
          </p:nvSpPr>
          <p:spPr>
            <a:xfrm>
              <a:off x="2490480" y="1751040"/>
              <a:ext cx="1581120" cy="1568520"/>
            </a:xfrm>
            <a:prstGeom prst="pie">
              <a:avLst/>
            </a:prstGeom>
            <a:solidFill>
              <a:srgbClr val="003399"/>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4" name="Freeform 33"/>
            <p:cNvSpPr/>
            <p:nvPr/>
          </p:nvSpPr>
          <p:spPr>
            <a:xfrm flipV="1">
              <a:off x="2490480" y="2986920"/>
              <a:ext cx="1581120" cy="12416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5" name="Freeform 34"/>
            <p:cNvSpPr/>
            <p:nvPr/>
          </p:nvSpPr>
          <p:spPr>
            <a:xfrm>
              <a:off x="1247760" y="1751040"/>
              <a:ext cx="1581120" cy="156852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06" name="Freeform 35"/>
            <p:cNvSpPr/>
            <p:nvPr/>
          </p:nvSpPr>
          <p:spPr>
            <a:xfrm flipV="1">
              <a:off x="1247760" y="2986920"/>
              <a:ext cx="1581120" cy="1241640"/>
            </a:xfrm>
            <a:prstGeom prst="pie">
              <a:avLst/>
            </a:prstGeom>
            <a:solidFill>
              <a:srgbClr val="003399"/>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50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475DBEF-47A3-42A3-A94F-E4138D07D4A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50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Puzzles - Five pieces</a:t>
            </a:r>
            <a:endParaRPr b="1" lang="en-US" sz="1600" spc="-1" strike="noStrike">
              <a:solidFill>
                <a:srgbClr val="000000"/>
              </a:solidFill>
              <a:latin typeface="Arial"/>
            </a:endParaRPr>
          </a:p>
        </p:txBody>
      </p:sp>
      <p:grpSp>
        <p:nvGrpSpPr>
          <p:cNvPr id="3510" name="Group 9"/>
          <p:cNvGrpSpPr/>
          <p:nvPr/>
        </p:nvGrpSpPr>
        <p:grpSpPr>
          <a:xfrm>
            <a:off x="2575080" y="2038320"/>
            <a:ext cx="3990600" cy="3431880"/>
            <a:chOff x="2575080" y="2038320"/>
            <a:chExt cx="3990600" cy="3431880"/>
          </a:xfrm>
        </p:grpSpPr>
        <p:sp>
          <p:nvSpPr>
            <p:cNvPr id="3511" name="Freeform 10"/>
            <p:cNvSpPr/>
            <p:nvPr/>
          </p:nvSpPr>
          <p:spPr>
            <a:xfrm>
              <a:off x="4574880" y="2038320"/>
              <a:ext cx="1990800" cy="209880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12" name="Freeform 11"/>
            <p:cNvSpPr/>
            <p:nvPr/>
          </p:nvSpPr>
          <p:spPr>
            <a:xfrm>
              <a:off x="4566240" y="3711960"/>
              <a:ext cx="1999440" cy="1758240"/>
            </a:xfrm>
            <a:prstGeom prst="pie">
              <a:avLst/>
            </a:prstGeom>
            <a:solidFill>
              <a:srgbClr val="4066b2"/>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13" name="Freeform 12"/>
            <p:cNvSpPr/>
            <p:nvPr/>
          </p:nvSpPr>
          <p:spPr>
            <a:xfrm>
              <a:off x="2575080" y="3371400"/>
              <a:ext cx="1991160" cy="2098800"/>
            </a:xfrm>
            <a:prstGeom prst="pie">
              <a:avLst/>
            </a:prstGeom>
            <a:solidFill>
              <a:srgbClr val="80cc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14" name="Freeform 13"/>
            <p:cNvSpPr/>
            <p:nvPr/>
          </p:nvSpPr>
          <p:spPr>
            <a:xfrm>
              <a:off x="2575080" y="2038320"/>
              <a:ext cx="1999800" cy="1758240"/>
            </a:xfrm>
            <a:prstGeom prst="pie">
              <a:avLst/>
            </a:prstGeom>
            <a:solidFill>
              <a:srgbClr val="003399"/>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51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693B0F8-25BA-450C-B13A-DAC70A66B68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51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Puzzles - Pieces not fitting together</a:t>
            </a:r>
            <a:endParaRPr b="1" lang="en-US" sz="1600" spc="-1" strike="noStrike">
              <a:solidFill>
                <a:srgbClr val="000000"/>
              </a:solidFill>
              <a:latin typeface="Arial"/>
            </a:endParaRPr>
          </a:p>
        </p:txBody>
      </p:sp>
      <p:sp>
        <p:nvSpPr>
          <p:cNvPr id="3518" name="Freeform 3"/>
          <p:cNvSpPr/>
          <p:nvPr/>
        </p:nvSpPr>
        <p:spPr>
          <a:xfrm>
            <a:off x="2239920" y="1236600"/>
            <a:ext cx="1312920" cy="163512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19" name="Freeform 4"/>
          <p:cNvSpPr/>
          <p:nvPr/>
        </p:nvSpPr>
        <p:spPr>
          <a:xfrm>
            <a:off x="3895560" y="1230480"/>
            <a:ext cx="1467000" cy="125244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0" name="Freeform 5"/>
          <p:cNvSpPr/>
          <p:nvPr/>
        </p:nvSpPr>
        <p:spPr>
          <a:xfrm>
            <a:off x="5695920" y="1236600"/>
            <a:ext cx="1395360" cy="156060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1" name="Freeform 6"/>
          <p:cNvSpPr/>
          <p:nvPr/>
        </p:nvSpPr>
        <p:spPr>
          <a:xfrm>
            <a:off x="1712880" y="2617920"/>
            <a:ext cx="1768680" cy="179388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2" name="Freeform 7"/>
          <p:cNvSpPr/>
          <p:nvPr/>
        </p:nvSpPr>
        <p:spPr>
          <a:xfrm>
            <a:off x="3575160" y="2668680"/>
            <a:ext cx="1973160" cy="133812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3" name="Freeform 8"/>
          <p:cNvSpPr/>
          <p:nvPr/>
        </p:nvSpPr>
        <p:spPr>
          <a:xfrm>
            <a:off x="3706920" y="4290840"/>
            <a:ext cx="1709640" cy="158760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4" name="Freeform 9"/>
          <p:cNvSpPr/>
          <p:nvPr/>
        </p:nvSpPr>
        <p:spPr>
          <a:xfrm>
            <a:off x="1895400" y="4519440"/>
            <a:ext cx="1639800" cy="127800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5" name="Freeform 10"/>
          <p:cNvSpPr/>
          <p:nvPr/>
        </p:nvSpPr>
        <p:spPr>
          <a:xfrm>
            <a:off x="5668920" y="2685960"/>
            <a:ext cx="1495440" cy="168300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26" name="Freeform 11"/>
          <p:cNvSpPr/>
          <p:nvPr/>
        </p:nvSpPr>
        <p:spPr>
          <a:xfrm>
            <a:off x="5856120" y="4459320"/>
            <a:ext cx="1471680" cy="1835280"/>
          </a:xfrm>
          <a:prstGeom prst="pie">
            <a:avLst/>
          </a:prstGeom>
          <a:solidFill>
            <a:srgbClr val="ffffff"/>
          </a:solidFill>
          <a:ln w="12600">
            <a:solidFill>
              <a:srgbClr val="003399"/>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52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9707575-0A46-4366-8EBE-636CA12DD95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52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Puzzles - Pieces might fit together</a:t>
            </a:r>
            <a:endParaRPr b="1" lang="en-US" sz="1600" spc="-1" strike="noStrike">
              <a:solidFill>
                <a:srgbClr val="000000"/>
              </a:solidFill>
              <a:latin typeface="Arial"/>
            </a:endParaRPr>
          </a:p>
        </p:txBody>
      </p:sp>
      <p:sp>
        <p:nvSpPr>
          <p:cNvPr id="3530" name="Freeform 3"/>
          <p:cNvSpPr/>
          <p:nvPr/>
        </p:nvSpPr>
        <p:spPr>
          <a:xfrm>
            <a:off x="4157640" y="4314960"/>
            <a:ext cx="32220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1" name="Freeform 4"/>
          <p:cNvSpPr/>
          <p:nvPr/>
        </p:nvSpPr>
        <p:spPr>
          <a:xfrm>
            <a:off x="3114720" y="4513320"/>
            <a:ext cx="1173240" cy="3078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2" name="Freeform 5"/>
          <p:cNvSpPr/>
          <p:nvPr/>
        </p:nvSpPr>
        <p:spPr>
          <a:xfrm>
            <a:off x="3114720" y="4170240"/>
            <a:ext cx="191880" cy="252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3" name="Freeform 6"/>
          <p:cNvSpPr/>
          <p:nvPr/>
        </p:nvSpPr>
        <p:spPr>
          <a:xfrm>
            <a:off x="3936960" y="3975120"/>
            <a:ext cx="192240" cy="196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4" name="Freeform 7"/>
          <p:cNvSpPr/>
          <p:nvPr/>
        </p:nvSpPr>
        <p:spPr>
          <a:xfrm>
            <a:off x="3114720" y="3772080"/>
            <a:ext cx="1346040" cy="947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5" name="Freeform 8"/>
          <p:cNvSpPr/>
          <p:nvPr/>
        </p:nvSpPr>
        <p:spPr>
          <a:xfrm>
            <a:off x="3943440" y="3164040"/>
            <a:ext cx="1350720" cy="5014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6" name="Freeform 9"/>
          <p:cNvSpPr/>
          <p:nvPr/>
        </p:nvSpPr>
        <p:spPr>
          <a:xfrm>
            <a:off x="3932280" y="3021120"/>
            <a:ext cx="209520" cy="234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7" name="Freeform 10"/>
          <p:cNvSpPr/>
          <p:nvPr/>
        </p:nvSpPr>
        <p:spPr>
          <a:xfrm>
            <a:off x="4156200" y="2733840"/>
            <a:ext cx="120600" cy="160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8" name="Freeform 11"/>
          <p:cNvSpPr/>
          <p:nvPr/>
        </p:nvSpPr>
        <p:spPr>
          <a:xfrm>
            <a:off x="3933720" y="2611440"/>
            <a:ext cx="1366920" cy="947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39" name="Freeform 12"/>
          <p:cNvSpPr/>
          <p:nvPr/>
        </p:nvSpPr>
        <p:spPr>
          <a:xfrm>
            <a:off x="2409840" y="4411800"/>
            <a:ext cx="628560" cy="2584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0" name="Freeform 13"/>
          <p:cNvSpPr/>
          <p:nvPr/>
        </p:nvSpPr>
        <p:spPr>
          <a:xfrm>
            <a:off x="1684440" y="4613400"/>
            <a:ext cx="857160" cy="3124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1" name="Freeform 14"/>
          <p:cNvSpPr/>
          <p:nvPr/>
        </p:nvSpPr>
        <p:spPr>
          <a:xfrm>
            <a:off x="1671480" y="3876840"/>
            <a:ext cx="1365480" cy="950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2" name="Freeform 15"/>
          <p:cNvSpPr/>
          <p:nvPr/>
        </p:nvSpPr>
        <p:spPr>
          <a:xfrm>
            <a:off x="1670040" y="4284720"/>
            <a:ext cx="198360" cy="239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3" name="Freeform 16"/>
          <p:cNvSpPr/>
          <p:nvPr/>
        </p:nvSpPr>
        <p:spPr>
          <a:xfrm>
            <a:off x="3662280" y="1892160"/>
            <a:ext cx="108000" cy="171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4" name="Freeform 17"/>
          <p:cNvSpPr/>
          <p:nvPr/>
        </p:nvSpPr>
        <p:spPr>
          <a:xfrm>
            <a:off x="3157560" y="1735200"/>
            <a:ext cx="1353960" cy="9525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5" name="Freeform 18"/>
          <p:cNvSpPr/>
          <p:nvPr/>
        </p:nvSpPr>
        <p:spPr>
          <a:xfrm>
            <a:off x="3154320" y="2138400"/>
            <a:ext cx="201600" cy="252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6" name="Freeform 19"/>
          <p:cNvSpPr/>
          <p:nvPr/>
        </p:nvSpPr>
        <p:spPr>
          <a:xfrm>
            <a:off x="3152880" y="2284560"/>
            <a:ext cx="1360440" cy="492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7" name="Freeform 20"/>
          <p:cNvSpPr/>
          <p:nvPr/>
        </p:nvSpPr>
        <p:spPr>
          <a:xfrm>
            <a:off x="4313160" y="1938240"/>
            <a:ext cx="195480" cy="1890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8" name="Freeform 21"/>
          <p:cNvSpPr/>
          <p:nvPr/>
        </p:nvSpPr>
        <p:spPr>
          <a:xfrm>
            <a:off x="1703520" y="2198520"/>
            <a:ext cx="847440" cy="6321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49" name="Freeform 22"/>
          <p:cNvSpPr/>
          <p:nvPr/>
        </p:nvSpPr>
        <p:spPr>
          <a:xfrm>
            <a:off x="2419200" y="2316240"/>
            <a:ext cx="641520" cy="260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0" name="Freeform 23"/>
          <p:cNvSpPr/>
          <p:nvPr/>
        </p:nvSpPr>
        <p:spPr>
          <a:xfrm>
            <a:off x="2867040" y="1978200"/>
            <a:ext cx="195120" cy="179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1" name="Freeform 24"/>
          <p:cNvSpPr/>
          <p:nvPr/>
        </p:nvSpPr>
        <p:spPr>
          <a:xfrm>
            <a:off x="1697040" y="1787400"/>
            <a:ext cx="1360440" cy="947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2" name="Freeform 25"/>
          <p:cNvSpPr/>
          <p:nvPr/>
        </p:nvSpPr>
        <p:spPr>
          <a:xfrm>
            <a:off x="3552840" y="3279600"/>
            <a:ext cx="324000" cy="2304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3" name="Freeform 26"/>
          <p:cNvSpPr/>
          <p:nvPr/>
        </p:nvSpPr>
        <p:spPr>
          <a:xfrm>
            <a:off x="2509920" y="3476520"/>
            <a:ext cx="1174680" cy="3081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4" name="Freeform 27"/>
          <p:cNvSpPr/>
          <p:nvPr/>
        </p:nvSpPr>
        <p:spPr>
          <a:xfrm>
            <a:off x="2509920" y="3135240"/>
            <a:ext cx="193680" cy="250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5" name="Freeform 28"/>
          <p:cNvSpPr/>
          <p:nvPr/>
        </p:nvSpPr>
        <p:spPr>
          <a:xfrm>
            <a:off x="3335400" y="2938320"/>
            <a:ext cx="193680" cy="1987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6" name="Freeform 29"/>
          <p:cNvSpPr/>
          <p:nvPr/>
        </p:nvSpPr>
        <p:spPr>
          <a:xfrm>
            <a:off x="2511360" y="2735280"/>
            <a:ext cx="1346400" cy="949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7" name="Freeform 30"/>
          <p:cNvSpPr/>
          <p:nvPr/>
        </p:nvSpPr>
        <p:spPr>
          <a:xfrm>
            <a:off x="2746440" y="5045040"/>
            <a:ext cx="123840" cy="142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8" name="Freeform 31"/>
          <p:cNvSpPr/>
          <p:nvPr/>
        </p:nvSpPr>
        <p:spPr>
          <a:xfrm>
            <a:off x="3386160" y="5143680"/>
            <a:ext cx="201600" cy="195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59" name="Freeform 32"/>
          <p:cNvSpPr/>
          <p:nvPr/>
        </p:nvSpPr>
        <p:spPr>
          <a:xfrm>
            <a:off x="2533680" y="4929120"/>
            <a:ext cx="1373040" cy="9525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0" name="Freeform 33"/>
          <p:cNvSpPr/>
          <p:nvPr/>
        </p:nvSpPr>
        <p:spPr>
          <a:xfrm>
            <a:off x="2540160" y="5340240"/>
            <a:ext cx="1373040" cy="650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1" name="Freeform 34"/>
          <p:cNvSpPr/>
          <p:nvPr/>
        </p:nvSpPr>
        <p:spPr>
          <a:xfrm>
            <a:off x="5380200" y="5308560"/>
            <a:ext cx="1352520" cy="50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2" name="Freeform 35"/>
          <p:cNvSpPr/>
          <p:nvPr/>
        </p:nvSpPr>
        <p:spPr>
          <a:xfrm>
            <a:off x="5367240" y="5168880"/>
            <a:ext cx="204840" cy="23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3" name="Freeform 36"/>
          <p:cNvSpPr/>
          <p:nvPr/>
        </p:nvSpPr>
        <p:spPr>
          <a:xfrm>
            <a:off x="5587920" y="4884840"/>
            <a:ext cx="122400" cy="155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4" name="Freeform 37"/>
          <p:cNvSpPr/>
          <p:nvPr/>
        </p:nvSpPr>
        <p:spPr>
          <a:xfrm>
            <a:off x="5370480" y="4759200"/>
            <a:ext cx="1363680" cy="944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5" name="Freeform 38"/>
          <p:cNvSpPr/>
          <p:nvPr/>
        </p:nvSpPr>
        <p:spPr>
          <a:xfrm>
            <a:off x="5335560" y="2157480"/>
            <a:ext cx="627120" cy="258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6" name="Freeform 39"/>
          <p:cNvSpPr/>
          <p:nvPr/>
        </p:nvSpPr>
        <p:spPr>
          <a:xfrm>
            <a:off x="4610160" y="2355840"/>
            <a:ext cx="855720" cy="311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7" name="Freeform 40"/>
          <p:cNvSpPr/>
          <p:nvPr/>
        </p:nvSpPr>
        <p:spPr>
          <a:xfrm>
            <a:off x="4597560" y="1619280"/>
            <a:ext cx="1363680" cy="950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8" name="Freeform 41"/>
          <p:cNvSpPr/>
          <p:nvPr/>
        </p:nvSpPr>
        <p:spPr>
          <a:xfrm>
            <a:off x="4597560" y="2027160"/>
            <a:ext cx="196560" cy="241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69" name="Freeform 42"/>
          <p:cNvSpPr/>
          <p:nvPr/>
        </p:nvSpPr>
        <p:spPr>
          <a:xfrm>
            <a:off x="5030640" y="3862440"/>
            <a:ext cx="108000" cy="176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0" name="Freeform 43"/>
          <p:cNvSpPr/>
          <p:nvPr/>
        </p:nvSpPr>
        <p:spPr>
          <a:xfrm>
            <a:off x="4524480" y="3710160"/>
            <a:ext cx="1353960" cy="950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1" name="Freeform 44"/>
          <p:cNvSpPr/>
          <p:nvPr/>
        </p:nvSpPr>
        <p:spPr>
          <a:xfrm>
            <a:off x="4524480" y="4110120"/>
            <a:ext cx="198360" cy="250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2" name="Freeform 45"/>
          <p:cNvSpPr/>
          <p:nvPr/>
        </p:nvSpPr>
        <p:spPr>
          <a:xfrm>
            <a:off x="4522680" y="4257720"/>
            <a:ext cx="1357560" cy="495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3" name="Freeform 46"/>
          <p:cNvSpPr/>
          <p:nvPr/>
        </p:nvSpPr>
        <p:spPr>
          <a:xfrm>
            <a:off x="5680080" y="3913200"/>
            <a:ext cx="196920" cy="1890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4" name="Freeform 47"/>
          <p:cNvSpPr/>
          <p:nvPr/>
        </p:nvSpPr>
        <p:spPr>
          <a:xfrm>
            <a:off x="3898800" y="5232240"/>
            <a:ext cx="847800" cy="6321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5" name="Freeform 48"/>
          <p:cNvSpPr/>
          <p:nvPr/>
        </p:nvSpPr>
        <p:spPr>
          <a:xfrm>
            <a:off x="4614840" y="5351400"/>
            <a:ext cx="642960" cy="258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6" name="Freeform 49"/>
          <p:cNvSpPr/>
          <p:nvPr/>
        </p:nvSpPr>
        <p:spPr>
          <a:xfrm>
            <a:off x="5062680" y="5011560"/>
            <a:ext cx="196560" cy="179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7" name="Freeform 50"/>
          <p:cNvSpPr/>
          <p:nvPr/>
        </p:nvSpPr>
        <p:spPr>
          <a:xfrm>
            <a:off x="3894120" y="4821120"/>
            <a:ext cx="1359000" cy="9464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8" name="Freeform 51"/>
          <p:cNvSpPr/>
          <p:nvPr/>
        </p:nvSpPr>
        <p:spPr>
          <a:xfrm>
            <a:off x="6416640" y="3073320"/>
            <a:ext cx="322200" cy="23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79" name="Freeform 52"/>
          <p:cNvSpPr/>
          <p:nvPr/>
        </p:nvSpPr>
        <p:spPr>
          <a:xfrm>
            <a:off x="5373720" y="3270240"/>
            <a:ext cx="1173240" cy="3096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0" name="Freeform 53"/>
          <p:cNvSpPr/>
          <p:nvPr/>
        </p:nvSpPr>
        <p:spPr>
          <a:xfrm>
            <a:off x="5373720" y="2927520"/>
            <a:ext cx="193680" cy="2538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1" name="Freeform 54"/>
          <p:cNvSpPr/>
          <p:nvPr/>
        </p:nvSpPr>
        <p:spPr>
          <a:xfrm>
            <a:off x="6197760" y="2732040"/>
            <a:ext cx="193680" cy="198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2" name="Freeform 55"/>
          <p:cNvSpPr/>
          <p:nvPr/>
        </p:nvSpPr>
        <p:spPr>
          <a:xfrm>
            <a:off x="5375160" y="2529000"/>
            <a:ext cx="1346400" cy="947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3" name="Freeform 56"/>
          <p:cNvSpPr/>
          <p:nvPr/>
        </p:nvSpPr>
        <p:spPr>
          <a:xfrm>
            <a:off x="6084720" y="3774960"/>
            <a:ext cx="122400" cy="150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4" name="Freeform 57"/>
          <p:cNvSpPr/>
          <p:nvPr/>
        </p:nvSpPr>
        <p:spPr>
          <a:xfrm>
            <a:off x="6726240" y="3879720"/>
            <a:ext cx="200160" cy="1922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5" name="Freeform 58"/>
          <p:cNvSpPr/>
          <p:nvPr/>
        </p:nvSpPr>
        <p:spPr>
          <a:xfrm>
            <a:off x="5877000" y="3664080"/>
            <a:ext cx="1369800" cy="952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6" name="Freeform 59"/>
          <p:cNvSpPr/>
          <p:nvPr/>
        </p:nvSpPr>
        <p:spPr>
          <a:xfrm>
            <a:off x="5880240" y="4073400"/>
            <a:ext cx="1371600" cy="6494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7" name="Freeform 60"/>
          <p:cNvSpPr/>
          <p:nvPr/>
        </p:nvSpPr>
        <p:spPr>
          <a:xfrm>
            <a:off x="6264360" y="2347920"/>
            <a:ext cx="828720" cy="333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8" name="Freeform 61"/>
          <p:cNvSpPr/>
          <p:nvPr/>
        </p:nvSpPr>
        <p:spPr>
          <a:xfrm>
            <a:off x="6772320" y="1836720"/>
            <a:ext cx="196920" cy="1857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89" name="Freeform 62"/>
          <p:cNvSpPr/>
          <p:nvPr/>
        </p:nvSpPr>
        <p:spPr>
          <a:xfrm>
            <a:off x="6978600" y="2168640"/>
            <a:ext cx="318960" cy="222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90" name="Freeform 63"/>
          <p:cNvSpPr/>
          <p:nvPr/>
        </p:nvSpPr>
        <p:spPr>
          <a:xfrm>
            <a:off x="5935680" y="2011320"/>
            <a:ext cx="517680" cy="312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91" name="Freeform 64"/>
          <p:cNvSpPr/>
          <p:nvPr/>
        </p:nvSpPr>
        <p:spPr>
          <a:xfrm>
            <a:off x="5934240" y="1616040"/>
            <a:ext cx="1353960" cy="9493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59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A9A04B-1534-4657-AC4D-EADCFACC4B1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59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Others - Clouds</a:t>
            </a:r>
            <a:endParaRPr b="1" lang="en-US" sz="1600" spc="-1" strike="noStrike">
              <a:solidFill>
                <a:srgbClr val="000000"/>
              </a:solidFill>
              <a:latin typeface="Arial"/>
            </a:endParaRPr>
          </a:p>
        </p:txBody>
      </p:sp>
      <p:grpSp>
        <p:nvGrpSpPr>
          <p:cNvPr id="3595" name="Group 3"/>
          <p:cNvGrpSpPr/>
          <p:nvPr/>
        </p:nvGrpSpPr>
        <p:grpSpPr>
          <a:xfrm>
            <a:off x="1666800" y="1793880"/>
            <a:ext cx="3072960" cy="1917720"/>
            <a:chOff x="1666800" y="1793880"/>
            <a:chExt cx="3072960" cy="1917720"/>
          </a:xfrm>
        </p:grpSpPr>
        <p:sp>
          <p:nvSpPr>
            <p:cNvPr id="3596" name="Oval 4"/>
            <p:cNvSpPr/>
            <p:nvPr/>
          </p:nvSpPr>
          <p:spPr>
            <a:xfrm>
              <a:off x="1850760" y="2149200"/>
              <a:ext cx="94068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97" name="Oval 5"/>
            <p:cNvSpPr/>
            <p:nvPr/>
          </p:nvSpPr>
          <p:spPr>
            <a:xfrm>
              <a:off x="2208240" y="1882800"/>
              <a:ext cx="940680" cy="6728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98" name="Oval 6"/>
            <p:cNvSpPr/>
            <p:nvPr/>
          </p:nvSpPr>
          <p:spPr>
            <a:xfrm>
              <a:off x="2695320" y="1793880"/>
              <a:ext cx="940680" cy="6728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599" name="Oval 7"/>
            <p:cNvSpPr/>
            <p:nvPr/>
          </p:nvSpPr>
          <p:spPr>
            <a:xfrm>
              <a:off x="3192120" y="1895400"/>
              <a:ext cx="94176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0" name="Oval 8"/>
            <p:cNvSpPr/>
            <p:nvPr/>
          </p:nvSpPr>
          <p:spPr>
            <a:xfrm>
              <a:off x="3581640" y="2098440"/>
              <a:ext cx="94212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1" name="Oval 9"/>
            <p:cNvSpPr/>
            <p:nvPr/>
          </p:nvSpPr>
          <p:spPr>
            <a:xfrm>
              <a:off x="3365280" y="2962080"/>
              <a:ext cx="94176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2" name="Oval 10"/>
            <p:cNvSpPr/>
            <p:nvPr/>
          </p:nvSpPr>
          <p:spPr>
            <a:xfrm>
              <a:off x="2911680" y="2822400"/>
              <a:ext cx="94068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3" name="Oval 11"/>
            <p:cNvSpPr/>
            <p:nvPr/>
          </p:nvSpPr>
          <p:spPr>
            <a:xfrm>
              <a:off x="2522160" y="3038400"/>
              <a:ext cx="94068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4" name="Oval 12"/>
            <p:cNvSpPr/>
            <p:nvPr/>
          </p:nvSpPr>
          <p:spPr>
            <a:xfrm>
              <a:off x="1871640" y="2911320"/>
              <a:ext cx="94212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5" name="Oval 13"/>
            <p:cNvSpPr/>
            <p:nvPr/>
          </p:nvSpPr>
          <p:spPr>
            <a:xfrm>
              <a:off x="1666800" y="2543040"/>
              <a:ext cx="942120" cy="6732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6" name="Oval 14"/>
            <p:cNvSpPr/>
            <p:nvPr/>
          </p:nvSpPr>
          <p:spPr>
            <a:xfrm>
              <a:off x="3798000" y="2568600"/>
              <a:ext cx="941760" cy="6728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07" name="Oval 15"/>
            <p:cNvSpPr/>
            <p:nvPr/>
          </p:nvSpPr>
          <p:spPr>
            <a:xfrm>
              <a:off x="1996200" y="2016000"/>
              <a:ext cx="2457720" cy="13971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608" name="Group 16"/>
          <p:cNvGrpSpPr/>
          <p:nvPr/>
        </p:nvGrpSpPr>
        <p:grpSpPr>
          <a:xfrm>
            <a:off x="5124600" y="3376440"/>
            <a:ext cx="1839240" cy="1146240"/>
            <a:chOff x="5124600" y="3376440"/>
            <a:chExt cx="1839240" cy="1146240"/>
          </a:xfrm>
        </p:grpSpPr>
        <p:sp>
          <p:nvSpPr>
            <p:cNvPr id="3609" name="Oval 17"/>
            <p:cNvSpPr/>
            <p:nvPr/>
          </p:nvSpPr>
          <p:spPr>
            <a:xfrm>
              <a:off x="5235120" y="3589200"/>
              <a:ext cx="559800" cy="3999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0" name="Oval 18"/>
            <p:cNvSpPr/>
            <p:nvPr/>
          </p:nvSpPr>
          <p:spPr>
            <a:xfrm>
              <a:off x="5448960" y="3430440"/>
              <a:ext cx="55980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1" name="Oval 19"/>
            <p:cNvSpPr/>
            <p:nvPr/>
          </p:nvSpPr>
          <p:spPr>
            <a:xfrm>
              <a:off x="5741280" y="3376440"/>
              <a:ext cx="55980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2" name="Oval 20"/>
            <p:cNvSpPr/>
            <p:nvPr/>
          </p:nvSpPr>
          <p:spPr>
            <a:xfrm>
              <a:off x="6040080" y="3436560"/>
              <a:ext cx="559800" cy="4003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3" name="Oval 21"/>
            <p:cNvSpPr/>
            <p:nvPr/>
          </p:nvSpPr>
          <p:spPr>
            <a:xfrm>
              <a:off x="6274080" y="3558960"/>
              <a:ext cx="559800" cy="3999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4" name="Oval 22"/>
            <p:cNvSpPr/>
            <p:nvPr/>
          </p:nvSpPr>
          <p:spPr>
            <a:xfrm>
              <a:off x="6144480" y="4078080"/>
              <a:ext cx="55980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5" name="Oval 23"/>
            <p:cNvSpPr/>
            <p:nvPr/>
          </p:nvSpPr>
          <p:spPr>
            <a:xfrm>
              <a:off x="5871240" y="3993840"/>
              <a:ext cx="55980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6" name="Oval 24"/>
            <p:cNvSpPr/>
            <p:nvPr/>
          </p:nvSpPr>
          <p:spPr>
            <a:xfrm>
              <a:off x="5636880" y="4124160"/>
              <a:ext cx="56124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7" name="Oval 25"/>
            <p:cNvSpPr/>
            <p:nvPr/>
          </p:nvSpPr>
          <p:spPr>
            <a:xfrm>
              <a:off x="5247360" y="4047840"/>
              <a:ext cx="56124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8" name="Oval 26"/>
            <p:cNvSpPr/>
            <p:nvPr/>
          </p:nvSpPr>
          <p:spPr>
            <a:xfrm>
              <a:off x="5124600" y="3825720"/>
              <a:ext cx="559800" cy="3999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19" name="Oval 27"/>
            <p:cNvSpPr/>
            <p:nvPr/>
          </p:nvSpPr>
          <p:spPr>
            <a:xfrm>
              <a:off x="6404040" y="3841560"/>
              <a:ext cx="559800" cy="398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20" name="Oval 28"/>
            <p:cNvSpPr/>
            <p:nvPr/>
          </p:nvSpPr>
          <p:spPr>
            <a:xfrm>
              <a:off x="5320440" y="3506400"/>
              <a:ext cx="1472760" cy="83988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621" name="Freeform 29"/>
          <p:cNvSpPr/>
          <p:nvPr/>
        </p:nvSpPr>
        <p:spPr>
          <a:xfrm>
            <a:off x="3063960" y="4745160"/>
            <a:ext cx="1460520" cy="7714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62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0FEBD35-C9E6-4C87-B1BF-1C48FCED693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62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Others - </a:t>
            </a:r>
            <a:r>
              <a:rPr b="1" lang="nl-NL" sz="1600" spc="-1" strike="noStrike">
                <a:solidFill>
                  <a:srgbClr val="000000"/>
                </a:solidFill>
                <a:latin typeface="Arial"/>
                <a:ea typeface="ＭＳ Ｐゴシック"/>
              </a:rPr>
              <a:t>Ripped sheet</a:t>
            </a:r>
            <a:endParaRPr b="1" lang="en-US" sz="1600" spc="-1" strike="noStrike">
              <a:solidFill>
                <a:srgbClr val="000000"/>
              </a:solidFill>
              <a:latin typeface="Arial"/>
            </a:endParaRPr>
          </a:p>
        </p:txBody>
      </p:sp>
      <p:sp>
        <p:nvSpPr>
          <p:cNvPr id="3625" name="Freeform 3"/>
          <p:cNvSpPr/>
          <p:nvPr/>
        </p:nvSpPr>
        <p:spPr>
          <a:xfrm>
            <a:off x="1336680" y="2116080"/>
            <a:ext cx="6292800" cy="3976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26" name="Rectangle 4"/>
          <p:cNvSpPr/>
          <p:nvPr/>
        </p:nvSpPr>
        <p:spPr>
          <a:xfrm>
            <a:off x="1336680" y="1778040"/>
            <a:ext cx="6292800" cy="338040"/>
          </a:xfrm>
          <a:prstGeom prst="rect">
            <a:avLst/>
          </a:prstGeom>
          <a:solidFill>
            <a:srgbClr val="8099cc"/>
          </a:solidFill>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62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FE3C39-A8D4-4DC3-91FA-2DAF3DE62C0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62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Others - </a:t>
            </a:r>
            <a:r>
              <a:rPr b="1" lang="nl-NL" sz="1600" spc="-1" strike="noStrike">
                <a:solidFill>
                  <a:srgbClr val="000000"/>
                </a:solidFill>
                <a:latin typeface="Arial"/>
                <a:ea typeface="ＭＳ Ｐゴシック"/>
              </a:rPr>
              <a:t>Pins</a:t>
            </a:r>
            <a:endParaRPr b="1" lang="en-US" sz="1600" spc="-1" strike="noStrike">
              <a:solidFill>
                <a:srgbClr val="000000"/>
              </a:solidFill>
              <a:latin typeface="Arial"/>
            </a:endParaRPr>
          </a:p>
        </p:txBody>
      </p:sp>
      <p:grpSp>
        <p:nvGrpSpPr>
          <p:cNvPr id="3630" name="Group 3"/>
          <p:cNvGrpSpPr/>
          <p:nvPr/>
        </p:nvGrpSpPr>
        <p:grpSpPr>
          <a:xfrm>
            <a:off x="5999040" y="2195640"/>
            <a:ext cx="2716200" cy="1468440"/>
            <a:chOff x="5999040" y="2195640"/>
            <a:chExt cx="2716200" cy="1468440"/>
          </a:xfrm>
        </p:grpSpPr>
        <p:sp>
          <p:nvSpPr>
            <p:cNvPr id="3631" name="Freeform 4"/>
            <p:cNvSpPr/>
            <p:nvPr/>
          </p:nvSpPr>
          <p:spPr>
            <a:xfrm>
              <a:off x="5999040" y="2432160"/>
              <a:ext cx="2716200" cy="1231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32" name="Freeform 5"/>
            <p:cNvSpPr/>
            <p:nvPr/>
          </p:nvSpPr>
          <p:spPr>
            <a:xfrm>
              <a:off x="5999040" y="2432160"/>
              <a:ext cx="2499120" cy="485640"/>
            </a:xfrm>
            <a:prstGeom prst="pie">
              <a:avLst/>
            </a:prstGeom>
            <a:solidFill>
              <a:srgbClr val="8099cc"/>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33" name="Rectangle 6"/>
            <p:cNvSpPr/>
            <p:nvPr/>
          </p:nvSpPr>
          <p:spPr>
            <a:xfrm>
              <a:off x="6068880" y="2587680"/>
              <a:ext cx="23515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a:t>
              </a:r>
              <a:endParaRPr b="1" lang="en-US" sz="1100" spc="-1" strike="noStrike">
                <a:solidFill>
                  <a:srgbClr val="000000"/>
                </a:solidFill>
                <a:latin typeface="Arial"/>
              </a:endParaRPr>
            </a:p>
          </p:txBody>
        </p:sp>
        <p:grpSp>
          <p:nvGrpSpPr>
            <p:cNvPr id="3634" name="Group 7"/>
            <p:cNvGrpSpPr/>
            <p:nvPr/>
          </p:nvGrpSpPr>
          <p:grpSpPr>
            <a:xfrm>
              <a:off x="7247880" y="2195640"/>
              <a:ext cx="178200" cy="298440"/>
              <a:chOff x="7247880" y="2195640"/>
              <a:chExt cx="178200" cy="298440"/>
            </a:xfrm>
          </p:grpSpPr>
          <p:sp>
            <p:nvSpPr>
              <p:cNvPr id="3635" name="Freeform 8"/>
              <p:cNvSpPr/>
              <p:nvPr/>
            </p:nvSpPr>
            <p:spPr>
              <a:xfrm>
                <a:off x="7247880" y="2292480"/>
                <a:ext cx="114120" cy="201600"/>
              </a:xfrm>
              <a:prstGeom prst="pie">
                <a:avLst/>
              </a:prstGeom>
              <a:solidFill>
                <a:srgbClr val="4066b2"/>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36" name="Oval 9"/>
              <p:cNvSpPr/>
              <p:nvPr/>
            </p:nvSpPr>
            <p:spPr>
              <a:xfrm rot="1920000">
                <a:off x="7276680" y="2224080"/>
                <a:ext cx="134640" cy="936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19440" bIns="19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3637" name="Group 10"/>
          <p:cNvGrpSpPr/>
          <p:nvPr/>
        </p:nvGrpSpPr>
        <p:grpSpPr>
          <a:xfrm>
            <a:off x="3308400" y="1449360"/>
            <a:ext cx="2960640" cy="2752560"/>
            <a:chOff x="3308400" y="1449360"/>
            <a:chExt cx="2960640" cy="2752560"/>
          </a:xfrm>
        </p:grpSpPr>
        <p:sp>
          <p:nvSpPr>
            <p:cNvPr id="3638" name="Freeform 11"/>
            <p:cNvSpPr/>
            <p:nvPr/>
          </p:nvSpPr>
          <p:spPr>
            <a:xfrm>
              <a:off x="3312720" y="1685520"/>
              <a:ext cx="2956320" cy="25164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39" name="Freeform 12"/>
            <p:cNvSpPr/>
            <p:nvPr/>
          </p:nvSpPr>
          <p:spPr>
            <a:xfrm>
              <a:off x="3312720" y="1685520"/>
              <a:ext cx="2579400" cy="500040"/>
            </a:xfrm>
            <a:prstGeom prst="pie">
              <a:avLst/>
            </a:prstGeom>
            <a:solidFill>
              <a:srgbClr val="8099cc"/>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40" name="Rectangle 13"/>
            <p:cNvSpPr/>
            <p:nvPr/>
          </p:nvSpPr>
          <p:spPr>
            <a:xfrm>
              <a:off x="3308400" y="1848960"/>
              <a:ext cx="25826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a:t>
              </a:r>
              <a:endParaRPr b="1" lang="en-US" sz="1100" spc="-1" strike="noStrike">
                <a:solidFill>
                  <a:srgbClr val="000000"/>
                </a:solidFill>
                <a:latin typeface="Arial"/>
              </a:endParaRPr>
            </a:p>
          </p:txBody>
        </p:sp>
        <p:grpSp>
          <p:nvGrpSpPr>
            <p:cNvPr id="3641" name="Group 14"/>
            <p:cNvGrpSpPr/>
            <p:nvPr/>
          </p:nvGrpSpPr>
          <p:grpSpPr>
            <a:xfrm>
              <a:off x="4389480" y="1449360"/>
              <a:ext cx="180360" cy="298080"/>
              <a:chOff x="4389480" y="1449360"/>
              <a:chExt cx="180360" cy="298080"/>
            </a:xfrm>
          </p:grpSpPr>
          <p:sp>
            <p:nvSpPr>
              <p:cNvPr id="3642" name="Freeform 15"/>
              <p:cNvSpPr/>
              <p:nvPr/>
            </p:nvSpPr>
            <p:spPr>
              <a:xfrm>
                <a:off x="4455720" y="1545840"/>
                <a:ext cx="114120" cy="201600"/>
              </a:xfrm>
              <a:prstGeom prst="pie">
                <a:avLst/>
              </a:prstGeom>
              <a:solidFill>
                <a:srgbClr val="4066b2"/>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43" name="Oval 16"/>
              <p:cNvSpPr/>
              <p:nvPr/>
            </p:nvSpPr>
            <p:spPr>
              <a:xfrm flipH="1" rot="19680000">
                <a:off x="4403520" y="1477800"/>
                <a:ext cx="134640" cy="9396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19800" bIns="19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3644" name="Group 17"/>
          <p:cNvGrpSpPr/>
          <p:nvPr/>
        </p:nvGrpSpPr>
        <p:grpSpPr>
          <a:xfrm>
            <a:off x="784080" y="1568520"/>
            <a:ext cx="2814840" cy="3456000"/>
            <a:chOff x="784080" y="1568520"/>
            <a:chExt cx="2814840" cy="3456000"/>
          </a:xfrm>
        </p:grpSpPr>
        <p:grpSp>
          <p:nvGrpSpPr>
            <p:cNvPr id="3645" name="Group 18"/>
            <p:cNvGrpSpPr/>
            <p:nvPr/>
          </p:nvGrpSpPr>
          <p:grpSpPr>
            <a:xfrm>
              <a:off x="784080" y="1822680"/>
              <a:ext cx="2814840" cy="3201840"/>
              <a:chOff x="784080" y="1822680"/>
              <a:chExt cx="2814840" cy="3201840"/>
            </a:xfrm>
          </p:grpSpPr>
          <p:sp>
            <p:nvSpPr>
              <p:cNvPr id="3646" name="Freeform 19"/>
              <p:cNvSpPr/>
              <p:nvPr/>
            </p:nvSpPr>
            <p:spPr>
              <a:xfrm>
                <a:off x="784080" y="1822680"/>
                <a:ext cx="2814840" cy="3201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47" name="Freeform 20"/>
              <p:cNvSpPr/>
              <p:nvPr/>
            </p:nvSpPr>
            <p:spPr>
              <a:xfrm>
                <a:off x="784080" y="1822680"/>
                <a:ext cx="2392560" cy="500040"/>
              </a:xfrm>
              <a:prstGeom prst="pie">
                <a:avLst/>
              </a:prstGeom>
              <a:solidFill>
                <a:srgbClr val="8099cc"/>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48" name="Rectangle 21"/>
              <p:cNvSpPr/>
              <p:nvPr/>
            </p:nvSpPr>
            <p:spPr>
              <a:xfrm>
                <a:off x="854280" y="1986120"/>
                <a:ext cx="22503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a:t>
                </a:r>
                <a:endParaRPr b="1" lang="en-US" sz="1100" spc="-1" strike="noStrike">
                  <a:solidFill>
                    <a:srgbClr val="000000"/>
                  </a:solidFill>
                  <a:latin typeface="Arial"/>
                </a:endParaRPr>
              </a:p>
            </p:txBody>
          </p:sp>
        </p:grpSp>
        <p:grpSp>
          <p:nvGrpSpPr>
            <p:cNvPr id="3649" name="Group 22"/>
            <p:cNvGrpSpPr/>
            <p:nvPr/>
          </p:nvGrpSpPr>
          <p:grpSpPr>
            <a:xfrm>
              <a:off x="2167200" y="1568520"/>
              <a:ext cx="178200" cy="298440"/>
              <a:chOff x="2167200" y="1568520"/>
              <a:chExt cx="178200" cy="298440"/>
            </a:xfrm>
          </p:grpSpPr>
          <p:sp>
            <p:nvSpPr>
              <p:cNvPr id="3650" name="Freeform 23"/>
              <p:cNvSpPr/>
              <p:nvPr/>
            </p:nvSpPr>
            <p:spPr>
              <a:xfrm>
                <a:off x="2167200" y="1665360"/>
                <a:ext cx="113760" cy="201600"/>
              </a:xfrm>
              <a:prstGeom prst="pie">
                <a:avLst/>
              </a:prstGeom>
              <a:solidFill>
                <a:srgbClr val="4066b2"/>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51" name="Oval 24"/>
              <p:cNvSpPr/>
              <p:nvPr/>
            </p:nvSpPr>
            <p:spPr>
              <a:xfrm rot="1920000">
                <a:off x="2196000" y="1596960"/>
                <a:ext cx="134640" cy="9396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19800" bIns="19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3652" name="Group 25"/>
          <p:cNvGrpSpPr/>
          <p:nvPr/>
        </p:nvGrpSpPr>
        <p:grpSpPr>
          <a:xfrm>
            <a:off x="2752560" y="4422960"/>
            <a:ext cx="2605320" cy="1591560"/>
            <a:chOff x="2752560" y="4422960"/>
            <a:chExt cx="2605320" cy="1591560"/>
          </a:xfrm>
        </p:grpSpPr>
        <p:sp>
          <p:nvSpPr>
            <p:cNvPr id="3653" name="Freeform 26"/>
            <p:cNvSpPr/>
            <p:nvPr/>
          </p:nvSpPr>
          <p:spPr>
            <a:xfrm>
              <a:off x="2752560" y="4641480"/>
              <a:ext cx="2605320" cy="1373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54" name="Freeform 27"/>
            <p:cNvSpPr/>
            <p:nvPr/>
          </p:nvSpPr>
          <p:spPr>
            <a:xfrm>
              <a:off x="2752560" y="4641480"/>
              <a:ext cx="2394000" cy="499680"/>
            </a:xfrm>
            <a:prstGeom prst="pie">
              <a:avLst/>
            </a:prstGeom>
            <a:solidFill>
              <a:srgbClr val="8099cc"/>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3655" name="Group 28"/>
            <p:cNvGrpSpPr/>
            <p:nvPr/>
          </p:nvGrpSpPr>
          <p:grpSpPr>
            <a:xfrm>
              <a:off x="3809520" y="4422960"/>
              <a:ext cx="179280" cy="297720"/>
              <a:chOff x="3809520" y="4422960"/>
              <a:chExt cx="179280" cy="297720"/>
            </a:xfrm>
          </p:grpSpPr>
          <p:sp>
            <p:nvSpPr>
              <p:cNvPr id="3656" name="Freeform 29"/>
              <p:cNvSpPr/>
              <p:nvPr/>
            </p:nvSpPr>
            <p:spPr>
              <a:xfrm>
                <a:off x="3875040" y="4519440"/>
                <a:ext cx="113760" cy="201240"/>
              </a:xfrm>
              <a:prstGeom prst="pie">
                <a:avLst/>
              </a:prstGeom>
              <a:solidFill>
                <a:srgbClr val="4066b2"/>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57" name="Oval 30"/>
              <p:cNvSpPr/>
              <p:nvPr/>
            </p:nvSpPr>
            <p:spPr>
              <a:xfrm flipH="1" rot="19680000">
                <a:off x="3823560" y="4451400"/>
                <a:ext cx="134640" cy="9324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19080" bIns="190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658" name="Rectangle 31"/>
            <p:cNvSpPr/>
            <p:nvPr/>
          </p:nvSpPr>
          <p:spPr>
            <a:xfrm>
              <a:off x="2779920" y="4804920"/>
              <a:ext cx="22532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a:t>
              </a:r>
              <a:endParaRPr b="1" lang="en-US" sz="1100" spc="-1" strike="noStrike">
                <a:solidFill>
                  <a:srgbClr val="000000"/>
                </a:solidFill>
                <a:latin typeface="Arial"/>
              </a:endParaRPr>
            </a:p>
          </p:txBody>
        </p:sp>
      </p:grpSp>
      <p:grpSp>
        <p:nvGrpSpPr>
          <p:cNvPr id="3659" name="Group 32"/>
          <p:cNvGrpSpPr/>
          <p:nvPr/>
        </p:nvGrpSpPr>
        <p:grpSpPr>
          <a:xfrm>
            <a:off x="5425920" y="3868920"/>
            <a:ext cx="2745000" cy="1993680"/>
            <a:chOff x="5425920" y="3868920"/>
            <a:chExt cx="2745000" cy="1993680"/>
          </a:xfrm>
        </p:grpSpPr>
        <p:sp>
          <p:nvSpPr>
            <p:cNvPr id="3660" name="Freeform 33"/>
            <p:cNvSpPr/>
            <p:nvPr/>
          </p:nvSpPr>
          <p:spPr>
            <a:xfrm>
              <a:off x="5425920" y="4108680"/>
              <a:ext cx="2745000" cy="1753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61" name="Freeform 34"/>
            <p:cNvSpPr/>
            <p:nvPr/>
          </p:nvSpPr>
          <p:spPr>
            <a:xfrm>
              <a:off x="5425920" y="4108680"/>
              <a:ext cx="2400480" cy="500040"/>
            </a:xfrm>
            <a:prstGeom prst="pie">
              <a:avLst/>
            </a:prstGeom>
            <a:solidFill>
              <a:srgbClr val="8099cc"/>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3662" name="Group 35"/>
            <p:cNvGrpSpPr/>
            <p:nvPr/>
          </p:nvGrpSpPr>
          <p:grpSpPr>
            <a:xfrm>
              <a:off x="6608520" y="3868920"/>
              <a:ext cx="178200" cy="298440"/>
              <a:chOff x="6608520" y="3868920"/>
              <a:chExt cx="178200" cy="298440"/>
            </a:xfrm>
          </p:grpSpPr>
          <p:sp>
            <p:nvSpPr>
              <p:cNvPr id="3663" name="Freeform 36"/>
              <p:cNvSpPr/>
              <p:nvPr/>
            </p:nvSpPr>
            <p:spPr>
              <a:xfrm>
                <a:off x="6608520" y="3965760"/>
                <a:ext cx="114120" cy="201600"/>
              </a:xfrm>
              <a:prstGeom prst="pie">
                <a:avLst/>
              </a:prstGeom>
              <a:solidFill>
                <a:srgbClr val="4066b2"/>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64" name="Oval 37"/>
              <p:cNvSpPr/>
              <p:nvPr/>
            </p:nvSpPr>
            <p:spPr>
              <a:xfrm rot="1920000">
                <a:off x="6637320" y="3897360"/>
                <a:ext cx="134640" cy="936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19440" bIns="19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665" name="Rectangle 38"/>
            <p:cNvSpPr/>
            <p:nvPr/>
          </p:nvSpPr>
          <p:spPr>
            <a:xfrm>
              <a:off x="5497560" y="4272120"/>
              <a:ext cx="22510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66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87EC53-F999-4BD4-A09E-8FACBC092F5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66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Others - </a:t>
            </a:r>
            <a:r>
              <a:rPr b="1" lang="nl-NL" sz="1600" spc="-1" strike="noStrike">
                <a:solidFill>
                  <a:srgbClr val="000000"/>
                </a:solidFill>
                <a:latin typeface="Arial"/>
                <a:ea typeface="ＭＳ Ｐゴシック"/>
              </a:rPr>
              <a:t>Trackers</a:t>
            </a:r>
            <a:endParaRPr b="1" lang="en-US" sz="1600" spc="-1" strike="noStrike">
              <a:solidFill>
                <a:srgbClr val="000000"/>
              </a:solidFill>
              <a:latin typeface="Arial"/>
            </a:endParaRPr>
          </a:p>
        </p:txBody>
      </p:sp>
      <p:grpSp>
        <p:nvGrpSpPr>
          <p:cNvPr id="3669" name="Group 3"/>
          <p:cNvGrpSpPr/>
          <p:nvPr/>
        </p:nvGrpSpPr>
        <p:grpSpPr>
          <a:xfrm>
            <a:off x="716040" y="2762280"/>
            <a:ext cx="1198440" cy="666720"/>
            <a:chOff x="716040" y="2762280"/>
            <a:chExt cx="1198440" cy="666720"/>
          </a:xfrm>
        </p:grpSpPr>
        <p:sp>
          <p:nvSpPr>
            <p:cNvPr id="3670" name="Rectangle 4"/>
            <p:cNvSpPr/>
            <p:nvPr/>
          </p:nvSpPr>
          <p:spPr>
            <a:xfrm>
              <a:off x="716040" y="3002040"/>
              <a:ext cx="443880" cy="187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71" name="Rectangle 5"/>
            <p:cNvSpPr/>
            <p:nvPr/>
          </p:nvSpPr>
          <p:spPr>
            <a:xfrm>
              <a:off x="1470600" y="2762280"/>
              <a:ext cx="443880" cy="189000"/>
            </a:xfrm>
            <a:prstGeom prst="rect">
              <a:avLst/>
            </a:pr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72" name="Rectangle 6"/>
            <p:cNvSpPr/>
            <p:nvPr/>
          </p:nvSpPr>
          <p:spPr>
            <a:xfrm>
              <a:off x="1470600" y="3000600"/>
              <a:ext cx="443880" cy="188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73" name="Rectangle 7"/>
            <p:cNvSpPr/>
            <p:nvPr/>
          </p:nvSpPr>
          <p:spPr>
            <a:xfrm>
              <a:off x="1470600" y="324000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674" name="AutoShape 8"/>
            <p:cNvCxnSpPr>
              <a:stCxn id="3671" idx="1"/>
              <a:endCxn id="3670" idx="3"/>
            </p:cNvCxnSpPr>
            <p:nvPr/>
          </p:nvCxnSpPr>
          <p:spPr>
            <a:xfrm flipV="1" rot="10800000">
              <a:off x="1159200" y="2856600"/>
              <a:ext cx="311040" cy="238680"/>
            </a:xfrm>
            <a:prstGeom prst="bentConnector3">
              <a:avLst>
                <a:gd name="adj1" fmla="val 49942"/>
              </a:avLst>
            </a:prstGeom>
            <a:ln w="12600">
              <a:solidFill>
                <a:srgbClr val="003399"/>
              </a:solidFill>
              <a:miter/>
            </a:ln>
          </p:spPr>
        </p:cxnSp>
        <p:cxnSp>
          <p:nvCxnSpPr>
            <p:cNvPr id="3675" name="AutoShape 9"/>
            <p:cNvCxnSpPr>
              <a:stCxn id="3670" idx="3"/>
              <a:endCxn id="3672" idx="1"/>
            </p:cNvCxnSpPr>
            <p:nvPr/>
          </p:nvCxnSpPr>
          <p:spPr>
            <a:xfrm>
              <a:off x="1159920" y="3095280"/>
              <a:ext cx="311040" cy="1080"/>
            </a:xfrm>
            <a:prstGeom prst="straightConnector1">
              <a:avLst/>
            </a:prstGeom>
            <a:ln w="12600">
              <a:solidFill>
                <a:srgbClr val="003399"/>
              </a:solidFill>
              <a:miter/>
            </a:ln>
          </p:spPr>
        </p:cxnSp>
        <p:cxnSp>
          <p:nvCxnSpPr>
            <p:cNvPr id="3676" name="AutoShape 10"/>
            <p:cNvCxnSpPr>
              <a:stCxn id="3670" idx="3"/>
              <a:endCxn id="3673" idx="1"/>
            </p:cNvCxnSpPr>
            <p:nvPr/>
          </p:nvCxnSpPr>
          <p:spPr>
            <a:xfrm>
              <a:off x="1159920" y="3095640"/>
              <a:ext cx="311040" cy="240480"/>
            </a:xfrm>
            <a:prstGeom prst="bentConnector3">
              <a:avLst>
                <a:gd name="adj1" fmla="val 49942"/>
              </a:avLst>
            </a:prstGeom>
            <a:ln w="12600">
              <a:solidFill>
                <a:srgbClr val="003399"/>
              </a:solidFill>
              <a:miter/>
            </a:ln>
          </p:spPr>
        </p:cxnSp>
      </p:grpSp>
      <p:grpSp>
        <p:nvGrpSpPr>
          <p:cNvPr id="3677" name="Group 11"/>
          <p:cNvGrpSpPr/>
          <p:nvPr/>
        </p:nvGrpSpPr>
        <p:grpSpPr>
          <a:xfrm>
            <a:off x="2865600" y="2762280"/>
            <a:ext cx="1198440" cy="666720"/>
            <a:chOff x="2865600" y="2762280"/>
            <a:chExt cx="1198440" cy="666720"/>
          </a:xfrm>
        </p:grpSpPr>
        <p:sp>
          <p:nvSpPr>
            <p:cNvPr id="3678" name="Rectangle 12"/>
            <p:cNvSpPr/>
            <p:nvPr/>
          </p:nvSpPr>
          <p:spPr>
            <a:xfrm>
              <a:off x="2865600" y="3002040"/>
              <a:ext cx="443880" cy="187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79" name="Rectangle 13"/>
            <p:cNvSpPr/>
            <p:nvPr/>
          </p:nvSpPr>
          <p:spPr>
            <a:xfrm>
              <a:off x="3620160" y="276228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80" name="Rectangle 14"/>
            <p:cNvSpPr/>
            <p:nvPr/>
          </p:nvSpPr>
          <p:spPr>
            <a:xfrm>
              <a:off x="3620160" y="3000240"/>
              <a:ext cx="443880" cy="189000"/>
            </a:xfrm>
            <a:prstGeom prst="rect">
              <a:avLst/>
            </a:pr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81" name="Rectangle 15"/>
            <p:cNvSpPr/>
            <p:nvPr/>
          </p:nvSpPr>
          <p:spPr>
            <a:xfrm>
              <a:off x="3620160" y="324000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682" name="AutoShape 16"/>
            <p:cNvCxnSpPr>
              <a:stCxn id="3679" idx="1"/>
              <a:endCxn id="3678" idx="3"/>
            </p:cNvCxnSpPr>
            <p:nvPr/>
          </p:nvCxnSpPr>
          <p:spPr>
            <a:xfrm flipV="1" rot="10800000">
              <a:off x="3308760" y="2856960"/>
              <a:ext cx="311040" cy="239040"/>
            </a:xfrm>
            <a:prstGeom prst="bentConnector3">
              <a:avLst>
                <a:gd name="adj1" fmla="val 49942"/>
              </a:avLst>
            </a:prstGeom>
            <a:ln w="12600">
              <a:solidFill>
                <a:srgbClr val="003399"/>
              </a:solidFill>
              <a:miter/>
            </a:ln>
          </p:spPr>
        </p:cxnSp>
        <p:cxnSp>
          <p:nvCxnSpPr>
            <p:cNvPr id="3683" name="AutoShape 17"/>
            <p:cNvCxnSpPr>
              <a:stCxn id="3678" idx="3"/>
              <a:endCxn id="3680" idx="1"/>
            </p:cNvCxnSpPr>
            <p:nvPr/>
          </p:nvCxnSpPr>
          <p:spPr>
            <a:xfrm>
              <a:off x="3309480" y="3095280"/>
              <a:ext cx="311040" cy="1080"/>
            </a:xfrm>
            <a:prstGeom prst="straightConnector1">
              <a:avLst/>
            </a:prstGeom>
            <a:ln w="12600">
              <a:solidFill>
                <a:srgbClr val="003399"/>
              </a:solidFill>
              <a:miter/>
            </a:ln>
          </p:spPr>
        </p:cxnSp>
        <p:cxnSp>
          <p:nvCxnSpPr>
            <p:cNvPr id="3684" name="AutoShape 18"/>
            <p:cNvCxnSpPr>
              <a:stCxn id="3678" idx="3"/>
              <a:endCxn id="3681" idx="1"/>
            </p:cNvCxnSpPr>
            <p:nvPr/>
          </p:nvCxnSpPr>
          <p:spPr>
            <a:xfrm>
              <a:off x="3309480" y="3095640"/>
              <a:ext cx="311040" cy="240480"/>
            </a:xfrm>
            <a:prstGeom prst="bentConnector3">
              <a:avLst>
                <a:gd name="adj1" fmla="val 49942"/>
              </a:avLst>
            </a:prstGeom>
            <a:ln w="12600">
              <a:solidFill>
                <a:srgbClr val="003399"/>
              </a:solidFill>
              <a:miter/>
            </a:ln>
          </p:spPr>
        </p:cxnSp>
      </p:grpSp>
      <p:grpSp>
        <p:nvGrpSpPr>
          <p:cNvPr id="3685" name="Group 19"/>
          <p:cNvGrpSpPr/>
          <p:nvPr/>
        </p:nvGrpSpPr>
        <p:grpSpPr>
          <a:xfrm>
            <a:off x="5013360" y="2760840"/>
            <a:ext cx="1198440" cy="666720"/>
            <a:chOff x="5013360" y="2760840"/>
            <a:chExt cx="1198440" cy="666720"/>
          </a:xfrm>
        </p:grpSpPr>
        <p:sp>
          <p:nvSpPr>
            <p:cNvPr id="3686" name="Rectangle 20"/>
            <p:cNvSpPr/>
            <p:nvPr/>
          </p:nvSpPr>
          <p:spPr>
            <a:xfrm>
              <a:off x="5013360" y="3000600"/>
              <a:ext cx="443880" cy="187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87" name="Rectangle 21"/>
            <p:cNvSpPr/>
            <p:nvPr/>
          </p:nvSpPr>
          <p:spPr>
            <a:xfrm>
              <a:off x="5767920" y="276084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88" name="Rectangle 22"/>
            <p:cNvSpPr/>
            <p:nvPr/>
          </p:nvSpPr>
          <p:spPr>
            <a:xfrm>
              <a:off x="5767920" y="2999160"/>
              <a:ext cx="443880" cy="188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89" name="Rectangle 23"/>
            <p:cNvSpPr/>
            <p:nvPr/>
          </p:nvSpPr>
          <p:spPr>
            <a:xfrm>
              <a:off x="5767920" y="3238560"/>
              <a:ext cx="443880" cy="189000"/>
            </a:xfrm>
            <a:prstGeom prst="rect">
              <a:avLst/>
            </a:pr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690" name="AutoShape 24"/>
            <p:cNvCxnSpPr>
              <a:stCxn id="3687" idx="1"/>
              <a:endCxn id="3686" idx="3"/>
            </p:cNvCxnSpPr>
            <p:nvPr/>
          </p:nvCxnSpPr>
          <p:spPr>
            <a:xfrm flipV="1" rot="10800000">
              <a:off x="5456520" y="2855160"/>
              <a:ext cx="311040" cy="238680"/>
            </a:xfrm>
            <a:prstGeom prst="bentConnector3">
              <a:avLst>
                <a:gd name="adj1" fmla="val 49942"/>
              </a:avLst>
            </a:prstGeom>
            <a:ln w="12600">
              <a:solidFill>
                <a:srgbClr val="003399"/>
              </a:solidFill>
              <a:miter/>
            </a:ln>
          </p:spPr>
        </p:cxnSp>
        <p:cxnSp>
          <p:nvCxnSpPr>
            <p:cNvPr id="3691" name="AutoShape 25"/>
            <p:cNvCxnSpPr>
              <a:stCxn id="3686" idx="3"/>
              <a:endCxn id="3688" idx="1"/>
            </p:cNvCxnSpPr>
            <p:nvPr/>
          </p:nvCxnSpPr>
          <p:spPr>
            <a:xfrm>
              <a:off x="5457240" y="3093840"/>
              <a:ext cx="311040" cy="1080"/>
            </a:xfrm>
            <a:prstGeom prst="straightConnector1">
              <a:avLst/>
            </a:prstGeom>
            <a:ln w="12600">
              <a:solidFill>
                <a:srgbClr val="003399"/>
              </a:solidFill>
              <a:miter/>
            </a:ln>
          </p:spPr>
        </p:cxnSp>
        <p:cxnSp>
          <p:nvCxnSpPr>
            <p:cNvPr id="3692" name="AutoShape 26"/>
            <p:cNvCxnSpPr>
              <a:stCxn id="3686" idx="3"/>
              <a:endCxn id="3689" idx="1"/>
            </p:cNvCxnSpPr>
            <p:nvPr/>
          </p:nvCxnSpPr>
          <p:spPr>
            <a:xfrm>
              <a:off x="5457240" y="3094200"/>
              <a:ext cx="311040" cy="240480"/>
            </a:xfrm>
            <a:prstGeom prst="bentConnector3">
              <a:avLst>
                <a:gd name="adj1" fmla="val 49942"/>
              </a:avLst>
            </a:prstGeom>
            <a:ln w="12600">
              <a:solidFill>
                <a:srgbClr val="003399"/>
              </a:solidFill>
              <a:miter/>
            </a:ln>
          </p:spPr>
        </p:cxnSp>
      </p:grpSp>
      <p:grpSp>
        <p:nvGrpSpPr>
          <p:cNvPr id="3693" name="Group 27"/>
          <p:cNvGrpSpPr/>
          <p:nvPr/>
        </p:nvGrpSpPr>
        <p:grpSpPr>
          <a:xfrm>
            <a:off x="7161120" y="2762280"/>
            <a:ext cx="1198440" cy="666720"/>
            <a:chOff x="7161120" y="2762280"/>
            <a:chExt cx="1198440" cy="666720"/>
          </a:xfrm>
        </p:grpSpPr>
        <p:sp>
          <p:nvSpPr>
            <p:cNvPr id="3694" name="Rectangle 28"/>
            <p:cNvSpPr/>
            <p:nvPr/>
          </p:nvSpPr>
          <p:spPr>
            <a:xfrm>
              <a:off x="7161120" y="3001680"/>
              <a:ext cx="443880" cy="1875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95" name="Rectangle 29"/>
            <p:cNvSpPr/>
            <p:nvPr/>
          </p:nvSpPr>
          <p:spPr>
            <a:xfrm>
              <a:off x="7915680" y="2762280"/>
              <a:ext cx="443880" cy="1886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96" name="Rectangle 30"/>
            <p:cNvSpPr/>
            <p:nvPr/>
          </p:nvSpPr>
          <p:spPr>
            <a:xfrm>
              <a:off x="7915680" y="300024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697" name="Rectangle 31"/>
            <p:cNvSpPr/>
            <p:nvPr/>
          </p:nvSpPr>
          <p:spPr>
            <a:xfrm>
              <a:off x="7915680" y="324000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698" name="AutoShape 32"/>
            <p:cNvCxnSpPr>
              <a:stCxn id="3695" idx="1"/>
              <a:endCxn id="3694" idx="3"/>
            </p:cNvCxnSpPr>
            <p:nvPr/>
          </p:nvCxnSpPr>
          <p:spPr>
            <a:xfrm flipV="1" rot="10800000">
              <a:off x="7604280" y="2856960"/>
              <a:ext cx="311400" cy="239040"/>
            </a:xfrm>
            <a:prstGeom prst="bentConnector3">
              <a:avLst>
                <a:gd name="adj1" fmla="val 50000"/>
              </a:avLst>
            </a:prstGeom>
            <a:ln w="12600">
              <a:solidFill>
                <a:srgbClr val="003399"/>
              </a:solidFill>
              <a:miter/>
            </a:ln>
          </p:spPr>
        </p:cxnSp>
        <p:cxnSp>
          <p:nvCxnSpPr>
            <p:cNvPr id="3699" name="AutoShape 33"/>
            <p:cNvCxnSpPr>
              <a:stCxn id="3694" idx="3"/>
              <a:endCxn id="3696" idx="1"/>
            </p:cNvCxnSpPr>
            <p:nvPr/>
          </p:nvCxnSpPr>
          <p:spPr>
            <a:xfrm>
              <a:off x="7604640" y="3095280"/>
              <a:ext cx="311400" cy="1080"/>
            </a:xfrm>
            <a:prstGeom prst="straightConnector1">
              <a:avLst/>
            </a:prstGeom>
            <a:ln w="12600">
              <a:solidFill>
                <a:srgbClr val="003399"/>
              </a:solidFill>
              <a:miter/>
            </a:ln>
          </p:spPr>
        </p:cxnSp>
        <p:cxnSp>
          <p:nvCxnSpPr>
            <p:cNvPr id="3700" name="AutoShape 34"/>
            <p:cNvCxnSpPr>
              <a:stCxn id="3694" idx="3"/>
              <a:endCxn id="3697" idx="1"/>
            </p:cNvCxnSpPr>
            <p:nvPr/>
          </p:nvCxnSpPr>
          <p:spPr>
            <a:xfrm>
              <a:off x="7604640" y="3095640"/>
              <a:ext cx="311400" cy="240480"/>
            </a:xfrm>
            <a:prstGeom prst="bentConnector3">
              <a:avLst>
                <a:gd name="adj1" fmla="val 50000"/>
              </a:avLst>
            </a:prstGeom>
            <a:ln w="12600">
              <a:solidFill>
                <a:srgbClr val="003399"/>
              </a:solidFill>
              <a:miter/>
            </a:ln>
          </p:spPr>
        </p:cxnSp>
      </p:grpSp>
      <p:grpSp>
        <p:nvGrpSpPr>
          <p:cNvPr id="3701" name="Group 35"/>
          <p:cNvGrpSpPr/>
          <p:nvPr/>
        </p:nvGrpSpPr>
        <p:grpSpPr>
          <a:xfrm>
            <a:off x="716040" y="1584360"/>
            <a:ext cx="1198440" cy="566640"/>
            <a:chOff x="716040" y="1584360"/>
            <a:chExt cx="1198440" cy="566640"/>
          </a:xfrm>
        </p:grpSpPr>
        <p:sp>
          <p:nvSpPr>
            <p:cNvPr id="3702" name="Rectangle 36"/>
            <p:cNvSpPr/>
            <p:nvPr/>
          </p:nvSpPr>
          <p:spPr>
            <a:xfrm>
              <a:off x="716040" y="1773360"/>
              <a:ext cx="443880" cy="187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03" name="Rectangle 37"/>
            <p:cNvSpPr/>
            <p:nvPr/>
          </p:nvSpPr>
          <p:spPr>
            <a:xfrm>
              <a:off x="1470600" y="1584360"/>
              <a:ext cx="443880" cy="189000"/>
            </a:xfrm>
            <a:prstGeom prst="rect">
              <a:avLst/>
            </a:pr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04" name="Rectangle 38"/>
            <p:cNvSpPr/>
            <p:nvPr/>
          </p:nvSpPr>
          <p:spPr>
            <a:xfrm>
              <a:off x="1470600" y="196200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705" name="AutoShape 39"/>
            <p:cNvCxnSpPr>
              <a:stCxn id="3703" idx="1"/>
              <a:endCxn id="3702" idx="3"/>
            </p:cNvCxnSpPr>
            <p:nvPr/>
          </p:nvCxnSpPr>
          <p:spPr>
            <a:xfrm flipV="1" rot="10800000">
              <a:off x="1159200" y="1678320"/>
              <a:ext cx="311040" cy="188280"/>
            </a:xfrm>
            <a:prstGeom prst="bentConnector3">
              <a:avLst>
                <a:gd name="adj1" fmla="val 49942"/>
              </a:avLst>
            </a:prstGeom>
            <a:ln w="12600">
              <a:solidFill>
                <a:srgbClr val="003399"/>
              </a:solidFill>
              <a:miter/>
            </a:ln>
          </p:spPr>
        </p:cxnSp>
        <p:cxnSp>
          <p:nvCxnSpPr>
            <p:cNvPr id="3706" name="AutoShape 40"/>
            <p:cNvCxnSpPr>
              <a:stCxn id="3702" idx="3"/>
              <a:endCxn id="3704" idx="1"/>
            </p:cNvCxnSpPr>
            <p:nvPr/>
          </p:nvCxnSpPr>
          <p:spPr>
            <a:xfrm>
              <a:off x="1159920" y="1866600"/>
              <a:ext cx="311040" cy="191160"/>
            </a:xfrm>
            <a:prstGeom prst="bentConnector3">
              <a:avLst>
                <a:gd name="adj1" fmla="val 49942"/>
              </a:avLst>
            </a:prstGeom>
            <a:ln w="12600">
              <a:solidFill>
                <a:srgbClr val="003399"/>
              </a:solidFill>
              <a:miter/>
            </a:ln>
          </p:spPr>
        </p:cxnSp>
      </p:grpSp>
      <p:grpSp>
        <p:nvGrpSpPr>
          <p:cNvPr id="3707" name="Group 41"/>
          <p:cNvGrpSpPr/>
          <p:nvPr/>
        </p:nvGrpSpPr>
        <p:grpSpPr>
          <a:xfrm>
            <a:off x="3938760" y="1584360"/>
            <a:ext cx="1198080" cy="566640"/>
            <a:chOff x="3938760" y="1584360"/>
            <a:chExt cx="1198080" cy="566640"/>
          </a:xfrm>
        </p:grpSpPr>
        <p:sp>
          <p:nvSpPr>
            <p:cNvPr id="3708" name="Rectangle 42"/>
            <p:cNvSpPr/>
            <p:nvPr/>
          </p:nvSpPr>
          <p:spPr>
            <a:xfrm>
              <a:off x="3938760" y="1773360"/>
              <a:ext cx="443880" cy="187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09" name="Rectangle 43"/>
            <p:cNvSpPr/>
            <p:nvPr/>
          </p:nvSpPr>
          <p:spPr>
            <a:xfrm>
              <a:off x="4692960" y="158436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10" name="Rectangle 44"/>
            <p:cNvSpPr/>
            <p:nvPr/>
          </p:nvSpPr>
          <p:spPr>
            <a:xfrm>
              <a:off x="4692960" y="1962000"/>
              <a:ext cx="443880" cy="189000"/>
            </a:xfrm>
            <a:prstGeom prst="rect">
              <a:avLst/>
            </a:pr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711" name="AutoShape 45"/>
            <p:cNvCxnSpPr>
              <a:stCxn id="3709" idx="1"/>
              <a:endCxn id="3708" idx="3"/>
            </p:cNvCxnSpPr>
            <p:nvPr/>
          </p:nvCxnSpPr>
          <p:spPr>
            <a:xfrm flipV="1" rot="10800000">
              <a:off x="4381920" y="1678320"/>
              <a:ext cx="310680" cy="188280"/>
            </a:xfrm>
            <a:prstGeom prst="bentConnector3">
              <a:avLst>
                <a:gd name="adj1" fmla="val 50000"/>
              </a:avLst>
            </a:prstGeom>
            <a:ln w="12600">
              <a:solidFill>
                <a:srgbClr val="003399"/>
              </a:solidFill>
              <a:miter/>
            </a:ln>
          </p:spPr>
        </p:cxnSp>
        <p:cxnSp>
          <p:nvCxnSpPr>
            <p:cNvPr id="3712" name="AutoShape 46"/>
            <p:cNvCxnSpPr>
              <a:stCxn id="3708" idx="3"/>
              <a:endCxn id="3710" idx="1"/>
            </p:cNvCxnSpPr>
            <p:nvPr/>
          </p:nvCxnSpPr>
          <p:spPr>
            <a:xfrm>
              <a:off x="4382280" y="1866600"/>
              <a:ext cx="310680" cy="191160"/>
            </a:xfrm>
            <a:prstGeom prst="bentConnector3">
              <a:avLst>
                <a:gd name="adj1" fmla="val 50000"/>
              </a:avLst>
            </a:prstGeom>
            <a:ln w="12600">
              <a:solidFill>
                <a:srgbClr val="003399"/>
              </a:solidFill>
              <a:miter/>
            </a:ln>
          </p:spPr>
        </p:cxnSp>
      </p:grpSp>
      <p:grpSp>
        <p:nvGrpSpPr>
          <p:cNvPr id="3713" name="Group 47"/>
          <p:cNvGrpSpPr/>
          <p:nvPr/>
        </p:nvGrpSpPr>
        <p:grpSpPr>
          <a:xfrm>
            <a:off x="7161120" y="1584360"/>
            <a:ext cx="1198440" cy="566640"/>
            <a:chOff x="7161120" y="1584360"/>
            <a:chExt cx="1198440" cy="566640"/>
          </a:xfrm>
        </p:grpSpPr>
        <p:sp>
          <p:nvSpPr>
            <p:cNvPr id="3714" name="Rectangle 48"/>
            <p:cNvSpPr/>
            <p:nvPr/>
          </p:nvSpPr>
          <p:spPr>
            <a:xfrm>
              <a:off x="7161120" y="1773360"/>
              <a:ext cx="443880" cy="1872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15" name="Rectangle 49"/>
            <p:cNvSpPr/>
            <p:nvPr/>
          </p:nvSpPr>
          <p:spPr>
            <a:xfrm>
              <a:off x="7915680" y="158436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16" name="Rectangle 50"/>
            <p:cNvSpPr/>
            <p:nvPr/>
          </p:nvSpPr>
          <p:spPr>
            <a:xfrm>
              <a:off x="7915680" y="1962000"/>
              <a:ext cx="443880" cy="189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cxnSp>
          <p:nvCxnSpPr>
            <p:cNvPr id="3717" name="AutoShape 51"/>
            <p:cNvCxnSpPr>
              <a:stCxn id="3715" idx="1"/>
              <a:endCxn id="3714" idx="3"/>
            </p:cNvCxnSpPr>
            <p:nvPr/>
          </p:nvCxnSpPr>
          <p:spPr>
            <a:xfrm flipV="1" rot="10800000">
              <a:off x="7604280" y="1678320"/>
              <a:ext cx="311400" cy="188280"/>
            </a:xfrm>
            <a:prstGeom prst="bentConnector3">
              <a:avLst>
                <a:gd name="adj1" fmla="val 50000"/>
              </a:avLst>
            </a:prstGeom>
            <a:ln w="12600">
              <a:solidFill>
                <a:srgbClr val="003399"/>
              </a:solidFill>
              <a:miter/>
            </a:ln>
          </p:spPr>
        </p:cxnSp>
        <p:cxnSp>
          <p:nvCxnSpPr>
            <p:cNvPr id="3718" name="AutoShape 52"/>
            <p:cNvCxnSpPr>
              <a:stCxn id="3714" idx="3"/>
              <a:endCxn id="3716" idx="1"/>
            </p:cNvCxnSpPr>
            <p:nvPr/>
          </p:nvCxnSpPr>
          <p:spPr>
            <a:xfrm>
              <a:off x="7604640" y="1866600"/>
              <a:ext cx="311400" cy="191160"/>
            </a:xfrm>
            <a:prstGeom prst="bentConnector3">
              <a:avLst>
                <a:gd name="adj1" fmla="val 50000"/>
              </a:avLst>
            </a:prstGeom>
            <a:ln w="12600">
              <a:solidFill>
                <a:srgbClr val="003399"/>
              </a:solidFill>
              <a:miter/>
            </a:ln>
          </p:spPr>
        </p:cxnSp>
      </p:grpSp>
      <p:grpSp>
        <p:nvGrpSpPr>
          <p:cNvPr id="3719" name="Group 53"/>
          <p:cNvGrpSpPr/>
          <p:nvPr/>
        </p:nvGrpSpPr>
        <p:grpSpPr>
          <a:xfrm>
            <a:off x="2295360" y="5373720"/>
            <a:ext cx="1326960" cy="216000"/>
            <a:chOff x="2295360" y="5373720"/>
            <a:chExt cx="1326960" cy="216000"/>
          </a:xfrm>
        </p:grpSpPr>
        <p:sp>
          <p:nvSpPr>
            <p:cNvPr id="3720" name="AutoShape 54"/>
            <p:cNvSpPr/>
            <p:nvPr/>
          </p:nvSpPr>
          <p:spPr>
            <a:xfrm>
              <a:off x="2627640" y="537372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21" name="AutoShape 55"/>
            <p:cNvSpPr/>
            <p:nvPr/>
          </p:nvSpPr>
          <p:spPr>
            <a:xfrm>
              <a:off x="2959200" y="537372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22" name="AutoShape 56"/>
            <p:cNvSpPr/>
            <p:nvPr/>
          </p:nvSpPr>
          <p:spPr>
            <a:xfrm>
              <a:off x="3291480" y="537372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23" name="AutoShape 57"/>
            <p:cNvSpPr/>
            <p:nvPr/>
          </p:nvSpPr>
          <p:spPr>
            <a:xfrm>
              <a:off x="2295360" y="5373720"/>
              <a:ext cx="332280" cy="216000"/>
            </a:xfrm>
            <a:custGeom>
              <a:avLst/>
              <a:gdLst>
                <a:gd name="textAreaLeft" fmla="*/ 0 w 332280"/>
                <a:gd name="textAreaRight" fmla="*/ 332640 w 33228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24" name="Group 58"/>
          <p:cNvGrpSpPr/>
          <p:nvPr/>
        </p:nvGrpSpPr>
        <p:grpSpPr>
          <a:xfrm>
            <a:off x="3875040" y="5375160"/>
            <a:ext cx="1326960" cy="216000"/>
            <a:chOff x="3875040" y="5375160"/>
            <a:chExt cx="1326960" cy="216000"/>
          </a:xfrm>
        </p:grpSpPr>
        <p:sp>
          <p:nvSpPr>
            <p:cNvPr id="3725" name="AutoShape 59"/>
            <p:cNvSpPr/>
            <p:nvPr/>
          </p:nvSpPr>
          <p:spPr>
            <a:xfrm>
              <a:off x="4207320" y="537516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26" name="AutoShape 60"/>
            <p:cNvSpPr/>
            <p:nvPr/>
          </p:nvSpPr>
          <p:spPr>
            <a:xfrm>
              <a:off x="4538520" y="537516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27" name="AutoShape 61"/>
            <p:cNvSpPr/>
            <p:nvPr/>
          </p:nvSpPr>
          <p:spPr>
            <a:xfrm>
              <a:off x="4870800" y="537516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28" name="AutoShape 62"/>
            <p:cNvSpPr/>
            <p:nvPr/>
          </p:nvSpPr>
          <p:spPr>
            <a:xfrm>
              <a:off x="3875040" y="5375160"/>
              <a:ext cx="332280" cy="216000"/>
            </a:xfrm>
            <a:custGeom>
              <a:avLst/>
              <a:gdLst>
                <a:gd name="textAreaLeft" fmla="*/ 0 w 332280"/>
                <a:gd name="textAreaRight" fmla="*/ 332640 w 33228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29" name="Group 63"/>
          <p:cNvGrpSpPr/>
          <p:nvPr/>
        </p:nvGrpSpPr>
        <p:grpSpPr>
          <a:xfrm>
            <a:off x="5452920" y="5375160"/>
            <a:ext cx="1326960" cy="216000"/>
            <a:chOff x="5452920" y="5375160"/>
            <a:chExt cx="1326960" cy="216000"/>
          </a:xfrm>
        </p:grpSpPr>
        <p:sp>
          <p:nvSpPr>
            <p:cNvPr id="3730" name="AutoShape 64"/>
            <p:cNvSpPr/>
            <p:nvPr/>
          </p:nvSpPr>
          <p:spPr>
            <a:xfrm>
              <a:off x="5785200" y="537516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31" name="AutoShape 65"/>
            <p:cNvSpPr/>
            <p:nvPr/>
          </p:nvSpPr>
          <p:spPr>
            <a:xfrm>
              <a:off x="6116760" y="537516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32" name="AutoShape 66"/>
            <p:cNvSpPr/>
            <p:nvPr/>
          </p:nvSpPr>
          <p:spPr>
            <a:xfrm>
              <a:off x="6449040" y="537516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33" name="AutoShape 67"/>
            <p:cNvSpPr/>
            <p:nvPr/>
          </p:nvSpPr>
          <p:spPr>
            <a:xfrm>
              <a:off x="5452920" y="5375160"/>
              <a:ext cx="332280" cy="216000"/>
            </a:xfrm>
            <a:custGeom>
              <a:avLst/>
              <a:gdLst>
                <a:gd name="textAreaLeft" fmla="*/ 0 w 332280"/>
                <a:gd name="textAreaRight" fmla="*/ 332640 w 33228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34" name="Group 68"/>
          <p:cNvGrpSpPr/>
          <p:nvPr/>
        </p:nvGrpSpPr>
        <p:grpSpPr>
          <a:xfrm>
            <a:off x="7032600" y="5375160"/>
            <a:ext cx="1326960" cy="216000"/>
            <a:chOff x="7032600" y="5375160"/>
            <a:chExt cx="1326960" cy="216000"/>
          </a:xfrm>
        </p:grpSpPr>
        <p:sp>
          <p:nvSpPr>
            <p:cNvPr id="3735" name="AutoShape 69"/>
            <p:cNvSpPr/>
            <p:nvPr/>
          </p:nvSpPr>
          <p:spPr>
            <a:xfrm>
              <a:off x="7364880" y="537516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36" name="AutoShape 70"/>
            <p:cNvSpPr/>
            <p:nvPr/>
          </p:nvSpPr>
          <p:spPr>
            <a:xfrm>
              <a:off x="7696440" y="537516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37" name="AutoShape 71"/>
            <p:cNvSpPr/>
            <p:nvPr/>
          </p:nvSpPr>
          <p:spPr>
            <a:xfrm>
              <a:off x="8028720" y="537516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38" name="AutoShape 72"/>
            <p:cNvSpPr/>
            <p:nvPr/>
          </p:nvSpPr>
          <p:spPr>
            <a:xfrm>
              <a:off x="7032600" y="5375160"/>
              <a:ext cx="332280" cy="216000"/>
            </a:xfrm>
            <a:custGeom>
              <a:avLst/>
              <a:gdLst>
                <a:gd name="textAreaLeft" fmla="*/ 0 w 332280"/>
                <a:gd name="textAreaRight" fmla="*/ 332640 w 33228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39" name="Group 73"/>
          <p:cNvGrpSpPr/>
          <p:nvPr/>
        </p:nvGrpSpPr>
        <p:grpSpPr>
          <a:xfrm>
            <a:off x="2932200" y="4292640"/>
            <a:ext cx="995040" cy="216000"/>
            <a:chOff x="2932200" y="4292640"/>
            <a:chExt cx="995040" cy="216000"/>
          </a:xfrm>
        </p:grpSpPr>
        <p:sp>
          <p:nvSpPr>
            <p:cNvPr id="3740" name="AutoShape 74"/>
            <p:cNvSpPr/>
            <p:nvPr/>
          </p:nvSpPr>
          <p:spPr>
            <a:xfrm>
              <a:off x="3265200" y="429264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41" name="AutoShape 75"/>
            <p:cNvSpPr/>
            <p:nvPr/>
          </p:nvSpPr>
          <p:spPr>
            <a:xfrm>
              <a:off x="3596040" y="429264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42" name="AutoShape 76"/>
            <p:cNvSpPr/>
            <p:nvPr/>
          </p:nvSpPr>
          <p:spPr>
            <a:xfrm>
              <a:off x="2932200" y="4292640"/>
              <a:ext cx="333000" cy="216000"/>
            </a:xfrm>
            <a:custGeom>
              <a:avLst/>
              <a:gdLst>
                <a:gd name="textAreaLeft" fmla="*/ 0 w 333000"/>
                <a:gd name="textAreaRight" fmla="*/ 333360 w 3330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43" name="Group 77"/>
          <p:cNvGrpSpPr/>
          <p:nvPr/>
        </p:nvGrpSpPr>
        <p:grpSpPr>
          <a:xfrm>
            <a:off x="5148360" y="4292640"/>
            <a:ext cx="995040" cy="216000"/>
            <a:chOff x="5148360" y="4292640"/>
            <a:chExt cx="995040" cy="216000"/>
          </a:xfrm>
        </p:grpSpPr>
        <p:sp>
          <p:nvSpPr>
            <p:cNvPr id="3744" name="AutoShape 78"/>
            <p:cNvSpPr/>
            <p:nvPr/>
          </p:nvSpPr>
          <p:spPr>
            <a:xfrm>
              <a:off x="5481000" y="429264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45" name="AutoShape 79"/>
            <p:cNvSpPr/>
            <p:nvPr/>
          </p:nvSpPr>
          <p:spPr>
            <a:xfrm>
              <a:off x="5812560" y="429264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46" name="AutoShape 80"/>
            <p:cNvSpPr/>
            <p:nvPr/>
          </p:nvSpPr>
          <p:spPr>
            <a:xfrm>
              <a:off x="5148360" y="4292640"/>
              <a:ext cx="332640" cy="216000"/>
            </a:xfrm>
            <a:custGeom>
              <a:avLst/>
              <a:gdLst>
                <a:gd name="textAreaLeft" fmla="*/ 0 w 332640"/>
                <a:gd name="textAreaRight" fmla="*/ 333000 w 3326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47" name="Group 81"/>
          <p:cNvGrpSpPr/>
          <p:nvPr/>
        </p:nvGrpSpPr>
        <p:grpSpPr>
          <a:xfrm>
            <a:off x="7364520" y="4292640"/>
            <a:ext cx="995040" cy="216000"/>
            <a:chOff x="7364520" y="4292640"/>
            <a:chExt cx="995040" cy="216000"/>
          </a:xfrm>
        </p:grpSpPr>
        <p:sp>
          <p:nvSpPr>
            <p:cNvPr id="3748" name="AutoShape 82"/>
            <p:cNvSpPr/>
            <p:nvPr/>
          </p:nvSpPr>
          <p:spPr>
            <a:xfrm>
              <a:off x="7697160" y="429264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49" name="AutoShape 83"/>
            <p:cNvSpPr/>
            <p:nvPr/>
          </p:nvSpPr>
          <p:spPr>
            <a:xfrm>
              <a:off x="8028360" y="429264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50" name="AutoShape 84"/>
            <p:cNvSpPr/>
            <p:nvPr/>
          </p:nvSpPr>
          <p:spPr>
            <a:xfrm>
              <a:off x="7364520" y="4292640"/>
              <a:ext cx="332640" cy="216000"/>
            </a:xfrm>
            <a:custGeom>
              <a:avLst/>
              <a:gdLst>
                <a:gd name="textAreaLeft" fmla="*/ 0 w 332640"/>
                <a:gd name="textAreaRight" fmla="*/ 333000 w 3326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51" name="Group 85"/>
          <p:cNvGrpSpPr/>
          <p:nvPr/>
        </p:nvGrpSpPr>
        <p:grpSpPr>
          <a:xfrm>
            <a:off x="716040" y="4292640"/>
            <a:ext cx="995040" cy="216000"/>
            <a:chOff x="716040" y="4292640"/>
            <a:chExt cx="995040" cy="216000"/>
          </a:xfrm>
        </p:grpSpPr>
        <p:sp>
          <p:nvSpPr>
            <p:cNvPr id="3752" name="AutoShape 86"/>
            <p:cNvSpPr/>
            <p:nvPr/>
          </p:nvSpPr>
          <p:spPr>
            <a:xfrm>
              <a:off x="1049040" y="4292640"/>
              <a:ext cx="330840" cy="216000"/>
            </a:xfrm>
            <a:custGeom>
              <a:avLst/>
              <a:gdLst>
                <a:gd name="textAreaLeft" fmla="*/ 0 w 330840"/>
                <a:gd name="textAreaRight" fmla="*/ 331200 w 3308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53" name="AutoShape 87"/>
            <p:cNvSpPr/>
            <p:nvPr/>
          </p:nvSpPr>
          <p:spPr>
            <a:xfrm>
              <a:off x="1379880" y="429264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54" name="AutoShape 88"/>
            <p:cNvSpPr/>
            <p:nvPr/>
          </p:nvSpPr>
          <p:spPr>
            <a:xfrm>
              <a:off x="716040" y="4292640"/>
              <a:ext cx="333000" cy="216000"/>
            </a:xfrm>
            <a:custGeom>
              <a:avLst/>
              <a:gdLst>
                <a:gd name="textAreaLeft" fmla="*/ 0 w 333000"/>
                <a:gd name="textAreaRight" fmla="*/ 333360 w 3330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755" name="Group 89"/>
          <p:cNvGrpSpPr/>
          <p:nvPr/>
        </p:nvGrpSpPr>
        <p:grpSpPr>
          <a:xfrm>
            <a:off x="716040" y="5373720"/>
            <a:ext cx="1328400" cy="216000"/>
            <a:chOff x="716040" y="5373720"/>
            <a:chExt cx="1328400" cy="216000"/>
          </a:xfrm>
        </p:grpSpPr>
        <p:sp>
          <p:nvSpPr>
            <p:cNvPr id="3756" name="AutoShape 90"/>
            <p:cNvSpPr/>
            <p:nvPr/>
          </p:nvSpPr>
          <p:spPr>
            <a:xfrm>
              <a:off x="1048680" y="5373720"/>
              <a:ext cx="331560" cy="216000"/>
            </a:xfrm>
            <a:custGeom>
              <a:avLst/>
              <a:gdLst>
                <a:gd name="textAreaLeft" fmla="*/ 0 w 331560"/>
                <a:gd name="textAreaRight" fmla="*/ 331920 w 33156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57" name="AutoShape 91"/>
            <p:cNvSpPr/>
            <p:nvPr/>
          </p:nvSpPr>
          <p:spPr>
            <a:xfrm>
              <a:off x="1380600" y="537372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58" name="AutoShape 92"/>
            <p:cNvSpPr/>
            <p:nvPr/>
          </p:nvSpPr>
          <p:spPr>
            <a:xfrm>
              <a:off x="1713240" y="5373720"/>
              <a:ext cx="331200" cy="216000"/>
            </a:xfrm>
            <a:custGeom>
              <a:avLst/>
              <a:gdLst>
                <a:gd name="textAreaLeft" fmla="*/ 0 w 331200"/>
                <a:gd name="textAreaRight" fmla="*/ 331200 w 33120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lnTo>
                    <a:pt x="5400" y="10800"/>
                  </a:lnTo>
                  <a:close/>
                </a:path>
              </a:pathLst>
            </a:custGeom>
            <a:no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59" name="AutoShape 93"/>
            <p:cNvSpPr/>
            <p:nvPr/>
          </p:nvSpPr>
          <p:spPr>
            <a:xfrm>
              <a:off x="716040" y="5373720"/>
              <a:ext cx="332640" cy="216000"/>
            </a:xfrm>
            <a:custGeom>
              <a:avLst/>
              <a:gdLst>
                <a:gd name="textAreaLeft" fmla="*/ 0 w 332640"/>
                <a:gd name="textAreaRight" fmla="*/ 333000 w 332640"/>
                <a:gd name="textAreaTop" fmla="*/ 0 h 216000"/>
                <a:gd name="textAreaBottom" fmla="*/ 216360 h 2160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8099cc"/>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760" name="Rectangle 94"/>
          <p:cNvSpPr/>
          <p:nvPr/>
        </p:nvSpPr>
        <p:spPr>
          <a:xfrm>
            <a:off x="5621400" y="260280"/>
            <a:ext cx="320508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全体構成における当該ページの位置づけを示したい場合に使用してください（スライドの右上に配置）</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76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E8F810F-E7FD-49BD-8AAF-8D55D283CDC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76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Others - </a:t>
            </a:r>
            <a:r>
              <a:rPr b="1" lang="de-DE" sz="1600" spc="-1" strike="noStrike">
                <a:solidFill>
                  <a:srgbClr val="000000"/>
                </a:solidFill>
                <a:latin typeface="Arial"/>
              </a:rPr>
              <a:t>Standard</a:t>
            </a:r>
            <a:r>
              <a:rPr b="1" lang="de-DE" sz="1600" spc="-1" strike="noStrike">
                <a:solidFill>
                  <a:srgbClr val="000000"/>
                </a:solidFill>
                <a:latin typeface="Arial"/>
                <a:ea typeface="ＭＳ Ｐゴシック"/>
              </a:rPr>
              <a:t> t</a:t>
            </a:r>
            <a:r>
              <a:rPr b="1" lang="de-DE" sz="1600" spc="-1" strike="noStrike">
                <a:solidFill>
                  <a:srgbClr val="000000"/>
                </a:solidFill>
                <a:latin typeface="Arial"/>
              </a:rPr>
              <a:t>ext</a:t>
            </a:r>
            <a:r>
              <a:rPr b="1" lang="de-DE" sz="1600" spc="-1" strike="noStrike">
                <a:solidFill>
                  <a:srgbClr val="000000"/>
                </a:solidFill>
                <a:latin typeface="Arial"/>
                <a:ea typeface="ＭＳ Ｐゴシック"/>
              </a:rPr>
              <a:t> b</a:t>
            </a:r>
            <a:r>
              <a:rPr b="1" lang="de-DE" sz="1600" spc="-1" strike="noStrike">
                <a:solidFill>
                  <a:srgbClr val="000000"/>
                </a:solidFill>
                <a:latin typeface="Arial"/>
              </a:rPr>
              <a:t>oxes</a:t>
            </a:r>
            <a:endParaRPr b="1" lang="en-US" sz="1600" spc="-1" strike="noStrike">
              <a:solidFill>
                <a:srgbClr val="000000"/>
              </a:solidFill>
              <a:latin typeface="Arial"/>
            </a:endParaRPr>
          </a:p>
        </p:txBody>
      </p:sp>
      <p:sp>
        <p:nvSpPr>
          <p:cNvPr id="3764" name="Rectangle 3"/>
          <p:cNvSpPr/>
          <p:nvPr/>
        </p:nvSpPr>
        <p:spPr>
          <a:xfrm>
            <a:off x="3324240" y="1681200"/>
            <a:ext cx="647640" cy="405720"/>
          </a:xfrm>
          <a:prstGeom prst="rect">
            <a:avLst/>
          </a:prstGeom>
          <a:noFill/>
          <a:ln w="0">
            <a:noFill/>
          </a:ln>
        </p:spPr>
        <p:style>
          <a:lnRef idx="0"/>
          <a:fillRef idx="0"/>
          <a:effectRef idx="0"/>
          <a:fontRef idx="minor"/>
        </p:style>
        <p:txBody>
          <a:bodyPr lIns="0" rIns="0" tIns="0" bIns="0" anchor="t">
            <a:spAutoFit/>
          </a:bodyPr>
          <a:p>
            <a:pPr marL="177840" indent="-17784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400" spc="-1" strike="noStrike">
                <a:solidFill>
                  <a:srgbClr val="000000"/>
                </a:solidFill>
                <a:latin typeface="Arial"/>
              </a:rPr>
              <a:t>14°</a:t>
            </a:r>
            <a:endParaRPr b="1" lang="en-US" sz="1400" spc="-1" strike="noStrike">
              <a:solidFill>
                <a:srgbClr val="000000"/>
              </a:solidFill>
              <a:latin typeface="Arial"/>
            </a:endParaRPr>
          </a:p>
          <a:p>
            <a:pPr lvl="1" marL="347760" indent="-15732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400" spc="-1" strike="noStrike">
                <a:solidFill>
                  <a:srgbClr val="000000"/>
                </a:solidFill>
                <a:latin typeface="Arial"/>
                <a:ea typeface="ＭＳ Ｐゴシック"/>
              </a:rPr>
              <a:t>Z</a:t>
            </a:r>
            <a:endParaRPr b="1" lang="en-US" sz="1400" spc="-1" strike="noStrike">
              <a:solidFill>
                <a:srgbClr val="000000"/>
              </a:solidFill>
              <a:latin typeface="Arial"/>
            </a:endParaRPr>
          </a:p>
        </p:txBody>
      </p:sp>
      <p:sp>
        <p:nvSpPr>
          <p:cNvPr id="3765" name="Rectangle 4"/>
          <p:cNvSpPr/>
          <p:nvPr/>
        </p:nvSpPr>
        <p:spPr>
          <a:xfrm>
            <a:off x="2658960" y="1681200"/>
            <a:ext cx="563760" cy="348120"/>
          </a:xfrm>
          <a:prstGeom prst="rect">
            <a:avLst/>
          </a:prstGeom>
          <a:noFill/>
          <a:ln w="0">
            <a:noFill/>
          </a:ln>
        </p:spPr>
        <p:style>
          <a:lnRef idx="0"/>
          <a:fillRef idx="0"/>
          <a:effectRef idx="0"/>
          <a:fontRef idx="minor"/>
        </p:style>
        <p:txBody>
          <a:bodyPr lIns="0" rIns="0" tIns="0" bIns="0" anchor="t">
            <a:spAutoFit/>
          </a:bodyPr>
          <a:p>
            <a:pPr marL="139680" indent="-13968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rPr>
              <a:t>12°</a:t>
            </a:r>
            <a:endParaRPr b="1" lang="en-US" sz="1200" spc="-1" strike="noStrike">
              <a:solidFill>
                <a:srgbClr val="000000"/>
              </a:solidFill>
              <a:latin typeface="Arial"/>
            </a:endParaRPr>
          </a:p>
          <a:p>
            <a:pPr lvl="1" marL="297000" indent="-14472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200" spc="-1" strike="noStrike">
                <a:solidFill>
                  <a:srgbClr val="000000"/>
                </a:solidFill>
                <a:latin typeface="Arial"/>
                <a:ea typeface="ＭＳ Ｐゴシック"/>
              </a:rPr>
              <a:t>Z</a:t>
            </a:r>
            <a:endParaRPr b="1" lang="en-US" sz="1200" spc="-1" strike="noStrike">
              <a:solidFill>
                <a:srgbClr val="000000"/>
              </a:solidFill>
              <a:latin typeface="Arial"/>
            </a:endParaRPr>
          </a:p>
        </p:txBody>
      </p:sp>
      <p:sp>
        <p:nvSpPr>
          <p:cNvPr id="3766" name="Rectangle 5"/>
          <p:cNvSpPr/>
          <p:nvPr/>
        </p:nvSpPr>
        <p:spPr>
          <a:xfrm>
            <a:off x="2063880" y="1681200"/>
            <a:ext cx="492120" cy="290520"/>
          </a:xfrm>
          <a:prstGeom prst="rect">
            <a:avLst/>
          </a:prstGeom>
          <a:noFill/>
          <a:ln w="0">
            <a:noFill/>
          </a:ln>
        </p:spPr>
        <p:style>
          <a:lnRef idx="0"/>
          <a:fillRef idx="0"/>
          <a:effectRef idx="0"/>
          <a:fontRef idx="minor"/>
        </p:style>
        <p:txBody>
          <a:bodyPr lIns="0" rIns="0" tIns="0" bIns="0" anchor="t">
            <a:spAutoFit/>
          </a:bodyPr>
          <a:p>
            <a:pPr marL="104760" indent="-10476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10°</a:t>
            </a:r>
            <a:endParaRPr b="1" lang="en-US" sz="1000" spc="-1" strike="noStrike">
              <a:solidFill>
                <a:srgbClr val="000000"/>
              </a:solidFill>
              <a:latin typeface="Arial"/>
            </a:endParaRPr>
          </a:p>
          <a:p>
            <a:pPr lvl="1" marL="247680" indent="-12852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ea typeface="ＭＳ Ｐゴシック"/>
              </a:rPr>
              <a:t>Z</a:t>
            </a:r>
            <a:endParaRPr b="1" lang="en-US" sz="1000" spc="-1" strike="noStrike">
              <a:solidFill>
                <a:srgbClr val="000000"/>
              </a:solidFill>
              <a:latin typeface="Arial"/>
            </a:endParaRPr>
          </a:p>
        </p:txBody>
      </p:sp>
      <p:sp>
        <p:nvSpPr>
          <p:cNvPr id="3767" name="Rectangle 6"/>
          <p:cNvSpPr/>
          <p:nvPr/>
        </p:nvSpPr>
        <p:spPr>
          <a:xfrm>
            <a:off x="1430280" y="1681200"/>
            <a:ext cx="492120" cy="261720"/>
          </a:xfrm>
          <a:prstGeom prst="rect">
            <a:avLst/>
          </a:prstGeom>
          <a:noFill/>
          <a:ln w="0">
            <a:noFill/>
          </a:ln>
        </p:spPr>
        <p:style>
          <a:lnRef idx="0"/>
          <a:fillRef idx="0"/>
          <a:effectRef idx="0"/>
          <a:fontRef idx="minor"/>
        </p:style>
        <p:txBody>
          <a:bodyPr lIns="0" rIns="0" tIns="0" bIns="0" anchor="t">
            <a:spAutoFit/>
          </a:bodyPr>
          <a:p>
            <a:pPr marL="120600" indent="-12060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900" spc="-1" strike="noStrike">
                <a:solidFill>
                  <a:srgbClr val="000000"/>
                </a:solidFill>
                <a:latin typeface="Arial"/>
              </a:rPr>
              <a:t>9°</a:t>
            </a:r>
            <a:endParaRPr b="1" lang="en-US" sz="900" spc="-1" strike="noStrike">
              <a:solidFill>
                <a:srgbClr val="000000"/>
              </a:solidFill>
              <a:latin typeface="Arial"/>
            </a:endParaRPr>
          </a:p>
          <a:p>
            <a:pPr lvl="1" marL="243000" indent="-11592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900" spc="-1" strike="noStrike">
                <a:solidFill>
                  <a:srgbClr val="000000"/>
                </a:solidFill>
                <a:latin typeface="Arial"/>
                <a:ea typeface="ＭＳ Ｐゴシック"/>
              </a:rPr>
              <a:t>Z</a:t>
            </a:r>
            <a:endParaRPr b="1" lang="en-US" sz="900" spc="-1" strike="noStrike">
              <a:solidFill>
                <a:srgbClr val="000000"/>
              </a:solidFill>
              <a:latin typeface="Arial"/>
            </a:endParaRPr>
          </a:p>
        </p:txBody>
      </p:sp>
      <p:sp>
        <p:nvSpPr>
          <p:cNvPr id="3768" name="Rectangle 7"/>
          <p:cNvSpPr/>
          <p:nvPr/>
        </p:nvSpPr>
        <p:spPr>
          <a:xfrm>
            <a:off x="4091040" y="1681200"/>
            <a:ext cx="633240" cy="463320"/>
          </a:xfrm>
          <a:prstGeom prst="rect">
            <a:avLst/>
          </a:prstGeom>
          <a:noFill/>
          <a:ln w="0">
            <a:noFill/>
          </a:ln>
        </p:spPr>
        <p:style>
          <a:lnRef idx="0"/>
          <a:fillRef idx="0"/>
          <a:effectRef idx="0"/>
          <a:fontRef idx="minor"/>
        </p:style>
        <p:txBody>
          <a:bodyPr lIns="0" rIns="0" tIns="0" bIns="0" anchor="t">
            <a:spAutoFit/>
          </a:bodyPr>
          <a:p>
            <a:pPr marL="177840" indent="-17784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600" spc="-1" strike="noStrike">
                <a:solidFill>
                  <a:srgbClr val="000000"/>
                </a:solidFill>
                <a:latin typeface="Arial"/>
              </a:rPr>
              <a:t>16°</a:t>
            </a:r>
            <a:endParaRPr b="1" lang="en-US" sz="1600" spc="-1" strike="noStrike">
              <a:solidFill>
                <a:srgbClr val="000000"/>
              </a:solidFill>
              <a:latin typeface="Arial"/>
            </a:endParaRPr>
          </a:p>
          <a:p>
            <a:pPr lvl="1" marL="368280" indent="-17136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600" spc="-1" strike="noStrike">
                <a:solidFill>
                  <a:srgbClr val="000000"/>
                </a:solidFill>
                <a:latin typeface="Arial"/>
                <a:ea typeface="ＭＳ Ｐゴシック"/>
              </a:rPr>
              <a:t>Z</a:t>
            </a:r>
            <a:endParaRPr b="1" lang="en-US" sz="1600" spc="-1" strike="noStrike">
              <a:solidFill>
                <a:srgbClr val="000000"/>
              </a:solidFill>
              <a:latin typeface="Arial"/>
            </a:endParaRPr>
          </a:p>
        </p:txBody>
      </p:sp>
      <p:sp>
        <p:nvSpPr>
          <p:cNvPr id="3769" name="Rectangle 8"/>
          <p:cNvSpPr/>
          <p:nvPr/>
        </p:nvSpPr>
        <p:spPr>
          <a:xfrm>
            <a:off x="866880" y="1681200"/>
            <a:ext cx="493560" cy="231480"/>
          </a:xfrm>
          <a:prstGeom prst="rect">
            <a:avLst/>
          </a:prstGeom>
          <a:noFill/>
          <a:ln w="0">
            <a:noFill/>
          </a:ln>
        </p:spPr>
        <p:style>
          <a:lnRef idx="0"/>
          <a:fillRef idx="0"/>
          <a:effectRef idx="0"/>
          <a:fontRef idx="minor"/>
        </p:style>
        <p:txBody>
          <a:bodyPr lIns="0" rIns="0" tIns="0" bIns="0" anchor="t">
            <a:spAutoFit/>
          </a:bodyPr>
          <a:p>
            <a:pPr marL="95400" indent="-9540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800" spc="-1" strike="noStrike">
                <a:solidFill>
                  <a:srgbClr val="000000"/>
                </a:solidFill>
                <a:latin typeface="Arial"/>
              </a:rPr>
              <a:t>8°</a:t>
            </a:r>
            <a:endParaRPr b="1" lang="en-US" sz="800" spc="-1" strike="noStrike">
              <a:solidFill>
                <a:srgbClr val="000000"/>
              </a:solidFill>
              <a:latin typeface="Arial"/>
            </a:endParaRPr>
          </a:p>
          <a:p>
            <a:pPr lvl="1" marL="209520" indent="-10476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800" spc="-1" strike="noStrike">
                <a:solidFill>
                  <a:srgbClr val="000000"/>
                </a:solidFill>
                <a:latin typeface="Arial"/>
                <a:ea typeface="ＭＳ Ｐゴシック"/>
              </a:rPr>
              <a:t>Z</a:t>
            </a:r>
            <a:endParaRPr b="1" lang="en-US" sz="800" spc="-1" strike="noStrike">
              <a:solidFill>
                <a:srgbClr val="000000"/>
              </a:solidFill>
              <a:latin typeface="Arial"/>
            </a:endParaRPr>
          </a:p>
        </p:txBody>
      </p:sp>
      <p:sp>
        <p:nvSpPr>
          <p:cNvPr id="3770" name="Rectangle 9"/>
          <p:cNvSpPr/>
          <p:nvPr/>
        </p:nvSpPr>
        <p:spPr>
          <a:xfrm>
            <a:off x="4935600" y="1681200"/>
            <a:ext cx="685800" cy="521640"/>
          </a:xfrm>
          <a:prstGeom prst="rect">
            <a:avLst/>
          </a:prstGeom>
          <a:noFill/>
          <a:ln w="0">
            <a:noFill/>
          </a:ln>
        </p:spPr>
        <p:style>
          <a:lnRef idx="0"/>
          <a:fillRef idx="0"/>
          <a:effectRef idx="0"/>
          <a:fontRef idx="minor"/>
        </p:style>
        <p:txBody>
          <a:bodyPr lIns="0" rIns="0" tIns="0" bIns="0" anchor="t">
            <a:spAutoFit/>
          </a:bodyPr>
          <a:p>
            <a:pPr marL="177840" indent="-177840">
              <a:lnSpc>
                <a:spcPct val="95000"/>
              </a:lnSpc>
              <a:buClr>
                <a:srgbClr val="000000"/>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800" spc="-1" strike="noStrike">
                <a:solidFill>
                  <a:srgbClr val="000000"/>
                </a:solidFill>
                <a:latin typeface="Arial"/>
              </a:rPr>
              <a:t>18°</a:t>
            </a:r>
            <a:endParaRPr b="1" lang="en-US" sz="1800" spc="-1" strike="noStrike">
              <a:solidFill>
                <a:srgbClr val="000000"/>
              </a:solidFill>
              <a:latin typeface="Arial"/>
            </a:endParaRPr>
          </a:p>
          <a:p>
            <a:pPr lvl="1" marL="368280" indent="-171360">
              <a:lnSpc>
                <a:spcPct val="95000"/>
              </a:lnSpc>
              <a:buClr>
                <a:srgbClr val="000000"/>
              </a:buClr>
              <a:buFont typeface="Helvetica"/>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800" spc="-1" strike="noStrike">
                <a:solidFill>
                  <a:srgbClr val="000000"/>
                </a:solidFill>
                <a:latin typeface="Arial"/>
                <a:ea typeface="ＭＳ Ｐゴシック"/>
              </a:rPr>
              <a:t>Z</a:t>
            </a:r>
            <a:endParaRPr b="1" lang="en-US" sz="1800" spc="-1" strike="noStrike">
              <a:solidFill>
                <a:srgbClr val="000000"/>
              </a:solidFill>
              <a:latin typeface="Arial"/>
            </a:endParaRPr>
          </a:p>
        </p:txBody>
      </p:sp>
      <p:sp>
        <p:nvSpPr>
          <p:cNvPr id="3771" name="Rectangle 10"/>
          <p:cNvSpPr/>
          <p:nvPr/>
        </p:nvSpPr>
        <p:spPr>
          <a:xfrm>
            <a:off x="2627280" y="2395440"/>
            <a:ext cx="879480" cy="2030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400" spc="-1" strike="noStrike">
                <a:solidFill>
                  <a:srgbClr val="000000"/>
                </a:solidFill>
                <a:latin typeface="Arial"/>
              </a:rPr>
              <a:t>14°/12°</a:t>
            </a:r>
            <a:endParaRPr b="1" lang="en-US" sz="1400" spc="-1" strike="noStrike">
              <a:solidFill>
                <a:srgbClr val="000000"/>
              </a:solidFill>
              <a:latin typeface="Arial"/>
            </a:endParaRPr>
          </a:p>
        </p:txBody>
      </p:sp>
      <p:sp>
        <p:nvSpPr>
          <p:cNvPr id="3772" name="AutoShape 11"/>
          <p:cNvSpPr/>
          <p:nvPr/>
        </p:nvSpPr>
        <p:spPr>
          <a:xfrm>
            <a:off x="858960" y="2344680"/>
            <a:ext cx="269640" cy="292320"/>
          </a:xfrm>
          <a:prstGeom prst="rightArrow">
            <a:avLst>
              <a:gd name="adj1" fmla="val 50000"/>
              <a:gd name="adj2" fmla="val 50005"/>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73" name="Rectangle 12"/>
          <p:cNvSpPr/>
          <p:nvPr/>
        </p:nvSpPr>
        <p:spPr>
          <a:xfrm>
            <a:off x="1219320" y="2367000"/>
            <a:ext cx="1065240" cy="26100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800" spc="-1" strike="noStrike">
                <a:solidFill>
                  <a:srgbClr val="000000"/>
                </a:solidFill>
                <a:latin typeface="Arial"/>
              </a:rPr>
              <a:t>18°/16°</a:t>
            </a:r>
            <a:endParaRPr b="1" lang="en-US" sz="1800" spc="-1" strike="noStrike">
              <a:solidFill>
                <a:srgbClr val="000000"/>
              </a:solidFill>
              <a:latin typeface="Arial"/>
            </a:endParaRPr>
          </a:p>
        </p:txBody>
      </p:sp>
      <p:sp>
        <p:nvSpPr>
          <p:cNvPr id="3774" name="AutoShape 13"/>
          <p:cNvSpPr/>
          <p:nvPr/>
        </p:nvSpPr>
        <p:spPr>
          <a:xfrm>
            <a:off x="2349360" y="2382840"/>
            <a:ext cx="198720" cy="216000"/>
          </a:xfrm>
          <a:prstGeom prst="rightArrow">
            <a:avLst>
              <a:gd name="adj1" fmla="val 50000"/>
              <a:gd name="adj2" fmla="val 50005"/>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77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7157ED4-FD3A-4641-B03C-172CD56A138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777" name="AutoShape 2"/>
          <p:cNvSpPr/>
          <p:nvPr/>
        </p:nvSpPr>
        <p:spPr>
          <a:xfrm>
            <a:off x="2378160" y="4079880"/>
            <a:ext cx="3722760" cy="504720"/>
          </a:xfrm>
          <a:prstGeom prst="roundRect">
            <a:avLst>
              <a:gd name="adj" fmla="val 16667"/>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78" name="PlaceHolder 1"/>
          <p:cNvSpPr>
            <a:spLocks noGrp="1"/>
          </p:cNvSpPr>
          <p:nvPr>
            <p:ph type="title"/>
          </p:nvPr>
        </p:nvSpPr>
        <p:spPr>
          <a:xfrm>
            <a:off x="458280" y="496440"/>
            <a:ext cx="82393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3779" name="PlaceHolder 2"/>
          <p:cNvSpPr>
            <a:spLocks noGrp="1"/>
          </p:cNvSpPr>
          <p:nvPr>
            <p:ph/>
          </p:nvPr>
        </p:nvSpPr>
        <p:spPr>
          <a:xfrm>
            <a:off x="2651040" y="1730520"/>
            <a:ext cx="5362560" cy="3814560"/>
          </a:xfrm>
          <a:prstGeom prst="rect">
            <a:avLst/>
          </a:prstGeom>
          <a:noFill/>
          <a:ln w="0">
            <a:noFill/>
          </a:ln>
        </p:spPr>
        <p:txBody>
          <a:bodyPr lIns="92160" rIns="92160" tIns="46080" bIns="46080" anchor="t">
            <a:normAutofit fontScale="80011"/>
          </a:bodyPr>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378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9C39DE-4E7C-48BC-9316-B9C3204B108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378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The World</a:t>
            </a:r>
            <a:endParaRPr b="1" lang="en-US" sz="1600" spc="-1" strike="noStrike">
              <a:solidFill>
                <a:srgbClr val="000000"/>
              </a:solidFill>
              <a:latin typeface="Arial"/>
            </a:endParaRPr>
          </a:p>
        </p:txBody>
      </p:sp>
      <p:sp>
        <p:nvSpPr>
          <p:cNvPr id="3783" name="Rectangle 247"/>
          <p:cNvSpPr/>
          <p:nvPr/>
        </p:nvSpPr>
        <p:spPr>
          <a:xfrm>
            <a:off x="5487840" y="250920"/>
            <a:ext cx="333864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 特定の国をハイライトしたい場合には、グループを解除して行ってください</a:t>
            </a:r>
            <a:endParaRPr b="1" lang="en-US" sz="1000" spc="-1" strike="noStrike">
              <a:solidFill>
                <a:srgbClr val="000000"/>
              </a:solidFill>
              <a:latin typeface="Arial"/>
            </a:endParaRPr>
          </a:p>
        </p:txBody>
      </p:sp>
      <p:grpSp>
        <p:nvGrpSpPr>
          <p:cNvPr id="3784" name="Group 494"/>
          <p:cNvGrpSpPr/>
          <p:nvPr/>
        </p:nvGrpSpPr>
        <p:grpSpPr>
          <a:xfrm>
            <a:off x="500040" y="1370160"/>
            <a:ext cx="8141760" cy="4598640"/>
            <a:chOff x="500040" y="1370160"/>
            <a:chExt cx="8141760" cy="4598640"/>
          </a:xfrm>
        </p:grpSpPr>
        <p:grpSp>
          <p:nvGrpSpPr>
            <p:cNvPr id="3785" name="Group 495"/>
            <p:cNvGrpSpPr/>
            <p:nvPr/>
          </p:nvGrpSpPr>
          <p:grpSpPr>
            <a:xfrm>
              <a:off x="7338240" y="5887080"/>
              <a:ext cx="131400" cy="81720"/>
              <a:chOff x="7338240" y="5887080"/>
              <a:chExt cx="131400" cy="81720"/>
            </a:xfrm>
          </p:grpSpPr>
          <p:sp>
            <p:nvSpPr>
              <p:cNvPr id="3786" name="Freeform 496"/>
              <p:cNvSpPr/>
              <p:nvPr/>
            </p:nvSpPr>
            <p:spPr>
              <a:xfrm>
                <a:off x="7393680" y="5887080"/>
                <a:ext cx="75960" cy="81720"/>
              </a:xfrm>
              <a:prstGeom prst="pie">
                <a:avLst/>
              </a:prstGeom>
              <a:solidFill>
                <a:srgbClr val="336600"/>
              </a:solidFill>
              <a:ln cap="rnd" w="324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87" name="Freeform 497"/>
              <p:cNvSpPr/>
              <p:nvPr/>
            </p:nvSpPr>
            <p:spPr>
              <a:xfrm>
                <a:off x="7338240" y="5887080"/>
                <a:ext cx="56880" cy="81720"/>
              </a:xfrm>
              <a:prstGeom prst="pie">
                <a:avLst/>
              </a:prstGeom>
              <a:solidFill>
                <a:srgbClr val="336600"/>
              </a:solidFill>
              <a:ln cap="rnd" w="324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3788" name="Freeform 498"/>
            <p:cNvSpPr/>
            <p:nvPr/>
          </p:nvSpPr>
          <p:spPr>
            <a:xfrm>
              <a:off x="2842200" y="5887080"/>
              <a:ext cx="45360" cy="15840"/>
            </a:xfrm>
            <a:prstGeom prst="pie">
              <a:avLst/>
            </a:prstGeom>
            <a:solidFill>
              <a:srgbClr val="336600"/>
            </a:solidFill>
            <a:ln cap="rnd" w="324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89" name="Freeform 499"/>
            <p:cNvSpPr/>
            <p:nvPr/>
          </p:nvSpPr>
          <p:spPr>
            <a:xfrm>
              <a:off x="2886120" y="5874840"/>
              <a:ext cx="21600" cy="11880"/>
            </a:xfrm>
            <a:prstGeom prst="pie">
              <a:avLst/>
            </a:prstGeom>
            <a:solidFill>
              <a:srgbClr val="336600"/>
            </a:solidFill>
            <a:ln cap="rnd" w="324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3790" name="Group 500"/>
            <p:cNvGrpSpPr/>
            <p:nvPr/>
          </p:nvGrpSpPr>
          <p:grpSpPr>
            <a:xfrm>
              <a:off x="500040" y="1370160"/>
              <a:ext cx="8141760" cy="4576680"/>
              <a:chOff x="500040" y="1370160"/>
              <a:chExt cx="8141760" cy="4576680"/>
            </a:xfrm>
          </p:grpSpPr>
          <p:grpSp>
            <p:nvGrpSpPr>
              <p:cNvPr id="3791" name="Group 501"/>
              <p:cNvGrpSpPr/>
              <p:nvPr/>
            </p:nvGrpSpPr>
            <p:grpSpPr>
              <a:xfrm>
                <a:off x="5212800" y="1370160"/>
                <a:ext cx="3429000" cy="4576680"/>
                <a:chOff x="5212800" y="1370160"/>
                <a:chExt cx="3429000" cy="4576680"/>
              </a:xfrm>
            </p:grpSpPr>
            <p:sp>
              <p:nvSpPr>
                <p:cNvPr id="3792" name="Freeform 502"/>
                <p:cNvSpPr/>
                <p:nvPr/>
              </p:nvSpPr>
              <p:spPr>
                <a:xfrm>
                  <a:off x="5212800" y="2055240"/>
                  <a:ext cx="657720" cy="689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3" name="Freeform 503"/>
                <p:cNvSpPr/>
                <p:nvPr/>
              </p:nvSpPr>
              <p:spPr>
                <a:xfrm>
                  <a:off x="7426080" y="3862800"/>
                  <a:ext cx="33480" cy="14400"/>
                </a:xfrm>
                <a:prstGeom prst="pie">
                  <a:avLst/>
                </a:prstGeom>
                <a:solidFill>
                  <a:srgbClr val="336600"/>
                </a:solidFill>
                <a:ln cap="rnd" w="324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4" name="Freeform 504"/>
                <p:cNvSpPr/>
                <p:nvPr/>
              </p:nvSpPr>
              <p:spPr>
                <a:xfrm>
                  <a:off x="7291080" y="4940640"/>
                  <a:ext cx="433440" cy="932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5" name="Freeform 505"/>
                <p:cNvSpPr/>
                <p:nvPr/>
              </p:nvSpPr>
              <p:spPr>
                <a:xfrm>
                  <a:off x="7372080" y="4608000"/>
                  <a:ext cx="264960" cy="361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6" name="Freeform 506"/>
                <p:cNvSpPr/>
                <p:nvPr/>
              </p:nvSpPr>
              <p:spPr>
                <a:xfrm>
                  <a:off x="7282440" y="4220280"/>
                  <a:ext cx="856440" cy="10602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7" name="Freeform 507"/>
                <p:cNvSpPr/>
                <p:nvPr/>
              </p:nvSpPr>
              <p:spPr>
                <a:xfrm>
                  <a:off x="6939720" y="3862800"/>
                  <a:ext cx="20520" cy="70200"/>
                </a:xfrm>
                <a:prstGeom prst="pie">
                  <a:avLst/>
                </a:prstGeom>
                <a:solidFill>
                  <a:srgbClr val="336600"/>
                </a:solidFill>
                <a:ln cap="rnd" w="324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8" name="Freeform 508"/>
                <p:cNvSpPr/>
                <p:nvPr/>
              </p:nvSpPr>
              <p:spPr>
                <a:xfrm>
                  <a:off x="5798520" y="2030400"/>
                  <a:ext cx="1883880" cy="11584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799" name="Freeform 509"/>
                <p:cNvSpPr/>
                <p:nvPr/>
              </p:nvSpPr>
              <p:spPr>
                <a:xfrm>
                  <a:off x="6079680" y="2891520"/>
                  <a:ext cx="109800" cy="74520"/>
                </a:xfrm>
                <a:prstGeom prst="pie">
                  <a:avLst/>
                </a:prstGeom>
                <a:solidFill>
                  <a:srgbClr val="336600"/>
                </a:solidFill>
                <a:ln cap="rnd" w="324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0" name="Freeform 510"/>
                <p:cNvSpPr/>
                <p:nvPr/>
              </p:nvSpPr>
              <p:spPr>
                <a:xfrm>
                  <a:off x="6133680" y="1895760"/>
                  <a:ext cx="228240" cy="1738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1" name="Freeform 511"/>
                <p:cNvSpPr/>
                <p:nvPr/>
              </p:nvSpPr>
              <p:spPr>
                <a:xfrm>
                  <a:off x="6198120" y="1739160"/>
                  <a:ext cx="161280" cy="93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2" name="Freeform 512"/>
                <p:cNvSpPr/>
                <p:nvPr/>
              </p:nvSpPr>
              <p:spPr>
                <a:xfrm>
                  <a:off x="6283440" y="1960200"/>
                  <a:ext cx="398520" cy="2340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3" name="Freeform 513"/>
                <p:cNvSpPr/>
                <p:nvPr/>
              </p:nvSpPr>
              <p:spPr>
                <a:xfrm>
                  <a:off x="6312600" y="1771200"/>
                  <a:ext cx="269640" cy="1299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4" name="Freeform 514"/>
                <p:cNvSpPr/>
                <p:nvPr/>
              </p:nvSpPr>
              <p:spPr>
                <a:xfrm>
                  <a:off x="6582240" y="1635120"/>
                  <a:ext cx="138960" cy="84600"/>
                </a:xfrm>
                <a:prstGeom prst="pie">
                  <a:avLst/>
                </a:prstGeom>
                <a:solidFill>
                  <a:srgbClr val="336600"/>
                </a:solidFill>
                <a:ln cap="rnd" w="3240">
                  <a:solidFill>
                    <a:srgbClr val="ffffff"/>
                  </a:solidFill>
                  <a:round/>
                </a:ln>
              </p:spPr>
              <p:style>
                <a:lnRef idx="0"/>
                <a:fillRef idx="0"/>
                <a:effectRef idx="0"/>
                <a:fontRef idx="minor"/>
              </p:style>
              <p:txBody>
                <a:bodyPr lIns="90000" rIns="90000" tIns="38160" bIns="38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5" name="Freeform 515"/>
                <p:cNvSpPr/>
                <p:nvPr/>
              </p:nvSpPr>
              <p:spPr>
                <a:xfrm>
                  <a:off x="6648120" y="1793160"/>
                  <a:ext cx="109800" cy="77400"/>
                </a:xfrm>
                <a:prstGeom prst="pie">
                  <a:avLst/>
                </a:prstGeom>
                <a:solidFill>
                  <a:srgbClr val="336600"/>
                </a:solidFill>
                <a:ln cap="rnd" w="324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6" name="Freeform 516"/>
                <p:cNvSpPr/>
                <p:nvPr/>
              </p:nvSpPr>
              <p:spPr>
                <a:xfrm>
                  <a:off x="6651000" y="1932480"/>
                  <a:ext cx="128880" cy="1274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7" name="Freeform 517"/>
                <p:cNvSpPr/>
                <p:nvPr/>
              </p:nvSpPr>
              <p:spPr>
                <a:xfrm>
                  <a:off x="6741720" y="1659960"/>
                  <a:ext cx="79200" cy="64080"/>
                </a:xfrm>
                <a:prstGeom prst="pie">
                  <a:avLst/>
                </a:prstGeom>
                <a:solidFill>
                  <a:srgbClr val="336600"/>
                </a:solidFill>
                <a:ln cap="rnd" w="3240">
                  <a:solidFill>
                    <a:srgbClr val="ffffff"/>
                  </a:solidFill>
                  <a:round/>
                </a:ln>
              </p:spPr>
              <p:style>
                <a:lnRef idx="0"/>
                <a:fillRef idx="0"/>
                <a:effectRef idx="0"/>
                <a:fontRef idx="minor"/>
              </p:style>
              <p:txBody>
                <a:bodyPr lIns="90000" rIns="90000" tIns="17640" bIns="17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8" name="Freeform 518"/>
                <p:cNvSpPr/>
                <p:nvPr/>
              </p:nvSpPr>
              <p:spPr>
                <a:xfrm>
                  <a:off x="6769800" y="1757880"/>
                  <a:ext cx="382320" cy="143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09" name="Freeform 519"/>
                <p:cNvSpPr/>
                <p:nvPr/>
              </p:nvSpPr>
              <p:spPr>
                <a:xfrm>
                  <a:off x="6784200" y="1511640"/>
                  <a:ext cx="250200" cy="1918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0" name="Freeform 520"/>
                <p:cNvSpPr/>
                <p:nvPr/>
              </p:nvSpPr>
              <p:spPr>
                <a:xfrm>
                  <a:off x="6784200" y="1842840"/>
                  <a:ext cx="61560" cy="49680"/>
                </a:xfrm>
                <a:prstGeom prst="pie">
                  <a:avLst/>
                </a:prstGeom>
                <a:solidFill>
                  <a:srgbClr val="336600"/>
                </a:solidFill>
                <a:ln cap="rnd" w="3240">
                  <a:solidFill>
                    <a:srgbClr val="ffffff"/>
                  </a:solidFill>
                  <a:round/>
                </a:ln>
              </p:spPr>
              <p:style>
                <a:lnRef idx="0"/>
                <a:fillRef idx="0"/>
                <a:effectRef idx="0"/>
                <a:fontRef idx="minor"/>
              </p:style>
              <p:txBody>
                <a:bodyPr lIns="90000" rIns="90000" tIns="3240" bIns="3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1" name="Freeform 521"/>
                <p:cNvSpPr/>
                <p:nvPr/>
              </p:nvSpPr>
              <p:spPr>
                <a:xfrm>
                  <a:off x="6786000" y="1724400"/>
                  <a:ext cx="67320" cy="17280"/>
                </a:xfrm>
                <a:prstGeom prst="pie">
                  <a:avLst/>
                </a:prstGeom>
                <a:solidFill>
                  <a:srgbClr val="336600"/>
                </a:solidFill>
                <a:ln cap="rnd" w="324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2" name="Freeform 522"/>
                <p:cNvSpPr/>
                <p:nvPr/>
              </p:nvSpPr>
              <p:spPr>
                <a:xfrm>
                  <a:off x="6797520" y="1923480"/>
                  <a:ext cx="117000" cy="102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3" name="Freeform 523"/>
                <p:cNvSpPr/>
                <p:nvPr/>
              </p:nvSpPr>
              <p:spPr>
                <a:xfrm>
                  <a:off x="6878160" y="1397520"/>
                  <a:ext cx="680760" cy="414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4" name="Freeform 524"/>
                <p:cNvSpPr/>
                <p:nvPr/>
              </p:nvSpPr>
              <p:spPr>
                <a:xfrm>
                  <a:off x="6922080" y="1935360"/>
                  <a:ext cx="632520" cy="540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5" name="Freeform 525"/>
                <p:cNvSpPr/>
                <p:nvPr/>
              </p:nvSpPr>
              <p:spPr>
                <a:xfrm>
                  <a:off x="6985080" y="2310480"/>
                  <a:ext cx="145080" cy="116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6" name="Freeform 526"/>
                <p:cNvSpPr/>
                <p:nvPr/>
              </p:nvSpPr>
              <p:spPr>
                <a:xfrm>
                  <a:off x="7601760" y="2863800"/>
                  <a:ext cx="146160" cy="1684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7" name="Freeform 527"/>
                <p:cNvSpPr/>
                <p:nvPr/>
              </p:nvSpPr>
              <p:spPr>
                <a:xfrm>
                  <a:off x="7243200" y="4822200"/>
                  <a:ext cx="181080" cy="1107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8" name="Freeform 528"/>
                <p:cNvSpPr/>
                <p:nvPr/>
              </p:nvSpPr>
              <p:spPr>
                <a:xfrm>
                  <a:off x="7252920" y="5750640"/>
                  <a:ext cx="12960" cy="42480"/>
                </a:xfrm>
                <a:prstGeom prst="pie">
                  <a:avLst/>
                </a:prstGeom>
                <a:solidFill>
                  <a:srgbClr val="336600"/>
                </a:solidFill>
                <a:ln cap="rnd" w="324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19" name="Freeform 529"/>
                <p:cNvSpPr/>
                <p:nvPr/>
              </p:nvSpPr>
              <p:spPr>
                <a:xfrm>
                  <a:off x="7266240" y="5525280"/>
                  <a:ext cx="16200" cy="51120"/>
                </a:xfrm>
                <a:prstGeom prst="pie">
                  <a:avLst/>
                </a:prstGeom>
                <a:solidFill>
                  <a:srgbClr val="336600"/>
                </a:solidFill>
                <a:ln cap="rnd" w="324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0" name="Freeform 530"/>
                <p:cNvSpPr/>
                <p:nvPr/>
              </p:nvSpPr>
              <p:spPr>
                <a:xfrm>
                  <a:off x="7283880" y="5917680"/>
                  <a:ext cx="30600" cy="20160"/>
                </a:xfrm>
                <a:prstGeom prst="pie">
                  <a:avLst/>
                </a:prstGeom>
                <a:solidFill>
                  <a:srgbClr val="336600"/>
                </a:solidFill>
                <a:ln cap="rnd" w="324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1" name="Freeform 531"/>
                <p:cNvSpPr/>
                <p:nvPr/>
              </p:nvSpPr>
              <p:spPr>
                <a:xfrm>
                  <a:off x="7288200" y="5863680"/>
                  <a:ext cx="46800" cy="54000"/>
                </a:xfrm>
                <a:prstGeom prst="pie">
                  <a:avLst/>
                </a:prstGeom>
                <a:solidFill>
                  <a:srgbClr val="336600"/>
                </a:solidFill>
                <a:ln cap="rnd" w="324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2" name="Freeform 532"/>
                <p:cNvSpPr/>
                <p:nvPr/>
              </p:nvSpPr>
              <p:spPr>
                <a:xfrm>
                  <a:off x="7320600" y="5933880"/>
                  <a:ext cx="24840" cy="12960"/>
                </a:xfrm>
                <a:prstGeom prst="pie">
                  <a:avLst/>
                </a:prstGeom>
                <a:solidFill>
                  <a:srgbClr val="336600"/>
                </a:solidFill>
                <a:ln cap="rnd" w="324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3" name="Freeform 533"/>
                <p:cNvSpPr/>
                <p:nvPr/>
              </p:nvSpPr>
              <p:spPr>
                <a:xfrm>
                  <a:off x="7168320" y="4029840"/>
                  <a:ext cx="267840" cy="440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4" name="Freeform 534"/>
                <p:cNvSpPr/>
                <p:nvPr/>
              </p:nvSpPr>
              <p:spPr>
                <a:xfrm>
                  <a:off x="7021800" y="4067640"/>
                  <a:ext cx="65520" cy="73080"/>
                </a:xfrm>
                <a:prstGeom prst="pie">
                  <a:avLst/>
                </a:prstGeom>
                <a:solidFill>
                  <a:srgbClr val="336600"/>
                </a:solidFill>
                <a:ln cap="rnd" w="324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5" name="Freeform 535"/>
                <p:cNvSpPr/>
                <p:nvPr/>
              </p:nvSpPr>
              <p:spPr>
                <a:xfrm>
                  <a:off x="7036560" y="3741120"/>
                  <a:ext cx="236880" cy="86040"/>
                </a:xfrm>
                <a:prstGeom prst="pie">
                  <a:avLst/>
                </a:prstGeom>
                <a:solidFill>
                  <a:srgbClr val="336600"/>
                </a:solidFill>
                <a:ln cap="rnd" w="3240">
                  <a:solidFill>
                    <a:srgbClr val="ffffff"/>
                  </a:solidFill>
                  <a:round/>
                </a:ln>
              </p:spPr>
              <p:style>
                <a:lnRef idx="0"/>
                <a:fillRef idx="0"/>
                <a:effectRef idx="0"/>
                <a:fontRef idx="minor"/>
              </p:style>
              <p:txBody>
                <a:bodyPr lIns="90000" rIns="90000" tIns="39600" bIns="39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6" name="Freeform 536"/>
                <p:cNvSpPr/>
                <p:nvPr/>
              </p:nvSpPr>
              <p:spPr>
                <a:xfrm>
                  <a:off x="7323480" y="3827520"/>
                  <a:ext cx="73080" cy="49680"/>
                </a:xfrm>
                <a:prstGeom prst="pie">
                  <a:avLst/>
                </a:prstGeom>
                <a:solidFill>
                  <a:srgbClr val="336600"/>
                </a:solidFill>
                <a:ln cap="rnd" w="3240">
                  <a:solidFill>
                    <a:srgbClr val="ffffff"/>
                  </a:solidFill>
                  <a:round/>
                </a:ln>
              </p:spPr>
              <p:style>
                <a:lnRef idx="0"/>
                <a:fillRef idx="0"/>
                <a:effectRef idx="0"/>
                <a:fontRef idx="minor"/>
              </p:style>
              <p:txBody>
                <a:bodyPr lIns="90000" rIns="90000" tIns="3240" bIns="3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7" name="Freeform 537"/>
                <p:cNvSpPr/>
                <p:nvPr/>
              </p:nvSpPr>
              <p:spPr>
                <a:xfrm>
                  <a:off x="7125840" y="4321080"/>
                  <a:ext cx="125640" cy="1652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8" name="Freeform 538"/>
                <p:cNvSpPr/>
                <p:nvPr/>
              </p:nvSpPr>
              <p:spPr>
                <a:xfrm>
                  <a:off x="6922080" y="3972600"/>
                  <a:ext cx="52560" cy="29160"/>
                </a:xfrm>
                <a:prstGeom prst="pie">
                  <a:avLst/>
                </a:prstGeom>
                <a:solidFill>
                  <a:srgbClr val="336600"/>
                </a:solidFill>
                <a:ln cap="rnd" w="324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29" name="Freeform 539"/>
                <p:cNvSpPr/>
                <p:nvPr/>
              </p:nvSpPr>
              <p:spPr>
                <a:xfrm>
                  <a:off x="7566480" y="5846040"/>
                  <a:ext cx="34920" cy="20160"/>
                </a:xfrm>
                <a:prstGeom prst="pie">
                  <a:avLst/>
                </a:prstGeom>
                <a:solidFill>
                  <a:srgbClr val="336600"/>
                </a:solidFill>
                <a:ln cap="rnd" w="324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0" name="Freeform 540"/>
                <p:cNvSpPr/>
                <p:nvPr/>
              </p:nvSpPr>
              <p:spPr>
                <a:xfrm>
                  <a:off x="7593120" y="5838840"/>
                  <a:ext cx="40680" cy="30240"/>
                </a:xfrm>
                <a:prstGeom prst="pie">
                  <a:avLst/>
                </a:prstGeom>
                <a:solidFill>
                  <a:srgbClr val="336600"/>
                </a:solidFill>
                <a:ln cap="rnd" w="324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1" name="Freeform 541"/>
                <p:cNvSpPr/>
                <p:nvPr/>
              </p:nvSpPr>
              <p:spPr>
                <a:xfrm>
                  <a:off x="7710120" y="4209840"/>
                  <a:ext cx="64440" cy="92160"/>
                </a:xfrm>
                <a:prstGeom prst="pie">
                  <a:avLst/>
                </a:prstGeom>
                <a:solidFill>
                  <a:srgbClr val="336600"/>
                </a:solidFill>
                <a:ln cap="rnd" w="3240">
                  <a:solidFill>
                    <a:srgbClr val="ffffff"/>
                  </a:solidFill>
                  <a:round/>
                </a:ln>
              </p:spPr>
              <p:style>
                <a:lnRef idx="0"/>
                <a:fillRef idx="0"/>
                <a:effectRef idx="0"/>
                <a:fontRef idx="minor"/>
              </p:style>
              <p:txBody>
                <a:bodyPr lIns="90000" rIns="90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2" name="Freeform 542"/>
                <p:cNvSpPr/>
                <p:nvPr/>
              </p:nvSpPr>
              <p:spPr>
                <a:xfrm>
                  <a:off x="7298640" y="1370160"/>
                  <a:ext cx="1343160" cy="11761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3" name="Freeform 543"/>
                <p:cNvSpPr/>
                <p:nvPr/>
              </p:nvSpPr>
              <p:spPr>
                <a:xfrm>
                  <a:off x="6873840" y="3878640"/>
                  <a:ext cx="86400" cy="1141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4" name="Freeform 544"/>
                <p:cNvSpPr/>
                <p:nvPr/>
              </p:nvSpPr>
              <p:spPr>
                <a:xfrm>
                  <a:off x="7561080" y="4141080"/>
                  <a:ext cx="103680" cy="1738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5" name="Freeform 545"/>
                <p:cNvSpPr/>
                <p:nvPr/>
              </p:nvSpPr>
              <p:spPr>
                <a:xfrm>
                  <a:off x="7266240" y="3827520"/>
                  <a:ext cx="56880" cy="49680"/>
                </a:xfrm>
                <a:prstGeom prst="pie">
                  <a:avLst/>
                </a:prstGeom>
                <a:solidFill>
                  <a:srgbClr val="336600"/>
                </a:solidFill>
                <a:ln cap="rnd" w="3240">
                  <a:solidFill>
                    <a:srgbClr val="ffffff"/>
                  </a:solidFill>
                  <a:round/>
                </a:ln>
              </p:spPr>
              <p:style>
                <a:lnRef idx="0"/>
                <a:fillRef idx="0"/>
                <a:effectRef idx="0"/>
                <a:fontRef idx="minor"/>
              </p:style>
              <p:txBody>
                <a:bodyPr lIns="90000" rIns="90000" tIns="3240" bIns="3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6" name="Freeform 546"/>
                <p:cNvSpPr/>
                <p:nvPr/>
              </p:nvSpPr>
              <p:spPr>
                <a:xfrm>
                  <a:off x="6938280" y="3933360"/>
                  <a:ext cx="131760" cy="80280"/>
                </a:xfrm>
                <a:prstGeom prst="pie">
                  <a:avLst/>
                </a:prstGeom>
                <a:solidFill>
                  <a:srgbClr val="336600"/>
                </a:solidFill>
                <a:ln cap="rnd" w="324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7" name="Freeform 547"/>
                <p:cNvSpPr/>
                <p:nvPr/>
              </p:nvSpPr>
              <p:spPr>
                <a:xfrm>
                  <a:off x="6328800" y="3465720"/>
                  <a:ext cx="667800" cy="506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8" name="Freeform 548"/>
                <p:cNvSpPr/>
                <p:nvPr/>
              </p:nvSpPr>
              <p:spPr>
                <a:xfrm>
                  <a:off x="6983640" y="3960720"/>
                  <a:ext cx="86040" cy="109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39" name="Freeform 549"/>
                <p:cNvSpPr/>
                <p:nvPr/>
              </p:nvSpPr>
              <p:spPr>
                <a:xfrm>
                  <a:off x="7077240" y="4101480"/>
                  <a:ext cx="124560" cy="65520"/>
                </a:xfrm>
                <a:prstGeom prst="pie">
                  <a:avLst/>
                </a:prstGeom>
                <a:solidFill>
                  <a:srgbClr val="336600"/>
                </a:solidFill>
                <a:ln cap="rnd" w="3240">
                  <a:solidFill>
                    <a:srgbClr val="ffffff"/>
                  </a:solidFill>
                  <a:round/>
                </a:ln>
              </p:spPr>
              <p:style>
                <a:lnRef idx="0"/>
                <a:fillRef idx="0"/>
                <a:effectRef idx="0"/>
                <a:fontRef idx="minor"/>
              </p:style>
              <p:txBody>
                <a:bodyPr lIns="90000" rIns="90000" tIns="19080" bIns="19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0" name="Freeform 550"/>
                <p:cNvSpPr/>
                <p:nvPr/>
              </p:nvSpPr>
              <p:spPr>
                <a:xfrm>
                  <a:off x="7528320" y="4870440"/>
                  <a:ext cx="177120" cy="225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1" name="Freeform 551"/>
                <p:cNvSpPr/>
                <p:nvPr/>
              </p:nvSpPr>
              <p:spPr>
                <a:xfrm>
                  <a:off x="7114320" y="4362480"/>
                  <a:ext cx="276480" cy="4770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2" name="Freeform 552"/>
                <p:cNvSpPr/>
                <p:nvPr/>
              </p:nvSpPr>
              <p:spPr>
                <a:xfrm>
                  <a:off x="7626600" y="4202640"/>
                  <a:ext cx="92160" cy="1051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3" name="Freeform 553"/>
                <p:cNvSpPr/>
                <p:nvPr/>
              </p:nvSpPr>
              <p:spPr>
                <a:xfrm>
                  <a:off x="7541640" y="4075200"/>
                  <a:ext cx="21600" cy="17280"/>
                </a:xfrm>
                <a:prstGeom prst="pie">
                  <a:avLst/>
                </a:prstGeom>
                <a:solidFill>
                  <a:srgbClr val="336600"/>
                </a:solidFill>
                <a:ln cap="rnd" w="324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4" name="Freeform 554"/>
                <p:cNvSpPr/>
                <p:nvPr/>
              </p:nvSpPr>
              <p:spPr>
                <a:xfrm>
                  <a:off x="5491080" y="2635560"/>
                  <a:ext cx="59760" cy="42120"/>
                </a:xfrm>
                <a:prstGeom prst="pie">
                  <a:avLst/>
                </a:prstGeom>
                <a:solidFill>
                  <a:srgbClr val="336600"/>
                </a:solidFill>
                <a:ln cap="rnd" w="324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5" name="Freeform 555"/>
                <p:cNvSpPr/>
                <p:nvPr/>
              </p:nvSpPr>
              <p:spPr>
                <a:xfrm>
                  <a:off x="5862960" y="2560680"/>
                  <a:ext cx="175680" cy="1872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6" name="Freeform 556"/>
                <p:cNvSpPr/>
                <p:nvPr/>
              </p:nvSpPr>
              <p:spPr>
                <a:xfrm>
                  <a:off x="5902560" y="2620440"/>
                  <a:ext cx="27360" cy="30600"/>
                </a:xfrm>
                <a:prstGeom prst="pie">
                  <a:avLst/>
                </a:prstGeom>
                <a:solidFill>
                  <a:srgbClr val="336600"/>
                </a:solidFill>
                <a:ln cap="rnd" w="324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7" name="Freeform 557"/>
                <p:cNvSpPr/>
                <p:nvPr/>
              </p:nvSpPr>
              <p:spPr>
                <a:xfrm>
                  <a:off x="5917320" y="2648520"/>
                  <a:ext cx="15840" cy="46800"/>
                </a:xfrm>
                <a:prstGeom prst="pie">
                  <a:avLst/>
                </a:prstGeom>
                <a:solidFill>
                  <a:srgbClr val="336600"/>
                </a:solidFill>
                <a:ln cap="rnd" w="324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8" name="Freeform 558"/>
                <p:cNvSpPr/>
                <p:nvPr/>
              </p:nvSpPr>
              <p:spPr>
                <a:xfrm>
                  <a:off x="5933160" y="2625120"/>
                  <a:ext cx="24840" cy="25920"/>
                </a:xfrm>
                <a:prstGeom prst="pie">
                  <a:avLst/>
                </a:prstGeom>
                <a:solidFill>
                  <a:srgbClr val="336600"/>
                </a:solidFill>
                <a:ln cap="rnd" w="3240">
                  <a:solidFill>
                    <a:srgbClr val="ffffff"/>
                  </a:solidFill>
                  <a:round/>
                </a:ln>
              </p:spPr>
              <p:style>
                <a:lnRef idx="0"/>
                <a:fillRef idx="0"/>
                <a:effectRef idx="0"/>
                <a:fontRef idx="minor"/>
              </p:style>
              <p:txBody>
                <a:bodyPr lIns="90000" rIns="90000" tIns="-20520" bIns="-20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49" name="Freeform 559"/>
                <p:cNvSpPr/>
                <p:nvPr/>
              </p:nvSpPr>
              <p:spPr>
                <a:xfrm>
                  <a:off x="5955120" y="2664720"/>
                  <a:ext cx="17280" cy="23040"/>
                </a:xfrm>
                <a:prstGeom prst="pie">
                  <a:avLst/>
                </a:prstGeom>
                <a:solidFill>
                  <a:srgbClr val="336600"/>
                </a:solidFill>
                <a:ln cap="rnd" w="3240">
                  <a:solidFill>
                    <a:srgbClr val="ffffff"/>
                  </a:solidFill>
                  <a:round/>
                </a:ln>
              </p:spPr>
              <p:style>
                <a:lnRef idx="0"/>
                <a:fillRef idx="0"/>
                <a:effectRef idx="0"/>
                <a:fontRef idx="minor"/>
              </p:style>
              <p:txBody>
                <a:bodyPr lIns="90000" rIns="90000" tIns="-23400" bIns="-23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0" name="Freeform 560"/>
                <p:cNvSpPr/>
                <p:nvPr/>
              </p:nvSpPr>
              <p:spPr>
                <a:xfrm>
                  <a:off x="5959800" y="2695320"/>
                  <a:ext cx="27360" cy="45360"/>
                </a:xfrm>
                <a:prstGeom prst="pie">
                  <a:avLst/>
                </a:prstGeom>
                <a:solidFill>
                  <a:srgbClr val="336600"/>
                </a:solidFill>
                <a:ln cap="rnd" w="324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1" name="Freeform 561"/>
                <p:cNvSpPr/>
                <p:nvPr/>
              </p:nvSpPr>
              <p:spPr>
                <a:xfrm>
                  <a:off x="6006600" y="2707200"/>
                  <a:ext cx="15840" cy="27360"/>
                </a:xfrm>
                <a:prstGeom prst="pie">
                  <a:avLst/>
                </a:prstGeom>
                <a:solidFill>
                  <a:srgbClr val="336600"/>
                </a:solidFill>
                <a:ln cap="rnd" w="3240">
                  <a:solidFill>
                    <a:srgbClr val="ffffff"/>
                  </a:solidFill>
                  <a:round/>
                </a:ln>
              </p:spPr>
              <p:style>
                <a:lnRef idx="0"/>
                <a:fillRef idx="0"/>
                <a:effectRef idx="0"/>
                <a:fontRef idx="minor"/>
              </p:style>
              <p:txBody>
                <a:bodyPr lIns="90000" rIns="90000" tIns="-19080" bIns="-19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2" name="Freeform 562"/>
                <p:cNvSpPr/>
                <p:nvPr/>
              </p:nvSpPr>
              <p:spPr>
                <a:xfrm>
                  <a:off x="6158880" y="2940120"/>
                  <a:ext cx="1272960" cy="7394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3" name="Freeform 563"/>
                <p:cNvSpPr/>
                <p:nvPr/>
              </p:nvSpPr>
              <p:spPr>
                <a:xfrm>
                  <a:off x="7622640" y="5170680"/>
                  <a:ext cx="115560" cy="1447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4" name="Freeform 564"/>
                <p:cNvSpPr/>
                <p:nvPr/>
              </p:nvSpPr>
              <p:spPr>
                <a:xfrm>
                  <a:off x="7294320" y="4032360"/>
                  <a:ext cx="297000" cy="3060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3855" name="Group 565"/>
              <p:cNvGrpSpPr/>
              <p:nvPr/>
            </p:nvGrpSpPr>
            <p:grpSpPr>
              <a:xfrm>
                <a:off x="500040" y="1451880"/>
                <a:ext cx="4760640" cy="4173480"/>
                <a:chOff x="500040" y="1451880"/>
                <a:chExt cx="4760640" cy="4173480"/>
              </a:xfrm>
            </p:grpSpPr>
            <p:sp>
              <p:nvSpPr>
                <p:cNvPr id="3856" name="Freeform 566"/>
                <p:cNvSpPr/>
                <p:nvPr/>
              </p:nvSpPr>
              <p:spPr>
                <a:xfrm>
                  <a:off x="1477080" y="1671480"/>
                  <a:ext cx="3765960" cy="14540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7" name="Freeform 567"/>
                <p:cNvSpPr/>
                <p:nvPr/>
              </p:nvSpPr>
              <p:spPr>
                <a:xfrm>
                  <a:off x="5190480" y="2347920"/>
                  <a:ext cx="70200" cy="23400"/>
                </a:xfrm>
                <a:prstGeom prst="pie">
                  <a:avLst/>
                </a:prstGeom>
                <a:solidFill>
                  <a:srgbClr val="336600"/>
                </a:solidFill>
                <a:ln cap="rnd" w="324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8" name="Freeform 568"/>
                <p:cNvSpPr/>
                <p:nvPr/>
              </p:nvSpPr>
              <p:spPr>
                <a:xfrm>
                  <a:off x="2380680" y="3234240"/>
                  <a:ext cx="310320" cy="269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59" name="Freeform 569"/>
                <p:cNvSpPr/>
                <p:nvPr/>
              </p:nvSpPr>
              <p:spPr>
                <a:xfrm>
                  <a:off x="1468080" y="3106440"/>
                  <a:ext cx="38160" cy="90720"/>
                </a:xfrm>
                <a:prstGeom prst="pie">
                  <a:avLst/>
                </a:prstGeom>
                <a:solidFill>
                  <a:srgbClr val="336600"/>
                </a:solidFill>
                <a:ln cap="rnd" w="3240">
                  <a:solidFill>
                    <a:srgbClr val="ffffff"/>
                  </a:solidFill>
                  <a:round/>
                </a:ln>
              </p:spPr>
              <p:style>
                <a:lnRef idx="0"/>
                <a:fillRef idx="0"/>
                <a:effectRef idx="0"/>
                <a:fontRef idx="minor"/>
              </p:style>
              <p:txBody>
                <a:bodyPr lIns="90000" rIns="90000" tIns="44280" bIns="44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0" name="Freeform 570"/>
                <p:cNvSpPr/>
                <p:nvPr/>
              </p:nvSpPr>
              <p:spPr>
                <a:xfrm>
                  <a:off x="851760" y="3281040"/>
                  <a:ext cx="446760" cy="512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1" name="Freeform 571"/>
                <p:cNvSpPr/>
                <p:nvPr/>
              </p:nvSpPr>
              <p:spPr>
                <a:xfrm>
                  <a:off x="3538080" y="4584600"/>
                  <a:ext cx="894600" cy="8053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2" name="Freeform 572"/>
                <p:cNvSpPr/>
                <p:nvPr/>
              </p:nvSpPr>
              <p:spPr>
                <a:xfrm>
                  <a:off x="4238280" y="5435280"/>
                  <a:ext cx="78840" cy="89280"/>
                </a:xfrm>
                <a:prstGeom prst="pie">
                  <a:avLst/>
                </a:prstGeom>
                <a:solidFill>
                  <a:srgbClr val="336600"/>
                </a:solidFill>
                <a:ln cap="rnd" w="3240">
                  <a:solidFill>
                    <a:srgbClr val="ffffff"/>
                  </a:solidFill>
                  <a:round/>
                </a:ln>
              </p:spPr>
              <p:style>
                <a:lnRef idx="0"/>
                <a:fillRef idx="0"/>
                <a:effectRef idx="0"/>
                <a:fontRef idx="minor"/>
              </p:style>
              <p:txBody>
                <a:bodyPr lIns="90000" rIns="90000" tIns="42840" bIns="42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3" name="Freeform 573"/>
                <p:cNvSpPr/>
                <p:nvPr/>
              </p:nvSpPr>
              <p:spPr>
                <a:xfrm>
                  <a:off x="1249920" y="2901600"/>
                  <a:ext cx="169920" cy="77400"/>
                </a:xfrm>
                <a:prstGeom prst="pie">
                  <a:avLst/>
                </a:prstGeom>
                <a:solidFill>
                  <a:srgbClr val="336600"/>
                </a:solidFill>
                <a:ln cap="rnd" w="324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4" name="Freeform 574"/>
                <p:cNvSpPr/>
                <p:nvPr/>
              </p:nvSpPr>
              <p:spPr>
                <a:xfrm>
                  <a:off x="2981520" y="3584160"/>
                  <a:ext cx="105480" cy="156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5" name="Freeform 575"/>
                <p:cNvSpPr/>
                <p:nvPr/>
              </p:nvSpPr>
              <p:spPr>
                <a:xfrm>
                  <a:off x="1107720" y="2810880"/>
                  <a:ext cx="70200" cy="61200"/>
                </a:xfrm>
                <a:prstGeom prst="pie">
                  <a:avLst/>
                </a:prstGeom>
                <a:solidFill>
                  <a:srgbClr val="336600"/>
                </a:solidFill>
                <a:ln cap="rnd" w="324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6" name="Freeform 576"/>
                <p:cNvSpPr/>
                <p:nvPr/>
              </p:nvSpPr>
              <p:spPr>
                <a:xfrm>
                  <a:off x="3004920" y="3534480"/>
                  <a:ext cx="65520" cy="45360"/>
                </a:xfrm>
                <a:prstGeom prst="pie">
                  <a:avLst/>
                </a:prstGeom>
                <a:solidFill>
                  <a:srgbClr val="336600"/>
                </a:solidFill>
                <a:ln cap="rnd" w="324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7" name="Freeform 577"/>
                <p:cNvSpPr/>
                <p:nvPr/>
              </p:nvSpPr>
              <p:spPr>
                <a:xfrm>
                  <a:off x="1536840" y="3054240"/>
                  <a:ext cx="137520" cy="93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8" name="Freeform 578"/>
                <p:cNvSpPr/>
                <p:nvPr/>
              </p:nvSpPr>
              <p:spPr>
                <a:xfrm>
                  <a:off x="3079800" y="3538800"/>
                  <a:ext cx="197640" cy="4932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69" name="Freeform 579"/>
                <p:cNvSpPr/>
                <p:nvPr/>
              </p:nvSpPr>
              <p:spPr>
                <a:xfrm>
                  <a:off x="3305160" y="3910680"/>
                  <a:ext cx="111240" cy="1126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0" name="Freeform 580"/>
                <p:cNvSpPr/>
                <p:nvPr/>
              </p:nvSpPr>
              <p:spPr>
                <a:xfrm>
                  <a:off x="2807280" y="4041000"/>
                  <a:ext cx="39240" cy="99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1" name="Freeform 581"/>
                <p:cNvSpPr/>
                <p:nvPr/>
              </p:nvSpPr>
              <p:spPr>
                <a:xfrm>
                  <a:off x="2669400" y="2736360"/>
                  <a:ext cx="1351800" cy="1024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2" name="Freeform 582"/>
                <p:cNvSpPr/>
                <p:nvPr/>
              </p:nvSpPr>
              <p:spPr>
                <a:xfrm>
                  <a:off x="3442680" y="3768840"/>
                  <a:ext cx="47160" cy="45000"/>
                </a:xfrm>
                <a:prstGeom prst="pie">
                  <a:avLst/>
                </a:prstGeom>
                <a:solidFill>
                  <a:srgbClr val="336600"/>
                </a:solidFill>
                <a:ln cap="rnd" w="324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3" name="Freeform 583"/>
                <p:cNvSpPr/>
                <p:nvPr/>
              </p:nvSpPr>
              <p:spPr>
                <a:xfrm>
                  <a:off x="3693240" y="3628080"/>
                  <a:ext cx="41040" cy="86040"/>
                </a:xfrm>
                <a:prstGeom prst="pie">
                  <a:avLst/>
                </a:prstGeom>
                <a:solidFill>
                  <a:srgbClr val="336600"/>
                </a:solidFill>
                <a:ln cap="rnd" w="3240">
                  <a:solidFill>
                    <a:srgbClr val="ffffff"/>
                  </a:solidFill>
                  <a:round/>
                </a:ln>
              </p:spPr>
              <p:style>
                <a:lnRef idx="0"/>
                <a:fillRef idx="0"/>
                <a:effectRef idx="0"/>
                <a:fontRef idx="minor"/>
              </p:style>
              <p:txBody>
                <a:bodyPr lIns="90000" rIns="90000" tIns="39600" bIns="39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4" name="Freeform 584"/>
                <p:cNvSpPr/>
                <p:nvPr/>
              </p:nvSpPr>
              <p:spPr>
                <a:xfrm>
                  <a:off x="1305720" y="2821320"/>
                  <a:ext cx="231120" cy="116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5" name="Freeform 585"/>
                <p:cNvSpPr/>
                <p:nvPr/>
              </p:nvSpPr>
              <p:spPr>
                <a:xfrm>
                  <a:off x="1222200" y="2583720"/>
                  <a:ext cx="58680" cy="1036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6" name="Freeform 586"/>
                <p:cNvSpPr/>
                <p:nvPr/>
              </p:nvSpPr>
              <p:spPr>
                <a:xfrm>
                  <a:off x="1288080" y="2640960"/>
                  <a:ext cx="33480" cy="42480"/>
                </a:xfrm>
                <a:prstGeom prst="pie">
                  <a:avLst/>
                </a:prstGeom>
                <a:solidFill>
                  <a:srgbClr val="336600"/>
                </a:solidFill>
                <a:ln cap="rnd" w="324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7" name="Freeform 587"/>
                <p:cNvSpPr/>
                <p:nvPr/>
              </p:nvSpPr>
              <p:spPr>
                <a:xfrm>
                  <a:off x="1497600" y="2065320"/>
                  <a:ext cx="238680" cy="4330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8" name="Freeform 588"/>
                <p:cNvSpPr/>
                <p:nvPr/>
              </p:nvSpPr>
              <p:spPr>
                <a:xfrm>
                  <a:off x="942480" y="2821320"/>
                  <a:ext cx="278280" cy="2912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79" name="Freeform 589"/>
                <p:cNvSpPr/>
                <p:nvPr/>
              </p:nvSpPr>
              <p:spPr>
                <a:xfrm>
                  <a:off x="1232280" y="3090600"/>
                  <a:ext cx="16200" cy="55440"/>
                </a:xfrm>
                <a:prstGeom prst="pie">
                  <a:avLst/>
                </a:prstGeom>
                <a:solidFill>
                  <a:srgbClr val="336600"/>
                </a:solidFill>
                <a:ln cap="rnd" w="3240">
                  <a:solidFill>
                    <a:srgbClr val="ffffff"/>
                  </a:solidFill>
                  <a:round/>
                </a:ln>
              </p:spPr>
              <p:style>
                <a:lnRef idx="0"/>
                <a:fillRef idx="0"/>
                <a:effectRef idx="0"/>
                <a:fontRef idx="minor"/>
              </p:style>
              <p:txBody>
                <a:bodyPr lIns="90000" rIns="90000" tIns="9000" bIns="9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0" name="Freeform 590"/>
                <p:cNvSpPr/>
                <p:nvPr/>
              </p:nvSpPr>
              <p:spPr>
                <a:xfrm>
                  <a:off x="1172160" y="2687760"/>
                  <a:ext cx="191880" cy="257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1" name="Freeform 591"/>
                <p:cNvSpPr/>
                <p:nvPr/>
              </p:nvSpPr>
              <p:spPr>
                <a:xfrm>
                  <a:off x="1485720" y="3131640"/>
                  <a:ext cx="140400" cy="165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2" name="Freeform 592"/>
                <p:cNvSpPr/>
                <p:nvPr/>
              </p:nvSpPr>
              <p:spPr>
                <a:xfrm>
                  <a:off x="1563480" y="3324600"/>
                  <a:ext cx="62640" cy="8640"/>
                </a:xfrm>
                <a:prstGeom prst="pie">
                  <a:avLst/>
                </a:prstGeom>
                <a:solidFill>
                  <a:srgbClr val="336600"/>
                </a:solidFill>
                <a:ln cap="rnd" w="3240">
                  <a:solidFill>
                    <a:srgbClr val="ffffff"/>
                  </a:solidFill>
                  <a:round/>
                </a:ln>
              </p:spPr>
              <p:style>
                <a:lnRef idx="0"/>
                <a:fillRef idx="0"/>
                <a:effectRef idx="0"/>
                <a:fontRef idx="minor"/>
              </p:style>
              <p:txBody>
                <a:bodyPr lIns="90000" rIns="90000" tIns="-37800" bIns="-37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3" name="Freeform 593"/>
                <p:cNvSpPr/>
                <p:nvPr/>
              </p:nvSpPr>
              <p:spPr>
                <a:xfrm>
                  <a:off x="1397880" y="2908800"/>
                  <a:ext cx="145080" cy="93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4" name="Freeform 594"/>
                <p:cNvSpPr/>
                <p:nvPr/>
              </p:nvSpPr>
              <p:spPr>
                <a:xfrm>
                  <a:off x="2544840" y="3308760"/>
                  <a:ext cx="645840" cy="775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5" name="Freeform 595"/>
                <p:cNvSpPr/>
                <p:nvPr/>
              </p:nvSpPr>
              <p:spPr>
                <a:xfrm>
                  <a:off x="3145320" y="4151160"/>
                  <a:ext cx="240120" cy="302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6" name="Freeform 596"/>
                <p:cNvSpPr/>
                <p:nvPr/>
              </p:nvSpPr>
              <p:spPr>
                <a:xfrm>
                  <a:off x="3369600" y="4456800"/>
                  <a:ext cx="200520" cy="74520"/>
                </a:xfrm>
                <a:prstGeom prst="pie">
                  <a:avLst/>
                </a:prstGeom>
                <a:solidFill>
                  <a:srgbClr val="336600"/>
                </a:solidFill>
                <a:ln cap="rnd" w="324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7" name="Freeform 597"/>
                <p:cNvSpPr/>
                <p:nvPr/>
              </p:nvSpPr>
              <p:spPr>
                <a:xfrm>
                  <a:off x="3451680" y="4184640"/>
                  <a:ext cx="218160" cy="223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8" name="Freeform 598"/>
                <p:cNvSpPr/>
                <p:nvPr/>
              </p:nvSpPr>
              <p:spPr>
                <a:xfrm>
                  <a:off x="3621600" y="4524480"/>
                  <a:ext cx="54360" cy="14400"/>
                </a:xfrm>
                <a:prstGeom prst="pie">
                  <a:avLst/>
                </a:prstGeom>
                <a:solidFill>
                  <a:srgbClr val="336600"/>
                </a:solidFill>
                <a:ln cap="rnd" w="324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89" name="Freeform 599"/>
                <p:cNvSpPr/>
                <p:nvPr/>
              </p:nvSpPr>
              <p:spPr>
                <a:xfrm>
                  <a:off x="3669840" y="4251960"/>
                  <a:ext cx="134640" cy="194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0" name="Freeform 600"/>
                <p:cNvSpPr/>
                <p:nvPr/>
              </p:nvSpPr>
              <p:spPr>
                <a:xfrm>
                  <a:off x="3775320" y="4524480"/>
                  <a:ext cx="76320" cy="48240"/>
                </a:xfrm>
                <a:prstGeom prst="pie">
                  <a:avLst/>
                </a:prstGeom>
                <a:solidFill>
                  <a:srgbClr val="336600"/>
                </a:solidFill>
                <a:ln cap="rnd" w="3240">
                  <a:solidFill>
                    <a:srgbClr val="ffffff"/>
                  </a:solidFill>
                  <a:round/>
                </a:ln>
              </p:spPr>
              <p:style>
                <a:lnRef idx="0"/>
                <a:fillRef idx="0"/>
                <a:effectRef idx="0"/>
                <a:fontRef idx="minor"/>
              </p:style>
              <p:txBody>
                <a:bodyPr lIns="90000" rIns="90000" tIns="1800" bIns="1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1" name="Freeform 601"/>
                <p:cNvSpPr/>
                <p:nvPr/>
              </p:nvSpPr>
              <p:spPr>
                <a:xfrm>
                  <a:off x="3857400" y="4242960"/>
                  <a:ext cx="23400" cy="77400"/>
                </a:xfrm>
                <a:prstGeom prst="pie">
                  <a:avLst/>
                </a:prstGeom>
                <a:solidFill>
                  <a:srgbClr val="336600"/>
                </a:solidFill>
                <a:ln cap="rnd" w="324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2" name="Freeform 602"/>
                <p:cNvSpPr/>
                <p:nvPr/>
              </p:nvSpPr>
              <p:spPr>
                <a:xfrm>
                  <a:off x="3866400" y="4371840"/>
                  <a:ext cx="62640" cy="24840"/>
                </a:xfrm>
                <a:prstGeom prst="pie">
                  <a:avLst/>
                </a:prstGeom>
                <a:solidFill>
                  <a:srgbClr val="336600"/>
                </a:solidFill>
                <a:ln cap="rnd" w="3240">
                  <a:solidFill>
                    <a:srgbClr val="ffffff"/>
                  </a:solidFill>
                  <a:round/>
                </a:ln>
              </p:spPr>
              <p:style>
                <a:lnRef idx="0"/>
                <a:fillRef idx="0"/>
                <a:effectRef idx="0"/>
                <a:fontRef idx="minor"/>
              </p:style>
              <p:txBody>
                <a:bodyPr lIns="90000" rIns="90000" tIns="-21600" bIns="-21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3" name="Freeform 603"/>
                <p:cNvSpPr/>
                <p:nvPr/>
              </p:nvSpPr>
              <p:spPr>
                <a:xfrm>
                  <a:off x="3930840" y="4309200"/>
                  <a:ext cx="231480" cy="2296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4" name="Freeform 604"/>
                <p:cNvSpPr/>
                <p:nvPr/>
              </p:nvSpPr>
              <p:spPr>
                <a:xfrm>
                  <a:off x="3938040" y="4484880"/>
                  <a:ext cx="11520" cy="20520"/>
                </a:xfrm>
                <a:prstGeom prst="pie">
                  <a:avLst/>
                </a:prstGeom>
                <a:solidFill>
                  <a:srgbClr val="336600"/>
                </a:solidFill>
                <a:ln cap="rnd" w="324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5" name="Freeform 605"/>
                <p:cNvSpPr/>
                <p:nvPr/>
              </p:nvSpPr>
              <p:spPr>
                <a:xfrm>
                  <a:off x="2016000" y="3191760"/>
                  <a:ext cx="421560" cy="4320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6" name="Freeform 606"/>
                <p:cNvSpPr/>
                <p:nvPr/>
              </p:nvSpPr>
              <p:spPr>
                <a:xfrm>
                  <a:off x="1896120" y="3270600"/>
                  <a:ext cx="219240" cy="2415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7" name="Freeform 607"/>
                <p:cNvSpPr/>
                <p:nvPr/>
              </p:nvSpPr>
              <p:spPr>
                <a:xfrm>
                  <a:off x="1189800" y="2958840"/>
                  <a:ext cx="260640" cy="2926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8" name="Freeform 608"/>
                <p:cNvSpPr/>
                <p:nvPr/>
              </p:nvSpPr>
              <p:spPr>
                <a:xfrm>
                  <a:off x="1223640" y="3147840"/>
                  <a:ext cx="33480" cy="70200"/>
                </a:xfrm>
                <a:prstGeom prst="pie">
                  <a:avLst/>
                </a:prstGeom>
                <a:solidFill>
                  <a:srgbClr val="336600"/>
                </a:solidFill>
                <a:ln cap="rnd" w="324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899" name="Freeform 609"/>
                <p:cNvSpPr/>
                <p:nvPr/>
              </p:nvSpPr>
              <p:spPr>
                <a:xfrm>
                  <a:off x="1318680" y="3240000"/>
                  <a:ext cx="70200" cy="45000"/>
                </a:xfrm>
                <a:prstGeom prst="pie">
                  <a:avLst/>
                </a:prstGeom>
                <a:solidFill>
                  <a:srgbClr val="336600"/>
                </a:solidFill>
                <a:ln cap="rnd" w="324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0" name="Freeform 610"/>
                <p:cNvSpPr/>
                <p:nvPr/>
              </p:nvSpPr>
              <p:spPr>
                <a:xfrm>
                  <a:off x="3907080" y="3376080"/>
                  <a:ext cx="49680" cy="72720"/>
                </a:xfrm>
                <a:prstGeom prst="pie">
                  <a:avLst/>
                </a:prstGeom>
                <a:solidFill>
                  <a:srgbClr val="336600"/>
                </a:solidFill>
                <a:ln cap="rnd" w="324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1" name="Freeform 611"/>
                <p:cNvSpPr/>
                <p:nvPr/>
              </p:nvSpPr>
              <p:spPr>
                <a:xfrm>
                  <a:off x="3932280" y="3146400"/>
                  <a:ext cx="249120" cy="2383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2" name="Freeform 612"/>
                <p:cNvSpPr/>
                <p:nvPr/>
              </p:nvSpPr>
              <p:spPr>
                <a:xfrm>
                  <a:off x="3961440" y="3366000"/>
                  <a:ext cx="51480" cy="40680"/>
                </a:xfrm>
                <a:prstGeom prst="pie">
                  <a:avLst/>
                </a:prstGeom>
                <a:solidFill>
                  <a:srgbClr val="336600"/>
                </a:solidFill>
                <a:ln cap="rnd" w="324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3" name="Freeform 613"/>
                <p:cNvSpPr/>
                <p:nvPr/>
              </p:nvSpPr>
              <p:spPr>
                <a:xfrm>
                  <a:off x="4132800" y="3016080"/>
                  <a:ext cx="128880" cy="1303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4" name="Freeform 614"/>
                <p:cNvSpPr/>
                <p:nvPr/>
              </p:nvSpPr>
              <p:spPr>
                <a:xfrm>
                  <a:off x="3790080" y="3097800"/>
                  <a:ext cx="136440" cy="162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5" name="Freeform 615"/>
                <p:cNvSpPr/>
                <p:nvPr/>
              </p:nvSpPr>
              <p:spPr>
                <a:xfrm>
                  <a:off x="3826800" y="3231000"/>
                  <a:ext cx="78840" cy="1260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6" name="Freeform 616"/>
                <p:cNvSpPr/>
                <p:nvPr/>
              </p:nvSpPr>
              <p:spPr>
                <a:xfrm>
                  <a:off x="3255480" y="3698280"/>
                  <a:ext cx="159480" cy="2210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7" name="Freeform 617"/>
                <p:cNvSpPr/>
                <p:nvPr/>
              </p:nvSpPr>
              <p:spPr>
                <a:xfrm>
                  <a:off x="1167840" y="2856240"/>
                  <a:ext cx="11520" cy="23400"/>
                </a:xfrm>
                <a:prstGeom prst="pie">
                  <a:avLst/>
                </a:prstGeom>
                <a:solidFill>
                  <a:srgbClr val="336600"/>
                </a:solidFill>
                <a:ln cap="rnd" w="324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8" name="Freeform 618"/>
                <p:cNvSpPr/>
                <p:nvPr/>
              </p:nvSpPr>
              <p:spPr>
                <a:xfrm>
                  <a:off x="3256920" y="4127400"/>
                  <a:ext cx="83520" cy="1299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09" name="Freeform 619"/>
                <p:cNvSpPr/>
                <p:nvPr/>
              </p:nvSpPr>
              <p:spPr>
                <a:xfrm>
                  <a:off x="3466440" y="4118760"/>
                  <a:ext cx="209520" cy="1580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0" name="Freeform 620"/>
                <p:cNvSpPr/>
                <p:nvPr/>
              </p:nvSpPr>
              <p:spPr>
                <a:xfrm>
                  <a:off x="2981520" y="2786040"/>
                  <a:ext cx="700200" cy="351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1" name="Freeform 621"/>
                <p:cNvSpPr/>
                <p:nvPr/>
              </p:nvSpPr>
              <p:spPr>
                <a:xfrm>
                  <a:off x="2191680" y="3630960"/>
                  <a:ext cx="168480" cy="2282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2" name="Freeform 622"/>
                <p:cNvSpPr/>
                <p:nvPr/>
              </p:nvSpPr>
              <p:spPr>
                <a:xfrm>
                  <a:off x="2808720" y="3477240"/>
                  <a:ext cx="178560" cy="109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3" name="Freeform 623"/>
                <p:cNvSpPr/>
                <p:nvPr/>
              </p:nvSpPr>
              <p:spPr>
                <a:xfrm>
                  <a:off x="1122480" y="2749320"/>
                  <a:ext cx="76320" cy="84960"/>
                </a:xfrm>
                <a:prstGeom prst="pie">
                  <a:avLst/>
                </a:prstGeom>
                <a:solidFill>
                  <a:srgbClr val="336600"/>
                </a:solidFill>
                <a:ln cap="rnd" w="324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4" name="Freeform 624"/>
                <p:cNvSpPr/>
                <p:nvPr/>
              </p:nvSpPr>
              <p:spPr>
                <a:xfrm>
                  <a:off x="4718880" y="5435280"/>
                  <a:ext cx="169920" cy="1900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5" name="Freeform 625"/>
                <p:cNvSpPr/>
                <p:nvPr/>
              </p:nvSpPr>
              <p:spPr>
                <a:xfrm>
                  <a:off x="4852440" y="5244840"/>
                  <a:ext cx="128880" cy="210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6" name="Freeform 626"/>
                <p:cNvSpPr/>
                <p:nvPr/>
              </p:nvSpPr>
              <p:spPr>
                <a:xfrm>
                  <a:off x="1154520" y="2014200"/>
                  <a:ext cx="569880" cy="5504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7" name="Freeform 627"/>
                <p:cNvSpPr/>
                <p:nvPr/>
              </p:nvSpPr>
              <p:spPr>
                <a:xfrm>
                  <a:off x="2387880" y="3277800"/>
                  <a:ext cx="369360" cy="383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8" name="Freeform 628"/>
                <p:cNvSpPr/>
                <p:nvPr/>
              </p:nvSpPr>
              <p:spPr>
                <a:xfrm>
                  <a:off x="4157640" y="4369320"/>
                  <a:ext cx="221040" cy="203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19" name="Freeform 629"/>
                <p:cNvSpPr/>
                <p:nvPr/>
              </p:nvSpPr>
              <p:spPr>
                <a:xfrm>
                  <a:off x="4318920" y="4413240"/>
                  <a:ext cx="93960" cy="52560"/>
                </a:xfrm>
                <a:prstGeom prst="pie">
                  <a:avLst/>
                </a:prstGeom>
                <a:solidFill>
                  <a:srgbClr val="336600"/>
                </a:solidFill>
                <a:ln cap="rnd" w="3240">
                  <a:solidFill>
                    <a:srgbClr val="ffffff"/>
                  </a:solidFill>
                  <a:round/>
                </a:ln>
              </p:spPr>
              <p:style>
                <a:lnRef idx="0"/>
                <a:fillRef idx="0"/>
                <a:effectRef idx="0"/>
                <a:fontRef idx="minor"/>
              </p:style>
              <p:txBody>
                <a:bodyPr lIns="90000" rIns="90000" tIns="6120" bIns="6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0" name="Freeform 630"/>
                <p:cNvSpPr/>
                <p:nvPr/>
              </p:nvSpPr>
              <p:spPr>
                <a:xfrm>
                  <a:off x="4374720" y="4371840"/>
                  <a:ext cx="47880" cy="51120"/>
                </a:xfrm>
                <a:prstGeom prst="pie">
                  <a:avLst/>
                </a:prstGeom>
                <a:solidFill>
                  <a:srgbClr val="336600"/>
                </a:solidFill>
                <a:ln cap="rnd" w="324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1" name="Freeform 631"/>
                <p:cNvSpPr/>
                <p:nvPr/>
              </p:nvSpPr>
              <p:spPr>
                <a:xfrm>
                  <a:off x="3630600" y="3999960"/>
                  <a:ext cx="51120" cy="77400"/>
                </a:xfrm>
                <a:prstGeom prst="pie">
                  <a:avLst/>
                </a:prstGeom>
                <a:solidFill>
                  <a:srgbClr val="336600"/>
                </a:solidFill>
                <a:ln cap="rnd" w="324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2" name="Freeform 632"/>
                <p:cNvSpPr/>
                <p:nvPr/>
              </p:nvSpPr>
              <p:spPr>
                <a:xfrm>
                  <a:off x="2445120" y="3491640"/>
                  <a:ext cx="87840" cy="163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3" name="Freeform 633"/>
                <p:cNvSpPr/>
                <p:nvPr/>
              </p:nvSpPr>
              <p:spPr>
                <a:xfrm>
                  <a:off x="3697920" y="3944520"/>
                  <a:ext cx="25920" cy="30240"/>
                </a:xfrm>
                <a:prstGeom prst="pie">
                  <a:avLst/>
                </a:prstGeom>
                <a:solidFill>
                  <a:srgbClr val="336600"/>
                </a:solidFill>
                <a:ln cap="rnd" w="324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4" name="Freeform 634"/>
                <p:cNvSpPr/>
                <p:nvPr/>
              </p:nvSpPr>
              <p:spPr>
                <a:xfrm>
                  <a:off x="3734280" y="3984120"/>
                  <a:ext cx="23040" cy="42480"/>
                </a:xfrm>
                <a:prstGeom prst="pie">
                  <a:avLst/>
                </a:prstGeom>
                <a:solidFill>
                  <a:srgbClr val="336600"/>
                </a:solidFill>
                <a:ln cap="rnd" w="324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5" name="Freeform 635"/>
                <p:cNvSpPr/>
                <p:nvPr/>
              </p:nvSpPr>
              <p:spPr>
                <a:xfrm>
                  <a:off x="3734280" y="4041000"/>
                  <a:ext cx="95040" cy="109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6" name="Freeform 636"/>
                <p:cNvSpPr/>
                <p:nvPr/>
              </p:nvSpPr>
              <p:spPr>
                <a:xfrm>
                  <a:off x="3747600" y="4016160"/>
                  <a:ext cx="20160" cy="45360"/>
                </a:xfrm>
                <a:prstGeom prst="pie">
                  <a:avLst/>
                </a:prstGeom>
                <a:solidFill>
                  <a:srgbClr val="336600"/>
                </a:solidFill>
                <a:ln cap="rnd" w="324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7" name="Freeform 637"/>
                <p:cNvSpPr/>
                <p:nvPr/>
              </p:nvSpPr>
              <p:spPr>
                <a:xfrm>
                  <a:off x="1353960" y="2690640"/>
                  <a:ext cx="221040" cy="200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8" name="Freeform 638"/>
                <p:cNvSpPr/>
                <p:nvPr/>
              </p:nvSpPr>
              <p:spPr>
                <a:xfrm>
                  <a:off x="838440" y="3131640"/>
                  <a:ext cx="70200" cy="1461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29" name="Freeform 639"/>
                <p:cNvSpPr/>
                <p:nvPr/>
              </p:nvSpPr>
              <p:spPr>
                <a:xfrm>
                  <a:off x="1485720" y="2920680"/>
                  <a:ext cx="212040" cy="1479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0" name="Freeform 640"/>
                <p:cNvSpPr/>
                <p:nvPr/>
              </p:nvSpPr>
              <p:spPr>
                <a:xfrm>
                  <a:off x="1811160" y="3421800"/>
                  <a:ext cx="460080" cy="462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1" name="Freeform 641"/>
                <p:cNvSpPr/>
                <p:nvPr/>
              </p:nvSpPr>
              <p:spPr>
                <a:xfrm>
                  <a:off x="2073240" y="1481400"/>
                  <a:ext cx="106920" cy="56880"/>
                </a:xfrm>
                <a:prstGeom prst="pie">
                  <a:avLst/>
                </a:prstGeom>
                <a:solidFill>
                  <a:srgbClr val="336600"/>
                </a:solidFill>
                <a:ln cap="rnd" w="324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2" name="Freeform 642"/>
                <p:cNvSpPr/>
                <p:nvPr/>
              </p:nvSpPr>
              <p:spPr>
                <a:xfrm>
                  <a:off x="2105280" y="2089080"/>
                  <a:ext cx="45360" cy="33480"/>
                </a:xfrm>
                <a:prstGeom prst="pie">
                  <a:avLst/>
                </a:prstGeom>
                <a:solidFill>
                  <a:srgbClr val="336600"/>
                </a:solidFill>
                <a:ln cap="rnd" w="324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3" name="Freeform 643"/>
                <p:cNvSpPr/>
                <p:nvPr/>
              </p:nvSpPr>
              <p:spPr>
                <a:xfrm>
                  <a:off x="2180160" y="1908720"/>
                  <a:ext cx="134640" cy="1242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4" name="Freeform 644"/>
                <p:cNvSpPr/>
                <p:nvPr/>
              </p:nvSpPr>
              <p:spPr>
                <a:xfrm>
                  <a:off x="2226960" y="1711080"/>
                  <a:ext cx="336960" cy="197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5" name="Freeform 645"/>
                <p:cNvSpPr/>
                <p:nvPr/>
              </p:nvSpPr>
              <p:spPr>
                <a:xfrm>
                  <a:off x="2423160" y="1451880"/>
                  <a:ext cx="64440" cy="39600"/>
                </a:xfrm>
                <a:prstGeom prst="pie">
                  <a:avLst/>
                </a:prstGeom>
                <a:solidFill>
                  <a:srgbClr val="336600"/>
                </a:solidFill>
                <a:ln cap="rnd" w="324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6" name="Freeform 646"/>
                <p:cNvSpPr/>
                <p:nvPr/>
              </p:nvSpPr>
              <p:spPr>
                <a:xfrm>
                  <a:off x="3053160" y="1529280"/>
                  <a:ext cx="58680" cy="27720"/>
                </a:xfrm>
                <a:prstGeom prst="pie">
                  <a:avLst/>
                </a:prstGeom>
                <a:solidFill>
                  <a:srgbClr val="336600"/>
                </a:solidFill>
                <a:ln cap="rnd" w="324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7" name="Freeform 647"/>
                <p:cNvSpPr/>
                <p:nvPr/>
              </p:nvSpPr>
              <p:spPr>
                <a:xfrm>
                  <a:off x="3062160" y="1460520"/>
                  <a:ext cx="138960" cy="70200"/>
                </a:xfrm>
                <a:prstGeom prst="pie">
                  <a:avLst/>
                </a:prstGeom>
                <a:solidFill>
                  <a:srgbClr val="336600"/>
                </a:solidFill>
                <a:ln cap="rnd" w="324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8" name="Freeform 648"/>
                <p:cNvSpPr/>
                <p:nvPr/>
              </p:nvSpPr>
              <p:spPr>
                <a:xfrm>
                  <a:off x="3091320" y="1523880"/>
                  <a:ext cx="158040" cy="86040"/>
                </a:xfrm>
                <a:prstGeom prst="pie">
                  <a:avLst/>
                </a:prstGeom>
                <a:solidFill>
                  <a:srgbClr val="336600"/>
                </a:solidFill>
                <a:ln cap="rnd" w="3240">
                  <a:solidFill>
                    <a:srgbClr val="ffffff"/>
                  </a:solidFill>
                  <a:round/>
                </a:ln>
              </p:spPr>
              <p:style>
                <a:lnRef idx="0"/>
                <a:fillRef idx="0"/>
                <a:effectRef idx="0"/>
                <a:fontRef idx="minor"/>
              </p:style>
              <p:txBody>
                <a:bodyPr lIns="90000" rIns="90000" tIns="39600" bIns="39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39" name="Freeform 649"/>
                <p:cNvSpPr/>
                <p:nvPr/>
              </p:nvSpPr>
              <p:spPr>
                <a:xfrm>
                  <a:off x="3237840" y="1568880"/>
                  <a:ext cx="131760" cy="86040"/>
                </a:xfrm>
                <a:prstGeom prst="pie">
                  <a:avLst/>
                </a:prstGeom>
                <a:solidFill>
                  <a:srgbClr val="336600"/>
                </a:solidFill>
                <a:ln cap="rnd" w="3240">
                  <a:solidFill>
                    <a:srgbClr val="ffffff"/>
                  </a:solidFill>
                  <a:round/>
                </a:ln>
              </p:spPr>
              <p:style>
                <a:lnRef idx="0"/>
                <a:fillRef idx="0"/>
                <a:effectRef idx="0"/>
                <a:fontRef idx="minor"/>
              </p:style>
              <p:txBody>
                <a:bodyPr lIns="90000" rIns="90000" tIns="39600" bIns="39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0" name="Freeform 650"/>
                <p:cNvSpPr/>
                <p:nvPr/>
              </p:nvSpPr>
              <p:spPr>
                <a:xfrm>
                  <a:off x="4059720" y="1753560"/>
                  <a:ext cx="146160" cy="81720"/>
                </a:xfrm>
                <a:prstGeom prst="pie">
                  <a:avLst/>
                </a:prstGeom>
                <a:solidFill>
                  <a:srgbClr val="336600"/>
                </a:solidFill>
                <a:ln cap="rnd" w="324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1" name="Freeform 651"/>
                <p:cNvSpPr/>
                <p:nvPr/>
              </p:nvSpPr>
              <p:spPr>
                <a:xfrm>
                  <a:off x="4162320" y="1755000"/>
                  <a:ext cx="91800" cy="55440"/>
                </a:xfrm>
                <a:prstGeom prst="pie">
                  <a:avLst/>
                </a:prstGeom>
                <a:solidFill>
                  <a:srgbClr val="336600"/>
                </a:solidFill>
                <a:ln cap="rnd" w="3240">
                  <a:solidFill>
                    <a:srgbClr val="ffffff"/>
                  </a:solidFill>
                  <a:round/>
                </a:ln>
              </p:spPr>
              <p:style>
                <a:lnRef idx="0"/>
                <a:fillRef idx="0"/>
                <a:effectRef idx="0"/>
                <a:fontRef idx="minor"/>
              </p:style>
              <p:txBody>
                <a:bodyPr lIns="90000" rIns="90000" tIns="9000" bIns="9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2" name="Freeform 652"/>
                <p:cNvSpPr/>
                <p:nvPr/>
              </p:nvSpPr>
              <p:spPr>
                <a:xfrm>
                  <a:off x="4169520" y="2709720"/>
                  <a:ext cx="69840" cy="286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3" name="Freeform 653"/>
                <p:cNvSpPr/>
                <p:nvPr/>
              </p:nvSpPr>
              <p:spPr>
                <a:xfrm>
                  <a:off x="4268880" y="1787040"/>
                  <a:ext cx="105480" cy="41040"/>
                </a:xfrm>
                <a:prstGeom prst="pie">
                  <a:avLst/>
                </a:prstGeom>
                <a:solidFill>
                  <a:srgbClr val="336600"/>
                </a:solidFill>
                <a:ln cap="rnd" w="324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4" name="Freeform 654"/>
                <p:cNvSpPr/>
                <p:nvPr/>
              </p:nvSpPr>
              <p:spPr>
                <a:xfrm>
                  <a:off x="841320" y="3072960"/>
                  <a:ext cx="273600" cy="234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5" name="Freeform 655"/>
                <p:cNvSpPr/>
                <p:nvPr/>
              </p:nvSpPr>
              <p:spPr>
                <a:xfrm>
                  <a:off x="1280880" y="1529280"/>
                  <a:ext cx="234000" cy="2019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6" name="Freeform 656"/>
                <p:cNvSpPr/>
                <p:nvPr/>
              </p:nvSpPr>
              <p:spPr>
                <a:xfrm>
                  <a:off x="1429920" y="1503000"/>
                  <a:ext cx="212400" cy="84960"/>
                </a:xfrm>
                <a:prstGeom prst="pie">
                  <a:avLst/>
                </a:prstGeom>
                <a:solidFill>
                  <a:srgbClr val="336600"/>
                </a:solidFill>
                <a:ln cap="rnd" w="324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7" name="Freeform 657"/>
                <p:cNvSpPr/>
                <p:nvPr/>
              </p:nvSpPr>
              <p:spPr>
                <a:xfrm>
                  <a:off x="1503360" y="1639440"/>
                  <a:ext cx="90360" cy="54000"/>
                </a:xfrm>
                <a:prstGeom prst="pie">
                  <a:avLst/>
                </a:prstGeom>
                <a:solidFill>
                  <a:srgbClr val="336600"/>
                </a:solidFill>
                <a:ln cap="rnd" w="324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8" name="Freeform 658"/>
                <p:cNvSpPr/>
                <p:nvPr/>
              </p:nvSpPr>
              <p:spPr>
                <a:xfrm>
                  <a:off x="1289520" y="2109240"/>
                  <a:ext cx="285480" cy="5594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49" name="Freeform 659"/>
                <p:cNvSpPr/>
                <p:nvPr/>
              </p:nvSpPr>
              <p:spPr>
                <a:xfrm>
                  <a:off x="1172160" y="2939760"/>
                  <a:ext cx="99360" cy="58320"/>
                </a:xfrm>
                <a:prstGeom prst="pie">
                  <a:avLst/>
                </a:prstGeom>
                <a:solidFill>
                  <a:srgbClr val="336600"/>
                </a:solidFill>
                <a:ln cap="rnd" w="324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0" name="Freeform 660"/>
                <p:cNvSpPr/>
                <p:nvPr/>
              </p:nvSpPr>
              <p:spPr>
                <a:xfrm>
                  <a:off x="1824480" y="3273480"/>
                  <a:ext cx="156240" cy="143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1" name="Freeform 661"/>
                <p:cNvSpPr/>
                <p:nvPr/>
              </p:nvSpPr>
              <p:spPr>
                <a:xfrm>
                  <a:off x="3195360" y="3746520"/>
                  <a:ext cx="175680" cy="404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2" name="Freeform 662"/>
                <p:cNvSpPr/>
                <p:nvPr/>
              </p:nvSpPr>
              <p:spPr>
                <a:xfrm>
                  <a:off x="2168640" y="3597480"/>
                  <a:ext cx="115560" cy="93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3" name="Freeform 663"/>
                <p:cNvSpPr/>
                <p:nvPr/>
              </p:nvSpPr>
              <p:spPr>
                <a:xfrm>
                  <a:off x="1204560" y="3277800"/>
                  <a:ext cx="89280" cy="1990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4" name="Freeform 664"/>
                <p:cNvSpPr/>
                <p:nvPr/>
              </p:nvSpPr>
              <p:spPr>
                <a:xfrm>
                  <a:off x="1620720" y="3127320"/>
                  <a:ext cx="59760" cy="56880"/>
                </a:xfrm>
                <a:prstGeom prst="pie">
                  <a:avLst/>
                </a:prstGeom>
                <a:solidFill>
                  <a:srgbClr val="336600"/>
                </a:solidFill>
                <a:ln cap="rnd" w="324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5" name="Freeform 665"/>
                <p:cNvSpPr/>
                <p:nvPr/>
              </p:nvSpPr>
              <p:spPr>
                <a:xfrm>
                  <a:off x="1626480" y="3123000"/>
                  <a:ext cx="405720" cy="185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6" name="Freeform 666"/>
                <p:cNvSpPr/>
                <p:nvPr/>
              </p:nvSpPr>
              <p:spPr>
                <a:xfrm>
                  <a:off x="822240" y="2680560"/>
                  <a:ext cx="86400" cy="125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7" name="Freeform 667"/>
                <p:cNvSpPr/>
                <p:nvPr/>
              </p:nvSpPr>
              <p:spPr>
                <a:xfrm>
                  <a:off x="864720" y="2668680"/>
                  <a:ext cx="60120" cy="52560"/>
                </a:xfrm>
                <a:prstGeom prst="pie">
                  <a:avLst/>
                </a:prstGeom>
                <a:solidFill>
                  <a:srgbClr val="336600"/>
                </a:solidFill>
                <a:ln cap="rnd" w="3240">
                  <a:solidFill>
                    <a:srgbClr val="ffffff"/>
                  </a:solidFill>
                  <a:round/>
                </a:ln>
              </p:spPr>
              <p:style>
                <a:lnRef idx="0"/>
                <a:fillRef idx="0"/>
                <a:effectRef idx="0"/>
                <a:fontRef idx="minor"/>
              </p:style>
              <p:txBody>
                <a:bodyPr lIns="90000" rIns="90000" tIns="6120" bIns="6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8" name="Freeform 668"/>
                <p:cNvSpPr/>
                <p:nvPr/>
              </p:nvSpPr>
              <p:spPr>
                <a:xfrm>
                  <a:off x="896760" y="2583720"/>
                  <a:ext cx="12960" cy="14400"/>
                </a:xfrm>
                <a:prstGeom prst="pie">
                  <a:avLst/>
                </a:prstGeom>
                <a:solidFill>
                  <a:srgbClr val="336600"/>
                </a:solidFill>
                <a:ln cap="rnd" w="324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59" name="Freeform 669"/>
                <p:cNvSpPr/>
                <p:nvPr/>
              </p:nvSpPr>
              <p:spPr>
                <a:xfrm>
                  <a:off x="910080" y="2547360"/>
                  <a:ext cx="171360" cy="314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0" name="Freeform 670"/>
                <p:cNvSpPr/>
                <p:nvPr/>
              </p:nvSpPr>
              <p:spPr>
                <a:xfrm>
                  <a:off x="500040" y="2222280"/>
                  <a:ext cx="244800" cy="1328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1" name="Freeform 671"/>
                <p:cNvSpPr/>
                <p:nvPr/>
              </p:nvSpPr>
              <p:spPr>
                <a:xfrm>
                  <a:off x="3297960" y="3677760"/>
                  <a:ext cx="154800" cy="398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2" name="Freeform 672"/>
                <p:cNvSpPr/>
                <p:nvPr/>
              </p:nvSpPr>
              <p:spPr>
                <a:xfrm>
                  <a:off x="2003040" y="3793680"/>
                  <a:ext cx="210600" cy="171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3" name="Freeform 673"/>
                <p:cNvSpPr/>
                <p:nvPr/>
              </p:nvSpPr>
              <p:spPr>
                <a:xfrm>
                  <a:off x="1982520" y="3838680"/>
                  <a:ext cx="83160" cy="1260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4" name="Freeform 674"/>
                <p:cNvSpPr/>
                <p:nvPr/>
              </p:nvSpPr>
              <p:spPr>
                <a:xfrm>
                  <a:off x="1345320" y="2963160"/>
                  <a:ext cx="203400" cy="1962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5" name="Freeform 675"/>
                <p:cNvSpPr/>
                <p:nvPr/>
              </p:nvSpPr>
              <p:spPr>
                <a:xfrm>
                  <a:off x="1296720" y="4453920"/>
                  <a:ext cx="279360" cy="326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6" name="Freeform 676"/>
                <p:cNvSpPr/>
                <p:nvPr/>
              </p:nvSpPr>
              <p:spPr>
                <a:xfrm>
                  <a:off x="1307160" y="4423320"/>
                  <a:ext cx="23400" cy="30240"/>
                </a:xfrm>
                <a:prstGeom prst="pie">
                  <a:avLst/>
                </a:prstGeom>
                <a:solidFill>
                  <a:srgbClr val="336600"/>
                </a:solidFill>
                <a:ln cap="rnd" w="324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7" name="Freeform 677"/>
                <p:cNvSpPr/>
                <p:nvPr/>
              </p:nvSpPr>
              <p:spPr>
                <a:xfrm>
                  <a:off x="1482840" y="4773240"/>
                  <a:ext cx="207720" cy="2440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8" name="Freeform 678"/>
                <p:cNvSpPr/>
                <p:nvPr/>
              </p:nvSpPr>
              <p:spPr>
                <a:xfrm>
                  <a:off x="1685160" y="4361760"/>
                  <a:ext cx="37800" cy="54000"/>
                </a:xfrm>
                <a:prstGeom prst="pie">
                  <a:avLst/>
                </a:prstGeom>
                <a:solidFill>
                  <a:srgbClr val="336600"/>
                </a:solidFill>
                <a:ln cap="rnd" w="324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69" name="Freeform 679"/>
                <p:cNvSpPr/>
                <p:nvPr/>
              </p:nvSpPr>
              <p:spPr>
                <a:xfrm>
                  <a:off x="1229400" y="3962160"/>
                  <a:ext cx="168120" cy="2955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0" name="Freeform 680"/>
                <p:cNvSpPr/>
                <p:nvPr/>
              </p:nvSpPr>
              <p:spPr>
                <a:xfrm>
                  <a:off x="1362960" y="4010040"/>
                  <a:ext cx="288000" cy="212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1" name="Freeform 681"/>
                <p:cNvSpPr/>
                <p:nvPr/>
              </p:nvSpPr>
              <p:spPr>
                <a:xfrm>
                  <a:off x="1339200" y="3670560"/>
                  <a:ext cx="235800" cy="4330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2" name="Freeform 682"/>
                <p:cNvSpPr/>
                <p:nvPr/>
              </p:nvSpPr>
              <p:spPr>
                <a:xfrm>
                  <a:off x="1289520" y="4202280"/>
                  <a:ext cx="165240" cy="2296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3" name="Freeform 683"/>
                <p:cNvSpPr/>
                <p:nvPr/>
              </p:nvSpPr>
              <p:spPr>
                <a:xfrm>
                  <a:off x="1314360" y="4162680"/>
                  <a:ext cx="418680" cy="4888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4" name="Freeform 684"/>
                <p:cNvSpPr/>
                <p:nvPr/>
              </p:nvSpPr>
              <p:spPr>
                <a:xfrm>
                  <a:off x="1756800" y="3320280"/>
                  <a:ext cx="54000" cy="29160"/>
                </a:xfrm>
                <a:prstGeom prst="pie">
                  <a:avLst/>
                </a:prstGeom>
                <a:solidFill>
                  <a:srgbClr val="336600"/>
                </a:solidFill>
                <a:ln cap="rnd" w="324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5" name="Freeform 685"/>
                <p:cNvSpPr/>
                <p:nvPr/>
              </p:nvSpPr>
              <p:spPr>
                <a:xfrm>
                  <a:off x="1063800" y="3970800"/>
                  <a:ext cx="60120" cy="160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6" name="Freeform 686"/>
                <p:cNvSpPr/>
                <p:nvPr/>
              </p:nvSpPr>
              <p:spPr>
                <a:xfrm>
                  <a:off x="1249920" y="4240440"/>
                  <a:ext cx="42480" cy="36360"/>
                </a:xfrm>
                <a:prstGeom prst="pie">
                  <a:avLst/>
                </a:prstGeom>
                <a:solidFill>
                  <a:srgbClr val="336600"/>
                </a:solidFill>
                <a:ln cap="rnd" w="3240">
                  <a:solidFill>
                    <a:srgbClr val="ffffff"/>
                  </a:solidFill>
                  <a:round/>
                </a:ln>
              </p:spPr>
              <p:style>
                <a:lnRef idx="0"/>
                <a:fillRef idx="0"/>
                <a:effectRef idx="0"/>
                <a:fontRef idx="minor"/>
              </p:style>
              <p:txBody>
                <a:bodyPr lIns="90000" rIns="90000" tIns="-10080" bIns="-10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7" name="Freeform 687"/>
                <p:cNvSpPr/>
                <p:nvPr/>
              </p:nvSpPr>
              <p:spPr>
                <a:xfrm>
                  <a:off x="1771560" y="3819960"/>
                  <a:ext cx="332280" cy="389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8" name="Freeform 688"/>
                <p:cNvSpPr/>
                <p:nvPr/>
              </p:nvSpPr>
              <p:spPr>
                <a:xfrm>
                  <a:off x="1966320" y="3965040"/>
                  <a:ext cx="36720" cy="47880"/>
                </a:xfrm>
                <a:prstGeom prst="pie">
                  <a:avLst/>
                </a:prstGeom>
                <a:solidFill>
                  <a:srgbClr val="336600"/>
                </a:solidFill>
                <a:ln cap="rnd" w="324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79" name="Freeform 689"/>
                <p:cNvSpPr/>
                <p:nvPr/>
              </p:nvSpPr>
              <p:spPr>
                <a:xfrm>
                  <a:off x="1235520" y="4240440"/>
                  <a:ext cx="122760" cy="1634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0" name="Freeform 690"/>
                <p:cNvSpPr/>
                <p:nvPr/>
              </p:nvSpPr>
              <p:spPr>
                <a:xfrm>
                  <a:off x="674280" y="3937320"/>
                  <a:ext cx="67320" cy="17280"/>
                </a:xfrm>
                <a:prstGeom prst="pie">
                  <a:avLst/>
                </a:prstGeom>
                <a:solidFill>
                  <a:srgbClr val="336600"/>
                </a:solidFill>
                <a:ln cap="rnd" w="324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1" name="Freeform 691"/>
                <p:cNvSpPr/>
                <p:nvPr/>
              </p:nvSpPr>
              <p:spPr>
                <a:xfrm>
                  <a:off x="975960" y="4001760"/>
                  <a:ext cx="93960" cy="1713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2" name="Freeform 692"/>
                <p:cNvSpPr/>
                <p:nvPr/>
              </p:nvSpPr>
              <p:spPr>
                <a:xfrm>
                  <a:off x="710640" y="3965040"/>
                  <a:ext cx="162720" cy="140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3" name="Freeform 693"/>
                <p:cNvSpPr/>
                <p:nvPr/>
              </p:nvSpPr>
              <p:spPr>
                <a:xfrm>
                  <a:off x="2030760" y="3506400"/>
                  <a:ext cx="42480" cy="14400"/>
                </a:xfrm>
                <a:prstGeom prst="pie">
                  <a:avLst/>
                </a:prstGeom>
                <a:solidFill>
                  <a:srgbClr val="336600"/>
                </a:solidFill>
                <a:ln cap="rnd" w="324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4" name="Freeform 694"/>
                <p:cNvSpPr/>
                <p:nvPr/>
              </p:nvSpPr>
              <p:spPr>
                <a:xfrm>
                  <a:off x="1793520" y="3395160"/>
                  <a:ext cx="33480" cy="109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5" name="Freeform 695"/>
                <p:cNvSpPr/>
                <p:nvPr/>
              </p:nvSpPr>
              <p:spPr>
                <a:xfrm>
                  <a:off x="852840" y="4017600"/>
                  <a:ext cx="131760" cy="165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6" name="Freeform 696"/>
                <p:cNvSpPr/>
                <p:nvPr/>
              </p:nvSpPr>
              <p:spPr>
                <a:xfrm>
                  <a:off x="1811160" y="3389400"/>
                  <a:ext cx="96480" cy="122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7" name="Freeform 697"/>
                <p:cNvSpPr/>
                <p:nvPr/>
              </p:nvSpPr>
              <p:spPr>
                <a:xfrm>
                  <a:off x="1793520" y="4177440"/>
                  <a:ext cx="172440" cy="2458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8" name="Freeform 698"/>
                <p:cNvSpPr/>
                <p:nvPr/>
              </p:nvSpPr>
              <p:spPr>
                <a:xfrm>
                  <a:off x="2073240" y="3484440"/>
                  <a:ext cx="36720" cy="41040"/>
                </a:xfrm>
                <a:prstGeom prst="pie">
                  <a:avLst/>
                </a:prstGeom>
                <a:solidFill>
                  <a:srgbClr val="336600"/>
                </a:solidFill>
                <a:ln cap="rnd" w="324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89" name="Freeform 699"/>
                <p:cNvSpPr/>
                <p:nvPr/>
              </p:nvSpPr>
              <p:spPr>
                <a:xfrm>
                  <a:off x="1818360" y="3346920"/>
                  <a:ext cx="32040" cy="47880"/>
                </a:xfrm>
                <a:prstGeom prst="pie">
                  <a:avLst/>
                </a:prstGeom>
                <a:solidFill>
                  <a:srgbClr val="336600"/>
                </a:solidFill>
                <a:ln cap="rnd" w="324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0" name="Freeform 700"/>
                <p:cNvSpPr/>
                <p:nvPr/>
              </p:nvSpPr>
              <p:spPr>
                <a:xfrm>
                  <a:off x="791640" y="4080600"/>
                  <a:ext cx="86040" cy="102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1" name="Freeform 701"/>
                <p:cNvSpPr/>
                <p:nvPr/>
              </p:nvSpPr>
              <p:spPr>
                <a:xfrm>
                  <a:off x="1248480" y="3395160"/>
                  <a:ext cx="345240" cy="3852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2" name="Freeform 702"/>
                <p:cNvSpPr/>
                <p:nvPr/>
              </p:nvSpPr>
              <p:spPr>
                <a:xfrm>
                  <a:off x="1991160" y="4620960"/>
                  <a:ext cx="159480" cy="368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3" name="Freeform 703"/>
                <p:cNvSpPr/>
                <p:nvPr/>
              </p:nvSpPr>
              <p:spPr>
                <a:xfrm>
                  <a:off x="1767240" y="4547880"/>
                  <a:ext cx="68760" cy="205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4" name="Freeform 704"/>
                <p:cNvSpPr/>
                <p:nvPr/>
              </p:nvSpPr>
              <p:spPr>
                <a:xfrm>
                  <a:off x="776880" y="3628080"/>
                  <a:ext cx="357120" cy="401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5" name="Freeform 705"/>
                <p:cNvSpPr/>
                <p:nvPr/>
              </p:nvSpPr>
              <p:spPr>
                <a:xfrm>
                  <a:off x="668160" y="3565080"/>
                  <a:ext cx="267840" cy="340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6" name="Freeform 706"/>
                <p:cNvSpPr/>
                <p:nvPr/>
              </p:nvSpPr>
              <p:spPr>
                <a:xfrm>
                  <a:off x="757800" y="3320280"/>
                  <a:ext cx="256320" cy="2311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7" name="Freeform 707"/>
                <p:cNvSpPr/>
                <p:nvPr/>
              </p:nvSpPr>
              <p:spPr>
                <a:xfrm>
                  <a:off x="1704240" y="4575600"/>
                  <a:ext cx="232560" cy="4420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8" name="Freeform 708"/>
                <p:cNvSpPr/>
                <p:nvPr/>
              </p:nvSpPr>
              <p:spPr>
                <a:xfrm>
                  <a:off x="1047600" y="3669120"/>
                  <a:ext cx="349920" cy="320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3999" name="Freeform 709"/>
                <p:cNvSpPr/>
                <p:nvPr/>
              </p:nvSpPr>
              <p:spPr>
                <a:xfrm>
                  <a:off x="1107720" y="3933000"/>
                  <a:ext cx="253440" cy="2559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0" name="Freeform 710"/>
                <p:cNvSpPr/>
                <p:nvPr/>
              </p:nvSpPr>
              <p:spPr>
                <a:xfrm>
                  <a:off x="674280" y="3965040"/>
                  <a:ext cx="67320" cy="45000"/>
                </a:xfrm>
                <a:prstGeom prst="pie">
                  <a:avLst/>
                </a:prstGeom>
                <a:solidFill>
                  <a:srgbClr val="336600"/>
                </a:solidFill>
                <a:ln cap="rnd" w="324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1" name="Freeform 711"/>
                <p:cNvSpPr/>
                <p:nvPr/>
              </p:nvSpPr>
              <p:spPr>
                <a:xfrm>
                  <a:off x="2162520" y="3597480"/>
                  <a:ext cx="12960" cy="42480"/>
                </a:xfrm>
                <a:prstGeom prst="pie">
                  <a:avLst/>
                </a:prstGeom>
                <a:solidFill>
                  <a:srgbClr val="336600"/>
                </a:solidFill>
                <a:ln cap="rnd" w="324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2" name="Freeform 712"/>
                <p:cNvSpPr/>
                <p:nvPr/>
              </p:nvSpPr>
              <p:spPr>
                <a:xfrm>
                  <a:off x="1685160" y="4326840"/>
                  <a:ext cx="37800" cy="42480"/>
                </a:xfrm>
                <a:prstGeom prst="pie">
                  <a:avLst/>
                </a:prstGeom>
                <a:solidFill>
                  <a:srgbClr val="336600"/>
                </a:solidFill>
                <a:ln cap="rnd" w="324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3" name="Freeform 713"/>
                <p:cNvSpPr/>
                <p:nvPr/>
              </p:nvSpPr>
              <p:spPr>
                <a:xfrm>
                  <a:off x="655200" y="3858120"/>
                  <a:ext cx="138960" cy="1112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4" name="Freeform 714"/>
                <p:cNvSpPr/>
                <p:nvPr/>
              </p:nvSpPr>
              <p:spPr>
                <a:xfrm>
                  <a:off x="750240" y="4038120"/>
                  <a:ext cx="70200" cy="80640"/>
                </a:xfrm>
                <a:prstGeom prst="pie">
                  <a:avLst/>
                </a:prstGeom>
                <a:solidFill>
                  <a:srgbClr val="336600"/>
                </a:solidFill>
                <a:ln cap="rnd" w="3240">
                  <a:solidFill>
                    <a:srgbClr val="ffffff"/>
                  </a:solidFill>
                  <a:round/>
                </a:ln>
              </p:spPr>
              <p:style>
                <a:lnRef idx="0"/>
                <a:fillRef idx="0"/>
                <a:effectRef idx="0"/>
                <a:fontRef idx="minor"/>
              </p:style>
              <p:txBody>
                <a:bodyPr lIns="90000" rIns="90000" tIns="34200" bIns="34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5" name="Freeform 715"/>
                <p:cNvSpPr/>
                <p:nvPr/>
              </p:nvSpPr>
              <p:spPr>
                <a:xfrm>
                  <a:off x="1950120" y="3984120"/>
                  <a:ext cx="223920" cy="3614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6" name="Freeform 716"/>
                <p:cNvSpPr/>
                <p:nvPr/>
              </p:nvSpPr>
              <p:spPr>
                <a:xfrm>
                  <a:off x="1595880" y="4714560"/>
                  <a:ext cx="175680" cy="1918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7" name="Freeform 717"/>
                <p:cNvSpPr/>
                <p:nvPr/>
              </p:nvSpPr>
              <p:spPr>
                <a:xfrm>
                  <a:off x="1296720" y="4748400"/>
                  <a:ext cx="298800" cy="340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8" name="Freeform 718"/>
                <p:cNvSpPr/>
                <p:nvPr/>
              </p:nvSpPr>
              <p:spPr>
                <a:xfrm>
                  <a:off x="668160" y="3550680"/>
                  <a:ext cx="184680" cy="1857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09" name="Freeform 719"/>
                <p:cNvSpPr/>
                <p:nvPr/>
              </p:nvSpPr>
              <p:spPr>
                <a:xfrm>
                  <a:off x="1526760" y="3683880"/>
                  <a:ext cx="367560" cy="521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0" name="Freeform 720"/>
                <p:cNvSpPr/>
                <p:nvPr/>
              </p:nvSpPr>
              <p:spPr>
                <a:xfrm>
                  <a:off x="1722960" y="4991760"/>
                  <a:ext cx="27720" cy="45000"/>
                </a:xfrm>
                <a:prstGeom prst="pie">
                  <a:avLst/>
                </a:prstGeom>
                <a:solidFill>
                  <a:srgbClr val="336600"/>
                </a:solidFill>
                <a:ln cap="rnd" w="324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1" name="Freeform 721"/>
                <p:cNvSpPr/>
                <p:nvPr/>
              </p:nvSpPr>
              <p:spPr>
                <a:xfrm>
                  <a:off x="1699920" y="4322520"/>
                  <a:ext cx="236880" cy="2851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2" name="Freeform 722"/>
                <p:cNvSpPr/>
                <p:nvPr/>
              </p:nvSpPr>
              <p:spPr>
                <a:xfrm>
                  <a:off x="1038960" y="4001760"/>
                  <a:ext cx="45360" cy="1371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3" name="Freeform 723"/>
                <p:cNvSpPr/>
                <p:nvPr/>
              </p:nvSpPr>
              <p:spPr>
                <a:xfrm>
                  <a:off x="1699920" y="4193280"/>
                  <a:ext cx="118440" cy="13896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4" name="Freeform 724"/>
                <p:cNvSpPr/>
                <p:nvPr/>
              </p:nvSpPr>
              <p:spPr>
                <a:xfrm>
                  <a:off x="1582560" y="3439080"/>
                  <a:ext cx="247320" cy="2768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5" name="Freeform 725"/>
                <p:cNvSpPr/>
                <p:nvPr/>
              </p:nvSpPr>
              <p:spPr>
                <a:xfrm>
                  <a:off x="929160" y="3903120"/>
                  <a:ext cx="165600" cy="14328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6" name="Freeform 726"/>
                <p:cNvSpPr/>
                <p:nvPr/>
              </p:nvSpPr>
              <p:spPr>
                <a:xfrm>
                  <a:off x="1526760" y="4512600"/>
                  <a:ext cx="260640" cy="2606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7" name="Freeform 727"/>
                <p:cNvSpPr/>
                <p:nvPr/>
              </p:nvSpPr>
              <p:spPr>
                <a:xfrm>
                  <a:off x="1407960" y="4890240"/>
                  <a:ext cx="358920" cy="3499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8" name="Freeform 728"/>
                <p:cNvSpPr/>
                <p:nvPr/>
              </p:nvSpPr>
              <p:spPr>
                <a:xfrm>
                  <a:off x="1639800" y="5077800"/>
                  <a:ext cx="52560" cy="63000"/>
                </a:xfrm>
                <a:prstGeom prst="pie">
                  <a:avLst/>
                </a:prstGeom>
                <a:solidFill>
                  <a:srgbClr val="336600"/>
                </a:solidFill>
                <a:ln cap="rnd" w="3240">
                  <a:solidFill>
                    <a:srgbClr val="ffffff"/>
                  </a:solidFill>
                  <a:round/>
                </a:ln>
              </p:spPr>
              <p:style>
                <a:lnRef idx="0"/>
                <a:fillRef idx="0"/>
                <a:effectRef idx="0"/>
                <a:fontRef idx="minor"/>
              </p:style>
              <p:txBody>
                <a:bodyPr lIns="90000" rIns="90000" tIns="16560" bIns="16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19" name="Freeform 729"/>
                <p:cNvSpPr/>
                <p:nvPr/>
              </p:nvSpPr>
              <p:spPr>
                <a:xfrm>
                  <a:off x="1554480" y="2660040"/>
                  <a:ext cx="177120" cy="1656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0" name="Freeform 730"/>
                <p:cNvSpPr/>
                <p:nvPr/>
              </p:nvSpPr>
              <p:spPr>
                <a:xfrm>
                  <a:off x="1528200" y="2778840"/>
                  <a:ext cx="390960" cy="2678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1" name="Freeform 731"/>
                <p:cNvSpPr/>
                <p:nvPr/>
              </p:nvSpPr>
              <p:spPr>
                <a:xfrm>
                  <a:off x="1632240" y="2914920"/>
                  <a:ext cx="70200" cy="100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2" name="Freeform 732"/>
                <p:cNvSpPr/>
                <p:nvPr/>
              </p:nvSpPr>
              <p:spPr>
                <a:xfrm>
                  <a:off x="1896120" y="3048120"/>
                  <a:ext cx="162360" cy="86040"/>
                </a:xfrm>
                <a:prstGeom prst="pie">
                  <a:avLst/>
                </a:prstGeom>
                <a:solidFill>
                  <a:srgbClr val="336600"/>
                </a:solidFill>
                <a:ln cap="rnd" w="3240">
                  <a:solidFill>
                    <a:srgbClr val="ffffff"/>
                  </a:solidFill>
                  <a:round/>
                </a:ln>
              </p:spPr>
              <p:style>
                <a:lnRef idx="0"/>
                <a:fillRef idx="0"/>
                <a:effectRef idx="0"/>
                <a:fontRef idx="minor"/>
              </p:style>
              <p:txBody>
                <a:bodyPr lIns="90000" rIns="90000" tIns="39600" bIns="39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3" name="Freeform 733"/>
                <p:cNvSpPr/>
                <p:nvPr/>
              </p:nvSpPr>
              <p:spPr>
                <a:xfrm>
                  <a:off x="2016000" y="3101040"/>
                  <a:ext cx="136080" cy="128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4" name="Freeform 734"/>
                <p:cNvSpPr/>
                <p:nvPr/>
              </p:nvSpPr>
              <p:spPr>
                <a:xfrm>
                  <a:off x="1986840" y="3125880"/>
                  <a:ext cx="92160" cy="78840"/>
                </a:xfrm>
                <a:prstGeom prst="pie">
                  <a:avLst/>
                </a:prstGeom>
                <a:solidFill>
                  <a:srgbClr val="336600"/>
                </a:solidFill>
                <a:ln cap="rnd" w="3240">
                  <a:solidFill>
                    <a:srgbClr val="ffffff"/>
                  </a:solidFill>
                  <a:round/>
                </a:ln>
              </p:spPr>
              <p:style>
                <a:lnRef idx="0"/>
                <a:fillRef idx="0"/>
                <a:effectRef idx="0"/>
                <a:fontRef idx="minor"/>
              </p:style>
              <p:txBody>
                <a:bodyPr lIns="90000" rIns="90000" tIns="32400" bIns="32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5" name="Freeform 735"/>
                <p:cNvSpPr/>
                <p:nvPr/>
              </p:nvSpPr>
              <p:spPr>
                <a:xfrm>
                  <a:off x="2037960" y="2668680"/>
                  <a:ext cx="924480" cy="4788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6" name="Freeform 736"/>
                <p:cNvSpPr/>
                <p:nvPr/>
              </p:nvSpPr>
              <p:spPr>
                <a:xfrm>
                  <a:off x="2260800" y="2979360"/>
                  <a:ext cx="404280" cy="2941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7" name="Freeform 737"/>
                <p:cNvSpPr/>
                <p:nvPr/>
              </p:nvSpPr>
              <p:spPr>
                <a:xfrm>
                  <a:off x="2209320" y="3075840"/>
                  <a:ext cx="306000" cy="25740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8" name="Freeform 738"/>
                <p:cNvSpPr/>
                <p:nvPr/>
              </p:nvSpPr>
              <p:spPr>
                <a:xfrm>
                  <a:off x="2552040" y="3072960"/>
                  <a:ext cx="259200" cy="12852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29" name="Freeform 739"/>
                <p:cNvSpPr/>
                <p:nvPr/>
              </p:nvSpPr>
              <p:spPr>
                <a:xfrm>
                  <a:off x="2518560" y="3140280"/>
                  <a:ext cx="162360" cy="132840"/>
                </a:xfrm>
                <a:prstGeom prst="pie">
                  <a:avLst/>
                </a:prstGeom>
                <a:solidFill>
                  <a:srgbClr val="336600"/>
                </a:solidFill>
                <a:ln cap="rnd" w="32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03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DDEDAD-90B5-454B-83A7-FCB17273B96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03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Europe</a:t>
            </a:r>
            <a:endParaRPr b="1" lang="en-US" sz="1600" spc="-1" strike="noStrike">
              <a:solidFill>
                <a:srgbClr val="000000"/>
              </a:solidFill>
              <a:latin typeface="Arial"/>
            </a:endParaRPr>
          </a:p>
        </p:txBody>
      </p:sp>
      <p:grpSp>
        <p:nvGrpSpPr>
          <p:cNvPr id="4033" name="Group 3"/>
          <p:cNvGrpSpPr/>
          <p:nvPr/>
        </p:nvGrpSpPr>
        <p:grpSpPr>
          <a:xfrm>
            <a:off x="2832120" y="1628640"/>
            <a:ext cx="3458880" cy="4243320"/>
            <a:chOff x="2832120" y="1628640"/>
            <a:chExt cx="3458880" cy="4243320"/>
          </a:xfrm>
        </p:grpSpPr>
        <p:sp>
          <p:nvSpPr>
            <p:cNvPr id="4034" name="Freeform 4"/>
            <p:cNvSpPr/>
            <p:nvPr/>
          </p:nvSpPr>
          <p:spPr>
            <a:xfrm>
              <a:off x="2832120" y="4600800"/>
              <a:ext cx="402120" cy="5738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35" name="Freeform 5"/>
            <p:cNvSpPr/>
            <p:nvPr/>
          </p:nvSpPr>
          <p:spPr>
            <a:xfrm>
              <a:off x="2983680" y="4422600"/>
              <a:ext cx="1063800" cy="9392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36" name="Freeform 6"/>
            <p:cNvSpPr/>
            <p:nvPr/>
          </p:nvSpPr>
          <p:spPr>
            <a:xfrm>
              <a:off x="3793680" y="5202360"/>
              <a:ext cx="42840" cy="43920"/>
            </a:xfrm>
            <a:prstGeom prst="pie">
              <a:avLst/>
            </a:prstGeom>
            <a:solidFill>
              <a:srgbClr val="336600"/>
            </a:solidFill>
            <a:ln cap="rnd" w="1260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37" name="Freeform 7"/>
            <p:cNvSpPr/>
            <p:nvPr/>
          </p:nvSpPr>
          <p:spPr>
            <a:xfrm>
              <a:off x="3908880" y="5130720"/>
              <a:ext cx="94320" cy="73080"/>
            </a:xfrm>
            <a:prstGeom prst="pie">
              <a:avLst/>
            </a:prstGeom>
            <a:solidFill>
              <a:srgbClr val="336600"/>
            </a:solidFill>
            <a:ln cap="rnd" w="1260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38" name="Freeform 8"/>
            <p:cNvSpPr/>
            <p:nvPr/>
          </p:nvSpPr>
          <p:spPr>
            <a:xfrm>
              <a:off x="4055040" y="5134680"/>
              <a:ext cx="45000" cy="4248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39" name="Freeform 9"/>
            <p:cNvSpPr/>
            <p:nvPr/>
          </p:nvSpPr>
          <p:spPr>
            <a:xfrm>
              <a:off x="4438800" y="5096520"/>
              <a:ext cx="158040" cy="2534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0" name="Freeform 10"/>
            <p:cNvSpPr/>
            <p:nvPr/>
          </p:nvSpPr>
          <p:spPr>
            <a:xfrm>
              <a:off x="4793400" y="5490720"/>
              <a:ext cx="289080" cy="1778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1" name="Freeform 11"/>
            <p:cNvSpPr/>
            <p:nvPr/>
          </p:nvSpPr>
          <p:spPr>
            <a:xfrm>
              <a:off x="4405680" y="4453200"/>
              <a:ext cx="964080" cy="10854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2" name="Freeform 12"/>
            <p:cNvSpPr/>
            <p:nvPr/>
          </p:nvSpPr>
          <p:spPr>
            <a:xfrm>
              <a:off x="4356720" y="4297680"/>
              <a:ext cx="391320" cy="2577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3" name="Freeform 13"/>
            <p:cNvSpPr/>
            <p:nvPr/>
          </p:nvSpPr>
          <p:spPr>
            <a:xfrm>
              <a:off x="4668120" y="4269960"/>
              <a:ext cx="591120" cy="2707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4" name="Freeform 14"/>
            <p:cNvSpPr/>
            <p:nvPr/>
          </p:nvSpPr>
          <p:spPr>
            <a:xfrm>
              <a:off x="5187240" y="4304160"/>
              <a:ext cx="555480" cy="3333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5" name="Freeform 15"/>
            <p:cNvSpPr/>
            <p:nvPr/>
          </p:nvSpPr>
          <p:spPr>
            <a:xfrm>
              <a:off x="4950360" y="4514400"/>
              <a:ext cx="261000" cy="1512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6" name="Freeform 16"/>
            <p:cNvSpPr/>
            <p:nvPr/>
          </p:nvSpPr>
          <p:spPr>
            <a:xfrm>
              <a:off x="5717160" y="4786560"/>
              <a:ext cx="501840" cy="3693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7" name="Freeform 17"/>
            <p:cNvSpPr/>
            <p:nvPr/>
          </p:nvSpPr>
          <p:spPr>
            <a:xfrm>
              <a:off x="5426280" y="5016600"/>
              <a:ext cx="194760" cy="3250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8" name="Freeform 18"/>
            <p:cNvSpPr/>
            <p:nvPr/>
          </p:nvSpPr>
          <p:spPr>
            <a:xfrm>
              <a:off x="5572440" y="4336200"/>
              <a:ext cx="718560" cy="5245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49" name="Freeform 19"/>
            <p:cNvSpPr/>
            <p:nvPr/>
          </p:nvSpPr>
          <p:spPr>
            <a:xfrm>
              <a:off x="4230360" y="3832560"/>
              <a:ext cx="269640" cy="2430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0" name="Freeform 20"/>
            <p:cNvSpPr/>
            <p:nvPr/>
          </p:nvSpPr>
          <p:spPr>
            <a:xfrm>
              <a:off x="4414320" y="4018680"/>
              <a:ext cx="73440" cy="957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1" name="Freeform 21"/>
            <p:cNvSpPr/>
            <p:nvPr/>
          </p:nvSpPr>
          <p:spPr>
            <a:xfrm>
              <a:off x="4322160" y="3657240"/>
              <a:ext cx="279720" cy="2973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2" name="Freeform 22"/>
            <p:cNvSpPr/>
            <p:nvPr/>
          </p:nvSpPr>
          <p:spPr>
            <a:xfrm>
              <a:off x="3366720" y="3187080"/>
              <a:ext cx="398520" cy="3664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4053" name="Group 23"/>
            <p:cNvGrpSpPr/>
            <p:nvPr/>
          </p:nvGrpSpPr>
          <p:grpSpPr>
            <a:xfrm>
              <a:off x="4713480" y="3213720"/>
              <a:ext cx="470520" cy="360000"/>
              <a:chOff x="4713480" y="3213720"/>
              <a:chExt cx="470520" cy="360000"/>
            </a:xfrm>
          </p:grpSpPr>
          <p:sp>
            <p:nvSpPr>
              <p:cNvPr id="4054" name="Freeform 24"/>
              <p:cNvSpPr/>
              <p:nvPr/>
            </p:nvSpPr>
            <p:spPr>
              <a:xfrm>
                <a:off x="4713480" y="3285000"/>
                <a:ext cx="191160" cy="2383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5" name="Freeform 25"/>
              <p:cNvSpPr/>
              <p:nvPr/>
            </p:nvSpPr>
            <p:spPr>
              <a:xfrm>
                <a:off x="4753080" y="3213720"/>
                <a:ext cx="144360" cy="91080"/>
              </a:xfrm>
              <a:prstGeom prst="pie">
                <a:avLst/>
              </a:prstGeom>
              <a:solidFill>
                <a:srgbClr val="336600"/>
              </a:solidFill>
              <a:ln cap="rnd" w="12600">
                <a:solidFill>
                  <a:srgbClr val="ffffff"/>
                </a:solidFill>
                <a:round/>
              </a:ln>
            </p:spPr>
            <p:style>
              <a:lnRef idx="0"/>
              <a:fillRef idx="0"/>
              <a:effectRef idx="0"/>
              <a:fontRef idx="minor"/>
            </p:style>
            <p:txBody>
              <a:bodyPr lIns="90000" rIns="90000" tIns="44640" bIns="44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6" name="Freeform 26"/>
              <p:cNvSpPr/>
              <p:nvPr/>
            </p:nvSpPr>
            <p:spPr>
              <a:xfrm>
                <a:off x="4826160" y="3434400"/>
                <a:ext cx="62640" cy="74880"/>
              </a:xfrm>
              <a:prstGeom prst="pie">
                <a:avLst/>
              </a:prstGeom>
              <a:solidFill>
                <a:srgbClr val="336600"/>
              </a:solidFill>
              <a:ln cap="rnd" w="12600">
                <a:solidFill>
                  <a:srgbClr val="ffffff"/>
                </a:solidFill>
                <a:round/>
              </a:ln>
            </p:spPr>
            <p:style>
              <a:lnRef idx="0"/>
              <a:fillRef idx="0"/>
              <a:effectRef idx="0"/>
              <a:fontRef idx="minor"/>
            </p:style>
            <p:txBody>
              <a:bodyPr lIns="90000" rIns="90000" tIns="28440" bIns="28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7" name="Freeform 27"/>
              <p:cNvSpPr/>
              <p:nvPr/>
            </p:nvSpPr>
            <p:spPr>
              <a:xfrm>
                <a:off x="4903200" y="3412440"/>
                <a:ext cx="90720" cy="1108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8" name="Freeform 28"/>
              <p:cNvSpPr/>
              <p:nvPr/>
            </p:nvSpPr>
            <p:spPr>
              <a:xfrm>
                <a:off x="4890600" y="3523680"/>
                <a:ext cx="43920" cy="50040"/>
              </a:xfrm>
              <a:prstGeom prst="pie">
                <a:avLst/>
              </a:prstGeom>
              <a:solidFill>
                <a:srgbClr val="336600"/>
              </a:solidFill>
              <a:ln cap="rnd" w="1260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59" name="Freeform 29"/>
              <p:cNvSpPr/>
              <p:nvPr/>
            </p:nvSpPr>
            <p:spPr>
              <a:xfrm>
                <a:off x="5142240" y="3513960"/>
                <a:ext cx="41760" cy="42120"/>
              </a:xfrm>
              <a:prstGeom prst="pie">
                <a:avLst/>
              </a:prstGeom>
              <a:solidFill>
                <a:srgbClr val="336600"/>
              </a:solidFill>
              <a:ln cap="rnd" w="1260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4060" name="Freeform 30"/>
            <p:cNvSpPr/>
            <p:nvPr/>
          </p:nvSpPr>
          <p:spPr>
            <a:xfrm>
              <a:off x="5032800" y="3587040"/>
              <a:ext cx="41400" cy="46080"/>
            </a:xfrm>
            <a:prstGeom prst="pie">
              <a:avLst/>
            </a:prstGeom>
            <a:solidFill>
              <a:srgbClr val="336600"/>
            </a:solidFill>
            <a:ln cap="rnd" w="1260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1" name="Freeform 31"/>
            <p:cNvSpPr/>
            <p:nvPr/>
          </p:nvSpPr>
          <p:spPr>
            <a:xfrm>
              <a:off x="4465800" y="3502080"/>
              <a:ext cx="668520" cy="8992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2" name="Freeform 32"/>
            <p:cNvSpPr/>
            <p:nvPr/>
          </p:nvSpPr>
          <p:spPr>
            <a:xfrm>
              <a:off x="5073120" y="3574800"/>
              <a:ext cx="727200" cy="6800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3" name="Freeform 33"/>
            <p:cNvSpPr/>
            <p:nvPr/>
          </p:nvSpPr>
          <p:spPr>
            <a:xfrm>
              <a:off x="5560200" y="3404880"/>
              <a:ext cx="377640" cy="2948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4" name="Freeform 34"/>
            <p:cNvSpPr/>
            <p:nvPr/>
          </p:nvSpPr>
          <p:spPr>
            <a:xfrm>
              <a:off x="5606640" y="3089880"/>
              <a:ext cx="57600" cy="47880"/>
            </a:xfrm>
            <a:prstGeom prst="pie">
              <a:avLst/>
            </a:prstGeom>
            <a:solidFill>
              <a:srgbClr val="336600"/>
            </a:solidFill>
            <a:ln cap="rnd"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5" name="Freeform 35"/>
            <p:cNvSpPr/>
            <p:nvPr/>
          </p:nvSpPr>
          <p:spPr>
            <a:xfrm>
              <a:off x="5590800" y="3144600"/>
              <a:ext cx="83160" cy="88560"/>
            </a:xfrm>
            <a:prstGeom prst="pie">
              <a:avLst/>
            </a:prstGeom>
            <a:solidFill>
              <a:srgbClr val="336600"/>
            </a:solidFill>
            <a:ln cap="rnd" w="12600">
              <a:solidFill>
                <a:srgbClr val="ffffff"/>
              </a:solidFill>
              <a:round/>
            </a:ln>
          </p:spPr>
          <p:style>
            <a:lnRef idx="0"/>
            <a:fillRef idx="0"/>
            <a:effectRef idx="0"/>
            <a:fontRef idx="minor"/>
          </p:style>
          <p:txBody>
            <a:bodyPr lIns="90000" rIns="90000" tIns="42120" bIns="42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6" name="Freeform 36"/>
            <p:cNvSpPr/>
            <p:nvPr/>
          </p:nvSpPr>
          <p:spPr>
            <a:xfrm>
              <a:off x="5687640" y="3006360"/>
              <a:ext cx="280800" cy="2494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7" name="Freeform 37"/>
            <p:cNvSpPr/>
            <p:nvPr/>
          </p:nvSpPr>
          <p:spPr>
            <a:xfrm>
              <a:off x="5474160" y="2933280"/>
              <a:ext cx="41400" cy="4248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8" name="Freeform 38"/>
            <p:cNvSpPr/>
            <p:nvPr/>
          </p:nvSpPr>
          <p:spPr>
            <a:xfrm>
              <a:off x="5509800" y="1822320"/>
              <a:ext cx="573840" cy="11822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69" name="Freeform 39"/>
            <p:cNvSpPr/>
            <p:nvPr/>
          </p:nvSpPr>
          <p:spPr>
            <a:xfrm>
              <a:off x="4898880" y="4011840"/>
              <a:ext cx="809280" cy="3787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0" name="Freeform 40"/>
            <p:cNvSpPr/>
            <p:nvPr/>
          </p:nvSpPr>
          <p:spPr>
            <a:xfrm>
              <a:off x="4950360" y="4547520"/>
              <a:ext cx="480960" cy="4384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1" name="Freeform 41"/>
            <p:cNvSpPr/>
            <p:nvPr/>
          </p:nvSpPr>
          <p:spPr>
            <a:xfrm>
              <a:off x="5525640" y="5490720"/>
              <a:ext cx="46440" cy="41040"/>
            </a:xfrm>
            <a:prstGeom prst="pie">
              <a:avLst/>
            </a:prstGeom>
            <a:solidFill>
              <a:srgbClr val="336600"/>
            </a:solidFill>
            <a:ln cap="rnd" w="1260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2" name="Freeform 42"/>
            <p:cNvSpPr/>
            <p:nvPr/>
          </p:nvSpPr>
          <p:spPr>
            <a:xfrm>
              <a:off x="5590800" y="5502960"/>
              <a:ext cx="241560" cy="2109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3" name="Freeform 43"/>
            <p:cNvSpPr/>
            <p:nvPr/>
          </p:nvSpPr>
          <p:spPr>
            <a:xfrm>
              <a:off x="5509800" y="5069520"/>
              <a:ext cx="565560" cy="5086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4" name="Freeform 44"/>
            <p:cNvSpPr/>
            <p:nvPr/>
          </p:nvSpPr>
          <p:spPr>
            <a:xfrm>
              <a:off x="5792040" y="5418000"/>
              <a:ext cx="137160" cy="114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5" name="Freeform 45"/>
            <p:cNvSpPr/>
            <p:nvPr/>
          </p:nvSpPr>
          <p:spPr>
            <a:xfrm>
              <a:off x="5943960" y="5800320"/>
              <a:ext cx="263520" cy="71640"/>
            </a:xfrm>
            <a:prstGeom prst="pie">
              <a:avLst/>
            </a:prstGeom>
            <a:solidFill>
              <a:srgbClr val="336600"/>
            </a:solidFill>
            <a:ln cap="rnd" w="1260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6" name="Freeform 46"/>
            <p:cNvSpPr/>
            <p:nvPr/>
          </p:nvSpPr>
          <p:spPr>
            <a:xfrm>
              <a:off x="5942880" y="5282280"/>
              <a:ext cx="43920" cy="4248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7" name="Freeform 47"/>
            <p:cNvSpPr/>
            <p:nvPr/>
          </p:nvSpPr>
          <p:spPr>
            <a:xfrm>
              <a:off x="6220080" y="5690160"/>
              <a:ext cx="57240" cy="50040"/>
            </a:xfrm>
            <a:prstGeom prst="pie">
              <a:avLst/>
            </a:prstGeom>
            <a:solidFill>
              <a:srgbClr val="336600"/>
            </a:solidFill>
            <a:ln cap="rnd" w="1260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8" name="Freeform 48"/>
            <p:cNvSpPr/>
            <p:nvPr/>
          </p:nvSpPr>
          <p:spPr>
            <a:xfrm>
              <a:off x="6021360" y="5347440"/>
              <a:ext cx="67320" cy="47880"/>
            </a:xfrm>
            <a:prstGeom prst="pie">
              <a:avLst/>
            </a:prstGeom>
            <a:solidFill>
              <a:srgbClr val="336600"/>
            </a:solidFill>
            <a:ln cap="rnd"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79" name="Freeform 49"/>
            <p:cNvSpPr/>
            <p:nvPr/>
          </p:nvSpPr>
          <p:spPr>
            <a:xfrm>
              <a:off x="4510080" y="4898520"/>
              <a:ext cx="88200" cy="159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0" name="Freeform 50"/>
            <p:cNvSpPr/>
            <p:nvPr/>
          </p:nvSpPr>
          <p:spPr>
            <a:xfrm>
              <a:off x="3602160" y="3872520"/>
              <a:ext cx="996120" cy="9763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1" name="Freeform 51"/>
            <p:cNvSpPr/>
            <p:nvPr/>
          </p:nvSpPr>
          <p:spPr>
            <a:xfrm>
              <a:off x="5546520" y="3213720"/>
              <a:ext cx="483480" cy="2577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2" name="Freeform 52"/>
            <p:cNvSpPr/>
            <p:nvPr/>
          </p:nvSpPr>
          <p:spPr>
            <a:xfrm>
              <a:off x="3613320" y="2888280"/>
              <a:ext cx="588600" cy="9763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3" name="Freeform 53"/>
            <p:cNvSpPr/>
            <p:nvPr/>
          </p:nvSpPr>
          <p:spPr>
            <a:xfrm>
              <a:off x="3824280" y="3359880"/>
              <a:ext cx="48960" cy="45000"/>
            </a:xfrm>
            <a:prstGeom prst="pie">
              <a:avLst/>
            </a:prstGeom>
            <a:solidFill>
              <a:srgbClr val="336600"/>
            </a:solidFill>
            <a:ln cap="rnd"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4" name="Freeform 54"/>
            <p:cNvSpPr/>
            <p:nvPr/>
          </p:nvSpPr>
          <p:spPr>
            <a:xfrm>
              <a:off x="3790080" y="3131280"/>
              <a:ext cx="50040" cy="43560"/>
            </a:xfrm>
            <a:prstGeom prst="pie">
              <a:avLst/>
            </a:prstGeom>
            <a:solidFill>
              <a:srgbClr val="336600"/>
            </a:solidFill>
            <a:ln cap="rnd"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5" name="Freeform 55"/>
            <p:cNvSpPr/>
            <p:nvPr/>
          </p:nvSpPr>
          <p:spPr>
            <a:xfrm>
              <a:off x="3864960" y="2954520"/>
              <a:ext cx="41400" cy="67680"/>
            </a:xfrm>
            <a:prstGeom prst="pie">
              <a:avLst/>
            </a:prstGeom>
            <a:solidFill>
              <a:srgbClr val="336600"/>
            </a:solidFill>
            <a:ln cap="rnd" w="1260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6" name="Freeform 56"/>
            <p:cNvSpPr/>
            <p:nvPr/>
          </p:nvSpPr>
          <p:spPr>
            <a:xfrm>
              <a:off x="3669480" y="3220200"/>
              <a:ext cx="126360" cy="1274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7" name="Freeform 57"/>
            <p:cNvSpPr/>
            <p:nvPr/>
          </p:nvSpPr>
          <p:spPr>
            <a:xfrm>
              <a:off x="3856320" y="2876040"/>
              <a:ext cx="67320" cy="5040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88" name="Freeform 58"/>
            <p:cNvSpPr/>
            <p:nvPr/>
          </p:nvSpPr>
          <p:spPr>
            <a:xfrm>
              <a:off x="3451320" y="1628640"/>
              <a:ext cx="486000" cy="4237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4089" name="Group 59"/>
            <p:cNvGrpSpPr/>
            <p:nvPr/>
          </p:nvGrpSpPr>
          <p:grpSpPr>
            <a:xfrm>
              <a:off x="4964040" y="1950120"/>
              <a:ext cx="729360" cy="1553040"/>
              <a:chOff x="4964040" y="1950120"/>
              <a:chExt cx="729360" cy="1553040"/>
            </a:xfrm>
          </p:grpSpPr>
          <p:sp>
            <p:nvSpPr>
              <p:cNvPr id="4090" name="Freeform 60"/>
              <p:cNvSpPr/>
              <p:nvPr/>
            </p:nvSpPr>
            <p:spPr>
              <a:xfrm>
                <a:off x="5254200" y="3293280"/>
                <a:ext cx="48600" cy="1198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91" name="Freeform 61"/>
              <p:cNvSpPr/>
              <p:nvPr/>
            </p:nvSpPr>
            <p:spPr>
              <a:xfrm>
                <a:off x="5362560" y="3239640"/>
                <a:ext cx="67320" cy="943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4092" name="Group 62"/>
              <p:cNvGrpSpPr/>
              <p:nvPr/>
            </p:nvGrpSpPr>
            <p:grpSpPr>
              <a:xfrm>
                <a:off x="4964040" y="1950120"/>
                <a:ext cx="729360" cy="1553040"/>
                <a:chOff x="4964040" y="1950120"/>
                <a:chExt cx="729360" cy="1553040"/>
              </a:xfrm>
            </p:grpSpPr>
            <p:sp>
              <p:nvSpPr>
                <p:cNvPr id="4093" name="Freeform 63"/>
                <p:cNvSpPr/>
                <p:nvPr/>
              </p:nvSpPr>
              <p:spPr>
                <a:xfrm>
                  <a:off x="4964040" y="1950120"/>
                  <a:ext cx="729360" cy="15530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94" name="Freeform 64"/>
                <p:cNvSpPr/>
                <p:nvPr/>
              </p:nvSpPr>
              <p:spPr>
                <a:xfrm>
                  <a:off x="4964040" y="1950120"/>
                  <a:ext cx="729360" cy="15530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4095" name="Freeform 65"/>
            <p:cNvSpPr/>
            <p:nvPr/>
          </p:nvSpPr>
          <p:spPr>
            <a:xfrm>
              <a:off x="5133240" y="4590000"/>
              <a:ext cx="636480" cy="6112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96" name="Freeform 66"/>
            <p:cNvSpPr/>
            <p:nvPr/>
          </p:nvSpPr>
          <p:spPr>
            <a:xfrm>
              <a:off x="4610880" y="1698840"/>
              <a:ext cx="1326960" cy="14522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97" name="Freeform 67"/>
            <p:cNvSpPr/>
            <p:nvPr/>
          </p:nvSpPr>
          <p:spPr>
            <a:xfrm>
              <a:off x="4610880" y="1698840"/>
              <a:ext cx="1326960" cy="14522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98" name="Freeform 68"/>
            <p:cNvSpPr/>
            <p:nvPr/>
          </p:nvSpPr>
          <p:spPr>
            <a:xfrm>
              <a:off x="5276520" y="1952640"/>
              <a:ext cx="41400" cy="54360"/>
            </a:xfrm>
            <a:prstGeom prst="pie">
              <a:avLst/>
            </a:prstGeom>
            <a:solidFill>
              <a:srgbClr val="336600"/>
            </a:solidFill>
            <a:ln cap="rnd" w="1260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099" name="Freeform 69"/>
            <p:cNvSpPr/>
            <p:nvPr/>
          </p:nvSpPr>
          <p:spPr>
            <a:xfrm>
              <a:off x="5211720" y="1988640"/>
              <a:ext cx="43920" cy="45000"/>
            </a:xfrm>
            <a:prstGeom prst="pie">
              <a:avLst/>
            </a:prstGeom>
            <a:solidFill>
              <a:srgbClr val="336600"/>
            </a:solidFill>
            <a:ln cap="rnd"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0" name="Freeform 70"/>
            <p:cNvSpPr/>
            <p:nvPr/>
          </p:nvSpPr>
          <p:spPr>
            <a:xfrm>
              <a:off x="5225400" y="1928880"/>
              <a:ext cx="43920" cy="41040"/>
            </a:xfrm>
            <a:prstGeom prst="pie">
              <a:avLst/>
            </a:prstGeom>
            <a:solidFill>
              <a:srgbClr val="336600"/>
            </a:solidFill>
            <a:ln cap="rnd" w="1260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1" name="Freeform 71"/>
            <p:cNvSpPr/>
            <p:nvPr/>
          </p:nvSpPr>
          <p:spPr>
            <a:xfrm>
              <a:off x="5276520" y="1898280"/>
              <a:ext cx="41400" cy="43920"/>
            </a:xfrm>
            <a:prstGeom prst="pie">
              <a:avLst/>
            </a:prstGeom>
            <a:solidFill>
              <a:srgbClr val="336600"/>
            </a:solidFill>
            <a:ln cap="rnd" w="1260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2" name="Freeform 72"/>
            <p:cNvSpPr/>
            <p:nvPr/>
          </p:nvSpPr>
          <p:spPr>
            <a:xfrm>
              <a:off x="5160240" y="1999440"/>
              <a:ext cx="46440" cy="43560"/>
            </a:xfrm>
            <a:prstGeom prst="pie">
              <a:avLst/>
            </a:prstGeom>
            <a:solidFill>
              <a:srgbClr val="336600"/>
            </a:solidFill>
            <a:ln cap="rnd"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3" name="Freeform 73"/>
            <p:cNvSpPr/>
            <p:nvPr/>
          </p:nvSpPr>
          <p:spPr>
            <a:xfrm>
              <a:off x="5412960" y="1835640"/>
              <a:ext cx="45000" cy="4248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4" name="Freeform 74"/>
            <p:cNvSpPr/>
            <p:nvPr/>
          </p:nvSpPr>
          <p:spPr>
            <a:xfrm>
              <a:off x="5450760" y="1805400"/>
              <a:ext cx="4644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5" name="Freeform 75"/>
            <p:cNvSpPr/>
            <p:nvPr/>
          </p:nvSpPr>
          <p:spPr>
            <a:xfrm>
              <a:off x="5563800" y="1738800"/>
              <a:ext cx="67320" cy="41040"/>
            </a:xfrm>
            <a:prstGeom prst="pie">
              <a:avLst/>
            </a:prstGeom>
            <a:solidFill>
              <a:srgbClr val="336600"/>
            </a:solidFill>
            <a:ln cap="rnd" w="1260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6" name="Freeform 76"/>
            <p:cNvSpPr/>
            <p:nvPr/>
          </p:nvSpPr>
          <p:spPr>
            <a:xfrm>
              <a:off x="5687640" y="1698840"/>
              <a:ext cx="42840" cy="41040"/>
            </a:xfrm>
            <a:prstGeom prst="pie">
              <a:avLst/>
            </a:prstGeom>
            <a:solidFill>
              <a:srgbClr val="336600"/>
            </a:solidFill>
            <a:ln cap="rnd" w="1260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7" name="Freeform 77"/>
            <p:cNvSpPr/>
            <p:nvPr/>
          </p:nvSpPr>
          <p:spPr>
            <a:xfrm>
              <a:off x="4879080" y="2501280"/>
              <a:ext cx="45360" cy="4248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8" name="Freeform 78"/>
            <p:cNvSpPr/>
            <p:nvPr/>
          </p:nvSpPr>
          <p:spPr>
            <a:xfrm>
              <a:off x="5233680" y="4152960"/>
              <a:ext cx="468360" cy="2347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09" name="Freeform 79"/>
            <p:cNvSpPr/>
            <p:nvPr/>
          </p:nvSpPr>
          <p:spPr>
            <a:xfrm>
              <a:off x="5563800" y="5029920"/>
              <a:ext cx="156600" cy="51480"/>
            </a:xfrm>
            <a:prstGeom prst="pie">
              <a:avLst/>
            </a:prstGeom>
            <a:solidFill>
              <a:srgbClr val="336600"/>
            </a:solidFill>
            <a:ln w="936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10" name="Freeform 80"/>
            <p:cNvSpPr/>
            <p:nvPr/>
          </p:nvSpPr>
          <p:spPr>
            <a:xfrm>
              <a:off x="5346360" y="4713840"/>
              <a:ext cx="153360" cy="2840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11" name="Freeform 81"/>
            <p:cNvSpPr/>
            <p:nvPr/>
          </p:nvSpPr>
          <p:spPr>
            <a:xfrm>
              <a:off x="5480280" y="4880880"/>
              <a:ext cx="58680" cy="1220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12" name="Freeform 82"/>
            <p:cNvSpPr/>
            <p:nvPr/>
          </p:nvSpPr>
          <p:spPr>
            <a:xfrm>
              <a:off x="5523120" y="4960800"/>
              <a:ext cx="97920" cy="83520"/>
            </a:xfrm>
            <a:prstGeom prst="pie">
              <a:avLst/>
            </a:prstGeom>
            <a:solidFill>
              <a:srgbClr val="336600"/>
            </a:solidFill>
            <a:ln w="1260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13" name="Oval 83"/>
            <p:cNvSpPr/>
            <p:nvPr/>
          </p:nvSpPr>
          <p:spPr>
            <a:xfrm>
              <a:off x="3750480" y="3951000"/>
              <a:ext cx="104040" cy="53280"/>
            </a:xfrm>
            <a:prstGeom prst="ellipse">
              <a:avLst/>
            </a:prstGeom>
            <a:solidFill>
              <a:srgbClr val="336600"/>
            </a:solidFill>
            <a:ln w="9360">
              <a:solidFill>
                <a:srgbClr val="ffffff"/>
              </a:solidFill>
              <a:miter/>
            </a:ln>
          </p:spPr>
          <p:style>
            <a:lnRef idx="0"/>
            <a:fillRef idx="0"/>
            <a:effectRef idx="0"/>
            <a:fontRef idx="minor"/>
          </p:style>
          <p:txBody>
            <a:bodyPr wrap="none" lIns="90000" rIns="90000" tIns="-8640" bIns="-8640" anchor="ctr">
              <a:noAutofit/>
            </a:bodyPr>
            <a:p>
              <a:pPr algn="ct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11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08500C-A2EB-4CEA-81C2-CC86152855E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11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Europe</a:t>
            </a:r>
            <a:endParaRPr b="1" lang="en-US" sz="1600" spc="-1" strike="noStrike">
              <a:solidFill>
                <a:srgbClr val="000000"/>
              </a:solidFill>
              <a:latin typeface="Arial"/>
            </a:endParaRPr>
          </a:p>
        </p:txBody>
      </p:sp>
      <p:grpSp>
        <p:nvGrpSpPr>
          <p:cNvPr id="4117" name="Group 3"/>
          <p:cNvGrpSpPr/>
          <p:nvPr/>
        </p:nvGrpSpPr>
        <p:grpSpPr>
          <a:xfrm>
            <a:off x="3089160" y="1557360"/>
            <a:ext cx="2933280" cy="4301640"/>
            <a:chOff x="3089160" y="1557360"/>
            <a:chExt cx="2933280" cy="4301640"/>
          </a:xfrm>
        </p:grpSpPr>
        <p:sp>
          <p:nvSpPr>
            <p:cNvPr id="4118" name="Freeform 4"/>
            <p:cNvSpPr/>
            <p:nvPr/>
          </p:nvSpPr>
          <p:spPr>
            <a:xfrm>
              <a:off x="4679280" y="1557360"/>
              <a:ext cx="1186560" cy="15753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19" name="Freeform 5"/>
            <p:cNvSpPr/>
            <p:nvPr/>
          </p:nvSpPr>
          <p:spPr>
            <a:xfrm>
              <a:off x="3089160" y="4700880"/>
              <a:ext cx="379800" cy="6357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0" name="Freeform 6"/>
            <p:cNvSpPr/>
            <p:nvPr/>
          </p:nvSpPr>
          <p:spPr>
            <a:xfrm>
              <a:off x="3225960" y="4533120"/>
              <a:ext cx="966240" cy="10022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1" name="Freeform 7"/>
            <p:cNvSpPr/>
            <p:nvPr/>
          </p:nvSpPr>
          <p:spPr>
            <a:xfrm>
              <a:off x="3958200" y="5351400"/>
              <a:ext cx="2988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2" name="Freeform 8"/>
            <p:cNvSpPr/>
            <p:nvPr/>
          </p:nvSpPr>
          <p:spPr>
            <a:xfrm>
              <a:off x="3958200" y="5351400"/>
              <a:ext cx="2988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3" name="Freeform 9"/>
            <p:cNvSpPr/>
            <p:nvPr/>
          </p:nvSpPr>
          <p:spPr>
            <a:xfrm>
              <a:off x="4062240" y="5287320"/>
              <a:ext cx="84960" cy="7560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4" name="Freeform 10"/>
            <p:cNvSpPr/>
            <p:nvPr/>
          </p:nvSpPr>
          <p:spPr>
            <a:xfrm>
              <a:off x="4062240" y="5287320"/>
              <a:ext cx="84960" cy="7560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5" name="Freeform 11"/>
            <p:cNvSpPr/>
            <p:nvPr/>
          </p:nvSpPr>
          <p:spPr>
            <a:xfrm>
              <a:off x="4179960" y="5280120"/>
              <a:ext cx="3420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6" name="Freeform 12"/>
            <p:cNvSpPr/>
            <p:nvPr/>
          </p:nvSpPr>
          <p:spPr>
            <a:xfrm>
              <a:off x="4179960" y="5280120"/>
              <a:ext cx="3420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7" name="Freeform 13"/>
            <p:cNvSpPr/>
            <p:nvPr/>
          </p:nvSpPr>
          <p:spPr>
            <a:xfrm>
              <a:off x="4813560" y="3281400"/>
              <a:ext cx="21600" cy="28080"/>
            </a:xfrm>
            <a:prstGeom prst="pie">
              <a:avLst/>
            </a:prstGeom>
            <a:solidFill>
              <a:srgbClr val="336600"/>
            </a:solidFill>
            <a:ln w="936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8" name="Freeform 14"/>
            <p:cNvSpPr/>
            <p:nvPr/>
          </p:nvSpPr>
          <p:spPr>
            <a:xfrm>
              <a:off x="4813560" y="3281400"/>
              <a:ext cx="21600" cy="28080"/>
            </a:xfrm>
            <a:prstGeom prst="pie">
              <a:avLst/>
            </a:prstGeom>
            <a:solidFill>
              <a:srgbClr val="336600"/>
            </a:solidFill>
            <a:ln w="936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29" name="Freeform 15"/>
            <p:cNvSpPr/>
            <p:nvPr/>
          </p:nvSpPr>
          <p:spPr>
            <a:xfrm>
              <a:off x="4857480" y="3458160"/>
              <a:ext cx="63000" cy="7380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0" name="Freeform 16"/>
            <p:cNvSpPr/>
            <p:nvPr/>
          </p:nvSpPr>
          <p:spPr>
            <a:xfrm>
              <a:off x="4764240" y="3190680"/>
              <a:ext cx="184680" cy="3560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1" name="Freeform 17"/>
            <p:cNvSpPr/>
            <p:nvPr/>
          </p:nvSpPr>
          <p:spPr>
            <a:xfrm>
              <a:off x="4925880" y="3548520"/>
              <a:ext cx="52200" cy="48960"/>
            </a:xfrm>
            <a:prstGeom prst="pie">
              <a:avLst/>
            </a:prstGeom>
            <a:solidFill>
              <a:srgbClr val="336600"/>
            </a:solidFill>
            <a:ln w="936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2" name="Freeform 18"/>
            <p:cNvSpPr/>
            <p:nvPr/>
          </p:nvSpPr>
          <p:spPr>
            <a:xfrm>
              <a:off x="4971240" y="3558960"/>
              <a:ext cx="2700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3" name="Freeform 19"/>
            <p:cNvSpPr/>
            <p:nvPr/>
          </p:nvSpPr>
          <p:spPr>
            <a:xfrm>
              <a:off x="4971240" y="3558960"/>
              <a:ext cx="2700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4" name="Freeform 20"/>
            <p:cNvSpPr/>
            <p:nvPr/>
          </p:nvSpPr>
          <p:spPr>
            <a:xfrm>
              <a:off x="4998600" y="3553200"/>
              <a:ext cx="2196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5" name="Freeform 21"/>
            <p:cNvSpPr/>
            <p:nvPr/>
          </p:nvSpPr>
          <p:spPr>
            <a:xfrm>
              <a:off x="4998600" y="3553200"/>
              <a:ext cx="2196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6" name="Freeform 22"/>
            <p:cNvSpPr/>
            <p:nvPr/>
          </p:nvSpPr>
          <p:spPr>
            <a:xfrm>
              <a:off x="4902480" y="3532320"/>
              <a:ext cx="1800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7" name="Freeform 23"/>
            <p:cNvSpPr/>
            <p:nvPr/>
          </p:nvSpPr>
          <p:spPr>
            <a:xfrm>
              <a:off x="4902480" y="3532320"/>
              <a:ext cx="1800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8" name="Freeform 24"/>
            <p:cNvSpPr/>
            <p:nvPr/>
          </p:nvSpPr>
          <p:spPr>
            <a:xfrm>
              <a:off x="4876920" y="3540960"/>
              <a:ext cx="1332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39" name="Freeform 25"/>
            <p:cNvSpPr/>
            <p:nvPr/>
          </p:nvSpPr>
          <p:spPr>
            <a:xfrm>
              <a:off x="4876920" y="3540960"/>
              <a:ext cx="1332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0" name="Freeform 26"/>
            <p:cNvSpPr/>
            <p:nvPr/>
          </p:nvSpPr>
          <p:spPr>
            <a:xfrm>
              <a:off x="4853520" y="3524760"/>
              <a:ext cx="1476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1" name="Freeform 27"/>
            <p:cNvSpPr/>
            <p:nvPr/>
          </p:nvSpPr>
          <p:spPr>
            <a:xfrm>
              <a:off x="4853520" y="3524760"/>
              <a:ext cx="1476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2" name="Freeform 28"/>
            <p:cNvSpPr/>
            <p:nvPr/>
          </p:nvSpPr>
          <p:spPr>
            <a:xfrm>
              <a:off x="5159160" y="3533760"/>
              <a:ext cx="23040" cy="44640"/>
            </a:xfrm>
            <a:prstGeom prst="pie">
              <a:avLst/>
            </a:prstGeom>
            <a:solidFill>
              <a:srgbClr val="336600"/>
            </a:solidFill>
            <a:ln w="9360">
              <a:solidFill>
                <a:srgbClr val="ffffff"/>
              </a:solidFill>
              <a:round/>
            </a:ln>
          </p:spPr>
          <p:style>
            <a:lnRef idx="0"/>
            <a:fillRef idx="0"/>
            <a:effectRef idx="0"/>
            <a:fontRef idx="minor"/>
          </p:style>
          <p:txBody>
            <a:bodyPr lIns="90000" rIns="90000" tIns="-1800" bIns="-1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3" name="Freeform 29"/>
            <p:cNvSpPr/>
            <p:nvPr/>
          </p:nvSpPr>
          <p:spPr>
            <a:xfrm>
              <a:off x="5159160" y="3533760"/>
              <a:ext cx="23040" cy="44640"/>
            </a:xfrm>
            <a:prstGeom prst="pie">
              <a:avLst/>
            </a:prstGeom>
            <a:solidFill>
              <a:srgbClr val="336600"/>
            </a:solidFill>
            <a:ln w="9360">
              <a:solidFill>
                <a:srgbClr val="ffffff"/>
              </a:solidFill>
              <a:round/>
            </a:ln>
          </p:spPr>
          <p:style>
            <a:lnRef idx="0"/>
            <a:fillRef idx="0"/>
            <a:effectRef idx="0"/>
            <a:fontRef idx="minor"/>
          </p:style>
          <p:txBody>
            <a:bodyPr lIns="90000" rIns="90000" tIns="-1800" bIns="-1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4" name="Freeform 30"/>
            <p:cNvSpPr/>
            <p:nvPr/>
          </p:nvSpPr>
          <p:spPr>
            <a:xfrm>
              <a:off x="4941000" y="3414960"/>
              <a:ext cx="93240" cy="1465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5" name="Freeform 31"/>
            <p:cNvSpPr/>
            <p:nvPr/>
          </p:nvSpPr>
          <p:spPr>
            <a:xfrm>
              <a:off x="4952160" y="3251880"/>
              <a:ext cx="12240" cy="1728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6" name="Freeform 32"/>
            <p:cNvSpPr/>
            <p:nvPr/>
          </p:nvSpPr>
          <p:spPr>
            <a:xfrm>
              <a:off x="4952160" y="3251880"/>
              <a:ext cx="12240" cy="1728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7" name="Freeform 33"/>
            <p:cNvSpPr/>
            <p:nvPr/>
          </p:nvSpPr>
          <p:spPr>
            <a:xfrm>
              <a:off x="4776840" y="3495240"/>
              <a:ext cx="900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8" name="Freeform 34"/>
            <p:cNvSpPr/>
            <p:nvPr/>
          </p:nvSpPr>
          <p:spPr>
            <a:xfrm>
              <a:off x="4776840" y="3495240"/>
              <a:ext cx="900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49" name="Freeform 35"/>
            <p:cNvSpPr/>
            <p:nvPr/>
          </p:nvSpPr>
          <p:spPr>
            <a:xfrm>
              <a:off x="4542480" y="3524760"/>
              <a:ext cx="604080" cy="9856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0" name="Freeform 36"/>
            <p:cNvSpPr/>
            <p:nvPr/>
          </p:nvSpPr>
          <p:spPr>
            <a:xfrm>
              <a:off x="4761360" y="3512880"/>
              <a:ext cx="10800" cy="30960"/>
            </a:xfrm>
            <a:prstGeom prst="pie">
              <a:avLst/>
            </a:prstGeom>
            <a:solidFill>
              <a:srgbClr val="336600"/>
            </a:solidFill>
            <a:ln w="936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1" name="Freeform 37"/>
            <p:cNvSpPr/>
            <p:nvPr/>
          </p:nvSpPr>
          <p:spPr>
            <a:xfrm>
              <a:off x="4761360" y="3512880"/>
              <a:ext cx="10800" cy="30960"/>
            </a:xfrm>
            <a:prstGeom prst="pie">
              <a:avLst/>
            </a:prstGeom>
            <a:solidFill>
              <a:srgbClr val="336600"/>
            </a:solidFill>
            <a:ln w="936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2" name="Freeform 38"/>
            <p:cNvSpPr/>
            <p:nvPr/>
          </p:nvSpPr>
          <p:spPr>
            <a:xfrm>
              <a:off x="4771080" y="3547080"/>
              <a:ext cx="396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3" name="Freeform 39"/>
            <p:cNvSpPr/>
            <p:nvPr/>
          </p:nvSpPr>
          <p:spPr>
            <a:xfrm>
              <a:off x="4771080" y="3547080"/>
              <a:ext cx="396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4" name="Freeform 40"/>
            <p:cNvSpPr/>
            <p:nvPr/>
          </p:nvSpPr>
          <p:spPr>
            <a:xfrm>
              <a:off x="5091840" y="3670200"/>
              <a:ext cx="23040" cy="44280"/>
            </a:xfrm>
            <a:prstGeom prst="pie">
              <a:avLst/>
            </a:prstGeom>
            <a:solidFill>
              <a:srgbClr val="336600"/>
            </a:solidFill>
            <a:ln w="9360">
              <a:solidFill>
                <a:srgbClr val="ffffff"/>
              </a:solidFill>
              <a:round/>
            </a:ln>
          </p:spPr>
          <p:style>
            <a:lnRef idx="0"/>
            <a:fillRef idx="0"/>
            <a:effectRef idx="0"/>
            <a:fontRef idx="minor"/>
          </p:style>
          <p:txBody>
            <a:bodyPr lIns="90000" rIns="90000" tIns="-2160" bIns="-2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5" name="Freeform 41"/>
            <p:cNvSpPr/>
            <p:nvPr/>
          </p:nvSpPr>
          <p:spPr>
            <a:xfrm>
              <a:off x="5091840" y="3670200"/>
              <a:ext cx="23040" cy="44280"/>
            </a:xfrm>
            <a:prstGeom prst="pie">
              <a:avLst/>
            </a:prstGeom>
            <a:solidFill>
              <a:srgbClr val="336600"/>
            </a:solidFill>
            <a:ln w="9360">
              <a:solidFill>
                <a:srgbClr val="ffffff"/>
              </a:solidFill>
              <a:round/>
            </a:ln>
          </p:spPr>
          <p:style>
            <a:lnRef idx="0"/>
            <a:fillRef idx="0"/>
            <a:effectRef idx="0"/>
            <a:fontRef idx="minor"/>
          </p:style>
          <p:txBody>
            <a:bodyPr lIns="90000" rIns="90000" tIns="-2160" bIns="-2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6" name="Freeform 42"/>
            <p:cNvSpPr/>
            <p:nvPr/>
          </p:nvSpPr>
          <p:spPr>
            <a:xfrm>
              <a:off x="5060160" y="3601800"/>
              <a:ext cx="36720" cy="53280"/>
            </a:xfrm>
            <a:prstGeom prst="pie">
              <a:avLst/>
            </a:prstGeom>
            <a:solidFill>
              <a:srgbClr val="336600"/>
            </a:solidFill>
            <a:ln w="936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7" name="Freeform 43"/>
            <p:cNvSpPr/>
            <p:nvPr/>
          </p:nvSpPr>
          <p:spPr>
            <a:xfrm>
              <a:off x="5060160" y="3601800"/>
              <a:ext cx="36720" cy="53280"/>
            </a:xfrm>
            <a:prstGeom prst="pie">
              <a:avLst/>
            </a:prstGeom>
            <a:solidFill>
              <a:srgbClr val="336600"/>
            </a:solidFill>
            <a:ln w="936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8" name="Freeform 44"/>
            <p:cNvSpPr/>
            <p:nvPr/>
          </p:nvSpPr>
          <p:spPr>
            <a:xfrm>
              <a:off x="4920480" y="3607920"/>
              <a:ext cx="1620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59" name="Freeform 45"/>
            <p:cNvSpPr/>
            <p:nvPr/>
          </p:nvSpPr>
          <p:spPr>
            <a:xfrm>
              <a:off x="4920480" y="3607920"/>
              <a:ext cx="1620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0" name="Freeform 46"/>
            <p:cNvSpPr/>
            <p:nvPr/>
          </p:nvSpPr>
          <p:spPr>
            <a:xfrm>
              <a:off x="5115240" y="3700080"/>
              <a:ext cx="31320" cy="68040"/>
            </a:xfrm>
            <a:prstGeom prst="pie">
              <a:avLst/>
            </a:prstGeom>
            <a:solidFill>
              <a:srgbClr val="336600"/>
            </a:solidFill>
            <a:ln w="9360">
              <a:solidFill>
                <a:srgbClr val="ffffff"/>
              </a:solidFill>
              <a:round/>
            </a:ln>
          </p:spPr>
          <p:style>
            <a:lnRef idx="0"/>
            <a:fillRef idx="0"/>
            <a:effectRef idx="0"/>
            <a:fontRef idx="minor"/>
          </p:style>
          <p:txBody>
            <a:bodyPr lIns="90000" rIns="90000" tIns="21600" bIns="21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1" name="Freeform 47"/>
            <p:cNvSpPr/>
            <p:nvPr/>
          </p:nvSpPr>
          <p:spPr>
            <a:xfrm>
              <a:off x="5115240" y="3700080"/>
              <a:ext cx="31320" cy="68040"/>
            </a:xfrm>
            <a:prstGeom prst="pie">
              <a:avLst/>
            </a:prstGeom>
            <a:solidFill>
              <a:srgbClr val="336600"/>
            </a:solidFill>
            <a:ln w="9360">
              <a:solidFill>
                <a:srgbClr val="ffffff"/>
              </a:solidFill>
              <a:round/>
            </a:ln>
          </p:spPr>
          <p:style>
            <a:lnRef idx="0"/>
            <a:fillRef idx="0"/>
            <a:effectRef idx="0"/>
            <a:fontRef idx="minor"/>
          </p:style>
          <p:txBody>
            <a:bodyPr lIns="90000" rIns="90000" tIns="21600" bIns="21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2" name="Freeform 48"/>
            <p:cNvSpPr/>
            <p:nvPr/>
          </p:nvSpPr>
          <p:spPr>
            <a:xfrm>
              <a:off x="3780000" y="3912480"/>
              <a:ext cx="878400" cy="10674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3" name="Freeform 49"/>
            <p:cNvSpPr/>
            <p:nvPr/>
          </p:nvSpPr>
          <p:spPr>
            <a:xfrm>
              <a:off x="3955320" y="3997080"/>
              <a:ext cx="15120" cy="9000"/>
            </a:xfrm>
            <a:prstGeom prst="pie">
              <a:avLst/>
            </a:prstGeom>
            <a:solidFill>
              <a:srgbClr val="336600"/>
            </a:solidFill>
            <a:ln w="936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4" name="Freeform 50"/>
            <p:cNvSpPr/>
            <p:nvPr/>
          </p:nvSpPr>
          <p:spPr>
            <a:xfrm>
              <a:off x="3955320" y="3997080"/>
              <a:ext cx="15120" cy="9000"/>
            </a:xfrm>
            <a:prstGeom prst="pie">
              <a:avLst/>
            </a:prstGeom>
            <a:solidFill>
              <a:srgbClr val="336600"/>
            </a:solidFill>
            <a:ln w="936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5" name="Freeform 51"/>
            <p:cNvSpPr/>
            <p:nvPr/>
          </p:nvSpPr>
          <p:spPr>
            <a:xfrm>
              <a:off x="3975840" y="4035600"/>
              <a:ext cx="15120" cy="13320"/>
            </a:xfrm>
            <a:prstGeom prst="pie">
              <a:avLst/>
            </a:prstGeom>
            <a:solidFill>
              <a:srgbClr val="336600"/>
            </a:solidFill>
            <a:ln w="936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6" name="Freeform 52"/>
            <p:cNvSpPr/>
            <p:nvPr/>
          </p:nvSpPr>
          <p:spPr>
            <a:xfrm>
              <a:off x="3975840" y="4035600"/>
              <a:ext cx="15120" cy="13320"/>
            </a:xfrm>
            <a:prstGeom prst="pie">
              <a:avLst/>
            </a:prstGeom>
            <a:solidFill>
              <a:srgbClr val="336600"/>
            </a:solidFill>
            <a:ln w="936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7" name="Freeform 53"/>
            <p:cNvSpPr/>
            <p:nvPr/>
          </p:nvSpPr>
          <p:spPr>
            <a:xfrm>
              <a:off x="4581720" y="5000760"/>
              <a:ext cx="81000" cy="2062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8" name="Freeform 54"/>
            <p:cNvSpPr/>
            <p:nvPr/>
          </p:nvSpPr>
          <p:spPr>
            <a:xfrm>
              <a:off x="4507920" y="4072680"/>
              <a:ext cx="50400" cy="88920"/>
            </a:xfrm>
            <a:prstGeom prst="pie">
              <a:avLst/>
            </a:prstGeom>
            <a:solidFill>
              <a:srgbClr val="336600"/>
            </a:solidFill>
            <a:ln w="936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69" name="Freeform 55"/>
            <p:cNvSpPr/>
            <p:nvPr/>
          </p:nvSpPr>
          <p:spPr>
            <a:xfrm>
              <a:off x="4507920" y="4072680"/>
              <a:ext cx="50400" cy="88920"/>
            </a:xfrm>
            <a:prstGeom prst="pie">
              <a:avLst/>
            </a:prstGeom>
            <a:solidFill>
              <a:srgbClr val="336600"/>
            </a:solidFill>
            <a:ln w="936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0" name="Freeform 56"/>
            <p:cNvSpPr/>
            <p:nvPr/>
          </p:nvSpPr>
          <p:spPr>
            <a:xfrm>
              <a:off x="4394160" y="3683880"/>
              <a:ext cx="268560" cy="3326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1" name="Freeform 57"/>
            <p:cNvSpPr/>
            <p:nvPr/>
          </p:nvSpPr>
          <p:spPr>
            <a:xfrm>
              <a:off x="4330800" y="3894480"/>
              <a:ext cx="236880" cy="2476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2" name="Freeform 58"/>
            <p:cNvSpPr/>
            <p:nvPr/>
          </p:nvSpPr>
          <p:spPr>
            <a:xfrm>
              <a:off x="4069080" y="3872520"/>
              <a:ext cx="3168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3" name="Freeform 59"/>
            <p:cNvSpPr/>
            <p:nvPr/>
          </p:nvSpPr>
          <p:spPr>
            <a:xfrm>
              <a:off x="4069080" y="3872520"/>
              <a:ext cx="3168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4" name="Freeform 60"/>
            <p:cNvSpPr/>
            <p:nvPr/>
          </p:nvSpPr>
          <p:spPr>
            <a:xfrm>
              <a:off x="4032000" y="2962080"/>
              <a:ext cx="648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5" name="Freeform 61"/>
            <p:cNvSpPr/>
            <p:nvPr/>
          </p:nvSpPr>
          <p:spPr>
            <a:xfrm>
              <a:off x="4032000" y="2962080"/>
              <a:ext cx="648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6" name="Freeform 62"/>
            <p:cNvSpPr/>
            <p:nvPr/>
          </p:nvSpPr>
          <p:spPr>
            <a:xfrm>
              <a:off x="4222800" y="2851920"/>
              <a:ext cx="17640" cy="19440"/>
            </a:xfrm>
            <a:prstGeom prst="pie">
              <a:avLst/>
            </a:prstGeom>
            <a:solidFill>
              <a:srgbClr val="336600"/>
            </a:solidFill>
            <a:ln w="9360">
              <a:solidFill>
                <a:srgbClr val="ffffff"/>
              </a:solidFill>
              <a:round/>
            </a:ln>
          </p:spPr>
          <p:style>
            <a:lnRef idx="0"/>
            <a:fillRef idx="0"/>
            <a:effectRef idx="0"/>
            <a:fontRef idx="minor"/>
          </p:style>
          <p:txBody>
            <a:bodyPr lIns="90000" rIns="90000" tIns="-27000" bIns="-27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7" name="Freeform 63"/>
            <p:cNvSpPr/>
            <p:nvPr/>
          </p:nvSpPr>
          <p:spPr>
            <a:xfrm>
              <a:off x="4222800" y="2851920"/>
              <a:ext cx="17640" cy="19440"/>
            </a:xfrm>
            <a:prstGeom prst="pie">
              <a:avLst/>
            </a:prstGeom>
            <a:solidFill>
              <a:srgbClr val="336600"/>
            </a:solidFill>
            <a:ln w="9360">
              <a:solidFill>
                <a:srgbClr val="ffffff"/>
              </a:solidFill>
              <a:round/>
            </a:ln>
          </p:spPr>
          <p:style>
            <a:lnRef idx="0"/>
            <a:fillRef idx="0"/>
            <a:effectRef idx="0"/>
            <a:fontRef idx="minor"/>
          </p:style>
          <p:txBody>
            <a:bodyPr lIns="90000" rIns="90000" tIns="-27000" bIns="-27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8" name="Freeform 64"/>
            <p:cNvSpPr/>
            <p:nvPr/>
          </p:nvSpPr>
          <p:spPr>
            <a:xfrm>
              <a:off x="4000680" y="3187800"/>
              <a:ext cx="1620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79" name="Freeform 65"/>
            <p:cNvSpPr/>
            <p:nvPr/>
          </p:nvSpPr>
          <p:spPr>
            <a:xfrm>
              <a:off x="4000680" y="3187800"/>
              <a:ext cx="1620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0" name="Freeform 66"/>
            <p:cNvSpPr/>
            <p:nvPr/>
          </p:nvSpPr>
          <p:spPr>
            <a:xfrm>
              <a:off x="3945600" y="3144600"/>
              <a:ext cx="24840" cy="26280"/>
            </a:xfrm>
            <a:prstGeom prst="pie">
              <a:avLst/>
            </a:prstGeom>
            <a:solidFill>
              <a:srgbClr val="336600"/>
            </a:solidFill>
            <a:ln w="936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1" name="Freeform 67"/>
            <p:cNvSpPr/>
            <p:nvPr/>
          </p:nvSpPr>
          <p:spPr>
            <a:xfrm>
              <a:off x="3945600" y="3144600"/>
              <a:ext cx="24840" cy="26280"/>
            </a:xfrm>
            <a:prstGeom prst="pie">
              <a:avLst/>
            </a:prstGeom>
            <a:solidFill>
              <a:srgbClr val="336600"/>
            </a:solidFill>
            <a:ln w="936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2" name="Freeform 68"/>
            <p:cNvSpPr/>
            <p:nvPr/>
          </p:nvSpPr>
          <p:spPr>
            <a:xfrm>
              <a:off x="3984120" y="3129840"/>
              <a:ext cx="1620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3" name="Freeform 69"/>
            <p:cNvSpPr/>
            <p:nvPr/>
          </p:nvSpPr>
          <p:spPr>
            <a:xfrm>
              <a:off x="3984120" y="3129840"/>
              <a:ext cx="1620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4" name="Freeform 70"/>
            <p:cNvSpPr/>
            <p:nvPr/>
          </p:nvSpPr>
          <p:spPr>
            <a:xfrm>
              <a:off x="3970440" y="3115080"/>
              <a:ext cx="1080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5" name="Freeform 71"/>
            <p:cNvSpPr/>
            <p:nvPr/>
          </p:nvSpPr>
          <p:spPr>
            <a:xfrm>
              <a:off x="3970440" y="3115080"/>
              <a:ext cx="1080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6" name="Freeform 72"/>
            <p:cNvSpPr/>
            <p:nvPr/>
          </p:nvSpPr>
          <p:spPr>
            <a:xfrm>
              <a:off x="3975840" y="3057120"/>
              <a:ext cx="41040" cy="38520"/>
            </a:xfrm>
            <a:prstGeom prst="pie">
              <a:avLst/>
            </a:prstGeom>
            <a:solidFill>
              <a:srgbClr val="336600"/>
            </a:solidFill>
            <a:ln w="936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7" name="Freeform 73"/>
            <p:cNvSpPr/>
            <p:nvPr/>
          </p:nvSpPr>
          <p:spPr>
            <a:xfrm>
              <a:off x="3975840" y="3057120"/>
              <a:ext cx="41040" cy="38520"/>
            </a:xfrm>
            <a:prstGeom prst="pie">
              <a:avLst/>
            </a:prstGeom>
            <a:solidFill>
              <a:srgbClr val="336600"/>
            </a:solidFill>
            <a:ln w="936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8" name="Freeform 74"/>
            <p:cNvSpPr/>
            <p:nvPr/>
          </p:nvSpPr>
          <p:spPr>
            <a:xfrm>
              <a:off x="3952440" y="3049560"/>
              <a:ext cx="13320" cy="10080"/>
            </a:xfrm>
            <a:prstGeom prst="pie">
              <a:avLst/>
            </a:prstGeom>
            <a:solidFill>
              <a:srgbClr val="336600"/>
            </a:solidFill>
            <a:ln w="936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89" name="Freeform 75"/>
            <p:cNvSpPr/>
            <p:nvPr/>
          </p:nvSpPr>
          <p:spPr>
            <a:xfrm>
              <a:off x="3952440" y="3049560"/>
              <a:ext cx="13320" cy="10080"/>
            </a:xfrm>
            <a:prstGeom prst="pie">
              <a:avLst/>
            </a:prstGeom>
            <a:solidFill>
              <a:srgbClr val="336600"/>
            </a:solidFill>
            <a:ln w="936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0" name="Freeform 76"/>
            <p:cNvSpPr/>
            <p:nvPr/>
          </p:nvSpPr>
          <p:spPr>
            <a:xfrm>
              <a:off x="3973320" y="3042360"/>
              <a:ext cx="1080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1" name="Freeform 77"/>
            <p:cNvSpPr/>
            <p:nvPr/>
          </p:nvSpPr>
          <p:spPr>
            <a:xfrm>
              <a:off x="3973320" y="3042360"/>
              <a:ext cx="1080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2" name="Freeform 78"/>
            <p:cNvSpPr/>
            <p:nvPr/>
          </p:nvSpPr>
          <p:spPr>
            <a:xfrm>
              <a:off x="3981600" y="3361680"/>
              <a:ext cx="33840" cy="35640"/>
            </a:xfrm>
            <a:prstGeom prst="pie">
              <a:avLst/>
            </a:prstGeom>
            <a:solidFill>
              <a:srgbClr val="336600"/>
            </a:solidFill>
            <a:ln w="936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3" name="Freeform 79"/>
            <p:cNvSpPr/>
            <p:nvPr/>
          </p:nvSpPr>
          <p:spPr>
            <a:xfrm>
              <a:off x="3981600" y="3361680"/>
              <a:ext cx="33840" cy="35640"/>
            </a:xfrm>
            <a:prstGeom prst="pie">
              <a:avLst/>
            </a:prstGeom>
            <a:solidFill>
              <a:srgbClr val="336600"/>
            </a:solidFill>
            <a:ln w="936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4" name="Freeform 80"/>
            <p:cNvSpPr/>
            <p:nvPr/>
          </p:nvSpPr>
          <p:spPr>
            <a:xfrm>
              <a:off x="3999240" y="2926440"/>
              <a:ext cx="47880" cy="8136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5" name="Freeform 81"/>
            <p:cNvSpPr/>
            <p:nvPr/>
          </p:nvSpPr>
          <p:spPr>
            <a:xfrm>
              <a:off x="3999240" y="2926440"/>
              <a:ext cx="47880" cy="8136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6" name="Freeform 82"/>
            <p:cNvSpPr/>
            <p:nvPr/>
          </p:nvSpPr>
          <p:spPr>
            <a:xfrm>
              <a:off x="3999240" y="3002040"/>
              <a:ext cx="828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7" name="Freeform 83"/>
            <p:cNvSpPr/>
            <p:nvPr/>
          </p:nvSpPr>
          <p:spPr>
            <a:xfrm>
              <a:off x="3999240" y="3002040"/>
              <a:ext cx="828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8" name="Freeform 84"/>
            <p:cNvSpPr/>
            <p:nvPr/>
          </p:nvSpPr>
          <p:spPr>
            <a:xfrm>
              <a:off x="3938760" y="2973960"/>
              <a:ext cx="13320" cy="10080"/>
            </a:xfrm>
            <a:prstGeom prst="pie">
              <a:avLst/>
            </a:prstGeom>
            <a:solidFill>
              <a:srgbClr val="336600"/>
            </a:solidFill>
            <a:ln w="936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199" name="Freeform 85"/>
            <p:cNvSpPr/>
            <p:nvPr/>
          </p:nvSpPr>
          <p:spPr>
            <a:xfrm>
              <a:off x="3938760" y="2973960"/>
              <a:ext cx="13320" cy="10080"/>
            </a:xfrm>
            <a:prstGeom prst="pie">
              <a:avLst/>
            </a:prstGeom>
            <a:solidFill>
              <a:srgbClr val="336600"/>
            </a:solidFill>
            <a:ln w="936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0" name="Freeform 86"/>
            <p:cNvSpPr/>
            <p:nvPr/>
          </p:nvSpPr>
          <p:spPr>
            <a:xfrm>
              <a:off x="3955320" y="2938320"/>
              <a:ext cx="10800" cy="30960"/>
            </a:xfrm>
            <a:prstGeom prst="pie">
              <a:avLst/>
            </a:prstGeom>
            <a:solidFill>
              <a:srgbClr val="336600"/>
            </a:solidFill>
            <a:ln w="936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1" name="Freeform 87"/>
            <p:cNvSpPr/>
            <p:nvPr/>
          </p:nvSpPr>
          <p:spPr>
            <a:xfrm>
              <a:off x="3955320" y="2938320"/>
              <a:ext cx="10800" cy="30960"/>
            </a:xfrm>
            <a:prstGeom prst="pie">
              <a:avLst/>
            </a:prstGeom>
            <a:solidFill>
              <a:srgbClr val="336600"/>
            </a:solidFill>
            <a:ln w="936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2" name="Freeform 88"/>
            <p:cNvSpPr/>
            <p:nvPr/>
          </p:nvSpPr>
          <p:spPr>
            <a:xfrm>
              <a:off x="3967920" y="2926440"/>
              <a:ext cx="252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3" name="Freeform 89"/>
            <p:cNvSpPr/>
            <p:nvPr/>
          </p:nvSpPr>
          <p:spPr>
            <a:xfrm>
              <a:off x="3967920" y="2926440"/>
              <a:ext cx="2520" cy="11520"/>
            </a:xfrm>
            <a:prstGeom prst="pie">
              <a:avLst/>
            </a:prstGeom>
            <a:solidFill>
              <a:srgbClr val="336600"/>
            </a:solidFill>
            <a:ln w="936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4" name="Freeform 90"/>
            <p:cNvSpPr/>
            <p:nvPr/>
          </p:nvSpPr>
          <p:spPr>
            <a:xfrm>
              <a:off x="3967920" y="2905560"/>
              <a:ext cx="1908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5" name="Freeform 91"/>
            <p:cNvSpPr/>
            <p:nvPr/>
          </p:nvSpPr>
          <p:spPr>
            <a:xfrm>
              <a:off x="3967920" y="2905560"/>
              <a:ext cx="1908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6" name="Freeform 92"/>
            <p:cNvSpPr/>
            <p:nvPr/>
          </p:nvSpPr>
          <p:spPr>
            <a:xfrm>
              <a:off x="3995280" y="2835720"/>
              <a:ext cx="69840" cy="72720"/>
            </a:xfrm>
            <a:prstGeom prst="pie">
              <a:avLst/>
            </a:prstGeom>
            <a:solidFill>
              <a:srgbClr val="336600"/>
            </a:solidFill>
            <a:ln w="936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7" name="Freeform 93"/>
            <p:cNvSpPr/>
            <p:nvPr/>
          </p:nvSpPr>
          <p:spPr>
            <a:xfrm>
              <a:off x="3995280" y="2835720"/>
              <a:ext cx="69840" cy="72720"/>
            </a:xfrm>
            <a:prstGeom prst="pie">
              <a:avLst/>
            </a:prstGeom>
            <a:solidFill>
              <a:srgbClr val="336600"/>
            </a:solidFill>
            <a:ln w="936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8" name="Freeform 94"/>
            <p:cNvSpPr/>
            <p:nvPr/>
          </p:nvSpPr>
          <p:spPr>
            <a:xfrm>
              <a:off x="3966120" y="3483000"/>
              <a:ext cx="28800" cy="29880"/>
            </a:xfrm>
            <a:prstGeom prst="pie">
              <a:avLst/>
            </a:prstGeom>
            <a:solidFill>
              <a:srgbClr val="336600"/>
            </a:solidFill>
            <a:ln w="9360">
              <a:solidFill>
                <a:srgbClr val="ffffff"/>
              </a:solidFill>
              <a:round/>
            </a:ln>
          </p:spPr>
          <p:style>
            <a:lnRef idx="0"/>
            <a:fillRef idx="0"/>
            <a:effectRef idx="0"/>
            <a:fontRef idx="minor"/>
          </p:style>
          <p:txBody>
            <a:bodyPr lIns="90000" rIns="90000" tIns="-16560" bIns="-16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09" name="Freeform 95"/>
            <p:cNvSpPr/>
            <p:nvPr/>
          </p:nvSpPr>
          <p:spPr>
            <a:xfrm>
              <a:off x="3966120" y="3483000"/>
              <a:ext cx="28800" cy="29880"/>
            </a:xfrm>
            <a:prstGeom prst="pie">
              <a:avLst/>
            </a:prstGeom>
            <a:solidFill>
              <a:srgbClr val="336600"/>
            </a:solidFill>
            <a:ln w="9360">
              <a:solidFill>
                <a:srgbClr val="ffffff"/>
              </a:solidFill>
              <a:round/>
            </a:ln>
          </p:spPr>
          <p:style>
            <a:lnRef idx="0"/>
            <a:fillRef idx="0"/>
            <a:effectRef idx="0"/>
            <a:fontRef idx="minor"/>
          </p:style>
          <p:txBody>
            <a:bodyPr lIns="90000" rIns="90000" tIns="-16560" bIns="-16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4210" name="Group 96"/>
            <p:cNvGrpSpPr/>
            <p:nvPr/>
          </p:nvGrpSpPr>
          <p:grpSpPr>
            <a:xfrm>
              <a:off x="3789720" y="2851920"/>
              <a:ext cx="525960" cy="1046880"/>
              <a:chOff x="3789720" y="2851920"/>
              <a:chExt cx="525960" cy="1046880"/>
            </a:xfrm>
          </p:grpSpPr>
          <p:sp>
            <p:nvSpPr>
              <p:cNvPr id="4211" name="Freeform 97"/>
              <p:cNvSpPr/>
              <p:nvPr/>
            </p:nvSpPr>
            <p:spPr>
              <a:xfrm>
                <a:off x="3789720" y="2851920"/>
                <a:ext cx="525960" cy="1046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2" name="Freeform 98"/>
              <p:cNvSpPr/>
              <p:nvPr/>
            </p:nvSpPr>
            <p:spPr>
              <a:xfrm>
                <a:off x="3799440" y="3212640"/>
                <a:ext cx="157680" cy="1569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4213" name="Freeform 99"/>
            <p:cNvSpPr/>
            <p:nvPr/>
          </p:nvSpPr>
          <p:spPr>
            <a:xfrm>
              <a:off x="3570120" y="3181680"/>
              <a:ext cx="338400" cy="4039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4" name="Freeform 100"/>
            <p:cNvSpPr/>
            <p:nvPr/>
          </p:nvSpPr>
          <p:spPr>
            <a:xfrm>
              <a:off x="3667680" y="3261960"/>
              <a:ext cx="12240" cy="16200"/>
            </a:xfrm>
            <a:prstGeom prst="pie">
              <a:avLst/>
            </a:prstGeom>
            <a:solidFill>
              <a:srgbClr val="336600"/>
            </a:solidFill>
            <a:ln w="9360">
              <a:solidFill>
                <a:srgbClr val="ffffff"/>
              </a:solidFill>
              <a:round/>
            </a:ln>
          </p:spPr>
          <p:style>
            <a:lnRef idx="0"/>
            <a:fillRef idx="0"/>
            <a:effectRef idx="0"/>
            <a:fontRef idx="minor"/>
          </p:style>
          <p:txBody>
            <a:bodyPr lIns="90000" rIns="90000" tIns="-30240" bIns="-30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5" name="Freeform 101"/>
            <p:cNvSpPr/>
            <p:nvPr/>
          </p:nvSpPr>
          <p:spPr>
            <a:xfrm>
              <a:off x="3667680" y="3261960"/>
              <a:ext cx="12240" cy="16200"/>
            </a:xfrm>
            <a:prstGeom prst="pie">
              <a:avLst/>
            </a:prstGeom>
            <a:solidFill>
              <a:srgbClr val="336600"/>
            </a:solidFill>
            <a:ln w="9360">
              <a:solidFill>
                <a:srgbClr val="ffffff"/>
              </a:solidFill>
              <a:round/>
            </a:ln>
          </p:spPr>
          <p:style>
            <a:lnRef idx="0"/>
            <a:fillRef idx="0"/>
            <a:effectRef idx="0"/>
            <a:fontRef idx="minor"/>
          </p:style>
          <p:txBody>
            <a:bodyPr lIns="90000" rIns="90000" tIns="-30240" bIns="-30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6" name="Freeform 102"/>
            <p:cNvSpPr/>
            <p:nvPr/>
          </p:nvSpPr>
          <p:spPr>
            <a:xfrm>
              <a:off x="5420880" y="3205440"/>
              <a:ext cx="1512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7" name="Freeform 103"/>
            <p:cNvSpPr/>
            <p:nvPr/>
          </p:nvSpPr>
          <p:spPr>
            <a:xfrm>
              <a:off x="5420880" y="3205440"/>
              <a:ext cx="1512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8" name="Freeform 104"/>
            <p:cNvSpPr/>
            <p:nvPr/>
          </p:nvSpPr>
          <p:spPr>
            <a:xfrm>
              <a:off x="4990680" y="3144600"/>
              <a:ext cx="2016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19" name="Freeform 105"/>
            <p:cNvSpPr/>
            <p:nvPr/>
          </p:nvSpPr>
          <p:spPr>
            <a:xfrm>
              <a:off x="4990680" y="3144600"/>
              <a:ext cx="2016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0" name="Freeform 106"/>
            <p:cNvSpPr/>
            <p:nvPr/>
          </p:nvSpPr>
          <p:spPr>
            <a:xfrm>
              <a:off x="4990680" y="3166920"/>
              <a:ext cx="1188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1" name="Freeform 107"/>
            <p:cNvSpPr/>
            <p:nvPr/>
          </p:nvSpPr>
          <p:spPr>
            <a:xfrm>
              <a:off x="4990680" y="3166920"/>
              <a:ext cx="1188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2" name="Freeform 108"/>
            <p:cNvSpPr/>
            <p:nvPr/>
          </p:nvSpPr>
          <p:spPr>
            <a:xfrm>
              <a:off x="4984920" y="1830240"/>
              <a:ext cx="656280" cy="16945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3" name="Freeform 109"/>
            <p:cNvSpPr/>
            <p:nvPr/>
          </p:nvSpPr>
          <p:spPr>
            <a:xfrm>
              <a:off x="5364720" y="3213000"/>
              <a:ext cx="53280" cy="1245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4" name="Freeform 110"/>
            <p:cNvSpPr/>
            <p:nvPr/>
          </p:nvSpPr>
          <p:spPr>
            <a:xfrm>
              <a:off x="5260320" y="3281400"/>
              <a:ext cx="43560" cy="137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5" name="Freeform 111"/>
            <p:cNvSpPr/>
            <p:nvPr/>
          </p:nvSpPr>
          <p:spPr>
            <a:xfrm>
              <a:off x="5260320" y="3281400"/>
              <a:ext cx="43560" cy="137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6" name="Freeform 112"/>
            <p:cNvSpPr/>
            <p:nvPr/>
          </p:nvSpPr>
          <p:spPr>
            <a:xfrm>
              <a:off x="5091840" y="2638080"/>
              <a:ext cx="504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7" name="Freeform 113"/>
            <p:cNvSpPr/>
            <p:nvPr/>
          </p:nvSpPr>
          <p:spPr>
            <a:xfrm>
              <a:off x="5091840" y="2638080"/>
              <a:ext cx="504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8" name="Freeform 114"/>
            <p:cNvSpPr/>
            <p:nvPr/>
          </p:nvSpPr>
          <p:spPr>
            <a:xfrm>
              <a:off x="5596560" y="2920320"/>
              <a:ext cx="2448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29" name="Freeform 115"/>
            <p:cNvSpPr/>
            <p:nvPr/>
          </p:nvSpPr>
          <p:spPr>
            <a:xfrm>
              <a:off x="5596560" y="2920320"/>
              <a:ext cx="2448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0" name="Freeform 116"/>
            <p:cNvSpPr/>
            <p:nvPr/>
          </p:nvSpPr>
          <p:spPr>
            <a:xfrm>
              <a:off x="5493600" y="1681920"/>
              <a:ext cx="528840" cy="12844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1" name="Freeform 117"/>
            <p:cNvSpPr/>
            <p:nvPr/>
          </p:nvSpPr>
          <p:spPr>
            <a:xfrm>
              <a:off x="5596560" y="2920320"/>
              <a:ext cx="2448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2" name="Freeform 118"/>
            <p:cNvSpPr/>
            <p:nvPr/>
          </p:nvSpPr>
          <p:spPr>
            <a:xfrm>
              <a:off x="5596560" y="2920320"/>
              <a:ext cx="2448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3" name="Freeform 119"/>
            <p:cNvSpPr/>
            <p:nvPr/>
          </p:nvSpPr>
          <p:spPr>
            <a:xfrm>
              <a:off x="4724640" y="4307400"/>
              <a:ext cx="555120" cy="3337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4" name="Freeform 120"/>
            <p:cNvSpPr/>
            <p:nvPr/>
          </p:nvSpPr>
          <p:spPr>
            <a:xfrm>
              <a:off x="4673880" y="2938320"/>
              <a:ext cx="540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5" name="Freeform 121"/>
            <p:cNvSpPr/>
            <p:nvPr/>
          </p:nvSpPr>
          <p:spPr>
            <a:xfrm>
              <a:off x="4673880" y="2938320"/>
              <a:ext cx="540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6" name="Freeform 122"/>
            <p:cNvSpPr/>
            <p:nvPr/>
          </p:nvSpPr>
          <p:spPr>
            <a:xfrm>
              <a:off x="4681800" y="2881800"/>
              <a:ext cx="936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7" name="Freeform 123"/>
            <p:cNvSpPr/>
            <p:nvPr/>
          </p:nvSpPr>
          <p:spPr>
            <a:xfrm>
              <a:off x="4681800" y="2881800"/>
              <a:ext cx="936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8" name="Freeform 124"/>
            <p:cNvSpPr/>
            <p:nvPr/>
          </p:nvSpPr>
          <p:spPr>
            <a:xfrm>
              <a:off x="4694400" y="2868480"/>
              <a:ext cx="1080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39" name="Freeform 125"/>
            <p:cNvSpPr/>
            <p:nvPr/>
          </p:nvSpPr>
          <p:spPr>
            <a:xfrm>
              <a:off x="4694400" y="2868480"/>
              <a:ext cx="1080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0" name="Freeform 126"/>
            <p:cNvSpPr/>
            <p:nvPr/>
          </p:nvSpPr>
          <p:spPr>
            <a:xfrm>
              <a:off x="4694400" y="2901240"/>
              <a:ext cx="5400" cy="7200"/>
            </a:xfrm>
            <a:prstGeom prst="pie">
              <a:avLst/>
            </a:prstGeom>
            <a:solidFill>
              <a:srgbClr val="336600"/>
            </a:solidFill>
            <a:ln w="9360">
              <a:solidFill>
                <a:srgbClr val="ffffff"/>
              </a:solidFill>
              <a:round/>
            </a:ln>
          </p:spPr>
          <p:style>
            <a:lnRef idx="0"/>
            <a:fillRef idx="0"/>
            <a:effectRef idx="0"/>
            <a:fontRef idx="minor"/>
          </p:style>
          <p:txBody>
            <a:bodyPr lIns="90000" rIns="90000" tIns="-39240" bIns="-39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1" name="Freeform 127"/>
            <p:cNvSpPr/>
            <p:nvPr/>
          </p:nvSpPr>
          <p:spPr>
            <a:xfrm>
              <a:off x="4694400" y="2901240"/>
              <a:ext cx="5400" cy="7200"/>
            </a:xfrm>
            <a:prstGeom prst="pie">
              <a:avLst/>
            </a:prstGeom>
            <a:solidFill>
              <a:srgbClr val="336600"/>
            </a:solidFill>
            <a:ln w="9360">
              <a:solidFill>
                <a:srgbClr val="ffffff"/>
              </a:solidFill>
              <a:round/>
            </a:ln>
          </p:spPr>
          <p:style>
            <a:lnRef idx="0"/>
            <a:fillRef idx="0"/>
            <a:effectRef idx="0"/>
            <a:fontRef idx="minor"/>
          </p:style>
          <p:txBody>
            <a:bodyPr lIns="90000" rIns="90000" tIns="-39240" bIns="-39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2" name="Freeform 128"/>
            <p:cNvSpPr/>
            <p:nvPr/>
          </p:nvSpPr>
          <p:spPr>
            <a:xfrm>
              <a:off x="4694400" y="2847600"/>
              <a:ext cx="2520" cy="9000"/>
            </a:xfrm>
            <a:prstGeom prst="pie">
              <a:avLst/>
            </a:prstGeom>
            <a:solidFill>
              <a:srgbClr val="336600"/>
            </a:solidFill>
            <a:ln w="936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3" name="Freeform 129"/>
            <p:cNvSpPr/>
            <p:nvPr/>
          </p:nvSpPr>
          <p:spPr>
            <a:xfrm>
              <a:off x="4694400" y="2847600"/>
              <a:ext cx="2520" cy="9000"/>
            </a:xfrm>
            <a:prstGeom prst="pie">
              <a:avLst/>
            </a:prstGeom>
            <a:solidFill>
              <a:srgbClr val="336600"/>
            </a:solidFill>
            <a:ln w="936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4" name="Freeform 130"/>
            <p:cNvSpPr/>
            <p:nvPr/>
          </p:nvSpPr>
          <p:spPr>
            <a:xfrm>
              <a:off x="4690440" y="2820960"/>
              <a:ext cx="396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5" name="Freeform 131"/>
            <p:cNvSpPr/>
            <p:nvPr/>
          </p:nvSpPr>
          <p:spPr>
            <a:xfrm>
              <a:off x="4690440" y="2820960"/>
              <a:ext cx="396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6" name="Freeform 132"/>
            <p:cNvSpPr/>
            <p:nvPr/>
          </p:nvSpPr>
          <p:spPr>
            <a:xfrm>
              <a:off x="4714920" y="2625120"/>
              <a:ext cx="13320" cy="12960"/>
            </a:xfrm>
            <a:prstGeom prst="pie">
              <a:avLst/>
            </a:prstGeom>
            <a:solidFill>
              <a:srgbClr val="336600"/>
            </a:solidFill>
            <a:ln w="936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7" name="Freeform 133"/>
            <p:cNvSpPr/>
            <p:nvPr/>
          </p:nvSpPr>
          <p:spPr>
            <a:xfrm>
              <a:off x="4714920" y="2625120"/>
              <a:ext cx="13320" cy="12960"/>
            </a:xfrm>
            <a:prstGeom prst="pie">
              <a:avLst/>
            </a:prstGeom>
            <a:solidFill>
              <a:srgbClr val="336600"/>
            </a:solidFill>
            <a:ln w="936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8" name="Freeform 134"/>
            <p:cNvSpPr/>
            <p:nvPr/>
          </p:nvSpPr>
          <p:spPr>
            <a:xfrm>
              <a:off x="5179680" y="1925640"/>
              <a:ext cx="12240" cy="32400"/>
            </a:xfrm>
            <a:prstGeom prst="pie">
              <a:avLst/>
            </a:prstGeom>
            <a:solidFill>
              <a:srgbClr val="336600"/>
            </a:solidFill>
            <a:ln w="9360">
              <a:solidFill>
                <a:srgbClr val="ffffff"/>
              </a:solidFill>
              <a:round/>
            </a:ln>
          </p:spPr>
          <p:style>
            <a:lnRef idx="0"/>
            <a:fillRef idx="0"/>
            <a:effectRef idx="0"/>
            <a:fontRef idx="minor"/>
          </p:style>
          <p:txBody>
            <a:bodyPr lIns="90000" rIns="90000" tIns="-14040" bIns="-14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49" name="Freeform 135"/>
            <p:cNvSpPr/>
            <p:nvPr/>
          </p:nvSpPr>
          <p:spPr>
            <a:xfrm>
              <a:off x="5179680" y="1925640"/>
              <a:ext cx="12240" cy="32400"/>
            </a:xfrm>
            <a:prstGeom prst="pie">
              <a:avLst/>
            </a:prstGeom>
            <a:solidFill>
              <a:srgbClr val="336600"/>
            </a:solidFill>
            <a:ln w="9360">
              <a:solidFill>
                <a:srgbClr val="ffffff"/>
              </a:solidFill>
              <a:round/>
            </a:ln>
          </p:spPr>
          <p:style>
            <a:lnRef idx="0"/>
            <a:fillRef idx="0"/>
            <a:effectRef idx="0"/>
            <a:fontRef idx="minor"/>
          </p:style>
          <p:txBody>
            <a:bodyPr lIns="90000" rIns="90000" tIns="-14040" bIns="-14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0" name="Freeform 136"/>
            <p:cNvSpPr/>
            <p:nvPr/>
          </p:nvSpPr>
          <p:spPr>
            <a:xfrm>
              <a:off x="5198760" y="1922400"/>
              <a:ext cx="648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1" name="Freeform 137"/>
            <p:cNvSpPr/>
            <p:nvPr/>
          </p:nvSpPr>
          <p:spPr>
            <a:xfrm>
              <a:off x="5198760" y="1922400"/>
              <a:ext cx="648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2" name="Freeform 138"/>
            <p:cNvSpPr/>
            <p:nvPr/>
          </p:nvSpPr>
          <p:spPr>
            <a:xfrm>
              <a:off x="5208480" y="1903320"/>
              <a:ext cx="20160" cy="27720"/>
            </a:xfrm>
            <a:prstGeom prst="pie">
              <a:avLst/>
            </a:prstGeom>
            <a:solidFill>
              <a:srgbClr val="336600"/>
            </a:solidFill>
            <a:ln w="936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3" name="Freeform 139"/>
            <p:cNvSpPr/>
            <p:nvPr/>
          </p:nvSpPr>
          <p:spPr>
            <a:xfrm>
              <a:off x="5208480" y="1903320"/>
              <a:ext cx="20160" cy="27720"/>
            </a:xfrm>
            <a:prstGeom prst="pie">
              <a:avLst/>
            </a:prstGeom>
            <a:solidFill>
              <a:srgbClr val="336600"/>
            </a:solidFill>
            <a:ln w="936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4" name="Freeform 140"/>
            <p:cNvSpPr/>
            <p:nvPr/>
          </p:nvSpPr>
          <p:spPr>
            <a:xfrm>
              <a:off x="5239800" y="1888200"/>
              <a:ext cx="35640" cy="39960"/>
            </a:xfrm>
            <a:prstGeom prst="pie">
              <a:avLst/>
            </a:prstGeom>
            <a:solidFill>
              <a:srgbClr val="336600"/>
            </a:solidFill>
            <a:ln w="936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5" name="Freeform 141"/>
            <p:cNvSpPr/>
            <p:nvPr/>
          </p:nvSpPr>
          <p:spPr>
            <a:xfrm>
              <a:off x="5239800" y="1888200"/>
              <a:ext cx="35640" cy="39960"/>
            </a:xfrm>
            <a:prstGeom prst="pie">
              <a:avLst/>
            </a:prstGeom>
            <a:solidFill>
              <a:srgbClr val="336600"/>
            </a:solidFill>
            <a:ln w="936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6" name="Freeform 142"/>
            <p:cNvSpPr/>
            <p:nvPr/>
          </p:nvSpPr>
          <p:spPr>
            <a:xfrm>
              <a:off x="5252400" y="1827720"/>
              <a:ext cx="32760" cy="45720"/>
            </a:xfrm>
            <a:prstGeom prst="pie">
              <a:avLst/>
            </a:prstGeom>
            <a:solidFill>
              <a:srgbClr val="336600"/>
            </a:solidFill>
            <a:ln w="9360">
              <a:solidFill>
                <a:srgbClr val="ffffff"/>
              </a:solidFill>
              <a:round/>
            </a:ln>
          </p:spPr>
          <p:style>
            <a:lnRef idx="0"/>
            <a:fillRef idx="0"/>
            <a:effectRef idx="0"/>
            <a:fontRef idx="minor"/>
          </p:style>
          <p:txBody>
            <a:bodyPr lIns="90000" rIns="90000" tIns="-720" bIns="-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7" name="Freeform 143"/>
            <p:cNvSpPr/>
            <p:nvPr/>
          </p:nvSpPr>
          <p:spPr>
            <a:xfrm>
              <a:off x="5252400" y="1827720"/>
              <a:ext cx="32760" cy="45720"/>
            </a:xfrm>
            <a:prstGeom prst="pie">
              <a:avLst/>
            </a:prstGeom>
            <a:solidFill>
              <a:srgbClr val="336600"/>
            </a:solidFill>
            <a:ln w="9360">
              <a:solidFill>
                <a:srgbClr val="ffffff"/>
              </a:solidFill>
              <a:round/>
            </a:ln>
          </p:spPr>
          <p:style>
            <a:lnRef idx="0"/>
            <a:fillRef idx="0"/>
            <a:effectRef idx="0"/>
            <a:fontRef idx="minor"/>
          </p:style>
          <p:txBody>
            <a:bodyPr lIns="90000" rIns="90000" tIns="-720" bIns="-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8" name="Freeform 144"/>
            <p:cNvSpPr/>
            <p:nvPr/>
          </p:nvSpPr>
          <p:spPr>
            <a:xfrm>
              <a:off x="5272920" y="1827720"/>
              <a:ext cx="59040" cy="83160"/>
            </a:xfrm>
            <a:prstGeom prst="pie">
              <a:avLst/>
            </a:prstGeom>
            <a:solidFill>
              <a:srgbClr val="336600"/>
            </a:solidFill>
            <a:ln w="936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59" name="Freeform 145"/>
            <p:cNvSpPr/>
            <p:nvPr/>
          </p:nvSpPr>
          <p:spPr>
            <a:xfrm>
              <a:off x="5272920" y="1827720"/>
              <a:ext cx="59040" cy="83160"/>
            </a:xfrm>
            <a:prstGeom prst="pie">
              <a:avLst/>
            </a:prstGeom>
            <a:solidFill>
              <a:srgbClr val="336600"/>
            </a:solidFill>
            <a:ln w="936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0" name="Freeform 146"/>
            <p:cNvSpPr/>
            <p:nvPr/>
          </p:nvSpPr>
          <p:spPr>
            <a:xfrm>
              <a:off x="5292000" y="1793160"/>
              <a:ext cx="2448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1" name="Freeform 147"/>
            <p:cNvSpPr/>
            <p:nvPr/>
          </p:nvSpPr>
          <p:spPr>
            <a:xfrm>
              <a:off x="5292000" y="1793160"/>
              <a:ext cx="2448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2" name="Freeform 148"/>
            <p:cNvSpPr/>
            <p:nvPr/>
          </p:nvSpPr>
          <p:spPr>
            <a:xfrm>
              <a:off x="5319360" y="1885680"/>
              <a:ext cx="7920" cy="10080"/>
            </a:xfrm>
            <a:prstGeom prst="pie">
              <a:avLst/>
            </a:prstGeom>
            <a:solidFill>
              <a:srgbClr val="336600"/>
            </a:solidFill>
            <a:ln w="936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3" name="Freeform 149"/>
            <p:cNvSpPr/>
            <p:nvPr/>
          </p:nvSpPr>
          <p:spPr>
            <a:xfrm>
              <a:off x="5319360" y="1885680"/>
              <a:ext cx="7920" cy="10080"/>
            </a:xfrm>
            <a:prstGeom prst="pie">
              <a:avLst/>
            </a:prstGeom>
            <a:solidFill>
              <a:srgbClr val="336600"/>
            </a:solidFill>
            <a:ln w="936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4" name="Freeform 150"/>
            <p:cNvSpPr/>
            <p:nvPr/>
          </p:nvSpPr>
          <p:spPr>
            <a:xfrm>
              <a:off x="5344200" y="1849680"/>
              <a:ext cx="13320" cy="8640"/>
            </a:xfrm>
            <a:prstGeom prst="pie">
              <a:avLst/>
            </a:prstGeom>
            <a:solidFill>
              <a:srgbClr val="336600"/>
            </a:solidFill>
            <a:ln w="9360">
              <a:solidFill>
                <a:srgbClr val="ffffff"/>
              </a:solidFill>
              <a:round/>
            </a:ln>
          </p:spPr>
          <p:style>
            <a:lnRef idx="0"/>
            <a:fillRef idx="0"/>
            <a:effectRef idx="0"/>
            <a:fontRef idx="minor"/>
          </p:style>
          <p:txBody>
            <a:bodyPr lIns="90000" rIns="90000" tIns="-37800" bIns="-37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5" name="Freeform 151"/>
            <p:cNvSpPr/>
            <p:nvPr/>
          </p:nvSpPr>
          <p:spPr>
            <a:xfrm>
              <a:off x="5344200" y="1849680"/>
              <a:ext cx="13320" cy="8640"/>
            </a:xfrm>
            <a:prstGeom prst="pie">
              <a:avLst/>
            </a:prstGeom>
            <a:solidFill>
              <a:srgbClr val="336600"/>
            </a:solidFill>
            <a:ln w="9360">
              <a:solidFill>
                <a:srgbClr val="ffffff"/>
              </a:solidFill>
              <a:round/>
            </a:ln>
          </p:spPr>
          <p:style>
            <a:lnRef idx="0"/>
            <a:fillRef idx="0"/>
            <a:effectRef idx="0"/>
            <a:fontRef idx="minor"/>
          </p:style>
          <p:txBody>
            <a:bodyPr lIns="90000" rIns="90000" tIns="-37800" bIns="-37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6" name="Freeform 152"/>
            <p:cNvSpPr/>
            <p:nvPr/>
          </p:nvSpPr>
          <p:spPr>
            <a:xfrm>
              <a:off x="5357880" y="1837800"/>
              <a:ext cx="11160" cy="11880"/>
            </a:xfrm>
            <a:prstGeom prst="pie">
              <a:avLst/>
            </a:prstGeom>
            <a:solidFill>
              <a:srgbClr val="336600"/>
            </a:solidFill>
            <a:ln w="936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7" name="Freeform 153"/>
            <p:cNvSpPr/>
            <p:nvPr/>
          </p:nvSpPr>
          <p:spPr>
            <a:xfrm>
              <a:off x="5357880" y="1837800"/>
              <a:ext cx="11160" cy="11880"/>
            </a:xfrm>
            <a:prstGeom prst="pie">
              <a:avLst/>
            </a:prstGeom>
            <a:solidFill>
              <a:srgbClr val="336600"/>
            </a:solidFill>
            <a:ln w="936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8" name="Freeform 154"/>
            <p:cNvSpPr/>
            <p:nvPr/>
          </p:nvSpPr>
          <p:spPr>
            <a:xfrm>
              <a:off x="5393520" y="1732320"/>
              <a:ext cx="35640" cy="37080"/>
            </a:xfrm>
            <a:prstGeom prst="pie">
              <a:avLst/>
            </a:prstGeom>
            <a:solidFill>
              <a:srgbClr val="336600"/>
            </a:solidFill>
            <a:ln w="936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69" name="Freeform 155"/>
            <p:cNvSpPr/>
            <p:nvPr/>
          </p:nvSpPr>
          <p:spPr>
            <a:xfrm>
              <a:off x="5393520" y="1732320"/>
              <a:ext cx="35640" cy="37080"/>
            </a:xfrm>
            <a:prstGeom prst="pie">
              <a:avLst/>
            </a:prstGeom>
            <a:solidFill>
              <a:srgbClr val="336600"/>
            </a:solidFill>
            <a:ln w="936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0" name="Freeform 156"/>
            <p:cNvSpPr/>
            <p:nvPr/>
          </p:nvSpPr>
          <p:spPr>
            <a:xfrm>
              <a:off x="5415480" y="1702800"/>
              <a:ext cx="35280" cy="29520"/>
            </a:xfrm>
            <a:prstGeom prst="pie">
              <a:avLst/>
            </a:prstGeom>
            <a:solidFill>
              <a:srgbClr val="336600"/>
            </a:solidFill>
            <a:ln w="9360">
              <a:solidFill>
                <a:srgbClr val="ffffff"/>
              </a:solidFill>
              <a:round/>
            </a:ln>
          </p:spPr>
          <p:style>
            <a:lnRef idx="0"/>
            <a:fillRef idx="0"/>
            <a:effectRef idx="0"/>
            <a:fontRef idx="minor"/>
          </p:style>
          <p:txBody>
            <a:bodyPr lIns="90000" rIns="90000" tIns="-16920" bIns="-16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1" name="Freeform 157"/>
            <p:cNvSpPr/>
            <p:nvPr/>
          </p:nvSpPr>
          <p:spPr>
            <a:xfrm>
              <a:off x="5415480" y="1702800"/>
              <a:ext cx="35280" cy="29520"/>
            </a:xfrm>
            <a:prstGeom prst="pie">
              <a:avLst/>
            </a:prstGeom>
            <a:solidFill>
              <a:srgbClr val="336600"/>
            </a:solidFill>
            <a:ln w="9360">
              <a:solidFill>
                <a:srgbClr val="ffffff"/>
              </a:solidFill>
              <a:round/>
            </a:ln>
          </p:spPr>
          <p:style>
            <a:lnRef idx="0"/>
            <a:fillRef idx="0"/>
            <a:effectRef idx="0"/>
            <a:fontRef idx="minor"/>
          </p:style>
          <p:txBody>
            <a:bodyPr lIns="90000" rIns="90000" tIns="-16920" bIns="-16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2" name="Freeform 158"/>
            <p:cNvSpPr/>
            <p:nvPr/>
          </p:nvSpPr>
          <p:spPr>
            <a:xfrm>
              <a:off x="5253480" y="1873440"/>
              <a:ext cx="16200" cy="11880"/>
            </a:xfrm>
            <a:prstGeom prst="pie">
              <a:avLst/>
            </a:prstGeom>
            <a:solidFill>
              <a:srgbClr val="336600"/>
            </a:solidFill>
            <a:ln w="936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3" name="Freeform 159"/>
            <p:cNvSpPr/>
            <p:nvPr/>
          </p:nvSpPr>
          <p:spPr>
            <a:xfrm>
              <a:off x="5253480" y="1873440"/>
              <a:ext cx="16200" cy="11880"/>
            </a:xfrm>
            <a:prstGeom prst="pie">
              <a:avLst/>
            </a:prstGeom>
            <a:solidFill>
              <a:srgbClr val="336600"/>
            </a:solidFill>
            <a:ln w="936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4" name="Freeform 160"/>
            <p:cNvSpPr/>
            <p:nvPr/>
          </p:nvSpPr>
          <p:spPr>
            <a:xfrm>
              <a:off x="5448240" y="1713240"/>
              <a:ext cx="1332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5" name="Freeform 161"/>
            <p:cNvSpPr/>
            <p:nvPr/>
          </p:nvSpPr>
          <p:spPr>
            <a:xfrm>
              <a:off x="5448240" y="1713240"/>
              <a:ext cx="1332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6" name="Freeform 162"/>
            <p:cNvSpPr/>
            <p:nvPr/>
          </p:nvSpPr>
          <p:spPr>
            <a:xfrm>
              <a:off x="5451120" y="1679040"/>
              <a:ext cx="1332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7" name="Freeform 163"/>
            <p:cNvSpPr/>
            <p:nvPr/>
          </p:nvSpPr>
          <p:spPr>
            <a:xfrm>
              <a:off x="5451120" y="1679040"/>
              <a:ext cx="13320" cy="23400"/>
            </a:xfrm>
            <a:prstGeom prst="pie">
              <a:avLst/>
            </a:prstGeom>
            <a:solidFill>
              <a:srgbClr val="336600"/>
            </a:solidFill>
            <a:ln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8" name="Freeform 164"/>
            <p:cNvSpPr/>
            <p:nvPr/>
          </p:nvSpPr>
          <p:spPr>
            <a:xfrm>
              <a:off x="5478480" y="1681920"/>
              <a:ext cx="936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79" name="Freeform 165"/>
            <p:cNvSpPr/>
            <p:nvPr/>
          </p:nvSpPr>
          <p:spPr>
            <a:xfrm>
              <a:off x="5478480" y="1681920"/>
              <a:ext cx="9360" cy="23760"/>
            </a:xfrm>
            <a:prstGeom prst="pie">
              <a:avLst/>
            </a:prstGeom>
            <a:solidFill>
              <a:srgbClr val="336600"/>
            </a:solidFill>
            <a:ln w="936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0" name="Freeform 166"/>
            <p:cNvSpPr/>
            <p:nvPr/>
          </p:nvSpPr>
          <p:spPr>
            <a:xfrm>
              <a:off x="5545440" y="1659600"/>
              <a:ext cx="16200" cy="16200"/>
            </a:xfrm>
            <a:prstGeom prst="pie">
              <a:avLst/>
            </a:prstGeom>
            <a:solidFill>
              <a:srgbClr val="336600"/>
            </a:solidFill>
            <a:ln w="9360">
              <a:solidFill>
                <a:srgbClr val="ffffff"/>
              </a:solidFill>
              <a:round/>
            </a:ln>
          </p:spPr>
          <p:style>
            <a:lnRef idx="0"/>
            <a:fillRef idx="0"/>
            <a:effectRef idx="0"/>
            <a:fontRef idx="minor"/>
          </p:style>
          <p:txBody>
            <a:bodyPr lIns="90000" rIns="90000" tIns="-30240" bIns="-30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1" name="Freeform 167"/>
            <p:cNvSpPr/>
            <p:nvPr/>
          </p:nvSpPr>
          <p:spPr>
            <a:xfrm>
              <a:off x="5545440" y="1659600"/>
              <a:ext cx="16200" cy="16200"/>
            </a:xfrm>
            <a:prstGeom prst="pie">
              <a:avLst/>
            </a:prstGeom>
            <a:solidFill>
              <a:srgbClr val="336600"/>
            </a:solidFill>
            <a:ln w="9360">
              <a:solidFill>
                <a:srgbClr val="ffffff"/>
              </a:solidFill>
              <a:round/>
            </a:ln>
          </p:spPr>
          <p:style>
            <a:lnRef idx="0"/>
            <a:fillRef idx="0"/>
            <a:effectRef idx="0"/>
            <a:fontRef idx="minor"/>
          </p:style>
          <p:txBody>
            <a:bodyPr lIns="90000" rIns="90000" tIns="-30240" bIns="-30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2" name="Freeform 168"/>
            <p:cNvSpPr/>
            <p:nvPr/>
          </p:nvSpPr>
          <p:spPr>
            <a:xfrm>
              <a:off x="5562000" y="1630080"/>
              <a:ext cx="2736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3" name="Freeform 169"/>
            <p:cNvSpPr/>
            <p:nvPr/>
          </p:nvSpPr>
          <p:spPr>
            <a:xfrm>
              <a:off x="5562000" y="1630080"/>
              <a:ext cx="2736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4" name="Freeform 170"/>
            <p:cNvSpPr/>
            <p:nvPr/>
          </p:nvSpPr>
          <p:spPr>
            <a:xfrm>
              <a:off x="5583960" y="1618200"/>
              <a:ext cx="2016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5" name="Freeform 171"/>
            <p:cNvSpPr/>
            <p:nvPr/>
          </p:nvSpPr>
          <p:spPr>
            <a:xfrm>
              <a:off x="5583960" y="1618200"/>
              <a:ext cx="2016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6" name="Freeform 172"/>
            <p:cNvSpPr/>
            <p:nvPr/>
          </p:nvSpPr>
          <p:spPr>
            <a:xfrm>
              <a:off x="5085000" y="2338560"/>
              <a:ext cx="1332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7" name="Freeform 173"/>
            <p:cNvSpPr/>
            <p:nvPr/>
          </p:nvSpPr>
          <p:spPr>
            <a:xfrm>
              <a:off x="5085000" y="2338560"/>
              <a:ext cx="13320" cy="1476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8" name="Freeform 174"/>
            <p:cNvSpPr/>
            <p:nvPr/>
          </p:nvSpPr>
          <p:spPr>
            <a:xfrm>
              <a:off x="4472280" y="4417200"/>
              <a:ext cx="323280" cy="2494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89" name="Freeform 175"/>
            <p:cNvSpPr/>
            <p:nvPr/>
          </p:nvSpPr>
          <p:spPr>
            <a:xfrm>
              <a:off x="4524120" y="5218920"/>
              <a:ext cx="138600" cy="2984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90" name="Freeform 176"/>
            <p:cNvSpPr/>
            <p:nvPr/>
          </p:nvSpPr>
          <p:spPr>
            <a:xfrm>
              <a:off x="4052520" y="4902840"/>
              <a:ext cx="27000" cy="30960"/>
            </a:xfrm>
            <a:prstGeom prst="pie">
              <a:avLst/>
            </a:prstGeom>
            <a:solidFill>
              <a:srgbClr val="336600"/>
            </a:solidFill>
            <a:ln w="936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91" name="Freeform 177"/>
            <p:cNvSpPr/>
            <p:nvPr/>
          </p:nvSpPr>
          <p:spPr>
            <a:xfrm>
              <a:off x="4052520" y="4902840"/>
              <a:ext cx="27000" cy="30960"/>
            </a:xfrm>
            <a:prstGeom prst="pie">
              <a:avLst/>
            </a:prstGeom>
            <a:solidFill>
              <a:srgbClr val="336600"/>
            </a:solidFill>
            <a:ln w="936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92" name="Freeform 178"/>
            <p:cNvSpPr/>
            <p:nvPr/>
          </p:nvSpPr>
          <p:spPr>
            <a:xfrm>
              <a:off x="4482000" y="4545000"/>
              <a:ext cx="875520" cy="11613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293" name="Freeform 179"/>
            <p:cNvSpPr/>
            <p:nvPr/>
          </p:nvSpPr>
          <p:spPr>
            <a:xfrm>
              <a:off x="4839480" y="5652720"/>
              <a:ext cx="272880" cy="2062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429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3E0AB8-0BCF-48FC-8101-078140D39A2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429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Europe including CIS</a:t>
            </a:r>
            <a:endParaRPr b="1" lang="en-US" sz="1600" spc="-1" strike="noStrike">
              <a:solidFill>
                <a:srgbClr val="000000"/>
              </a:solidFill>
              <a:latin typeface="Arial"/>
            </a:endParaRPr>
          </a:p>
        </p:txBody>
      </p:sp>
      <p:grpSp>
        <p:nvGrpSpPr>
          <p:cNvPr id="4297" name="Group 3"/>
          <p:cNvGrpSpPr/>
          <p:nvPr/>
        </p:nvGrpSpPr>
        <p:grpSpPr>
          <a:xfrm>
            <a:off x="2852640" y="1576440"/>
            <a:ext cx="3368520" cy="4372920"/>
            <a:chOff x="2852640" y="1576440"/>
            <a:chExt cx="3368520" cy="4372920"/>
          </a:xfrm>
        </p:grpSpPr>
        <p:grpSp>
          <p:nvGrpSpPr>
            <p:cNvPr id="4298" name="Group 4"/>
            <p:cNvGrpSpPr/>
            <p:nvPr/>
          </p:nvGrpSpPr>
          <p:grpSpPr>
            <a:xfrm>
              <a:off x="2975400" y="1628280"/>
              <a:ext cx="3245760" cy="4057920"/>
              <a:chOff x="2975400" y="1628280"/>
              <a:chExt cx="3245760" cy="4057920"/>
            </a:xfrm>
          </p:grpSpPr>
          <p:sp>
            <p:nvSpPr>
              <p:cNvPr id="4299" name="Freeform 5"/>
              <p:cNvSpPr/>
              <p:nvPr/>
            </p:nvSpPr>
            <p:spPr>
              <a:xfrm>
                <a:off x="5222160" y="1630800"/>
                <a:ext cx="996840" cy="3018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0" name="Freeform 6"/>
              <p:cNvSpPr/>
              <p:nvPr/>
            </p:nvSpPr>
            <p:spPr>
              <a:xfrm>
                <a:off x="5297040" y="3121560"/>
                <a:ext cx="428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1" name="Freeform 7"/>
              <p:cNvSpPr/>
              <p:nvPr/>
            </p:nvSpPr>
            <p:spPr>
              <a:xfrm>
                <a:off x="5291280" y="3142440"/>
                <a:ext cx="464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2" name="Freeform 8"/>
              <p:cNvSpPr/>
              <p:nvPr/>
            </p:nvSpPr>
            <p:spPr>
              <a:xfrm>
                <a:off x="5277600" y="3121560"/>
                <a:ext cx="1908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3" name="Freeform 9"/>
              <p:cNvSpPr/>
              <p:nvPr/>
            </p:nvSpPr>
            <p:spPr>
              <a:xfrm>
                <a:off x="5297040" y="3174480"/>
                <a:ext cx="4968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4" name="Freeform 10"/>
              <p:cNvSpPr/>
              <p:nvPr/>
            </p:nvSpPr>
            <p:spPr>
              <a:xfrm>
                <a:off x="5269680" y="3218400"/>
                <a:ext cx="2952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5" name="Freeform 11"/>
              <p:cNvSpPr/>
              <p:nvPr/>
            </p:nvSpPr>
            <p:spPr>
              <a:xfrm>
                <a:off x="5272200" y="3174480"/>
                <a:ext cx="745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6" name="Freeform 12"/>
              <p:cNvSpPr/>
              <p:nvPr/>
            </p:nvSpPr>
            <p:spPr>
              <a:xfrm>
                <a:off x="5609520" y="2397960"/>
                <a:ext cx="2340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7" name="Freeform 13"/>
              <p:cNvSpPr/>
              <p:nvPr/>
            </p:nvSpPr>
            <p:spPr>
              <a:xfrm>
                <a:off x="5573520" y="2392560"/>
                <a:ext cx="5760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8" name="Freeform 14"/>
              <p:cNvSpPr/>
              <p:nvPr/>
            </p:nvSpPr>
            <p:spPr>
              <a:xfrm>
                <a:off x="5558400" y="2348640"/>
                <a:ext cx="19080" cy="46080"/>
              </a:xfrm>
              <a:prstGeom prst="pie">
                <a:avLst/>
              </a:prstGeom>
              <a:solidFill>
                <a:srgbClr val="336600"/>
              </a:solidFill>
              <a:ln w="648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09" name="Freeform 15"/>
              <p:cNvSpPr/>
              <p:nvPr/>
            </p:nvSpPr>
            <p:spPr>
              <a:xfrm>
                <a:off x="5526000" y="2310120"/>
                <a:ext cx="3816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0" name="Freeform 16"/>
              <p:cNvSpPr/>
              <p:nvPr/>
            </p:nvSpPr>
            <p:spPr>
              <a:xfrm>
                <a:off x="5526000" y="2199960"/>
                <a:ext cx="25920" cy="110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1" name="Freeform 17"/>
              <p:cNvSpPr/>
              <p:nvPr/>
            </p:nvSpPr>
            <p:spPr>
              <a:xfrm>
                <a:off x="5477040" y="2101680"/>
                <a:ext cx="74520" cy="100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2" name="Freeform 18"/>
              <p:cNvSpPr/>
              <p:nvPr/>
            </p:nvSpPr>
            <p:spPr>
              <a:xfrm>
                <a:off x="5468040" y="1999080"/>
                <a:ext cx="1332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3" name="Freeform 19"/>
              <p:cNvSpPr/>
              <p:nvPr/>
            </p:nvSpPr>
            <p:spPr>
              <a:xfrm>
                <a:off x="5433840" y="1944360"/>
                <a:ext cx="40680" cy="572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4" name="Freeform 20"/>
              <p:cNvSpPr/>
              <p:nvPr/>
            </p:nvSpPr>
            <p:spPr>
              <a:xfrm>
                <a:off x="5397840" y="1931040"/>
                <a:ext cx="385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5" name="Freeform 21"/>
              <p:cNvSpPr/>
              <p:nvPr/>
            </p:nvSpPr>
            <p:spPr>
              <a:xfrm>
                <a:off x="5376240" y="1823400"/>
                <a:ext cx="25920" cy="107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6" name="Freeform 22"/>
              <p:cNvSpPr/>
              <p:nvPr/>
            </p:nvSpPr>
            <p:spPr>
              <a:xfrm>
                <a:off x="5374080" y="1790280"/>
                <a:ext cx="64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7" name="Freeform 23"/>
              <p:cNvSpPr/>
              <p:nvPr/>
            </p:nvSpPr>
            <p:spPr>
              <a:xfrm>
                <a:off x="5376240" y="1776960"/>
                <a:ext cx="338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8" name="Freeform 24"/>
              <p:cNvSpPr/>
              <p:nvPr/>
            </p:nvSpPr>
            <p:spPr>
              <a:xfrm>
                <a:off x="5406840" y="1727640"/>
                <a:ext cx="3816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19" name="Freeform 25"/>
              <p:cNvSpPr/>
              <p:nvPr/>
            </p:nvSpPr>
            <p:spPr>
              <a:xfrm>
                <a:off x="5443200" y="1695960"/>
                <a:ext cx="4608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0" name="Freeform 26"/>
              <p:cNvSpPr/>
              <p:nvPr/>
            </p:nvSpPr>
            <p:spPr>
              <a:xfrm>
                <a:off x="5483880" y="1662480"/>
                <a:ext cx="100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1" name="Freeform 27"/>
              <p:cNvSpPr/>
              <p:nvPr/>
            </p:nvSpPr>
            <p:spPr>
              <a:xfrm>
                <a:off x="5491800" y="1662480"/>
                <a:ext cx="53280" cy="626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2" name="Freeform 28"/>
              <p:cNvSpPr/>
              <p:nvPr/>
            </p:nvSpPr>
            <p:spPr>
              <a:xfrm>
                <a:off x="5510880" y="1717200"/>
                <a:ext cx="1947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3" name="Freeform 29"/>
              <p:cNvSpPr/>
              <p:nvPr/>
            </p:nvSpPr>
            <p:spPr>
              <a:xfrm>
                <a:off x="5703840" y="1719720"/>
                <a:ext cx="17748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4" name="Freeform 30"/>
              <p:cNvSpPr/>
              <p:nvPr/>
            </p:nvSpPr>
            <p:spPr>
              <a:xfrm>
                <a:off x="5881680" y="1782360"/>
                <a:ext cx="101880" cy="109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5" name="Freeform 31"/>
              <p:cNvSpPr/>
              <p:nvPr/>
            </p:nvSpPr>
            <p:spPr>
              <a:xfrm>
                <a:off x="5968800" y="1891440"/>
                <a:ext cx="14400" cy="6372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6" name="Freeform 32"/>
              <p:cNvSpPr/>
              <p:nvPr/>
            </p:nvSpPr>
            <p:spPr>
              <a:xfrm>
                <a:off x="5587920" y="1955160"/>
                <a:ext cx="384840" cy="100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7" name="Freeform 33"/>
              <p:cNvSpPr/>
              <p:nvPr/>
            </p:nvSpPr>
            <p:spPr>
              <a:xfrm>
                <a:off x="5590440" y="2025720"/>
                <a:ext cx="175320" cy="176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8" name="Freeform 34"/>
              <p:cNvSpPr/>
              <p:nvPr/>
            </p:nvSpPr>
            <p:spPr>
              <a:xfrm>
                <a:off x="5759280" y="2199960"/>
                <a:ext cx="21240" cy="107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29" name="Freeform 35"/>
              <p:cNvSpPr/>
              <p:nvPr/>
            </p:nvSpPr>
            <p:spPr>
              <a:xfrm>
                <a:off x="5776200" y="2307600"/>
                <a:ext cx="835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0" name="Freeform 36"/>
              <p:cNvSpPr/>
              <p:nvPr/>
            </p:nvSpPr>
            <p:spPr>
              <a:xfrm>
                <a:off x="5860080" y="2310120"/>
                <a:ext cx="8964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1" name="Freeform 37"/>
              <p:cNvSpPr/>
              <p:nvPr/>
            </p:nvSpPr>
            <p:spPr>
              <a:xfrm>
                <a:off x="5949720" y="2257200"/>
                <a:ext cx="212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2" name="Freeform 38"/>
              <p:cNvSpPr/>
              <p:nvPr/>
            </p:nvSpPr>
            <p:spPr>
              <a:xfrm>
                <a:off x="5879160" y="2197080"/>
                <a:ext cx="8496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3" name="Freeform 39"/>
              <p:cNvSpPr/>
              <p:nvPr/>
            </p:nvSpPr>
            <p:spPr>
              <a:xfrm>
                <a:off x="5879160" y="2176200"/>
                <a:ext cx="17676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4" name="Freeform 40"/>
              <p:cNvSpPr/>
              <p:nvPr/>
            </p:nvSpPr>
            <p:spPr>
              <a:xfrm>
                <a:off x="6007320" y="2050920"/>
                <a:ext cx="48240" cy="12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5" name="Freeform 41"/>
              <p:cNvSpPr/>
              <p:nvPr/>
            </p:nvSpPr>
            <p:spPr>
              <a:xfrm>
                <a:off x="6009840" y="2004480"/>
                <a:ext cx="360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6" name="Freeform 42"/>
              <p:cNvSpPr/>
              <p:nvPr/>
            </p:nvSpPr>
            <p:spPr>
              <a:xfrm>
                <a:off x="6041160" y="1912320"/>
                <a:ext cx="3384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7" name="Freeform 43"/>
              <p:cNvSpPr/>
              <p:nvPr/>
            </p:nvSpPr>
            <p:spPr>
              <a:xfrm>
                <a:off x="6071760" y="1915200"/>
                <a:ext cx="10836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8" name="Freeform 44"/>
              <p:cNvSpPr/>
              <p:nvPr/>
            </p:nvSpPr>
            <p:spPr>
              <a:xfrm>
                <a:off x="6071760" y="1803600"/>
                <a:ext cx="10836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39" name="Freeform 45"/>
              <p:cNvSpPr/>
              <p:nvPr/>
            </p:nvSpPr>
            <p:spPr>
              <a:xfrm>
                <a:off x="6058440" y="1698480"/>
                <a:ext cx="16920" cy="110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0" name="Freeform 46"/>
              <p:cNvSpPr/>
              <p:nvPr/>
            </p:nvSpPr>
            <p:spPr>
              <a:xfrm>
                <a:off x="5973120" y="1644120"/>
                <a:ext cx="96120" cy="5688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1" name="Freeform 47"/>
              <p:cNvSpPr/>
              <p:nvPr/>
            </p:nvSpPr>
            <p:spPr>
              <a:xfrm>
                <a:off x="5975640" y="1628280"/>
                <a:ext cx="21276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2" name="Freeform 48"/>
              <p:cNvSpPr/>
              <p:nvPr/>
            </p:nvSpPr>
            <p:spPr>
              <a:xfrm>
                <a:off x="6103800" y="1667880"/>
                <a:ext cx="81360" cy="7956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3" name="Freeform 49"/>
              <p:cNvSpPr/>
              <p:nvPr/>
            </p:nvSpPr>
            <p:spPr>
              <a:xfrm>
                <a:off x="6048000" y="1745280"/>
                <a:ext cx="171000" cy="96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4" name="Freeform 50"/>
              <p:cNvSpPr/>
              <p:nvPr/>
            </p:nvSpPr>
            <p:spPr>
              <a:xfrm>
                <a:off x="6214680" y="1771560"/>
                <a:ext cx="6480" cy="2660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5" name="Freeform 51"/>
              <p:cNvSpPr/>
              <p:nvPr/>
            </p:nvSpPr>
            <p:spPr>
              <a:xfrm>
                <a:off x="6084360" y="4427280"/>
                <a:ext cx="136800" cy="1515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6" name="Freeform 52"/>
              <p:cNvSpPr/>
              <p:nvPr/>
            </p:nvSpPr>
            <p:spPr>
              <a:xfrm>
                <a:off x="6039000" y="4560120"/>
                <a:ext cx="475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7" name="Freeform 53"/>
              <p:cNvSpPr/>
              <p:nvPr/>
            </p:nvSpPr>
            <p:spPr>
              <a:xfrm>
                <a:off x="6041160" y="4563000"/>
                <a:ext cx="2376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8" name="Freeform 54"/>
              <p:cNvSpPr/>
              <p:nvPr/>
            </p:nvSpPr>
            <p:spPr>
              <a:xfrm>
                <a:off x="6033240" y="4605480"/>
                <a:ext cx="3168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49" name="Freeform 55"/>
              <p:cNvSpPr/>
              <p:nvPr/>
            </p:nvSpPr>
            <p:spPr>
              <a:xfrm>
                <a:off x="5998320" y="4644000"/>
                <a:ext cx="3852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0" name="Freeform 56"/>
              <p:cNvSpPr/>
              <p:nvPr/>
            </p:nvSpPr>
            <p:spPr>
              <a:xfrm>
                <a:off x="5961960" y="4570560"/>
                <a:ext cx="36000" cy="78480"/>
              </a:xfrm>
              <a:prstGeom prst="pie">
                <a:avLst/>
              </a:prstGeom>
              <a:solidFill>
                <a:srgbClr val="336600"/>
              </a:solidFill>
              <a:ln w="648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1" name="Freeform 57"/>
              <p:cNvSpPr/>
              <p:nvPr/>
            </p:nvSpPr>
            <p:spPr>
              <a:xfrm>
                <a:off x="5947200" y="4489560"/>
                <a:ext cx="1908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2" name="Freeform 58"/>
              <p:cNvSpPr/>
              <p:nvPr/>
            </p:nvSpPr>
            <p:spPr>
              <a:xfrm>
                <a:off x="5891760" y="4443120"/>
                <a:ext cx="576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3" name="Freeform 59"/>
              <p:cNvSpPr/>
              <p:nvPr/>
            </p:nvSpPr>
            <p:spPr>
              <a:xfrm>
                <a:off x="5778360" y="4343400"/>
                <a:ext cx="115560" cy="102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4" name="Freeform 60"/>
              <p:cNvSpPr/>
              <p:nvPr/>
            </p:nvSpPr>
            <p:spPr>
              <a:xfrm>
                <a:off x="5694840" y="4345920"/>
                <a:ext cx="860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5" name="Freeform 61"/>
              <p:cNvSpPr/>
              <p:nvPr/>
            </p:nvSpPr>
            <p:spPr>
              <a:xfrm>
                <a:off x="5635440" y="4391280"/>
                <a:ext cx="6084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6" name="Freeform 62"/>
              <p:cNvSpPr/>
              <p:nvPr/>
            </p:nvSpPr>
            <p:spPr>
              <a:xfrm>
                <a:off x="5518080" y="4393800"/>
                <a:ext cx="12096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7" name="Freeform 63"/>
              <p:cNvSpPr/>
              <p:nvPr/>
            </p:nvSpPr>
            <p:spPr>
              <a:xfrm>
                <a:off x="5443200" y="4393800"/>
                <a:ext cx="7704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8" name="Freeform 64"/>
              <p:cNvSpPr/>
              <p:nvPr/>
            </p:nvSpPr>
            <p:spPr>
              <a:xfrm>
                <a:off x="5443200" y="4283640"/>
                <a:ext cx="43920" cy="113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59" name="Freeform 65"/>
              <p:cNvSpPr/>
              <p:nvPr/>
            </p:nvSpPr>
            <p:spPr>
              <a:xfrm>
                <a:off x="5479560" y="4242240"/>
                <a:ext cx="79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0" name="Freeform 66"/>
              <p:cNvSpPr/>
              <p:nvPr/>
            </p:nvSpPr>
            <p:spPr>
              <a:xfrm>
                <a:off x="5479560" y="4098600"/>
                <a:ext cx="8676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1" name="Freeform 67"/>
              <p:cNvSpPr/>
              <p:nvPr/>
            </p:nvSpPr>
            <p:spPr>
              <a:xfrm>
                <a:off x="5518080" y="4001760"/>
                <a:ext cx="48240" cy="99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2" name="Freeform 68"/>
              <p:cNvSpPr/>
              <p:nvPr/>
            </p:nvSpPr>
            <p:spPr>
              <a:xfrm>
                <a:off x="5489280" y="3973680"/>
                <a:ext cx="3060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3" name="Freeform 69"/>
              <p:cNvSpPr/>
              <p:nvPr/>
            </p:nvSpPr>
            <p:spPr>
              <a:xfrm>
                <a:off x="5455440" y="3917880"/>
                <a:ext cx="4068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4" name="Freeform 70"/>
              <p:cNvSpPr/>
              <p:nvPr/>
            </p:nvSpPr>
            <p:spPr>
              <a:xfrm>
                <a:off x="5455440" y="3860640"/>
                <a:ext cx="3600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5" name="Freeform 71"/>
              <p:cNvSpPr/>
              <p:nvPr/>
            </p:nvSpPr>
            <p:spPr>
              <a:xfrm>
                <a:off x="5436360" y="3673080"/>
                <a:ext cx="57600" cy="189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6" name="Freeform 72"/>
              <p:cNvSpPr/>
              <p:nvPr/>
            </p:nvSpPr>
            <p:spPr>
              <a:xfrm>
                <a:off x="5310720" y="3673080"/>
                <a:ext cx="127800" cy="46080"/>
              </a:xfrm>
              <a:prstGeom prst="pie">
                <a:avLst/>
              </a:prstGeom>
              <a:solidFill>
                <a:srgbClr val="336600"/>
              </a:solidFill>
              <a:ln w="648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7" name="Freeform 73"/>
              <p:cNvSpPr/>
              <p:nvPr/>
            </p:nvSpPr>
            <p:spPr>
              <a:xfrm>
                <a:off x="5301360" y="3690360"/>
                <a:ext cx="1476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8" name="Freeform 74"/>
              <p:cNvSpPr/>
              <p:nvPr/>
            </p:nvSpPr>
            <p:spPr>
              <a:xfrm>
                <a:off x="5235840" y="3686400"/>
                <a:ext cx="6984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69" name="Freeform 75"/>
              <p:cNvSpPr/>
              <p:nvPr/>
            </p:nvSpPr>
            <p:spPr>
              <a:xfrm>
                <a:off x="5235840" y="3665160"/>
                <a:ext cx="2484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0" name="Freeform 76"/>
              <p:cNvSpPr/>
              <p:nvPr/>
            </p:nvSpPr>
            <p:spPr>
              <a:xfrm>
                <a:off x="5216400" y="3633480"/>
                <a:ext cx="4392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1" name="Freeform 77"/>
              <p:cNvSpPr/>
              <p:nvPr/>
            </p:nvSpPr>
            <p:spPr>
              <a:xfrm>
                <a:off x="5222160" y="3610800"/>
                <a:ext cx="687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2" name="Freeform 78"/>
              <p:cNvSpPr/>
              <p:nvPr/>
            </p:nvSpPr>
            <p:spPr>
              <a:xfrm>
                <a:off x="5265000" y="3505680"/>
                <a:ext cx="25920" cy="107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3" name="Freeform 79"/>
              <p:cNvSpPr/>
              <p:nvPr/>
            </p:nvSpPr>
            <p:spPr>
              <a:xfrm>
                <a:off x="5241600" y="3419280"/>
                <a:ext cx="2808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4" name="Freeform 80"/>
              <p:cNvSpPr/>
              <p:nvPr/>
            </p:nvSpPr>
            <p:spPr>
              <a:xfrm>
                <a:off x="5241600" y="3396600"/>
                <a:ext cx="8352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5" name="Freeform 81"/>
              <p:cNvSpPr/>
              <p:nvPr/>
            </p:nvSpPr>
            <p:spPr>
              <a:xfrm>
                <a:off x="5322960" y="3396600"/>
                <a:ext cx="51120" cy="648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6" name="Freeform 82"/>
              <p:cNvSpPr/>
              <p:nvPr/>
            </p:nvSpPr>
            <p:spPr>
              <a:xfrm>
                <a:off x="5368320" y="3396600"/>
                <a:ext cx="6984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7" name="Freeform 83"/>
              <p:cNvSpPr/>
              <p:nvPr/>
            </p:nvSpPr>
            <p:spPr>
              <a:xfrm>
                <a:off x="5438520" y="3403440"/>
                <a:ext cx="17100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8" name="Freeform 84"/>
              <p:cNvSpPr/>
              <p:nvPr/>
            </p:nvSpPr>
            <p:spPr>
              <a:xfrm>
                <a:off x="5607360" y="3394080"/>
                <a:ext cx="57600" cy="75600"/>
              </a:xfrm>
              <a:prstGeom prst="pie">
                <a:avLst/>
              </a:prstGeom>
              <a:solidFill>
                <a:srgbClr val="336600"/>
              </a:solidFill>
              <a:ln w="648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79" name="Freeform 85"/>
              <p:cNvSpPr/>
              <p:nvPr/>
            </p:nvSpPr>
            <p:spPr>
              <a:xfrm>
                <a:off x="5660640" y="3245040"/>
                <a:ext cx="25920" cy="154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0" name="Freeform 86"/>
              <p:cNvSpPr/>
              <p:nvPr/>
            </p:nvSpPr>
            <p:spPr>
              <a:xfrm>
                <a:off x="5547240" y="3192120"/>
                <a:ext cx="12816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1" name="Freeform 87"/>
              <p:cNvSpPr/>
              <p:nvPr/>
            </p:nvSpPr>
            <p:spPr>
              <a:xfrm>
                <a:off x="5551920" y="3134520"/>
                <a:ext cx="5292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2" name="Freeform 88"/>
              <p:cNvSpPr/>
              <p:nvPr/>
            </p:nvSpPr>
            <p:spPr>
              <a:xfrm>
                <a:off x="5573520" y="3109320"/>
                <a:ext cx="291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3" name="Freeform 89"/>
              <p:cNvSpPr/>
              <p:nvPr/>
            </p:nvSpPr>
            <p:spPr>
              <a:xfrm>
                <a:off x="5558400" y="3069360"/>
                <a:ext cx="2268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4" name="Freeform 90"/>
              <p:cNvSpPr/>
              <p:nvPr/>
            </p:nvSpPr>
            <p:spPr>
              <a:xfrm>
                <a:off x="5575680" y="3022920"/>
                <a:ext cx="16920" cy="46080"/>
              </a:xfrm>
              <a:prstGeom prst="pie">
                <a:avLst/>
              </a:prstGeom>
              <a:solidFill>
                <a:srgbClr val="336600"/>
              </a:solidFill>
              <a:ln w="648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5" name="Freeform 91"/>
              <p:cNvSpPr/>
              <p:nvPr/>
            </p:nvSpPr>
            <p:spPr>
              <a:xfrm>
                <a:off x="5587920" y="2890080"/>
                <a:ext cx="110880" cy="132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6" name="Freeform 92"/>
              <p:cNvSpPr/>
              <p:nvPr/>
            </p:nvSpPr>
            <p:spPr>
              <a:xfrm>
                <a:off x="5612040" y="2858040"/>
                <a:ext cx="8460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7" name="Freeform 93"/>
              <p:cNvSpPr/>
              <p:nvPr/>
            </p:nvSpPr>
            <p:spPr>
              <a:xfrm>
                <a:off x="5549400" y="2852640"/>
                <a:ext cx="644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8" name="Freeform 94"/>
              <p:cNvSpPr/>
              <p:nvPr/>
            </p:nvSpPr>
            <p:spPr>
              <a:xfrm>
                <a:off x="5551920" y="2560320"/>
                <a:ext cx="146880" cy="297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89" name="Freeform 95"/>
              <p:cNvSpPr/>
              <p:nvPr/>
            </p:nvSpPr>
            <p:spPr>
              <a:xfrm>
                <a:off x="5609520" y="2497680"/>
                <a:ext cx="7920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0" name="Freeform 96"/>
              <p:cNvSpPr/>
              <p:nvPr/>
            </p:nvSpPr>
            <p:spPr>
              <a:xfrm>
                <a:off x="5609520" y="2462040"/>
                <a:ext cx="1008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1" name="Freeform 97"/>
              <p:cNvSpPr/>
              <p:nvPr/>
            </p:nvSpPr>
            <p:spPr>
              <a:xfrm>
                <a:off x="5609520" y="2427120"/>
                <a:ext cx="1008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2" name="Freeform 98"/>
              <p:cNvSpPr/>
              <p:nvPr/>
            </p:nvSpPr>
            <p:spPr>
              <a:xfrm>
                <a:off x="5934600" y="5112000"/>
                <a:ext cx="284400" cy="571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3" name="Freeform 99"/>
              <p:cNvSpPr/>
              <p:nvPr/>
            </p:nvSpPr>
            <p:spPr>
              <a:xfrm>
                <a:off x="6132960" y="5109120"/>
                <a:ext cx="860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4" name="Freeform 100"/>
              <p:cNvSpPr/>
              <p:nvPr/>
            </p:nvSpPr>
            <p:spPr>
              <a:xfrm>
                <a:off x="6135480" y="5112000"/>
                <a:ext cx="475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5" name="Freeform 101"/>
              <p:cNvSpPr/>
              <p:nvPr/>
            </p:nvSpPr>
            <p:spPr>
              <a:xfrm>
                <a:off x="6178680" y="5163840"/>
                <a:ext cx="43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6" name="Freeform 102"/>
              <p:cNvSpPr/>
              <p:nvPr/>
            </p:nvSpPr>
            <p:spPr>
              <a:xfrm>
                <a:off x="5932800" y="5179680"/>
                <a:ext cx="250200" cy="1195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7" name="Freeform 103"/>
              <p:cNvSpPr/>
              <p:nvPr/>
            </p:nvSpPr>
            <p:spPr>
              <a:xfrm>
                <a:off x="5932800" y="5299560"/>
                <a:ext cx="190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8" name="Freeform 104"/>
              <p:cNvSpPr/>
              <p:nvPr/>
            </p:nvSpPr>
            <p:spPr>
              <a:xfrm>
                <a:off x="5949720" y="5354280"/>
                <a:ext cx="619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399" name="Freeform 105"/>
              <p:cNvSpPr/>
              <p:nvPr/>
            </p:nvSpPr>
            <p:spPr>
              <a:xfrm>
                <a:off x="5988240" y="5361840"/>
                <a:ext cx="2340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0" name="Freeform 106"/>
              <p:cNvSpPr/>
              <p:nvPr/>
            </p:nvSpPr>
            <p:spPr>
              <a:xfrm>
                <a:off x="5988240" y="5385960"/>
                <a:ext cx="2340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1" name="Freeform 107"/>
              <p:cNvSpPr/>
              <p:nvPr/>
            </p:nvSpPr>
            <p:spPr>
              <a:xfrm>
                <a:off x="6007320" y="5396760"/>
                <a:ext cx="3852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2" name="Freeform 108"/>
              <p:cNvSpPr/>
              <p:nvPr/>
            </p:nvSpPr>
            <p:spPr>
              <a:xfrm>
                <a:off x="6041160" y="5459040"/>
                <a:ext cx="1908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3" name="Freeform 109"/>
              <p:cNvSpPr/>
              <p:nvPr/>
            </p:nvSpPr>
            <p:spPr>
              <a:xfrm>
                <a:off x="6009840" y="5469480"/>
                <a:ext cx="313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4" name="Freeform 110"/>
              <p:cNvSpPr/>
              <p:nvPr/>
            </p:nvSpPr>
            <p:spPr>
              <a:xfrm>
                <a:off x="6011640" y="5505480"/>
                <a:ext cx="4068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5" name="Freeform 111"/>
              <p:cNvSpPr/>
              <p:nvPr/>
            </p:nvSpPr>
            <p:spPr>
              <a:xfrm>
                <a:off x="6009840" y="5513760"/>
                <a:ext cx="972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6" name="Freeform 112"/>
              <p:cNvSpPr/>
              <p:nvPr/>
            </p:nvSpPr>
            <p:spPr>
              <a:xfrm>
                <a:off x="6017400" y="5529600"/>
                <a:ext cx="601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7" name="Freeform 113"/>
              <p:cNvSpPr/>
              <p:nvPr/>
            </p:nvSpPr>
            <p:spPr>
              <a:xfrm>
                <a:off x="6069600" y="5537520"/>
                <a:ext cx="1008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8" name="Freeform 114"/>
              <p:cNvSpPr/>
              <p:nvPr/>
            </p:nvSpPr>
            <p:spPr>
              <a:xfrm>
                <a:off x="6075360" y="5605200"/>
                <a:ext cx="3276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09" name="Freeform 115"/>
              <p:cNvSpPr/>
              <p:nvPr/>
            </p:nvSpPr>
            <p:spPr>
              <a:xfrm>
                <a:off x="6086520" y="5605200"/>
                <a:ext cx="2124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0" name="Freeform 116"/>
              <p:cNvSpPr/>
              <p:nvPr/>
            </p:nvSpPr>
            <p:spPr>
              <a:xfrm>
                <a:off x="6091200" y="5616000"/>
                <a:ext cx="529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1" name="Freeform 117"/>
              <p:cNvSpPr/>
              <p:nvPr/>
            </p:nvSpPr>
            <p:spPr>
              <a:xfrm>
                <a:off x="6141960" y="5616000"/>
                <a:ext cx="4068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2" name="Freeform 118"/>
              <p:cNvSpPr/>
              <p:nvPr/>
            </p:nvSpPr>
            <p:spPr>
              <a:xfrm>
                <a:off x="6120720" y="5626800"/>
                <a:ext cx="5976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3" name="Freeform 119"/>
              <p:cNvSpPr/>
              <p:nvPr/>
            </p:nvSpPr>
            <p:spPr>
              <a:xfrm>
                <a:off x="6120720" y="5667840"/>
                <a:ext cx="169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4" name="Freeform 120"/>
              <p:cNvSpPr/>
              <p:nvPr/>
            </p:nvSpPr>
            <p:spPr>
              <a:xfrm>
                <a:off x="6137640" y="5670360"/>
                <a:ext cx="234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5" name="Freeform 121"/>
              <p:cNvSpPr/>
              <p:nvPr/>
            </p:nvSpPr>
            <p:spPr>
              <a:xfrm>
                <a:off x="6159240" y="5662440"/>
                <a:ext cx="259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6" name="Freeform 122"/>
              <p:cNvSpPr/>
              <p:nvPr/>
            </p:nvSpPr>
            <p:spPr>
              <a:xfrm>
                <a:off x="6185160" y="5641200"/>
                <a:ext cx="3384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7" name="Freeform 123"/>
              <p:cNvSpPr/>
              <p:nvPr/>
            </p:nvSpPr>
            <p:spPr>
              <a:xfrm>
                <a:off x="6214680" y="5120280"/>
                <a:ext cx="6480" cy="523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8" name="Freeform 124"/>
              <p:cNvSpPr/>
              <p:nvPr/>
            </p:nvSpPr>
            <p:spPr>
              <a:xfrm>
                <a:off x="2977560" y="1882080"/>
                <a:ext cx="501840" cy="442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19" name="Freeform 125"/>
              <p:cNvSpPr/>
              <p:nvPr/>
            </p:nvSpPr>
            <p:spPr>
              <a:xfrm>
                <a:off x="3009240" y="1893960"/>
                <a:ext cx="7236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0" name="Freeform 126"/>
              <p:cNvSpPr/>
              <p:nvPr/>
            </p:nvSpPr>
            <p:spPr>
              <a:xfrm>
                <a:off x="3079440" y="1882080"/>
                <a:ext cx="259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1" name="Freeform 127"/>
              <p:cNvSpPr/>
              <p:nvPr/>
            </p:nvSpPr>
            <p:spPr>
              <a:xfrm>
                <a:off x="3103560" y="1882080"/>
                <a:ext cx="55440" cy="9036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2" name="Freeform 128"/>
              <p:cNvSpPr/>
              <p:nvPr/>
            </p:nvSpPr>
            <p:spPr>
              <a:xfrm>
                <a:off x="3143880" y="1972440"/>
                <a:ext cx="3168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3" name="Freeform 129"/>
              <p:cNvSpPr/>
              <p:nvPr/>
            </p:nvSpPr>
            <p:spPr>
              <a:xfrm>
                <a:off x="3173760" y="1972440"/>
                <a:ext cx="1908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4" name="Freeform 130"/>
              <p:cNvSpPr/>
              <p:nvPr/>
            </p:nvSpPr>
            <p:spPr>
              <a:xfrm>
                <a:off x="3192840" y="1972440"/>
                <a:ext cx="34920" cy="55440"/>
              </a:xfrm>
              <a:prstGeom prst="pie">
                <a:avLst/>
              </a:prstGeom>
              <a:solidFill>
                <a:srgbClr val="336600"/>
              </a:solidFill>
              <a:ln w="6480">
                <a:solidFill>
                  <a:srgbClr val="ffffff"/>
                </a:solidFill>
                <a:round/>
              </a:ln>
            </p:spPr>
            <p:style>
              <a:lnRef idx="0"/>
              <a:fillRef idx="0"/>
              <a:effectRef idx="0"/>
              <a:fontRef idx="minor"/>
            </p:style>
            <p:txBody>
              <a:bodyPr lIns="90000" rIns="90000" tIns="9000" bIns="9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5" name="Freeform 131"/>
              <p:cNvSpPr/>
              <p:nvPr/>
            </p:nvSpPr>
            <p:spPr>
              <a:xfrm>
                <a:off x="3221280" y="2001600"/>
                <a:ext cx="1908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6" name="Freeform 132"/>
              <p:cNvSpPr/>
              <p:nvPr/>
            </p:nvSpPr>
            <p:spPr>
              <a:xfrm>
                <a:off x="3238200" y="1993680"/>
                <a:ext cx="871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7" name="Freeform 133"/>
              <p:cNvSpPr/>
              <p:nvPr/>
            </p:nvSpPr>
            <p:spPr>
              <a:xfrm>
                <a:off x="3322080" y="2009520"/>
                <a:ext cx="529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8" name="Freeform 134"/>
              <p:cNvSpPr/>
              <p:nvPr/>
            </p:nvSpPr>
            <p:spPr>
              <a:xfrm>
                <a:off x="3372840" y="1991160"/>
                <a:ext cx="14400" cy="54000"/>
              </a:xfrm>
              <a:prstGeom prst="pie">
                <a:avLst/>
              </a:prstGeom>
              <a:solidFill>
                <a:srgbClr val="336600"/>
              </a:solidFill>
              <a:ln w="648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29" name="Freeform 135"/>
              <p:cNvSpPr/>
              <p:nvPr/>
            </p:nvSpPr>
            <p:spPr>
              <a:xfrm>
                <a:off x="3385440" y="1991160"/>
                <a:ext cx="40320" cy="67320"/>
              </a:xfrm>
              <a:prstGeom prst="pie">
                <a:avLst/>
              </a:prstGeom>
              <a:solidFill>
                <a:srgbClr val="336600"/>
              </a:solidFill>
              <a:ln w="6480">
                <a:solidFill>
                  <a:srgbClr val="ffffff"/>
                </a:solidFill>
                <a:round/>
              </a:ln>
            </p:spPr>
            <p:style>
              <a:lnRef idx="0"/>
              <a:fillRef idx="0"/>
              <a:effectRef idx="0"/>
              <a:fontRef idx="minor"/>
            </p:style>
            <p:txBody>
              <a:bodyPr lIns="90000" rIns="90000" tIns="20880" bIns="20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0" name="Freeform 136"/>
              <p:cNvSpPr/>
              <p:nvPr/>
            </p:nvSpPr>
            <p:spPr>
              <a:xfrm>
                <a:off x="3423960" y="2034720"/>
                <a:ext cx="302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1" name="Freeform 137"/>
              <p:cNvSpPr/>
              <p:nvPr/>
            </p:nvSpPr>
            <p:spPr>
              <a:xfrm>
                <a:off x="3445560" y="2048040"/>
                <a:ext cx="1692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2" name="Freeform 138"/>
              <p:cNvSpPr/>
              <p:nvPr/>
            </p:nvSpPr>
            <p:spPr>
              <a:xfrm>
                <a:off x="3445560" y="2088000"/>
                <a:ext cx="316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3" name="Freeform 139"/>
              <p:cNvSpPr/>
              <p:nvPr/>
            </p:nvSpPr>
            <p:spPr>
              <a:xfrm>
                <a:off x="3308400" y="2153520"/>
                <a:ext cx="173160" cy="162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4" name="Freeform 140"/>
              <p:cNvSpPr/>
              <p:nvPr/>
            </p:nvSpPr>
            <p:spPr>
              <a:xfrm>
                <a:off x="3163320" y="2302200"/>
                <a:ext cx="14724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5" name="Freeform 141"/>
              <p:cNvSpPr/>
              <p:nvPr/>
            </p:nvSpPr>
            <p:spPr>
              <a:xfrm>
                <a:off x="2992320" y="2194560"/>
                <a:ext cx="173160" cy="132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6" name="Freeform 142"/>
              <p:cNvSpPr/>
              <p:nvPr/>
            </p:nvSpPr>
            <p:spPr>
              <a:xfrm>
                <a:off x="2992320" y="2158560"/>
                <a:ext cx="385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7" name="Freeform 143"/>
              <p:cNvSpPr/>
              <p:nvPr/>
            </p:nvSpPr>
            <p:spPr>
              <a:xfrm>
                <a:off x="2983320" y="2069640"/>
                <a:ext cx="6660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8" name="Freeform 144"/>
              <p:cNvSpPr/>
              <p:nvPr/>
            </p:nvSpPr>
            <p:spPr>
              <a:xfrm>
                <a:off x="2975400" y="2031120"/>
                <a:ext cx="7704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39" name="Freeform 145"/>
              <p:cNvSpPr/>
              <p:nvPr/>
            </p:nvSpPr>
            <p:spPr>
              <a:xfrm>
                <a:off x="3049920" y="2009520"/>
                <a:ext cx="3384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0" name="Freeform 146"/>
              <p:cNvSpPr/>
              <p:nvPr/>
            </p:nvSpPr>
            <p:spPr>
              <a:xfrm>
                <a:off x="3009240" y="1949760"/>
                <a:ext cx="7452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1" name="Freeform 147"/>
              <p:cNvSpPr/>
              <p:nvPr/>
            </p:nvSpPr>
            <p:spPr>
              <a:xfrm>
                <a:off x="5045400" y="1701000"/>
                <a:ext cx="651240" cy="1300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2" name="Freeform 148"/>
              <p:cNvSpPr/>
              <p:nvPr/>
            </p:nvSpPr>
            <p:spPr>
              <a:xfrm>
                <a:off x="5612040" y="2397960"/>
                <a:ext cx="190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3" name="Freeform 149"/>
              <p:cNvSpPr/>
              <p:nvPr/>
            </p:nvSpPr>
            <p:spPr>
              <a:xfrm>
                <a:off x="5568840" y="2392560"/>
                <a:ext cx="601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4" name="Freeform 150"/>
              <p:cNvSpPr/>
              <p:nvPr/>
            </p:nvSpPr>
            <p:spPr>
              <a:xfrm>
                <a:off x="5562000" y="2346120"/>
                <a:ext cx="111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5" name="Freeform 151"/>
              <p:cNvSpPr/>
              <p:nvPr/>
            </p:nvSpPr>
            <p:spPr>
              <a:xfrm>
                <a:off x="5526000" y="2304720"/>
                <a:ext cx="3816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6" name="Freeform 152"/>
              <p:cNvSpPr/>
              <p:nvPr/>
            </p:nvSpPr>
            <p:spPr>
              <a:xfrm>
                <a:off x="5526000" y="2202480"/>
                <a:ext cx="2592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7" name="Freeform 153"/>
              <p:cNvSpPr/>
              <p:nvPr/>
            </p:nvSpPr>
            <p:spPr>
              <a:xfrm>
                <a:off x="5477040" y="2103840"/>
                <a:ext cx="74520" cy="101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8" name="Freeform 154"/>
              <p:cNvSpPr/>
              <p:nvPr/>
            </p:nvSpPr>
            <p:spPr>
              <a:xfrm>
                <a:off x="5464440" y="1993680"/>
                <a:ext cx="14760" cy="110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49" name="Freeform 155"/>
              <p:cNvSpPr/>
              <p:nvPr/>
            </p:nvSpPr>
            <p:spPr>
              <a:xfrm>
                <a:off x="5397840" y="1928520"/>
                <a:ext cx="7704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0" name="Freeform 156"/>
              <p:cNvSpPr/>
              <p:nvPr/>
            </p:nvSpPr>
            <p:spPr>
              <a:xfrm>
                <a:off x="5368320" y="1795320"/>
                <a:ext cx="33840" cy="135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1" name="Freeform 157"/>
              <p:cNvSpPr/>
              <p:nvPr/>
            </p:nvSpPr>
            <p:spPr>
              <a:xfrm>
                <a:off x="5368320" y="1738440"/>
                <a:ext cx="2664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2" name="Freeform 158"/>
              <p:cNvSpPr/>
              <p:nvPr/>
            </p:nvSpPr>
            <p:spPr>
              <a:xfrm>
                <a:off x="5366160" y="1735920"/>
                <a:ext cx="2700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3" name="Freeform 159"/>
              <p:cNvSpPr/>
              <p:nvPr/>
            </p:nvSpPr>
            <p:spPr>
              <a:xfrm>
                <a:off x="5316120" y="1698480"/>
                <a:ext cx="51840" cy="3996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4" name="Freeform 160"/>
              <p:cNvSpPr/>
              <p:nvPr/>
            </p:nvSpPr>
            <p:spPr>
              <a:xfrm>
                <a:off x="5272200" y="1698480"/>
                <a:ext cx="4644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5" name="Freeform 161"/>
              <p:cNvSpPr/>
              <p:nvPr/>
            </p:nvSpPr>
            <p:spPr>
              <a:xfrm>
                <a:off x="5250600" y="1730160"/>
                <a:ext cx="2376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6" name="Freeform 162"/>
              <p:cNvSpPr/>
              <p:nvPr/>
            </p:nvSpPr>
            <p:spPr>
              <a:xfrm>
                <a:off x="5250600" y="1787760"/>
                <a:ext cx="1440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7" name="Freeform 163"/>
              <p:cNvSpPr/>
              <p:nvPr/>
            </p:nvSpPr>
            <p:spPr>
              <a:xfrm>
                <a:off x="5258520" y="1842120"/>
                <a:ext cx="648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8" name="Freeform 164"/>
              <p:cNvSpPr/>
              <p:nvPr/>
            </p:nvSpPr>
            <p:spPr>
              <a:xfrm>
                <a:off x="5233320" y="1865880"/>
                <a:ext cx="270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59" name="Freeform 165"/>
              <p:cNvSpPr/>
              <p:nvPr/>
            </p:nvSpPr>
            <p:spPr>
              <a:xfrm>
                <a:off x="5214240" y="1910160"/>
                <a:ext cx="2124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0" name="Freeform 166"/>
              <p:cNvSpPr/>
              <p:nvPr/>
            </p:nvSpPr>
            <p:spPr>
              <a:xfrm>
                <a:off x="5190480" y="1896480"/>
                <a:ext cx="2592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1" name="Freeform 167"/>
              <p:cNvSpPr/>
              <p:nvPr/>
            </p:nvSpPr>
            <p:spPr>
              <a:xfrm>
                <a:off x="5154120" y="1896480"/>
                <a:ext cx="360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2" name="Freeform 168"/>
              <p:cNvSpPr/>
              <p:nvPr/>
            </p:nvSpPr>
            <p:spPr>
              <a:xfrm>
                <a:off x="5079240" y="1850040"/>
                <a:ext cx="7704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3" name="Freeform 169"/>
              <p:cNvSpPr/>
              <p:nvPr/>
            </p:nvSpPr>
            <p:spPr>
              <a:xfrm>
                <a:off x="5043240" y="1850040"/>
                <a:ext cx="385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4" name="Freeform 170"/>
              <p:cNvSpPr/>
              <p:nvPr/>
            </p:nvSpPr>
            <p:spPr>
              <a:xfrm>
                <a:off x="5045400" y="1879200"/>
                <a:ext cx="1018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5" name="Freeform 171"/>
              <p:cNvSpPr/>
              <p:nvPr/>
            </p:nvSpPr>
            <p:spPr>
              <a:xfrm>
                <a:off x="5147280" y="1944360"/>
                <a:ext cx="90360" cy="211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6" name="Freeform 172"/>
              <p:cNvSpPr/>
              <p:nvPr/>
            </p:nvSpPr>
            <p:spPr>
              <a:xfrm>
                <a:off x="5233320" y="2153520"/>
                <a:ext cx="4320" cy="91440"/>
              </a:xfrm>
              <a:prstGeom prst="pie">
                <a:avLst/>
              </a:prstGeom>
              <a:solidFill>
                <a:srgbClr val="336600"/>
              </a:solidFill>
              <a:ln w="6480">
                <a:solidFill>
                  <a:srgbClr val="ffffff"/>
                </a:solidFill>
                <a:round/>
              </a:ln>
            </p:spPr>
            <p:style>
              <a:lnRef idx="0"/>
              <a:fillRef idx="0"/>
              <a:effectRef idx="0"/>
              <a:fontRef idx="minor"/>
            </p:style>
            <p: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7" name="Freeform 173"/>
              <p:cNvSpPr/>
              <p:nvPr/>
            </p:nvSpPr>
            <p:spPr>
              <a:xfrm>
                <a:off x="5235840" y="2242440"/>
                <a:ext cx="113040" cy="106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8" name="Freeform 174"/>
              <p:cNvSpPr/>
              <p:nvPr/>
            </p:nvSpPr>
            <p:spPr>
              <a:xfrm>
                <a:off x="5272200" y="2343240"/>
                <a:ext cx="77040" cy="172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69" name="Freeform 175"/>
              <p:cNvSpPr/>
              <p:nvPr/>
            </p:nvSpPr>
            <p:spPr>
              <a:xfrm>
                <a:off x="5250600" y="2513880"/>
                <a:ext cx="23760" cy="38160"/>
              </a:xfrm>
              <a:prstGeom prst="pie">
                <a:avLst/>
              </a:prstGeom>
              <a:solidFill>
                <a:srgbClr val="336600"/>
              </a:solidFill>
              <a:ln w="6480">
                <a:solidFill>
                  <a:srgbClr val="ffffff"/>
                </a:solidFill>
                <a:round/>
              </a:ln>
            </p:spPr>
            <p:style>
              <a:lnRef idx="0"/>
              <a:fillRef idx="0"/>
              <a:effectRef idx="0"/>
              <a:fontRef idx="minor"/>
            </p:style>
            <p:txBody>
              <a:bodyPr lIns="90000" rIns="90000" tIns="-8280" bIns="-8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0" name="Freeform 176"/>
              <p:cNvSpPr/>
              <p:nvPr/>
            </p:nvSpPr>
            <p:spPr>
              <a:xfrm>
                <a:off x="5180400" y="2547000"/>
                <a:ext cx="8244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1" name="Freeform 177"/>
              <p:cNvSpPr/>
              <p:nvPr/>
            </p:nvSpPr>
            <p:spPr>
              <a:xfrm>
                <a:off x="5168880" y="2635920"/>
                <a:ext cx="16920" cy="626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2" name="Freeform 178"/>
              <p:cNvSpPr/>
              <p:nvPr/>
            </p:nvSpPr>
            <p:spPr>
              <a:xfrm>
                <a:off x="5168880" y="2698560"/>
                <a:ext cx="45360" cy="232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3" name="Freeform 179"/>
              <p:cNvSpPr/>
              <p:nvPr/>
            </p:nvSpPr>
            <p:spPr>
              <a:xfrm>
                <a:off x="5212080" y="2928240"/>
                <a:ext cx="10080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4" name="Freeform 180"/>
              <p:cNvSpPr/>
              <p:nvPr/>
            </p:nvSpPr>
            <p:spPr>
              <a:xfrm>
                <a:off x="5310720" y="2850120"/>
                <a:ext cx="251280" cy="154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5" name="Freeform 181"/>
              <p:cNvSpPr/>
              <p:nvPr/>
            </p:nvSpPr>
            <p:spPr>
              <a:xfrm>
                <a:off x="5558400" y="2693160"/>
                <a:ext cx="111240" cy="159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6" name="Freeform 182"/>
              <p:cNvSpPr/>
              <p:nvPr/>
            </p:nvSpPr>
            <p:spPr>
              <a:xfrm>
                <a:off x="5667480" y="2557440"/>
                <a:ext cx="29160" cy="138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7" name="Freeform 183"/>
              <p:cNvSpPr/>
              <p:nvPr/>
            </p:nvSpPr>
            <p:spPr>
              <a:xfrm>
                <a:off x="5605200" y="2497680"/>
                <a:ext cx="8136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8" name="Freeform 184"/>
              <p:cNvSpPr/>
              <p:nvPr/>
            </p:nvSpPr>
            <p:spPr>
              <a:xfrm>
                <a:off x="5607360" y="2459160"/>
                <a:ext cx="1224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79" name="Freeform 185"/>
              <p:cNvSpPr/>
              <p:nvPr/>
            </p:nvSpPr>
            <p:spPr>
              <a:xfrm>
                <a:off x="5612040" y="2427120"/>
                <a:ext cx="79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0" name="Freeform 186"/>
              <p:cNvSpPr/>
              <p:nvPr/>
            </p:nvSpPr>
            <p:spPr>
              <a:xfrm>
                <a:off x="5667480" y="2696040"/>
                <a:ext cx="153720" cy="185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1" name="Freeform 187"/>
              <p:cNvSpPr/>
              <p:nvPr/>
            </p:nvSpPr>
            <p:spPr>
              <a:xfrm>
                <a:off x="5665320" y="2722320"/>
                <a:ext cx="1908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2" name="Freeform 188"/>
              <p:cNvSpPr/>
              <p:nvPr/>
            </p:nvSpPr>
            <p:spPr>
              <a:xfrm>
                <a:off x="5667480" y="2761200"/>
                <a:ext cx="98280" cy="126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3" name="Freeform 189"/>
              <p:cNvSpPr/>
              <p:nvPr/>
            </p:nvSpPr>
            <p:spPr>
              <a:xfrm>
                <a:off x="5763960" y="2850120"/>
                <a:ext cx="5292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4" name="Freeform 190"/>
              <p:cNvSpPr/>
              <p:nvPr/>
            </p:nvSpPr>
            <p:spPr>
              <a:xfrm>
                <a:off x="5679720" y="2696040"/>
                <a:ext cx="141480" cy="164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5" name="Freeform 191"/>
              <p:cNvSpPr/>
              <p:nvPr/>
            </p:nvSpPr>
            <p:spPr>
              <a:xfrm>
                <a:off x="5838480" y="2503080"/>
                <a:ext cx="153720" cy="211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6" name="Freeform 192"/>
              <p:cNvSpPr/>
              <p:nvPr/>
            </p:nvSpPr>
            <p:spPr>
              <a:xfrm>
                <a:off x="5868000" y="2567880"/>
                <a:ext cx="385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7" name="Freeform 193"/>
              <p:cNvSpPr/>
              <p:nvPr/>
            </p:nvSpPr>
            <p:spPr>
              <a:xfrm>
                <a:off x="5836320" y="2505600"/>
                <a:ext cx="72360" cy="7308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8" name="Freeform 194"/>
              <p:cNvSpPr/>
              <p:nvPr/>
            </p:nvSpPr>
            <p:spPr>
              <a:xfrm>
                <a:off x="5838480" y="2503080"/>
                <a:ext cx="10620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89" name="Freeform 195"/>
              <p:cNvSpPr/>
              <p:nvPr/>
            </p:nvSpPr>
            <p:spPr>
              <a:xfrm>
                <a:off x="5939280" y="2536560"/>
                <a:ext cx="55440" cy="180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0" name="Freeform 196"/>
              <p:cNvSpPr/>
              <p:nvPr/>
            </p:nvSpPr>
            <p:spPr>
              <a:xfrm>
                <a:off x="5932800" y="2649240"/>
                <a:ext cx="1908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1" name="Freeform 197"/>
              <p:cNvSpPr/>
              <p:nvPr/>
            </p:nvSpPr>
            <p:spPr>
              <a:xfrm>
                <a:off x="5865480" y="2584080"/>
                <a:ext cx="6876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2" name="Freeform 198"/>
              <p:cNvSpPr/>
              <p:nvPr/>
            </p:nvSpPr>
            <p:spPr>
              <a:xfrm>
                <a:off x="4850280" y="3667680"/>
                <a:ext cx="713520" cy="626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3" name="Freeform 199"/>
              <p:cNvSpPr/>
              <p:nvPr/>
            </p:nvSpPr>
            <p:spPr>
              <a:xfrm>
                <a:off x="5457960" y="3920400"/>
                <a:ext cx="40680" cy="5292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4" name="Freeform 200"/>
              <p:cNvSpPr/>
              <p:nvPr/>
            </p:nvSpPr>
            <p:spPr>
              <a:xfrm>
                <a:off x="5457960" y="3866040"/>
                <a:ext cx="338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5" name="Freeform 201"/>
              <p:cNvSpPr/>
              <p:nvPr/>
            </p:nvSpPr>
            <p:spPr>
              <a:xfrm>
                <a:off x="5436360" y="3673080"/>
                <a:ext cx="57600" cy="1926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6" name="Freeform 202"/>
              <p:cNvSpPr/>
              <p:nvPr/>
            </p:nvSpPr>
            <p:spPr>
              <a:xfrm>
                <a:off x="5312880" y="3673080"/>
                <a:ext cx="125640" cy="46080"/>
              </a:xfrm>
              <a:prstGeom prst="pie">
                <a:avLst/>
              </a:prstGeom>
              <a:solidFill>
                <a:srgbClr val="336600"/>
              </a:solidFill>
              <a:ln w="648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7" name="Freeform 203"/>
              <p:cNvSpPr/>
              <p:nvPr/>
            </p:nvSpPr>
            <p:spPr>
              <a:xfrm>
                <a:off x="5301360" y="3689280"/>
                <a:ext cx="147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498" name="Freeform 204"/>
              <p:cNvSpPr/>
              <p:nvPr/>
            </p:nvSpPr>
            <p:spPr>
              <a:xfrm>
                <a:off x="5160960" y="3689280"/>
                <a:ext cx="1425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4499" name="Freeform 205"/>
            <p:cNvSpPr/>
            <p:nvPr/>
          </p:nvSpPr>
          <p:spPr>
            <a:xfrm>
              <a:off x="5100480" y="3665520"/>
              <a:ext cx="637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0" name="Freeform 206"/>
            <p:cNvSpPr/>
            <p:nvPr/>
          </p:nvSpPr>
          <p:spPr>
            <a:xfrm>
              <a:off x="4901400" y="3665520"/>
              <a:ext cx="201240" cy="1141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1" name="Freeform 207"/>
            <p:cNvSpPr/>
            <p:nvPr/>
          </p:nvSpPr>
          <p:spPr>
            <a:xfrm>
              <a:off x="4852440" y="3777120"/>
              <a:ext cx="48960" cy="5292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2" name="Freeform 208"/>
            <p:cNvSpPr/>
            <p:nvPr/>
          </p:nvSpPr>
          <p:spPr>
            <a:xfrm>
              <a:off x="4852440" y="3827880"/>
              <a:ext cx="1440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3" name="Freeform 209"/>
            <p:cNvSpPr/>
            <p:nvPr/>
          </p:nvSpPr>
          <p:spPr>
            <a:xfrm>
              <a:off x="4848840" y="3874320"/>
              <a:ext cx="183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4" name="Freeform 210"/>
            <p:cNvSpPr/>
            <p:nvPr/>
          </p:nvSpPr>
          <p:spPr>
            <a:xfrm>
              <a:off x="4848840" y="3920760"/>
              <a:ext cx="4392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5" name="Freeform 211"/>
            <p:cNvSpPr/>
            <p:nvPr/>
          </p:nvSpPr>
          <p:spPr>
            <a:xfrm>
              <a:off x="4889160" y="3993840"/>
              <a:ext cx="25560" cy="1206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6" name="Freeform 212"/>
            <p:cNvSpPr/>
            <p:nvPr/>
          </p:nvSpPr>
          <p:spPr>
            <a:xfrm>
              <a:off x="4910040" y="4112280"/>
              <a:ext cx="11160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7" name="Freeform 213"/>
            <p:cNvSpPr/>
            <p:nvPr/>
          </p:nvSpPr>
          <p:spPr>
            <a:xfrm>
              <a:off x="5019480" y="4161240"/>
              <a:ext cx="23040" cy="26640"/>
            </a:xfrm>
            <a:prstGeom prst="pie">
              <a:avLst/>
            </a:prstGeom>
            <a:solidFill>
              <a:srgbClr val="336600"/>
            </a:solidFill>
            <a:ln w="6480">
              <a:solidFill>
                <a:srgbClr val="ffffff"/>
              </a:solidFill>
              <a:round/>
            </a:ln>
          </p:spPr>
          <p:style>
            <a:lnRef idx="0"/>
            <a:fillRef idx="0"/>
            <a:effectRef idx="0"/>
            <a:fontRef idx="minor"/>
          </p:style>
          <p:txBody>
            <a:bodyPr lIns="90000" rIns="90000" tIns="-19800" bIns="-19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8" name="Freeform 214"/>
            <p:cNvSpPr/>
            <p:nvPr/>
          </p:nvSpPr>
          <p:spPr>
            <a:xfrm>
              <a:off x="5038920" y="4188240"/>
              <a:ext cx="612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09" name="Freeform 215"/>
            <p:cNvSpPr/>
            <p:nvPr/>
          </p:nvSpPr>
          <p:spPr>
            <a:xfrm>
              <a:off x="5045040" y="4190760"/>
              <a:ext cx="219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0" name="Freeform 216"/>
            <p:cNvSpPr/>
            <p:nvPr/>
          </p:nvSpPr>
          <p:spPr>
            <a:xfrm>
              <a:off x="5064840" y="4190760"/>
              <a:ext cx="74880" cy="4932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1" name="Freeform 217"/>
            <p:cNvSpPr/>
            <p:nvPr/>
          </p:nvSpPr>
          <p:spPr>
            <a:xfrm>
              <a:off x="5137200" y="4234680"/>
              <a:ext cx="4032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2" name="Freeform 218"/>
            <p:cNvSpPr/>
            <p:nvPr/>
          </p:nvSpPr>
          <p:spPr>
            <a:xfrm>
              <a:off x="5175360" y="4242600"/>
              <a:ext cx="4896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3" name="Freeform 219"/>
            <p:cNvSpPr/>
            <p:nvPr/>
          </p:nvSpPr>
          <p:spPr>
            <a:xfrm>
              <a:off x="5224320" y="4263840"/>
              <a:ext cx="42840" cy="1188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4" name="Freeform 220"/>
            <p:cNvSpPr/>
            <p:nvPr/>
          </p:nvSpPr>
          <p:spPr>
            <a:xfrm>
              <a:off x="5265000" y="4263840"/>
              <a:ext cx="4284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5" name="Freeform 221"/>
            <p:cNvSpPr/>
            <p:nvPr/>
          </p:nvSpPr>
          <p:spPr>
            <a:xfrm>
              <a:off x="5305320" y="4267800"/>
              <a:ext cx="2700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6" name="Freeform 222"/>
            <p:cNvSpPr/>
            <p:nvPr/>
          </p:nvSpPr>
          <p:spPr>
            <a:xfrm>
              <a:off x="5332320" y="4261320"/>
              <a:ext cx="4176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7" name="Freeform 223"/>
            <p:cNvSpPr/>
            <p:nvPr/>
          </p:nvSpPr>
          <p:spPr>
            <a:xfrm>
              <a:off x="5374080" y="4255560"/>
              <a:ext cx="4284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8" name="Freeform 224"/>
            <p:cNvSpPr/>
            <p:nvPr/>
          </p:nvSpPr>
          <p:spPr>
            <a:xfrm>
              <a:off x="5404680" y="4261320"/>
              <a:ext cx="1224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19" name="Freeform 225"/>
            <p:cNvSpPr/>
            <p:nvPr/>
          </p:nvSpPr>
          <p:spPr>
            <a:xfrm>
              <a:off x="5407200" y="4278240"/>
              <a:ext cx="8208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0" name="Freeform 226"/>
            <p:cNvSpPr/>
            <p:nvPr/>
          </p:nvSpPr>
          <p:spPr>
            <a:xfrm>
              <a:off x="5479560" y="4242600"/>
              <a:ext cx="97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1" name="Freeform 227"/>
            <p:cNvSpPr/>
            <p:nvPr/>
          </p:nvSpPr>
          <p:spPr>
            <a:xfrm>
              <a:off x="5479560" y="4098960"/>
              <a:ext cx="8712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2" name="Freeform 228"/>
            <p:cNvSpPr/>
            <p:nvPr/>
          </p:nvSpPr>
          <p:spPr>
            <a:xfrm>
              <a:off x="5517720" y="3999240"/>
              <a:ext cx="48960" cy="102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3" name="Freeform 229"/>
            <p:cNvSpPr/>
            <p:nvPr/>
          </p:nvSpPr>
          <p:spPr>
            <a:xfrm>
              <a:off x="5489640" y="3971520"/>
              <a:ext cx="331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4" name="Freeform 230"/>
            <p:cNvSpPr/>
            <p:nvPr/>
          </p:nvSpPr>
          <p:spPr>
            <a:xfrm>
              <a:off x="4304880" y="3681360"/>
              <a:ext cx="605160" cy="897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5" name="Freeform 231"/>
            <p:cNvSpPr/>
            <p:nvPr/>
          </p:nvSpPr>
          <p:spPr>
            <a:xfrm>
              <a:off x="4708800" y="4112280"/>
              <a:ext cx="165600" cy="122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6" name="Freeform 232"/>
            <p:cNvSpPr/>
            <p:nvPr/>
          </p:nvSpPr>
          <p:spPr>
            <a:xfrm>
              <a:off x="4872240" y="4112280"/>
              <a:ext cx="3780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7" name="Freeform 233"/>
            <p:cNvSpPr/>
            <p:nvPr/>
          </p:nvSpPr>
          <p:spPr>
            <a:xfrm>
              <a:off x="4901400" y="4075200"/>
              <a:ext cx="1080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8" name="Freeform 234"/>
            <p:cNvSpPr/>
            <p:nvPr/>
          </p:nvSpPr>
          <p:spPr>
            <a:xfrm>
              <a:off x="4889160" y="3991320"/>
              <a:ext cx="1440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29" name="Freeform 235"/>
            <p:cNvSpPr/>
            <p:nvPr/>
          </p:nvSpPr>
          <p:spPr>
            <a:xfrm>
              <a:off x="4848840" y="3920760"/>
              <a:ext cx="43920" cy="7308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0" name="Freeform 236"/>
            <p:cNvSpPr/>
            <p:nvPr/>
          </p:nvSpPr>
          <p:spPr>
            <a:xfrm>
              <a:off x="4848840" y="3874320"/>
              <a:ext cx="183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1" name="Freeform 237"/>
            <p:cNvSpPr/>
            <p:nvPr/>
          </p:nvSpPr>
          <p:spPr>
            <a:xfrm>
              <a:off x="4848840" y="3792960"/>
              <a:ext cx="1836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2" name="Freeform 238"/>
            <p:cNvSpPr/>
            <p:nvPr/>
          </p:nvSpPr>
          <p:spPr>
            <a:xfrm>
              <a:off x="4804560" y="3751920"/>
              <a:ext cx="4788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3" name="Freeform 239"/>
            <p:cNvSpPr/>
            <p:nvPr/>
          </p:nvSpPr>
          <p:spPr>
            <a:xfrm>
              <a:off x="4799520" y="3690720"/>
              <a:ext cx="21960" cy="6660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4" name="Freeform 240"/>
            <p:cNvSpPr/>
            <p:nvPr/>
          </p:nvSpPr>
          <p:spPr>
            <a:xfrm>
              <a:off x="4768920" y="3681360"/>
              <a:ext cx="33120" cy="1476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5" name="Freeform 241"/>
            <p:cNvSpPr/>
            <p:nvPr/>
          </p:nvSpPr>
          <p:spPr>
            <a:xfrm>
              <a:off x="4766400" y="3693240"/>
              <a:ext cx="2196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6" name="Freeform 242"/>
            <p:cNvSpPr/>
            <p:nvPr/>
          </p:nvSpPr>
          <p:spPr>
            <a:xfrm>
              <a:off x="4689360" y="3741120"/>
              <a:ext cx="8568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7" name="Freeform 243"/>
            <p:cNvSpPr/>
            <p:nvPr/>
          </p:nvSpPr>
          <p:spPr>
            <a:xfrm>
              <a:off x="4676760" y="3759840"/>
              <a:ext cx="169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8" name="Freeform 244"/>
            <p:cNvSpPr/>
            <p:nvPr/>
          </p:nvSpPr>
          <p:spPr>
            <a:xfrm>
              <a:off x="4642560" y="3785040"/>
              <a:ext cx="3672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39" name="Freeform 245"/>
            <p:cNvSpPr/>
            <p:nvPr/>
          </p:nvSpPr>
          <p:spPr>
            <a:xfrm>
              <a:off x="4641480" y="3762360"/>
              <a:ext cx="360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0" name="Freeform 246"/>
            <p:cNvSpPr/>
            <p:nvPr/>
          </p:nvSpPr>
          <p:spPr>
            <a:xfrm>
              <a:off x="4566600" y="3735720"/>
              <a:ext cx="759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1" name="Freeform 247"/>
            <p:cNvSpPr/>
            <p:nvPr/>
          </p:nvSpPr>
          <p:spPr>
            <a:xfrm>
              <a:off x="4566600" y="3683880"/>
              <a:ext cx="122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2" name="Freeform 248"/>
            <p:cNvSpPr/>
            <p:nvPr/>
          </p:nvSpPr>
          <p:spPr>
            <a:xfrm>
              <a:off x="4481640" y="3683880"/>
              <a:ext cx="9072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3" name="Freeform 249"/>
            <p:cNvSpPr/>
            <p:nvPr/>
          </p:nvSpPr>
          <p:spPr>
            <a:xfrm>
              <a:off x="4481640" y="3686760"/>
              <a:ext cx="39240" cy="8496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4" name="Freeform 250"/>
            <p:cNvSpPr/>
            <p:nvPr/>
          </p:nvSpPr>
          <p:spPr>
            <a:xfrm>
              <a:off x="4508640" y="3769200"/>
              <a:ext cx="1224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5" name="Freeform 251"/>
            <p:cNvSpPr/>
            <p:nvPr/>
          </p:nvSpPr>
          <p:spPr>
            <a:xfrm>
              <a:off x="4491720" y="3798720"/>
              <a:ext cx="18360" cy="15480"/>
            </a:xfrm>
            <a:prstGeom prst="pie">
              <a:avLst/>
            </a:prstGeom>
            <a:solidFill>
              <a:srgbClr val="336600"/>
            </a:solidFill>
            <a:ln w="648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6" name="Freeform 252"/>
            <p:cNvSpPr/>
            <p:nvPr/>
          </p:nvSpPr>
          <p:spPr>
            <a:xfrm>
              <a:off x="4481640" y="3795840"/>
              <a:ext cx="133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7" name="Freeform 253"/>
            <p:cNvSpPr/>
            <p:nvPr/>
          </p:nvSpPr>
          <p:spPr>
            <a:xfrm>
              <a:off x="4471920" y="3800880"/>
              <a:ext cx="1440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8" name="Freeform 254"/>
            <p:cNvSpPr/>
            <p:nvPr/>
          </p:nvSpPr>
          <p:spPr>
            <a:xfrm>
              <a:off x="4457160" y="3850560"/>
              <a:ext cx="14400" cy="2160"/>
            </a:xfrm>
            <a:prstGeom prst="pie">
              <a:avLst/>
            </a:prstGeom>
            <a:solidFill>
              <a:srgbClr val="336600"/>
            </a:solidFill>
            <a:ln w="6480">
              <a:solidFill>
                <a:srgbClr val="ffffff"/>
              </a:solidFill>
              <a:round/>
            </a:ln>
          </p:spPr>
          <p:style>
            <a:lnRef idx="0"/>
            <a:fillRef idx="0"/>
            <a:effectRef idx="0"/>
            <a:fontRef idx="minor"/>
          </p:style>
          <p:txBody>
            <a:bodyPr lIns="90000" rIns="90000" tIns="-44280" bIns="-44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49" name="Freeform 255"/>
            <p:cNvSpPr/>
            <p:nvPr/>
          </p:nvSpPr>
          <p:spPr>
            <a:xfrm>
              <a:off x="4419000" y="3809160"/>
              <a:ext cx="3780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0" name="Freeform 256"/>
            <p:cNvSpPr/>
            <p:nvPr/>
          </p:nvSpPr>
          <p:spPr>
            <a:xfrm>
              <a:off x="4388400" y="3811680"/>
              <a:ext cx="331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1" name="Freeform 257"/>
            <p:cNvSpPr/>
            <p:nvPr/>
          </p:nvSpPr>
          <p:spPr>
            <a:xfrm>
              <a:off x="4388400" y="3842280"/>
              <a:ext cx="1836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2" name="Freeform 258"/>
            <p:cNvSpPr/>
            <p:nvPr/>
          </p:nvSpPr>
          <p:spPr>
            <a:xfrm>
              <a:off x="4365000" y="3906360"/>
              <a:ext cx="417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3" name="Freeform 259"/>
            <p:cNvSpPr/>
            <p:nvPr/>
          </p:nvSpPr>
          <p:spPr>
            <a:xfrm>
              <a:off x="4365000" y="3952800"/>
              <a:ext cx="194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4" name="Freeform 260"/>
            <p:cNvSpPr/>
            <p:nvPr/>
          </p:nvSpPr>
          <p:spPr>
            <a:xfrm>
              <a:off x="4304880" y="3979080"/>
              <a:ext cx="7740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5" name="Freeform 261"/>
            <p:cNvSpPr/>
            <p:nvPr/>
          </p:nvSpPr>
          <p:spPr>
            <a:xfrm>
              <a:off x="4303440" y="4044240"/>
              <a:ext cx="7200" cy="127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6" name="Freeform 262"/>
            <p:cNvSpPr/>
            <p:nvPr/>
          </p:nvSpPr>
          <p:spPr>
            <a:xfrm>
              <a:off x="4303440" y="4172040"/>
              <a:ext cx="29160" cy="103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7" name="Freeform 263"/>
            <p:cNvSpPr/>
            <p:nvPr/>
          </p:nvSpPr>
          <p:spPr>
            <a:xfrm>
              <a:off x="4330800" y="4273200"/>
              <a:ext cx="2556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8" name="Freeform 264"/>
            <p:cNvSpPr/>
            <p:nvPr/>
          </p:nvSpPr>
          <p:spPr>
            <a:xfrm>
              <a:off x="4346640" y="4313160"/>
              <a:ext cx="972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59" name="Freeform 265"/>
            <p:cNvSpPr/>
            <p:nvPr/>
          </p:nvSpPr>
          <p:spPr>
            <a:xfrm>
              <a:off x="4349160" y="4334400"/>
              <a:ext cx="10296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0" name="Freeform 266"/>
            <p:cNvSpPr/>
            <p:nvPr/>
          </p:nvSpPr>
          <p:spPr>
            <a:xfrm>
              <a:off x="4448520" y="4375440"/>
              <a:ext cx="360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1" name="Freeform 267"/>
            <p:cNvSpPr/>
            <p:nvPr/>
          </p:nvSpPr>
          <p:spPr>
            <a:xfrm>
              <a:off x="4402080" y="4394160"/>
              <a:ext cx="48960" cy="159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2" name="Freeform 268"/>
            <p:cNvSpPr/>
            <p:nvPr/>
          </p:nvSpPr>
          <p:spPr>
            <a:xfrm>
              <a:off x="4406760" y="4537800"/>
              <a:ext cx="4788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3" name="Freeform 269"/>
            <p:cNvSpPr/>
            <p:nvPr/>
          </p:nvSpPr>
          <p:spPr>
            <a:xfrm>
              <a:off x="4448520" y="4521600"/>
              <a:ext cx="61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4" name="Freeform 270"/>
            <p:cNvSpPr/>
            <p:nvPr/>
          </p:nvSpPr>
          <p:spPr>
            <a:xfrm>
              <a:off x="4448520" y="4508280"/>
              <a:ext cx="7596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5" name="Freeform 271"/>
            <p:cNvSpPr/>
            <p:nvPr/>
          </p:nvSpPr>
          <p:spPr>
            <a:xfrm>
              <a:off x="4523400" y="4537800"/>
              <a:ext cx="403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6" name="Freeform 272"/>
            <p:cNvSpPr/>
            <p:nvPr/>
          </p:nvSpPr>
          <p:spPr>
            <a:xfrm>
              <a:off x="4561560" y="4537800"/>
              <a:ext cx="4536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7" name="Freeform 273"/>
            <p:cNvSpPr/>
            <p:nvPr/>
          </p:nvSpPr>
          <p:spPr>
            <a:xfrm>
              <a:off x="4604400" y="4543200"/>
              <a:ext cx="601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8" name="Freeform 274"/>
            <p:cNvSpPr/>
            <p:nvPr/>
          </p:nvSpPr>
          <p:spPr>
            <a:xfrm>
              <a:off x="4664520" y="4519440"/>
              <a:ext cx="1274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69" name="Freeform 275"/>
            <p:cNvSpPr/>
            <p:nvPr/>
          </p:nvSpPr>
          <p:spPr>
            <a:xfrm>
              <a:off x="4762800" y="4495320"/>
              <a:ext cx="2916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0" name="Freeform 276"/>
            <p:cNvSpPr/>
            <p:nvPr/>
          </p:nvSpPr>
          <p:spPr>
            <a:xfrm>
              <a:off x="4766400" y="4413960"/>
              <a:ext cx="12276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1" name="Freeform 277"/>
            <p:cNvSpPr/>
            <p:nvPr/>
          </p:nvSpPr>
          <p:spPr>
            <a:xfrm>
              <a:off x="4869720" y="4394160"/>
              <a:ext cx="1944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2" name="Freeform 278"/>
            <p:cNvSpPr/>
            <p:nvPr/>
          </p:nvSpPr>
          <p:spPr>
            <a:xfrm>
              <a:off x="4816800" y="4351680"/>
              <a:ext cx="5760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3" name="Freeform 279"/>
            <p:cNvSpPr/>
            <p:nvPr/>
          </p:nvSpPr>
          <p:spPr>
            <a:xfrm>
              <a:off x="4759200" y="4255560"/>
              <a:ext cx="60120" cy="98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4" name="Freeform 280"/>
            <p:cNvSpPr/>
            <p:nvPr/>
          </p:nvSpPr>
          <p:spPr>
            <a:xfrm>
              <a:off x="4705200" y="4231800"/>
              <a:ext cx="550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5" name="Freeform 281"/>
            <p:cNvSpPr/>
            <p:nvPr/>
          </p:nvSpPr>
          <p:spPr>
            <a:xfrm>
              <a:off x="4126680" y="3847680"/>
              <a:ext cx="278640" cy="321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6" name="Freeform 282"/>
            <p:cNvSpPr/>
            <p:nvPr/>
          </p:nvSpPr>
          <p:spPr>
            <a:xfrm>
              <a:off x="4304880" y="3979080"/>
              <a:ext cx="7956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7" name="Freeform 283"/>
            <p:cNvSpPr/>
            <p:nvPr/>
          </p:nvSpPr>
          <p:spPr>
            <a:xfrm>
              <a:off x="4365000" y="3952800"/>
              <a:ext cx="1692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8" name="Freeform 284"/>
            <p:cNvSpPr/>
            <p:nvPr/>
          </p:nvSpPr>
          <p:spPr>
            <a:xfrm>
              <a:off x="4365000" y="3906360"/>
              <a:ext cx="417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79" name="Freeform 285"/>
            <p:cNvSpPr/>
            <p:nvPr/>
          </p:nvSpPr>
          <p:spPr>
            <a:xfrm>
              <a:off x="4392000" y="3861000"/>
              <a:ext cx="1440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0" name="Freeform 286"/>
            <p:cNvSpPr/>
            <p:nvPr/>
          </p:nvSpPr>
          <p:spPr>
            <a:xfrm>
              <a:off x="4276440" y="3845160"/>
              <a:ext cx="1202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1" name="Freeform 287"/>
            <p:cNvSpPr/>
            <p:nvPr/>
          </p:nvSpPr>
          <p:spPr>
            <a:xfrm>
              <a:off x="4276440" y="3874320"/>
              <a:ext cx="169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2" name="Freeform 288"/>
            <p:cNvSpPr/>
            <p:nvPr/>
          </p:nvSpPr>
          <p:spPr>
            <a:xfrm>
              <a:off x="4246920" y="3952800"/>
              <a:ext cx="3168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3" name="Freeform 289"/>
            <p:cNvSpPr/>
            <p:nvPr/>
          </p:nvSpPr>
          <p:spPr>
            <a:xfrm>
              <a:off x="4240800" y="3944880"/>
              <a:ext cx="828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4" name="Freeform 290"/>
            <p:cNvSpPr/>
            <p:nvPr/>
          </p:nvSpPr>
          <p:spPr>
            <a:xfrm>
              <a:off x="4232520" y="3898080"/>
              <a:ext cx="108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5" name="Freeform 291"/>
            <p:cNvSpPr/>
            <p:nvPr/>
          </p:nvSpPr>
          <p:spPr>
            <a:xfrm>
              <a:off x="4180680" y="3898080"/>
              <a:ext cx="55080" cy="114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6" name="Freeform 292"/>
            <p:cNvSpPr/>
            <p:nvPr/>
          </p:nvSpPr>
          <p:spPr>
            <a:xfrm>
              <a:off x="4126680" y="4010040"/>
              <a:ext cx="5652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7" name="Freeform 293"/>
            <p:cNvSpPr/>
            <p:nvPr/>
          </p:nvSpPr>
          <p:spPr>
            <a:xfrm>
              <a:off x="4126680" y="4072320"/>
              <a:ext cx="3168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8" name="Freeform 294"/>
            <p:cNvSpPr/>
            <p:nvPr/>
          </p:nvSpPr>
          <p:spPr>
            <a:xfrm>
              <a:off x="4156200" y="4072320"/>
              <a:ext cx="4536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89" name="Freeform 295"/>
            <p:cNvSpPr/>
            <p:nvPr/>
          </p:nvSpPr>
          <p:spPr>
            <a:xfrm>
              <a:off x="4201560" y="4072320"/>
              <a:ext cx="8208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0" name="Freeform 296"/>
            <p:cNvSpPr/>
            <p:nvPr/>
          </p:nvSpPr>
          <p:spPr>
            <a:xfrm>
              <a:off x="4274280" y="4117680"/>
              <a:ext cx="972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1" name="Freeform 297"/>
            <p:cNvSpPr/>
            <p:nvPr/>
          </p:nvSpPr>
          <p:spPr>
            <a:xfrm>
              <a:off x="4274280" y="4153320"/>
              <a:ext cx="331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2" name="Freeform 298"/>
            <p:cNvSpPr/>
            <p:nvPr/>
          </p:nvSpPr>
          <p:spPr>
            <a:xfrm>
              <a:off x="4304880" y="4042080"/>
              <a:ext cx="2160" cy="12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3" name="Freeform 299"/>
            <p:cNvSpPr/>
            <p:nvPr/>
          </p:nvSpPr>
          <p:spPr>
            <a:xfrm>
              <a:off x="3203640" y="3481920"/>
              <a:ext cx="331200" cy="402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4" name="Freeform 300"/>
            <p:cNvSpPr/>
            <p:nvPr/>
          </p:nvSpPr>
          <p:spPr>
            <a:xfrm>
              <a:off x="3430800" y="3570840"/>
              <a:ext cx="5256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5" name="Freeform 301"/>
            <p:cNvSpPr/>
            <p:nvPr/>
          </p:nvSpPr>
          <p:spPr>
            <a:xfrm>
              <a:off x="3480840" y="3610800"/>
              <a:ext cx="56520" cy="9036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6" name="Freeform 302"/>
            <p:cNvSpPr/>
            <p:nvPr/>
          </p:nvSpPr>
          <p:spPr>
            <a:xfrm>
              <a:off x="3267360" y="3701520"/>
              <a:ext cx="270000" cy="183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7" name="Freeform 303"/>
            <p:cNvSpPr/>
            <p:nvPr/>
          </p:nvSpPr>
          <p:spPr>
            <a:xfrm>
              <a:off x="3203640" y="3809160"/>
              <a:ext cx="66240" cy="75600"/>
            </a:xfrm>
            <a:prstGeom prst="pie">
              <a:avLst/>
            </a:prstGeom>
            <a:solidFill>
              <a:srgbClr val="336600"/>
            </a:solidFill>
            <a:ln w="648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8" name="Freeform 304"/>
            <p:cNvSpPr/>
            <p:nvPr/>
          </p:nvSpPr>
          <p:spPr>
            <a:xfrm>
              <a:off x="3201120" y="3780000"/>
              <a:ext cx="2196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599" name="Freeform 305"/>
            <p:cNvSpPr/>
            <p:nvPr/>
          </p:nvSpPr>
          <p:spPr>
            <a:xfrm>
              <a:off x="3201120" y="3763800"/>
              <a:ext cx="417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0" name="Freeform 306"/>
            <p:cNvSpPr/>
            <p:nvPr/>
          </p:nvSpPr>
          <p:spPr>
            <a:xfrm>
              <a:off x="3215880" y="3744000"/>
              <a:ext cx="2700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1" name="Freeform 307"/>
            <p:cNvSpPr/>
            <p:nvPr/>
          </p:nvSpPr>
          <p:spPr>
            <a:xfrm>
              <a:off x="3215880" y="3722400"/>
              <a:ext cx="4788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2" name="Freeform 308"/>
            <p:cNvSpPr/>
            <p:nvPr/>
          </p:nvSpPr>
          <p:spPr>
            <a:xfrm>
              <a:off x="3261240" y="3693240"/>
              <a:ext cx="1944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3" name="Freeform 309"/>
            <p:cNvSpPr/>
            <p:nvPr/>
          </p:nvSpPr>
          <p:spPr>
            <a:xfrm>
              <a:off x="3278520" y="3689280"/>
              <a:ext cx="7236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4" name="Freeform 310"/>
            <p:cNvSpPr/>
            <p:nvPr/>
          </p:nvSpPr>
          <p:spPr>
            <a:xfrm>
              <a:off x="3255120" y="3651840"/>
              <a:ext cx="9324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5" name="Freeform 311"/>
            <p:cNvSpPr/>
            <p:nvPr/>
          </p:nvSpPr>
          <p:spPr>
            <a:xfrm>
              <a:off x="3257640" y="3602880"/>
              <a:ext cx="439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6" name="Freeform 312"/>
            <p:cNvSpPr/>
            <p:nvPr/>
          </p:nvSpPr>
          <p:spPr>
            <a:xfrm>
              <a:off x="3273480" y="3589560"/>
              <a:ext cx="169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7" name="Freeform 313"/>
            <p:cNvSpPr/>
            <p:nvPr/>
          </p:nvSpPr>
          <p:spPr>
            <a:xfrm>
              <a:off x="3273480" y="3557520"/>
              <a:ext cx="11412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8" name="Freeform 314"/>
            <p:cNvSpPr/>
            <p:nvPr/>
          </p:nvSpPr>
          <p:spPr>
            <a:xfrm>
              <a:off x="3385080" y="3570840"/>
              <a:ext cx="3060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09" name="Freeform 315"/>
            <p:cNvSpPr/>
            <p:nvPr/>
          </p:nvSpPr>
          <p:spPr>
            <a:xfrm>
              <a:off x="3411000" y="3540240"/>
              <a:ext cx="468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0" name="Freeform 316"/>
            <p:cNvSpPr/>
            <p:nvPr/>
          </p:nvSpPr>
          <p:spPr>
            <a:xfrm>
              <a:off x="3385080" y="3532680"/>
              <a:ext cx="2808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1" name="Freeform 317"/>
            <p:cNvSpPr/>
            <p:nvPr/>
          </p:nvSpPr>
          <p:spPr>
            <a:xfrm>
              <a:off x="3385080" y="3521880"/>
              <a:ext cx="2556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2" name="Freeform 318"/>
            <p:cNvSpPr/>
            <p:nvPr/>
          </p:nvSpPr>
          <p:spPr>
            <a:xfrm>
              <a:off x="3408480" y="3481920"/>
              <a:ext cx="74880" cy="4248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3" name="Freeform 319"/>
            <p:cNvSpPr/>
            <p:nvPr/>
          </p:nvSpPr>
          <p:spPr>
            <a:xfrm>
              <a:off x="3480840" y="3481920"/>
              <a:ext cx="720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4" name="Freeform 320"/>
            <p:cNvSpPr/>
            <p:nvPr/>
          </p:nvSpPr>
          <p:spPr>
            <a:xfrm>
              <a:off x="3447720" y="3508560"/>
              <a:ext cx="403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5" name="Freeform 321"/>
            <p:cNvSpPr/>
            <p:nvPr/>
          </p:nvSpPr>
          <p:spPr>
            <a:xfrm>
              <a:off x="3443040" y="3549600"/>
              <a:ext cx="1692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6" name="Freeform 322"/>
            <p:cNvSpPr/>
            <p:nvPr/>
          </p:nvSpPr>
          <p:spPr>
            <a:xfrm>
              <a:off x="3430800" y="3568320"/>
              <a:ext cx="2700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7" name="Freeform 323"/>
            <p:cNvSpPr/>
            <p:nvPr/>
          </p:nvSpPr>
          <p:spPr>
            <a:xfrm>
              <a:off x="5374080" y="4346280"/>
              <a:ext cx="703440" cy="5515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8" name="Freeform 324"/>
            <p:cNvSpPr/>
            <p:nvPr/>
          </p:nvSpPr>
          <p:spPr>
            <a:xfrm>
              <a:off x="6060600" y="4602960"/>
              <a:ext cx="194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19" name="Freeform 325"/>
            <p:cNvSpPr/>
            <p:nvPr/>
          </p:nvSpPr>
          <p:spPr>
            <a:xfrm>
              <a:off x="6037200" y="4602960"/>
              <a:ext cx="2556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0" name="Freeform 326"/>
            <p:cNvSpPr/>
            <p:nvPr/>
          </p:nvSpPr>
          <p:spPr>
            <a:xfrm>
              <a:off x="5993280" y="4638600"/>
              <a:ext cx="4896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1" name="Freeform 327"/>
            <p:cNvSpPr/>
            <p:nvPr/>
          </p:nvSpPr>
          <p:spPr>
            <a:xfrm>
              <a:off x="5962320" y="4557600"/>
              <a:ext cx="3060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2" name="Freeform 328"/>
            <p:cNvSpPr/>
            <p:nvPr/>
          </p:nvSpPr>
          <p:spPr>
            <a:xfrm>
              <a:off x="5896080" y="4443480"/>
              <a:ext cx="68760" cy="1141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3" name="Freeform 329"/>
            <p:cNvSpPr/>
            <p:nvPr/>
          </p:nvSpPr>
          <p:spPr>
            <a:xfrm>
              <a:off x="5778000" y="4343760"/>
              <a:ext cx="12024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4" name="Freeform 330"/>
            <p:cNvSpPr/>
            <p:nvPr/>
          </p:nvSpPr>
          <p:spPr>
            <a:xfrm>
              <a:off x="5697000" y="4346280"/>
              <a:ext cx="835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5" name="Freeform 331"/>
            <p:cNvSpPr/>
            <p:nvPr/>
          </p:nvSpPr>
          <p:spPr>
            <a:xfrm>
              <a:off x="5639400" y="4391280"/>
              <a:ext cx="5760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6" name="Freeform 332"/>
            <p:cNvSpPr/>
            <p:nvPr/>
          </p:nvSpPr>
          <p:spPr>
            <a:xfrm>
              <a:off x="5517720" y="4394160"/>
              <a:ext cx="1238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7" name="Freeform 333"/>
            <p:cNvSpPr/>
            <p:nvPr/>
          </p:nvSpPr>
          <p:spPr>
            <a:xfrm>
              <a:off x="5442840" y="4432680"/>
              <a:ext cx="77400" cy="138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8" name="Freeform 334"/>
            <p:cNvSpPr/>
            <p:nvPr/>
          </p:nvSpPr>
          <p:spPr>
            <a:xfrm>
              <a:off x="5429520" y="4571280"/>
              <a:ext cx="194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29" name="Freeform 335"/>
            <p:cNvSpPr/>
            <p:nvPr/>
          </p:nvSpPr>
          <p:spPr>
            <a:xfrm>
              <a:off x="5370480" y="4652280"/>
              <a:ext cx="61200" cy="31320"/>
            </a:xfrm>
            <a:prstGeom prst="pie">
              <a:avLst/>
            </a:prstGeom>
            <a:solidFill>
              <a:srgbClr val="336600"/>
            </a:solidFill>
            <a:ln w="648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0" name="Freeform 336"/>
            <p:cNvSpPr/>
            <p:nvPr/>
          </p:nvSpPr>
          <p:spPr>
            <a:xfrm>
              <a:off x="5370480" y="4681440"/>
              <a:ext cx="34200" cy="70200"/>
            </a:xfrm>
            <a:prstGeom prst="pie">
              <a:avLst/>
            </a:prstGeom>
            <a:solidFill>
              <a:srgbClr val="336600"/>
            </a:solidFill>
            <a:ln w="648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1" name="Freeform 337"/>
            <p:cNvSpPr/>
            <p:nvPr/>
          </p:nvSpPr>
          <p:spPr>
            <a:xfrm>
              <a:off x="5402520" y="4749120"/>
              <a:ext cx="4032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2" name="Freeform 338"/>
            <p:cNvSpPr/>
            <p:nvPr/>
          </p:nvSpPr>
          <p:spPr>
            <a:xfrm>
              <a:off x="5440320" y="4774320"/>
              <a:ext cx="10800" cy="3996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3" name="Freeform 339"/>
            <p:cNvSpPr/>
            <p:nvPr/>
          </p:nvSpPr>
          <p:spPr>
            <a:xfrm>
              <a:off x="5442840" y="4811760"/>
              <a:ext cx="7740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4" name="Freeform 340"/>
            <p:cNvSpPr/>
            <p:nvPr/>
          </p:nvSpPr>
          <p:spPr>
            <a:xfrm>
              <a:off x="5517720" y="4816800"/>
              <a:ext cx="316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5" name="Freeform 341"/>
            <p:cNvSpPr/>
            <p:nvPr/>
          </p:nvSpPr>
          <p:spPr>
            <a:xfrm>
              <a:off x="5547240" y="4819680"/>
              <a:ext cx="2808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6" name="Freeform 342"/>
            <p:cNvSpPr/>
            <p:nvPr/>
          </p:nvSpPr>
          <p:spPr>
            <a:xfrm>
              <a:off x="5573160" y="4871520"/>
              <a:ext cx="428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7" name="Freeform 343"/>
            <p:cNvSpPr/>
            <p:nvPr/>
          </p:nvSpPr>
          <p:spPr>
            <a:xfrm>
              <a:off x="5614560" y="4895640"/>
              <a:ext cx="9936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8" name="Freeform 344"/>
            <p:cNvSpPr/>
            <p:nvPr/>
          </p:nvSpPr>
          <p:spPr>
            <a:xfrm>
              <a:off x="5710680" y="4855680"/>
              <a:ext cx="11304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39" name="Freeform 345"/>
            <p:cNvSpPr/>
            <p:nvPr/>
          </p:nvSpPr>
          <p:spPr>
            <a:xfrm>
              <a:off x="5821200" y="4803840"/>
              <a:ext cx="66240" cy="572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0" name="Freeform 346"/>
            <p:cNvSpPr/>
            <p:nvPr/>
          </p:nvSpPr>
          <p:spPr>
            <a:xfrm>
              <a:off x="5884920" y="4793040"/>
              <a:ext cx="770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1" name="Freeform 347"/>
            <p:cNvSpPr/>
            <p:nvPr/>
          </p:nvSpPr>
          <p:spPr>
            <a:xfrm>
              <a:off x="5959800" y="4798440"/>
              <a:ext cx="709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2" name="Freeform 348"/>
            <p:cNvSpPr/>
            <p:nvPr/>
          </p:nvSpPr>
          <p:spPr>
            <a:xfrm>
              <a:off x="6014160" y="4714560"/>
              <a:ext cx="1692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3" name="Freeform 349"/>
            <p:cNvSpPr/>
            <p:nvPr/>
          </p:nvSpPr>
          <p:spPr>
            <a:xfrm>
              <a:off x="6017760" y="4646880"/>
              <a:ext cx="6264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4" name="Freeform 350"/>
            <p:cNvSpPr/>
            <p:nvPr/>
          </p:nvSpPr>
          <p:spPr>
            <a:xfrm>
              <a:off x="5042880" y="4375440"/>
              <a:ext cx="474840" cy="371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5" name="Freeform 351"/>
            <p:cNvSpPr/>
            <p:nvPr/>
          </p:nvSpPr>
          <p:spPr>
            <a:xfrm>
              <a:off x="5442840" y="4435560"/>
              <a:ext cx="77400" cy="132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6" name="Freeform 352"/>
            <p:cNvSpPr/>
            <p:nvPr/>
          </p:nvSpPr>
          <p:spPr>
            <a:xfrm>
              <a:off x="5442840" y="4391280"/>
              <a:ext cx="7488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7" name="Freeform 353"/>
            <p:cNvSpPr/>
            <p:nvPr/>
          </p:nvSpPr>
          <p:spPr>
            <a:xfrm>
              <a:off x="5344560" y="4372920"/>
              <a:ext cx="9828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8" name="Freeform 354"/>
            <p:cNvSpPr/>
            <p:nvPr/>
          </p:nvSpPr>
          <p:spPr>
            <a:xfrm>
              <a:off x="5212080" y="4388760"/>
              <a:ext cx="137520" cy="94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49" name="Freeform 355"/>
            <p:cNvSpPr/>
            <p:nvPr/>
          </p:nvSpPr>
          <p:spPr>
            <a:xfrm>
              <a:off x="5100480" y="4464720"/>
              <a:ext cx="1141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0" name="Freeform 356"/>
            <p:cNvSpPr/>
            <p:nvPr/>
          </p:nvSpPr>
          <p:spPr>
            <a:xfrm>
              <a:off x="5094360" y="4469760"/>
              <a:ext cx="1224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1" name="Freeform 357"/>
            <p:cNvSpPr/>
            <p:nvPr/>
          </p:nvSpPr>
          <p:spPr>
            <a:xfrm>
              <a:off x="5038920" y="4497840"/>
              <a:ext cx="5508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2" name="Freeform 358"/>
            <p:cNvSpPr/>
            <p:nvPr/>
          </p:nvSpPr>
          <p:spPr>
            <a:xfrm>
              <a:off x="5040360" y="4516560"/>
              <a:ext cx="3420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3" name="Freeform 359"/>
            <p:cNvSpPr/>
            <p:nvPr/>
          </p:nvSpPr>
          <p:spPr>
            <a:xfrm>
              <a:off x="5040360" y="4548600"/>
              <a:ext cx="34200" cy="7956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4" name="Freeform 360"/>
            <p:cNvSpPr/>
            <p:nvPr/>
          </p:nvSpPr>
          <p:spPr>
            <a:xfrm>
              <a:off x="5042880" y="4627080"/>
              <a:ext cx="94320" cy="122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5" name="Freeform 361"/>
            <p:cNvSpPr/>
            <p:nvPr/>
          </p:nvSpPr>
          <p:spPr>
            <a:xfrm>
              <a:off x="5137200" y="4697640"/>
              <a:ext cx="110520" cy="51480"/>
            </a:xfrm>
            <a:prstGeom prst="pie">
              <a:avLst/>
            </a:prstGeom>
            <a:solidFill>
              <a:srgbClr val="336600"/>
            </a:solidFill>
            <a:ln w="648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6" name="Freeform 362"/>
            <p:cNvSpPr/>
            <p:nvPr/>
          </p:nvSpPr>
          <p:spPr>
            <a:xfrm>
              <a:off x="5246640" y="4681440"/>
              <a:ext cx="1299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7" name="Freeform 363"/>
            <p:cNvSpPr/>
            <p:nvPr/>
          </p:nvSpPr>
          <p:spPr>
            <a:xfrm>
              <a:off x="5376600" y="4649760"/>
              <a:ext cx="5508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8" name="Freeform 364"/>
            <p:cNvSpPr/>
            <p:nvPr/>
          </p:nvSpPr>
          <p:spPr>
            <a:xfrm>
              <a:off x="5429520" y="4568400"/>
              <a:ext cx="194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59" name="Freeform 365"/>
            <p:cNvSpPr/>
            <p:nvPr/>
          </p:nvSpPr>
          <p:spPr>
            <a:xfrm>
              <a:off x="4711320" y="4106880"/>
              <a:ext cx="775800" cy="3906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0" name="Freeform 366"/>
            <p:cNvSpPr/>
            <p:nvPr/>
          </p:nvSpPr>
          <p:spPr>
            <a:xfrm>
              <a:off x="5226840" y="4266720"/>
              <a:ext cx="4032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1" name="Freeform 367"/>
            <p:cNvSpPr/>
            <p:nvPr/>
          </p:nvSpPr>
          <p:spPr>
            <a:xfrm>
              <a:off x="5175360" y="4242600"/>
              <a:ext cx="5400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2" name="Freeform 368"/>
            <p:cNvSpPr/>
            <p:nvPr/>
          </p:nvSpPr>
          <p:spPr>
            <a:xfrm>
              <a:off x="5137200" y="4237200"/>
              <a:ext cx="3780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3" name="Freeform 369"/>
            <p:cNvSpPr/>
            <p:nvPr/>
          </p:nvSpPr>
          <p:spPr>
            <a:xfrm>
              <a:off x="5122440" y="4208040"/>
              <a:ext cx="1440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4" name="Freeform 370"/>
            <p:cNvSpPr/>
            <p:nvPr/>
          </p:nvSpPr>
          <p:spPr>
            <a:xfrm>
              <a:off x="5111280" y="4197240"/>
              <a:ext cx="1440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5" name="Freeform 371"/>
            <p:cNvSpPr/>
            <p:nvPr/>
          </p:nvSpPr>
          <p:spPr>
            <a:xfrm>
              <a:off x="5064840" y="4190760"/>
              <a:ext cx="4644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6" name="Freeform 372"/>
            <p:cNvSpPr/>
            <p:nvPr/>
          </p:nvSpPr>
          <p:spPr>
            <a:xfrm>
              <a:off x="5045040" y="4193280"/>
              <a:ext cx="2196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7" name="Freeform 373"/>
            <p:cNvSpPr/>
            <p:nvPr/>
          </p:nvSpPr>
          <p:spPr>
            <a:xfrm>
              <a:off x="5038920" y="4185360"/>
              <a:ext cx="82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8" name="Freeform 374"/>
            <p:cNvSpPr/>
            <p:nvPr/>
          </p:nvSpPr>
          <p:spPr>
            <a:xfrm>
              <a:off x="5019480" y="4159080"/>
              <a:ext cx="208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69" name="Freeform 375"/>
            <p:cNvSpPr/>
            <p:nvPr/>
          </p:nvSpPr>
          <p:spPr>
            <a:xfrm>
              <a:off x="4944600" y="4156200"/>
              <a:ext cx="774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0" name="Freeform 376"/>
            <p:cNvSpPr/>
            <p:nvPr/>
          </p:nvSpPr>
          <p:spPr>
            <a:xfrm>
              <a:off x="4907520" y="4106880"/>
              <a:ext cx="392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1" name="Freeform 377"/>
            <p:cNvSpPr/>
            <p:nvPr/>
          </p:nvSpPr>
          <p:spPr>
            <a:xfrm>
              <a:off x="4907520" y="4109400"/>
              <a:ext cx="468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2" name="Freeform 378"/>
            <p:cNvSpPr/>
            <p:nvPr/>
          </p:nvSpPr>
          <p:spPr>
            <a:xfrm>
              <a:off x="4872240" y="4112280"/>
              <a:ext cx="3780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3" name="Freeform 379"/>
            <p:cNvSpPr/>
            <p:nvPr/>
          </p:nvSpPr>
          <p:spPr>
            <a:xfrm>
              <a:off x="4804560" y="4112280"/>
              <a:ext cx="6984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4" name="Freeform 380"/>
            <p:cNvSpPr/>
            <p:nvPr/>
          </p:nvSpPr>
          <p:spPr>
            <a:xfrm>
              <a:off x="4708800" y="4190760"/>
              <a:ext cx="9828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5" name="Freeform 381"/>
            <p:cNvSpPr/>
            <p:nvPr/>
          </p:nvSpPr>
          <p:spPr>
            <a:xfrm>
              <a:off x="4711320" y="4229280"/>
              <a:ext cx="5148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6" name="Freeform 382"/>
            <p:cNvSpPr/>
            <p:nvPr/>
          </p:nvSpPr>
          <p:spPr>
            <a:xfrm>
              <a:off x="4759200" y="4258440"/>
              <a:ext cx="113040" cy="135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7" name="Freeform 383"/>
            <p:cNvSpPr/>
            <p:nvPr/>
          </p:nvSpPr>
          <p:spPr>
            <a:xfrm>
              <a:off x="4869720" y="4391280"/>
              <a:ext cx="1692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8" name="Freeform 384"/>
            <p:cNvSpPr/>
            <p:nvPr/>
          </p:nvSpPr>
          <p:spPr>
            <a:xfrm>
              <a:off x="4886640" y="4413960"/>
              <a:ext cx="1692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79" name="Freeform 385"/>
            <p:cNvSpPr/>
            <p:nvPr/>
          </p:nvSpPr>
          <p:spPr>
            <a:xfrm>
              <a:off x="4901400" y="4370400"/>
              <a:ext cx="918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0" name="Freeform 386"/>
            <p:cNvSpPr/>
            <p:nvPr/>
          </p:nvSpPr>
          <p:spPr>
            <a:xfrm>
              <a:off x="4989960" y="4375440"/>
              <a:ext cx="1130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1" name="Freeform 387"/>
            <p:cNvSpPr/>
            <p:nvPr/>
          </p:nvSpPr>
          <p:spPr>
            <a:xfrm>
              <a:off x="5103000" y="4424760"/>
              <a:ext cx="16920" cy="2160"/>
            </a:xfrm>
            <a:prstGeom prst="pie">
              <a:avLst/>
            </a:prstGeom>
            <a:solidFill>
              <a:srgbClr val="336600"/>
            </a:solidFill>
            <a:ln w="6480">
              <a:solidFill>
                <a:srgbClr val="ffffff"/>
              </a:solidFill>
              <a:round/>
            </a:ln>
          </p:spPr>
          <p:style>
            <a:lnRef idx="0"/>
            <a:fillRef idx="0"/>
            <a:effectRef idx="0"/>
            <a:fontRef idx="minor"/>
          </p:style>
          <p:txBody>
            <a:bodyPr lIns="90000" rIns="90000" tIns="-44280" bIns="-44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2" name="Freeform 388"/>
            <p:cNvSpPr/>
            <p:nvPr/>
          </p:nvSpPr>
          <p:spPr>
            <a:xfrm>
              <a:off x="5100480" y="4424760"/>
              <a:ext cx="19440" cy="47520"/>
            </a:xfrm>
            <a:prstGeom prst="pie">
              <a:avLst/>
            </a:prstGeom>
            <a:solidFill>
              <a:srgbClr val="336600"/>
            </a:solidFill>
            <a:ln w="648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3" name="Freeform 389"/>
            <p:cNvSpPr/>
            <p:nvPr/>
          </p:nvSpPr>
          <p:spPr>
            <a:xfrm>
              <a:off x="5100480" y="4469760"/>
              <a:ext cx="1166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4" name="Freeform 390"/>
            <p:cNvSpPr/>
            <p:nvPr/>
          </p:nvSpPr>
          <p:spPr>
            <a:xfrm>
              <a:off x="5212080" y="4386240"/>
              <a:ext cx="137520" cy="96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5" name="Freeform 391"/>
            <p:cNvSpPr/>
            <p:nvPr/>
          </p:nvSpPr>
          <p:spPr>
            <a:xfrm>
              <a:off x="5347080" y="4372920"/>
              <a:ext cx="9828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6" name="Freeform 392"/>
            <p:cNvSpPr/>
            <p:nvPr/>
          </p:nvSpPr>
          <p:spPr>
            <a:xfrm>
              <a:off x="5442840" y="4283640"/>
              <a:ext cx="46440" cy="110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7" name="Freeform 393"/>
            <p:cNvSpPr/>
            <p:nvPr/>
          </p:nvSpPr>
          <p:spPr>
            <a:xfrm>
              <a:off x="5404680" y="4278240"/>
              <a:ext cx="8208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8" name="Freeform 394"/>
            <p:cNvSpPr/>
            <p:nvPr/>
          </p:nvSpPr>
          <p:spPr>
            <a:xfrm>
              <a:off x="5370480" y="4255560"/>
              <a:ext cx="464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89" name="Freeform 395"/>
            <p:cNvSpPr/>
            <p:nvPr/>
          </p:nvSpPr>
          <p:spPr>
            <a:xfrm>
              <a:off x="5329800" y="4263840"/>
              <a:ext cx="43920" cy="648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0" name="Freeform 396"/>
            <p:cNvSpPr/>
            <p:nvPr/>
          </p:nvSpPr>
          <p:spPr>
            <a:xfrm>
              <a:off x="5305320" y="4267800"/>
              <a:ext cx="2700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1" name="Freeform 397"/>
            <p:cNvSpPr/>
            <p:nvPr/>
          </p:nvSpPr>
          <p:spPr>
            <a:xfrm>
              <a:off x="5267520" y="4266720"/>
              <a:ext cx="4032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2" name="Freeform 398"/>
            <p:cNvSpPr/>
            <p:nvPr/>
          </p:nvSpPr>
          <p:spPr>
            <a:xfrm>
              <a:off x="4711320" y="4109400"/>
              <a:ext cx="464040" cy="307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3" name="Freeform 399"/>
            <p:cNvSpPr/>
            <p:nvPr/>
          </p:nvSpPr>
          <p:spPr>
            <a:xfrm>
              <a:off x="5132160" y="4231800"/>
              <a:ext cx="428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4" name="Freeform 400"/>
            <p:cNvSpPr/>
            <p:nvPr/>
          </p:nvSpPr>
          <p:spPr>
            <a:xfrm>
              <a:off x="5064840" y="4190760"/>
              <a:ext cx="698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5" name="Freeform 401"/>
            <p:cNvSpPr/>
            <p:nvPr/>
          </p:nvSpPr>
          <p:spPr>
            <a:xfrm>
              <a:off x="5045040" y="4193280"/>
              <a:ext cx="2196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6" name="Freeform 402"/>
            <p:cNvSpPr/>
            <p:nvPr/>
          </p:nvSpPr>
          <p:spPr>
            <a:xfrm>
              <a:off x="5038920" y="4185360"/>
              <a:ext cx="82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7" name="Freeform 403"/>
            <p:cNvSpPr/>
            <p:nvPr/>
          </p:nvSpPr>
          <p:spPr>
            <a:xfrm>
              <a:off x="5019480" y="4159080"/>
              <a:ext cx="208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698" name="Freeform 404"/>
            <p:cNvSpPr/>
            <p:nvPr/>
          </p:nvSpPr>
          <p:spPr>
            <a:xfrm>
              <a:off x="4944600" y="4156200"/>
              <a:ext cx="774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4699" name="Group 405"/>
            <p:cNvGrpSpPr/>
            <p:nvPr/>
          </p:nvGrpSpPr>
          <p:grpSpPr>
            <a:xfrm>
              <a:off x="3488400" y="4101480"/>
              <a:ext cx="2653920" cy="1759320"/>
              <a:chOff x="3488400" y="4101480"/>
              <a:chExt cx="2653920" cy="1759320"/>
            </a:xfrm>
          </p:grpSpPr>
          <p:sp>
            <p:nvSpPr>
              <p:cNvPr id="4700" name="Freeform 406"/>
              <p:cNvSpPr/>
              <p:nvPr/>
            </p:nvSpPr>
            <p:spPr>
              <a:xfrm>
                <a:off x="4908240" y="4106520"/>
                <a:ext cx="385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1" name="Freeform 407"/>
              <p:cNvSpPr/>
              <p:nvPr/>
            </p:nvSpPr>
            <p:spPr>
              <a:xfrm>
                <a:off x="4908240" y="4109040"/>
                <a:ext cx="432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2" name="Freeform 408"/>
              <p:cNvSpPr/>
              <p:nvPr/>
            </p:nvSpPr>
            <p:spPr>
              <a:xfrm>
                <a:off x="4872240" y="4111920"/>
                <a:ext cx="3852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3" name="Freeform 409"/>
              <p:cNvSpPr/>
              <p:nvPr/>
            </p:nvSpPr>
            <p:spPr>
              <a:xfrm>
                <a:off x="4805280" y="4111920"/>
                <a:ext cx="691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4" name="Freeform 410"/>
              <p:cNvSpPr/>
              <p:nvPr/>
            </p:nvSpPr>
            <p:spPr>
              <a:xfrm>
                <a:off x="4708800" y="4190400"/>
                <a:ext cx="986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5" name="Freeform 411"/>
              <p:cNvSpPr/>
              <p:nvPr/>
            </p:nvSpPr>
            <p:spPr>
              <a:xfrm>
                <a:off x="4711320" y="4228920"/>
                <a:ext cx="518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6" name="Freeform 412"/>
              <p:cNvSpPr/>
              <p:nvPr/>
            </p:nvSpPr>
            <p:spPr>
              <a:xfrm>
                <a:off x="4758840" y="4258080"/>
                <a:ext cx="113040" cy="135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7" name="Freeform 413"/>
              <p:cNvSpPr/>
              <p:nvPr/>
            </p:nvSpPr>
            <p:spPr>
              <a:xfrm>
                <a:off x="4869720" y="4391280"/>
                <a:ext cx="1692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8" name="Freeform 414"/>
              <p:cNvSpPr/>
              <p:nvPr/>
            </p:nvSpPr>
            <p:spPr>
              <a:xfrm>
                <a:off x="4886640" y="4413600"/>
                <a:ext cx="1692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09" name="Freeform 415"/>
              <p:cNvSpPr/>
              <p:nvPr/>
            </p:nvSpPr>
            <p:spPr>
              <a:xfrm>
                <a:off x="4901760" y="4383360"/>
                <a:ext cx="11556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0" name="Freeform 416"/>
              <p:cNvSpPr/>
              <p:nvPr/>
            </p:nvSpPr>
            <p:spPr>
              <a:xfrm>
                <a:off x="5015160" y="4247640"/>
                <a:ext cx="163080" cy="137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1" name="Freeform 417"/>
              <p:cNvSpPr/>
              <p:nvPr/>
            </p:nvSpPr>
            <p:spPr>
              <a:xfrm>
                <a:off x="4525200" y="4372560"/>
                <a:ext cx="592560" cy="3139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2" name="Freeform 418"/>
              <p:cNvSpPr/>
              <p:nvPr/>
            </p:nvSpPr>
            <p:spPr>
              <a:xfrm>
                <a:off x="5041080" y="4513680"/>
                <a:ext cx="3384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3" name="Freeform 419"/>
              <p:cNvSpPr/>
              <p:nvPr/>
            </p:nvSpPr>
            <p:spPr>
              <a:xfrm>
                <a:off x="5041080" y="4497480"/>
                <a:ext cx="5544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4" name="Freeform 420"/>
              <p:cNvSpPr/>
              <p:nvPr/>
            </p:nvSpPr>
            <p:spPr>
              <a:xfrm>
                <a:off x="5092200" y="4424400"/>
                <a:ext cx="2808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5" name="Freeform 421"/>
              <p:cNvSpPr/>
              <p:nvPr/>
            </p:nvSpPr>
            <p:spPr>
              <a:xfrm>
                <a:off x="5101200" y="4424400"/>
                <a:ext cx="1692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6" name="Freeform 422"/>
              <p:cNvSpPr/>
              <p:nvPr/>
            </p:nvSpPr>
            <p:spPr>
              <a:xfrm>
                <a:off x="5062680" y="4396680"/>
                <a:ext cx="4068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7" name="Freeform 423"/>
              <p:cNvSpPr/>
              <p:nvPr/>
            </p:nvSpPr>
            <p:spPr>
              <a:xfrm>
                <a:off x="4974120" y="4370040"/>
                <a:ext cx="907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8" name="Freeform 424"/>
              <p:cNvSpPr/>
              <p:nvPr/>
            </p:nvSpPr>
            <p:spPr>
              <a:xfrm>
                <a:off x="4934520" y="4370040"/>
                <a:ext cx="3924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19" name="Freeform 425"/>
              <p:cNvSpPr/>
              <p:nvPr/>
            </p:nvSpPr>
            <p:spPr>
              <a:xfrm>
                <a:off x="4886640" y="4388400"/>
                <a:ext cx="5112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0" name="Freeform 426"/>
              <p:cNvSpPr/>
              <p:nvPr/>
            </p:nvSpPr>
            <p:spPr>
              <a:xfrm>
                <a:off x="4763520" y="4413600"/>
                <a:ext cx="12312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1" name="Freeform 427"/>
              <p:cNvSpPr/>
              <p:nvPr/>
            </p:nvSpPr>
            <p:spPr>
              <a:xfrm>
                <a:off x="4766760" y="4494960"/>
                <a:ext cx="259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2" name="Freeform 428"/>
              <p:cNvSpPr/>
              <p:nvPr/>
            </p:nvSpPr>
            <p:spPr>
              <a:xfrm>
                <a:off x="4732920" y="4521240"/>
                <a:ext cx="5760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3" name="Freeform 429"/>
              <p:cNvSpPr/>
              <p:nvPr/>
            </p:nvSpPr>
            <p:spPr>
              <a:xfrm>
                <a:off x="4604400" y="4529520"/>
                <a:ext cx="12816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4" name="Freeform 430"/>
              <p:cNvSpPr/>
              <p:nvPr/>
            </p:nvSpPr>
            <p:spPr>
              <a:xfrm>
                <a:off x="4559400" y="4537440"/>
                <a:ext cx="4752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5" name="Freeform 431"/>
              <p:cNvSpPr/>
              <p:nvPr/>
            </p:nvSpPr>
            <p:spPr>
              <a:xfrm>
                <a:off x="4523040" y="4537440"/>
                <a:ext cx="385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6" name="Freeform 432"/>
              <p:cNvSpPr/>
              <p:nvPr/>
            </p:nvSpPr>
            <p:spPr>
              <a:xfrm>
                <a:off x="4523040" y="4542840"/>
                <a:ext cx="2592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7" name="Freeform 433"/>
              <p:cNvSpPr/>
              <p:nvPr/>
            </p:nvSpPr>
            <p:spPr>
              <a:xfrm>
                <a:off x="4537800" y="4573440"/>
                <a:ext cx="1116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8" name="Freeform 434"/>
              <p:cNvSpPr/>
              <p:nvPr/>
            </p:nvSpPr>
            <p:spPr>
              <a:xfrm>
                <a:off x="4537800" y="4599720"/>
                <a:ext cx="518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29" name="Freeform 435"/>
              <p:cNvSpPr/>
              <p:nvPr/>
            </p:nvSpPr>
            <p:spPr>
              <a:xfrm>
                <a:off x="4587480" y="4626720"/>
                <a:ext cx="169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0" name="Freeform 436"/>
              <p:cNvSpPr/>
              <p:nvPr/>
            </p:nvSpPr>
            <p:spPr>
              <a:xfrm>
                <a:off x="4602600" y="4638240"/>
                <a:ext cx="4032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1" name="Freeform 437"/>
              <p:cNvSpPr/>
              <p:nvPr/>
            </p:nvSpPr>
            <p:spPr>
              <a:xfrm>
                <a:off x="4642920" y="4602600"/>
                <a:ext cx="7272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2" name="Freeform 438"/>
              <p:cNvSpPr/>
              <p:nvPr/>
            </p:nvSpPr>
            <p:spPr>
              <a:xfrm>
                <a:off x="4713480" y="4602600"/>
                <a:ext cx="12780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3" name="Freeform 439"/>
              <p:cNvSpPr/>
              <p:nvPr/>
            </p:nvSpPr>
            <p:spPr>
              <a:xfrm>
                <a:off x="4838040" y="4683600"/>
                <a:ext cx="9396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4" name="Freeform 440"/>
              <p:cNvSpPr/>
              <p:nvPr/>
            </p:nvSpPr>
            <p:spPr>
              <a:xfrm>
                <a:off x="4929840" y="4651560"/>
                <a:ext cx="3600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5" name="Freeform 441"/>
              <p:cNvSpPr/>
              <p:nvPr/>
            </p:nvSpPr>
            <p:spPr>
              <a:xfrm>
                <a:off x="4966200" y="4638240"/>
                <a:ext cx="511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6" name="Freeform 442"/>
              <p:cNvSpPr/>
              <p:nvPr/>
            </p:nvSpPr>
            <p:spPr>
              <a:xfrm>
                <a:off x="5015160" y="4626720"/>
                <a:ext cx="28080" cy="14400"/>
              </a:xfrm>
              <a:prstGeom prst="pie">
                <a:avLst/>
              </a:prstGeom>
              <a:solidFill>
                <a:srgbClr val="336600"/>
              </a:solidFill>
              <a:ln w="648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7" name="Freeform 443"/>
              <p:cNvSpPr/>
              <p:nvPr/>
            </p:nvSpPr>
            <p:spPr>
              <a:xfrm>
                <a:off x="5041080" y="4545360"/>
                <a:ext cx="33840" cy="8208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8" name="Freeform 444"/>
              <p:cNvSpPr/>
              <p:nvPr/>
            </p:nvSpPr>
            <p:spPr>
              <a:xfrm>
                <a:off x="4249800" y="4510800"/>
                <a:ext cx="354600" cy="224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39" name="Freeform 445"/>
              <p:cNvSpPr/>
              <p:nvPr/>
            </p:nvSpPr>
            <p:spPr>
              <a:xfrm>
                <a:off x="4537800" y="4573440"/>
                <a:ext cx="133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0" name="Freeform 446"/>
              <p:cNvSpPr/>
              <p:nvPr/>
            </p:nvSpPr>
            <p:spPr>
              <a:xfrm>
                <a:off x="4446000" y="4510800"/>
                <a:ext cx="10512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1" name="Freeform 447"/>
              <p:cNvSpPr/>
              <p:nvPr/>
            </p:nvSpPr>
            <p:spPr>
              <a:xfrm>
                <a:off x="4448160" y="4516200"/>
                <a:ext cx="64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2" name="Freeform 448"/>
              <p:cNvSpPr/>
              <p:nvPr/>
            </p:nvSpPr>
            <p:spPr>
              <a:xfrm>
                <a:off x="4407480" y="4539960"/>
                <a:ext cx="475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3" name="Freeform 449"/>
              <p:cNvSpPr/>
              <p:nvPr/>
            </p:nvSpPr>
            <p:spPr>
              <a:xfrm>
                <a:off x="4399560" y="4508280"/>
                <a:ext cx="1008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4" name="Freeform 450"/>
              <p:cNvSpPr/>
              <p:nvPr/>
            </p:nvSpPr>
            <p:spPr>
              <a:xfrm>
                <a:off x="4354200" y="4508280"/>
                <a:ext cx="475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5" name="Freeform 451"/>
              <p:cNvSpPr/>
              <p:nvPr/>
            </p:nvSpPr>
            <p:spPr>
              <a:xfrm>
                <a:off x="4349520" y="4513680"/>
                <a:ext cx="68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6" name="Freeform 452"/>
              <p:cNvSpPr/>
              <p:nvPr/>
            </p:nvSpPr>
            <p:spPr>
              <a:xfrm>
                <a:off x="4260240" y="4542840"/>
                <a:ext cx="9396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7" name="Freeform 453"/>
              <p:cNvSpPr/>
              <p:nvPr/>
            </p:nvSpPr>
            <p:spPr>
              <a:xfrm>
                <a:off x="4247640" y="4573440"/>
                <a:ext cx="1476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8" name="Freeform 454"/>
              <p:cNvSpPr/>
              <p:nvPr/>
            </p:nvSpPr>
            <p:spPr>
              <a:xfrm>
                <a:off x="4255560" y="4589280"/>
                <a:ext cx="4536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49" name="Freeform 455"/>
              <p:cNvSpPr/>
              <p:nvPr/>
            </p:nvSpPr>
            <p:spPr>
              <a:xfrm>
                <a:off x="4266720" y="4591800"/>
                <a:ext cx="338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0" name="Freeform 456"/>
              <p:cNvSpPr/>
              <p:nvPr/>
            </p:nvSpPr>
            <p:spPr>
              <a:xfrm>
                <a:off x="4266720" y="4633200"/>
                <a:ext cx="4392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1" name="Freeform 457"/>
              <p:cNvSpPr/>
              <p:nvPr/>
            </p:nvSpPr>
            <p:spPr>
              <a:xfrm>
                <a:off x="4311000" y="4717080"/>
                <a:ext cx="12024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2" name="Freeform 458"/>
              <p:cNvSpPr/>
              <p:nvPr/>
            </p:nvSpPr>
            <p:spPr>
              <a:xfrm>
                <a:off x="4424400" y="4681080"/>
                <a:ext cx="6840" cy="3600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3" name="Freeform 459"/>
              <p:cNvSpPr/>
              <p:nvPr/>
            </p:nvSpPr>
            <p:spPr>
              <a:xfrm>
                <a:off x="4426560" y="4662360"/>
                <a:ext cx="2376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4" name="Freeform 460"/>
              <p:cNvSpPr/>
              <p:nvPr/>
            </p:nvSpPr>
            <p:spPr>
              <a:xfrm>
                <a:off x="4448160" y="4665240"/>
                <a:ext cx="40680" cy="67320"/>
              </a:xfrm>
              <a:prstGeom prst="pie">
                <a:avLst/>
              </a:prstGeom>
              <a:solidFill>
                <a:srgbClr val="336600"/>
              </a:solidFill>
              <a:ln w="6480">
                <a:solidFill>
                  <a:srgbClr val="ffffff"/>
                </a:solidFill>
                <a:round/>
              </a:ln>
            </p:spPr>
            <p:style>
              <a:lnRef idx="0"/>
              <a:fillRef idx="0"/>
              <a:effectRef idx="0"/>
              <a:fontRef idx="minor"/>
            </p:style>
            <p:txBody>
              <a:bodyPr lIns="90000" rIns="90000" tIns="20880" bIns="20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5" name="Freeform 461"/>
              <p:cNvSpPr/>
              <p:nvPr/>
            </p:nvSpPr>
            <p:spPr>
              <a:xfrm>
                <a:off x="4484520" y="4665240"/>
                <a:ext cx="2592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6" name="Freeform 462"/>
              <p:cNvSpPr/>
              <p:nvPr/>
            </p:nvSpPr>
            <p:spPr>
              <a:xfrm>
                <a:off x="4508280" y="4665240"/>
                <a:ext cx="385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7" name="Freeform 463"/>
              <p:cNvSpPr/>
              <p:nvPr/>
            </p:nvSpPr>
            <p:spPr>
              <a:xfrm>
                <a:off x="4544640" y="4681080"/>
                <a:ext cx="3384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8" name="Freeform 464"/>
              <p:cNvSpPr/>
              <p:nvPr/>
            </p:nvSpPr>
            <p:spPr>
              <a:xfrm>
                <a:off x="4570560" y="4638240"/>
                <a:ext cx="3600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59" name="Freeform 465"/>
              <p:cNvSpPr/>
              <p:nvPr/>
            </p:nvSpPr>
            <p:spPr>
              <a:xfrm>
                <a:off x="4587480" y="4623840"/>
                <a:ext cx="1692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0" name="Freeform 466"/>
              <p:cNvSpPr/>
              <p:nvPr/>
            </p:nvSpPr>
            <p:spPr>
              <a:xfrm>
                <a:off x="4534200" y="4599720"/>
                <a:ext cx="554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1" name="Freeform 467"/>
              <p:cNvSpPr/>
              <p:nvPr/>
            </p:nvSpPr>
            <p:spPr>
              <a:xfrm>
                <a:off x="5913720" y="5033520"/>
                <a:ext cx="226440" cy="2325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2" name="Freeform 468"/>
              <p:cNvSpPr/>
              <p:nvPr/>
            </p:nvSpPr>
            <p:spPr>
              <a:xfrm>
                <a:off x="6031440" y="5030640"/>
                <a:ext cx="5112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3" name="Freeform 469"/>
              <p:cNvSpPr/>
              <p:nvPr/>
            </p:nvSpPr>
            <p:spPr>
              <a:xfrm>
                <a:off x="6014520" y="5033520"/>
                <a:ext cx="1908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4" name="Freeform 470"/>
              <p:cNvSpPr/>
              <p:nvPr/>
            </p:nvSpPr>
            <p:spPr>
              <a:xfrm>
                <a:off x="6000840" y="5049360"/>
                <a:ext cx="1692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5" name="Freeform 471"/>
              <p:cNvSpPr/>
              <p:nvPr/>
            </p:nvSpPr>
            <p:spPr>
              <a:xfrm>
                <a:off x="5986440" y="5041440"/>
                <a:ext cx="1692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6" name="Freeform 472"/>
              <p:cNvSpPr/>
              <p:nvPr/>
            </p:nvSpPr>
            <p:spPr>
              <a:xfrm>
                <a:off x="5964840" y="5041440"/>
                <a:ext cx="2376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7" name="Freeform 473"/>
              <p:cNvSpPr/>
              <p:nvPr/>
            </p:nvSpPr>
            <p:spPr>
              <a:xfrm>
                <a:off x="5911560" y="5043960"/>
                <a:ext cx="529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8" name="Freeform 474"/>
              <p:cNvSpPr/>
              <p:nvPr/>
            </p:nvSpPr>
            <p:spPr>
              <a:xfrm>
                <a:off x="5913720" y="5085360"/>
                <a:ext cx="38520" cy="4788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69" name="Freeform 475"/>
              <p:cNvSpPr/>
              <p:nvPr/>
            </p:nvSpPr>
            <p:spPr>
              <a:xfrm>
                <a:off x="5918040" y="5130720"/>
                <a:ext cx="33840" cy="7956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0" name="Freeform 476"/>
              <p:cNvSpPr/>
              <p:nvPr/>
            </p:nvSpPr>
            <p:spPr>
              <a:xfrm>
                <a:off x="5920560" y="5201280"/>
                <a:ext cx="27000" cy="11520"/>
              </a:xfrm>
              <a:prstGeom prst="pie">
                <a:avLst/>
              </a:prstGeom>
              <a:solidFill>
                <a:srgbClr val="336600"/>
              </a:solidFill>
              <a:ln w="6480">
                <a:solidFill>
                  <a:srgbClr val="ffffff"/>
                </a:solidFill>
                <a:round/>
              </a:ln>
            </p:spPr>
            <p:style>
              <a:lnRef idx="0"/>
              <a:fillRef idx="0"/>
              <a:effectRef idx="0"/>
              <a:fontRef idx="minor"/>
            </p:style>
            <p:txBody>
              <a:bodyPr lIns="90000" rIns="90000" tIns="-34920" bIns="-34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1" name="Freeform 477"/>
              <p:cNvSpPr/>
              <p:nvPr/>
            </p:nvSpPr>
            <p:spPr>
              <a:xfrm>
                <a:off x="5930640" y="5203440"/>
                <a:ext cx="21240" cy="6516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2" name="Freeform 478"/>
              <p:cNvSpPr/>
              <p:nvPr/>
            </p:nvSpPr>
            <p:spPr>
              <a:xfrm>
                <a:off x="5930640" y="5218200"/>
                <a:ext cx="6012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3" name="Freeform 479"/>
              <p:cNvSpPr/>
              <p:nvPr/>
            </p:nvSpPr>
            <p:spPr>
              <a:xfrm>
                <a:off x="5988600" y="5190120"/>
                <a:ext cx="648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4" name="Freeform 480"/>
              <p:cNvSpPr/>
              <p:nvPr/>
            </p:nvSpPr>
            <p:spPr>
              <a:xfrm>
                <a:off x="5995440" y="5166360"/>
                <a:ext cx="338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5" name="Freeform 481"/>
              <p:cNvSpPr/>
              <p:nvPr/>
            </p:nvSpPr>
            <p:spPr>
              <a:xfrm>
                <a:off x="6027120" y="5130720"/>
                <a:ext cx="11088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6" name="Freeform 482"/>
              <p:cNvSpPr/>
              <p:nvPr/>
            </p:nvSpPr>
            <p:spPr>
              <a:xfrm>
                <a:off x="6133680" y="5112000"/>
                <a:ext cx="86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7" name="Freeform 483"/>
              <p:cNvSpPr/>
              <p:nvPr/>
            </p:nvSpPr>
            <p:spPr>
              <a:xfrm>
                <a:off x="6080400" y="5082480"/>
                <a:ext cx="6012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8" name="Freeform 484"/>
              <p:cNvSpPr/>
              <p:nvPr/>
            </p:nvSpPr>
            <p:spPr>
              <a:xfrm>
                <a:off x="5549760" y="4795560"/>
                <a:ext cx="481680" cy="417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79" name="Freeform 485"/>
              <p:cNvSpPr/>
              <p:nvPr/>
            </p:nvSpPr>
            <p:spPr>
              <a:xfrm>
                <a:off x="6012360" y="4824720"/>
                <a:ext cx="19080" cy="12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0" name="Freeform 486"/>
              <p:cNvSpPr/>
              <p:nvPr/>
            </p:nvSpPr>
            <p:spPr>
              <a:xfrm>
                <a:off x="6014520" y="4819320"/>
                <a:ext cx="169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1" name="Freeform 487"/>
              <p:cNvSpPr/>
              <p:nvPr/>
            </p:nvSpPr>
            <p:spPr>
              <a:xfrm>
                <a:off x="5964840" y="4800600"/>
                <a:ext cx="496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2" name="Freeform 488"/>
              <p:cNvSpPr/>
              <p:nvPr/>
            </p:nvSpPr>
            <p:spPr>
              <a:xfrm>
                <a:off x="5829840" y="4792680"/>
                <a:ext cx="13464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3" name="Freeform 489"/>
              <p:cNvSpPr/>
              <p:nvPr/>
            </p:nvSpPr>
            <p:spPr>
              <a:xfrm>
                <a:off x="5714280" y="4855320"/>
                <a:ext cx="11772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4" name="Freeform 490"/>
              <p:cNvSpPr/>
              <p:nvPr/>
            </p:nvSpPr>
            <p:spPr>
              <a:xfrm>
                <a:off x="5614560" y="4897800"/>
                <a:ext cx="9972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5" name="Freeform 491"/>
              <p:cNvSpPr/>
              <p:nvPr/>
            </p:nvSpPr>
            <p:spPr>
              <a:xfrm>
                <a:off x="5573880" y="4871160"/>
                <a:ext cx="406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6" name="Freeform 492"/>
              <p:cNvSpPr/>
              <p:nvPr/>
            </p:nvSpPr>
            <p:spPr>
              <a:xfrm>
                <a:off x="5547600" y="4874040"/>
                <a:ext cx="2844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7" name="Freeform 493"/>
              <p:cNvSpPr/>
              <p:nvPr/>
            </p:nvSpPr>
            <p:spPr>
              <a:xfrm>
                <a:off x="5547600" y="4920480"/>
                <a:ext cx="554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8" name="Freeform 494"/>
              <p:cNvSpPr/>
              <p:nvPr/>
            </p:nvSpPr>
            <p:spPr>
              <a:xfrm>
                <a:off x="5569200" y="5001480"/>
                <a:ext cx="3384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89" name="Freeform 495"/>
              <p:cNvSpPr/>
              <p:nvPr/>
            </p:nvSpPr>
            <p:spPr>
              <a:xfrm>
                <a:off x="5569200" y="5036040"/>
                <a:ext cx="432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0" name="Freeform 496"/>
              <p:cNvSpPr/>
              <p:nvPr/>
            </p:nvSpPr>
            <p:spPr>
              <a:xfrm>
                <a:off x="5571360" y="5106600"/>
                <a:ext cx="4500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1" name="Freeform 497"/>
              <p:cNvSpPr/>
              <p:nvPr/>
            </p:nvSpPr>
            <p:spPr>
              <a:xfrm>
                <a:off x="5612400" y="5114520"/>
                <a:ext cx="2700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2" name="Freeform 498"/>
              <p:cNvSpPr/>
              <p:nvPr/>
            </p:nvSpPr>
            <p:spPr>
              <a:xfrm>
                <a:off x="5629320" y="5153040"/>
                <a:ext cx="1008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3" name="Freeform 499"/>
              <p:cNvSpPr/>
              <p:nvPr/>
            </p:nvSpPr>
            <p:spPr>
              <a:xfrm>
                <a:off x="5629320" y="5177160"/>
                <a:ext cx="1008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4" name="Freeform 500"/>
              <p:cNvSpPr/>
              <p:nvPr/>
            </p:nvSpPr>
            <p:spPr>
              <a:xfrm>
                <a:off x="5636160" y="5171760"/>
                <a:ext cx="6804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5" name="Freeform 501"/>
              <p:cNvSpPr/>
              <p:nvPr/>
            </p:nvSpPr>
            <p:spPr>
              <a:xfrm>
                <a:off x="5701680" y="5169240"/>
                <a:ext cx="3852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6" name="Freeform 502"/>
              <p:cNvSpPr/>
              <p:nvPr/>
            </p:nvSpPr>
            <p:spPr>
              <a:xfrm>
                <a:off x="5740200" y="5147640"/>
                <a:ext cx="5076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7" name="Freeform 503"/>
              <p:cNvSpPr/>
              <p:nvPr/>
            </p:nvSpPr>
            <p:spPr>
              <a:xfrm>
                <a:off x="5787720" y="5147640"/>
                <a:ext cx="417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8" name="Freeform 504"/>
              <p:cNvSpPr/>
              <p:nvPr/>
            </p:nvSpPr>
            <p:spPr>
              <a:xfrm>
                <a:off x="5829840" y="5137200"/>
                <a:ext cx="554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799" name="Freeform 505"/>
              <p:cNvSpPr/>
              <p:nvPr/>
            </p:nvSpPr>
            <p:spPr>
              <a:xfrm>
                <a:off x="5866200" y="5122440"/>
                <a:ext cx="19080" cy="17280"/>
              </a:xfrm>
              <a:prstGeom prst="pie">
                <a:avLst/>
              </a:prstGeom>
              <a:solidFill>
                <a:srgbClr val="336600"/>
              </a:solidFill>
              <a:ln w="648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0" name="Freeform 506"/>
              <p:cNvSpPr/>
              <p:nvPr/>
            </p:nvSpPr>
            <p:spPr>
              <a:xfrm>
                <a:off x="5868360" y="5043960"/>
                <a:ext cx="961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1" name="Freeform 507"/>
              <p:cNvSpPr/>
              <p:nvPr/>
            </p:nvSpPr>
            <p:spPr>
              <a:xfrm>
                <a:off x="5964840" y="5038920"/>
                <a:ext cx="2376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2" name="Freeform 508"/>
              <p:cNvSpPr/>
              <p:nvPr/>
            </p:nvSpPr>
            <p:spPr>
              <a:xfrm>
                <a:off x="5988600" y="5038920"/>
                <a:ext cx="1440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3" name="Freeform 509"/>
              <p:cNvSpPr/>
              <p:nvPr/>
            </p:nvSpPr>
            <p:spPr>
              <a:xfrm>
                <a:off x="6003360" y="5049360"/>
                <a:ext cx="1440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4" name="Freeform 510"/>
              <p:cNvSpPr/>
              <p:nvPr/>
            </p:nvSpPr>
            <p:spPr>
              <a:xfrm>
                <a:off x="6014520" y="5033520"/>
                <a:ext cx="1908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5" name="Freeform 511"/>
              <p:cNvSpPr/>
              <p:nvPr/>
            </p:nvSpPr>
            <p:spPr>
              <a:xfrm>
                <a:off x="5992920" y="4991040"/>
                <a:ext cx="3852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6" name="Freeform 512"/>
              <p:cNvSpPr/>
              <p:nvPr/>
            </p:nvSpPr>
            <p:spPr>
              <a:xfrm>
                <a:off x="5992920" y="4952160"/>
                <a:ext cx="2484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7" name="Freeform 513"/>
              <p:cNvSpPr/>
              <p:nvPr/>
            </p:nvSpPr>
            <p:spPr>
              <a:xfrm>
                <a:off x="5318640" y="5093280"/>
                <a:ext cx="153720" cy="341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8" name="Freeform 514"/>
              <p:cNvSpPr/>
              <p:nvPr/>
            </p:nvSpPr>
            <p:spPr>
              <a:xfrm>
                <a:off x="5434200" y="5142600"/>
                <a:ext cx="40680" cy="143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09" name="Freeform 515"/>
              <p:cNvSpPr/>
              <p:nvPr/>
            </p:nvSpPr>
            <p:spPr>
              <a:xfrm>
                <a:off x="5340240" y="5090760"/>
                <a:ext cx="98640" cy="54000"/>
              </a:xfrm>
              <a:prstGeom prst="pie">
                <a:avLst/>
              </a:prstGeom>
              <a:solidFill>
                <a:srgbClr val="336600"/>
              </a:solidFill>
              <a:ln w="648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0" name="Freeform 516"/>
              <p:cNvSpPr/>
              <p:nvPr/>
            </p:nvSpPr>
            <p:spPr>
              <a:xfrm>
                <a:off x="5316480" y="5093280"/>
                <a:ext cx="259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1" name="Freeform 517"/>
              <p:cNvSpPr/>
              <p:nvPr/>
            </p:nvSpPr>
            <p:spPr>
              <a:xfrm>
                <a:off x="5318640" y="5145120"/>
                <a:ext cx="43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2" name="Freeform 518"/>
              <p:cNvSpPr/>
              <p:nvPr/>
            </p:nvSpPr>
            <p:spPr>
              <a:xfrm>
                <a:off x="5320800" y="5160960"/>
                <a:ext cx="169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3" name="Freeform 519"/>
              <p:cNvSpPr/>
              <p:nvPr/>
            </p:nvSpPr>
            <p:spPr>
              <a:xfrm>
                <a:off x="5332320" y="5169240"/>
                <a:ext cx="57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4" name="Freeform 520"/>
              <p:cNvSpPr/>
              <p:nvPr/>
            </p:nvSpPr>
            <p:spPr>
              <a:xfrm>
                <a:off x="5335920" y="5218200"/>
                <a:ext cx="28080" cy="7308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5" name="Freeform 521"/>
              <p:cNvSpPr/>
              <p:nvPr/>
            </p:nvSpPr>
            <p:spPr>
              <a:xfrm>
                <a:off x="5347080" y="5291640"/>
                <a:ext cx="1692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6" name="Freeform 522"/>
              <p:cNvSpPr/>
              <p:nvPr/>
            </p:nvSpPr>
            <p:spPr>
              <a:xfrm>
                <a:off x="5347080" y="5331240"/>
                <a:ext cx="84960" cy="106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7" name="Freeform 523"/>
              <p:cNvSpPr/>
              <p:nvPr/>
            </p:nvSpPr>
            <p:spPr>
              <a:xfrm>
                <a:off x="5429880" y="5421960"/>
                <a:ext cx="234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8" name="Freeform 524"/>
              <p:cNvSpPr/>
              <p:nvPr/>
            </p:nvSpPr>
            <p:spPr>
              <a:xfrm>
                <a:off x="5443560" y="5407200"/>
                <a:ext cx="1224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19" name="Freeform 525"/>
              <p:cNvSpPr/>
              <p:nvPr/>
            </p:nvSpPr>
            <p:spPr>
              <a:xfrm>
                <a:off x="5443560" y="5383440"/>
                <a:ext cx="792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0" name="Freeform 526"/>
              <p:cNvSpPr/>
              <p:nvPr/>
            </p:nvSpPr>
            <p:spPr>
              <a:xfrm>
                <a:off x="5448960" y="5283360"/>
                <a:ext cx="25920" cy="99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1" name="Freeform 527"/>
              <p:cNvSpPr/>
              <p:nvPr/>
            </p:nvSpPr>
            <p:spPr>
              <a:xfrm>
                <a:off x="3490560" y="4104000"/>
                <a:ext cx="1038960" cy="1187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2" name="Freeform 528"/>
              <p:cNvSpPr/>
              <p:nvPr/>
            </p:nvSpPr>
            <p:spPr>
              <a:xfrm>
                <a:off x="4446000" y="5098680"/>
                <a:ext cx="6228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3" name="Freeform 529"/>
              <p:cNvSpPr/>
              <p:nvPr/>
            </p:nvSpPr>
            <p:spPr>
              <a:xfrm>
                <a:off x="4491000" y="5098680"/>
                <a:ext cx="38520" cy="1951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4" name="Freeform 530"/>
              <p:cNvSpPr/>
              <p:nvPr/>
            </p:nvSpPr>
            <p:spPr>
              <a:xfrm>
                <a:off x="4440240" y="5160960"/>
                <a:ext cx="52920" cy="130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5" name="Freeform 531"/>
              <p:cNvSpPr/>
              <p:nvPr/>
            </p:nvSpPr>
            <p:spPr>
              <a:xfrm>
                <a:off x="3592440" y="4865760"/>
                <a:ext cx="86040" cy="102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6" name="Freeform 532"/>
              <p:cNvSpPr/>
              <p:nvPr/>
            </p:nvSpPr>
            <p:spPr>
              <a:xfrm>
                <a:off x="3676320" y="4706280"/>
                <a:ext cx="48600" cy="159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7" name="Freeform 533"/>
              <p:cNvSpPr/>
              <p:nvPr/>
            </p:nvSpPr>
            <p:spPr>
              <a:xfrm>
                <a:off x="3659400" y="4547880"/>
                <a:ext cx="63360" cy="1609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8" name="Freeform 534"/>
              <p:cNvSpPr/>
              <p:nvPr/>
            </p:nvSpPr>
            <p:spPr>
              <a:xfrm>
                <a:off x="3644640" y="4497480"/>
                <a:ext cx="31680" cy="50040"/>
              </a:xfrm>
              <a:prstGeom prst="pie">
                <a:avLst/>
              </a:prstGeom>
              <a:solidFill>
                <a:srgbClr val="336600"/>
              </a:solidFill>
              <a:ln w="648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29" name="Freeform 535"/>
              <p:cNvSpPr/>
              <p:nvPr/>
            </p:nvSpPr>
            <p:spPr>
              <a:xfrm>
                <a:off x="3526920" y="4396680"/>
                <a:ext cx="120960" cy="103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0" name="Freeform 536"/>
              <p:cNvSpPr/>
              <p:nvPr/>
            </p:nvSpPr>
            <p:spPr>
              <a:xfrm>
                <a:off x="3488400" y="4361760"/>
                <a:ext cx="40680" cy="4248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1" name="Freeform 537"/>
              <p:cNvSpPr/>
              <p:nvPr/>
            </p:nvSpPr>
            <p:spPr>
              <a:xfrm>
                <a:off x="3490560" y="4345920"/>
                <a:ext cx="403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2" name="Freeform 538"/>
              <p:cNvSpPr/>
              <p:nvPr/>
            </p:nvSpPr>
            <p:spPr>
              <a:xfrm>
                <a:off x="3498480" y="4323240"/>
                <a:ext cx="3024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3" name="Freeform 539"/>
              <p:cNvSpPr/>
              <p:nvPr/>
            </p:nvSpPr>
            <p:spPr>
              <a:xfrm>
                <a:off x="3498480" y="4296600"/>
                <a:ext cx="169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4" name="Freeform 540"/>
              <p:cNvSpPr/>
              <p:nvPr/>
            </p:nvSpPr>
            <p:spPr>
              <a:xfrm>
                <a:off x="3511800" y="4296600"/>
                <a:ext cx="13032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5" name="Freeform 541"/>
              <p:cNvSpPr/>
              <p:nvPr/>
            </p:nvSpPr>
            <p:spPr>
              <a:xfrm>
                <a:off x="3639960" y="4299480"/>
                <a:ext cx="2340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6" name="Freeform 542"/>
              <p:cNvSpPr/>
              <p:nvPr/>
            </p:nvSpPr>
            <p:spPr>
              <a:xfrm>
                <a:off x="3661560" y="4331520"/>
                <a:ext cx="6768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7" name="Freeform 543"/>
              <p:cNvSpPr/>
              <p:nvPr/>
            </p:nvSpPr>
            <p:spPr>
              <a:xfrm>
                <a:off x="3727440" y="4280760"/>
                <a:ext cx="1908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8" name="Freeform 544"/>
              <p:cNvSpPr/>
              <p:nvPr/>
            </p:nvSpPr>
            <p:spPr>
              <a:xfrm>
                <a:off x="3722760" y="4199760"/>
                <a:ext cx="2340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39" name="Freeform 545"/>
              <p:cNvSpPr/>
              <p:nvPr/>
            </p:nvSpPr>
            <p:spPr>
              <a:xfrm>
                <a:off x="3736440" y="4202280"/>
                <a:ext cx="5292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0" name="Freeform 546"/>
              <p:cNvSpPr/>
              <p:nvPr/>
            </p:nvSpPr>
            <p:spPr>
              <a:xfrm>
                <a:off x="3787560" y="4210200"/>
                <a:ext cx="622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1" name="Freeform 547"/>
              <p:cNvSpPr/>
              <p:nvPr/>
            </p:nvSpPr>
            <p:spPr>
              <a:xfrm>
                <a:off x="3847680" y="4226040"/>
                <a:ext cx="4644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2" name="Freeform 548"/>
              <p:cNvSpPr/>
              <p:nvPr/>
            </p:nvSpPr>
            <p:spPr>
              <a:xfrm>
                <a:off x="3894120" y="4126680"/>
                <a:ext cx="76680" cy="110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3" name="Freeform 549"/>
              <p:cNvSpPr/>
              <p:nvPr/>
            </p:nvSpPr>
            <p:spPr>
              <a:xfrm>
                <a:off x="3965400" y="4106520"/>
                <a:ext cx="53280" cy="2016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4" name="Freeform 550"/>
              <p:cNvSpPr/>
              <p:nvPr/>
            </p:nvSpPr>
            <p:spPr>
              <a:xfrm>
                <a:off x="4018680" y="4101480"/>
                <a:ext cx="3600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5" name="Freeform 551"/>
              <p:cNvSpPr/>
              <p:nvPr/>
            </p:nvSpPr>
            <p:spPr>
              <a:xfrm>
                <a:off x="4052520" y="4104000"/>
                <a:ext cx="475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6" name="Freeform 552"/>
              <p:cNvSpPr/>
              <p:nvPr/>
            </p:nvSpPr>
            <p:spPr>
              <a:xfrm>
                <a:off x="4095720" y="4131720"/>
                <a:ext cx="2484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7" name="Freeform 553"/>
              <p:cNvSpPr/>
              <p:nvPr/>
            </p:nvSpPr>
            <p:spPr>
              <a:xfrm>
                <a:off x="4117320" y="4163760"/>
                <a:ext cx="4860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8" name="Freeform 554"/>
              <p:cNvSpPr/>
              <p:nvPr/>
            </p:nvSpPr>
            <p:spPr>
              <a:xfrm>
                <a:off x="4165920" y="4207680"/>
                <a:ext cx="432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49" name="Freeform 555"/>
              <p:cNvSpPr/>
              <p:nvPr/>
            </p:nvSpPr>
            <p:spPr>
              <a:xfrm>
                <a:off x="4168440" y="4239360"/>
                <a:ext cx="403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0" name="Freeform 556"/>
              <p:cNvSpPr/>
              <p:nvPr/>
            </p:nvSpPr>
            <p:spPr>
              <a:xfrm>
                <a:off x="4209120" y="4280760"/>
                <a:ext cx="9396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1" name="Freeform 557"/>
              <p:cNvSpPr/>
              <p:nvPr/>
            </p:nvSpPr>
            <p:spPr>
              <a:xfrm>
                <a:off x="4303080" y="4328640"/>
                <a:ext cx="4644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2" name="Freeform 558"/>
              <p:cNvSpPr/>
              <p:nvPr/>
            </p:nvSpPr>
            <p:spPr>
              <a:xfrm>
                <a:off x="4349520" y="4334040"/>
                <a:ext cx="961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3" name="Freeform 559"/>
              <p:cNvSpPr/>
              <p:nvPr/>
            </p:nvSpPr>
            <p:spPr>
              <a:xfrm>
                <a:off x="4399560" y="4370040"/>
                <a:ext cx="53280" cy="140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4" name="Freeform 560"/>
              <p:cNvSpPr/>
              <p:nvPr/>
            </p:nvSpPr>
            <p:spPr>
              <a:xfrm>
                <a:off x="4354200" y="4508280"/>
                <a:ext cx="475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5" name="Freeform 561"/>
              <p:cNvSpPr/>
              <p:nvPr/>
            </p:nvSpPr>
            <p:spPr>
              <a:xfrm>
                <a:off x="4349520" y="4513680"/>
                <a:ext cx="684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6" name="Freeform 562"/>
              <p:cNvSpPr/>
              <p:nvPr/>
            </p:nvSpPr>
            <p:spPr>
              <a:xfrm>
                <a:off x="4249800" y="4545360"/>
                <a:ext cx="10188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7" name="Freeform 563"/>
              <p:cNvSpPr/>
              <p:nvPr/>
            </p:nvSpPr>
            <p:spPr>
              <a:xfrm>
                <a:off x="4249800" y="4586400"/>
                <a:ext cx="5112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8" name="Freeform 564"/>
              <p:cNvSpPr/>
              <p:nvPr/>
            </p:nvSpPr>
            <p:spPr>
              <a:xfrm>
                <a:off x="4266720" y="4597560"/>
                <a:ext cx="3168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59" name="Freeform 565"/>
              <p:cNvSpPr/>
              <p:nvPr/>
            </p:nvSpPr>
            <p:spPr>
              <a:xfrm>
                <a:off x="4264560" y="4633200"/>
                <a:ext cx="756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0" name="Freeform 566"/>
              <p:cNvSpPr/>
              <p:nvPr/>
            </p:nvSpPr>
            <p:spPr>
              <a:xfrm>
                <a:off x="4266720" y="4673160"/>
                <a:ext cx="4068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1" name="Freeform 567"/>
              <p:cNvSpPr/>
              <p:nvPr/>
            </p:nvSpPr>
            <p:spPr>
              <a:xfrm>
                <a:off x="4305240" y="4735440"/>
                <a:ext cx="554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2" name="Freeform 568"/>
              <p:cNvSpPr/>
              <p:nvPr/>
            </p:nvSpPr>
            <p:spPr>
              <a:xfrm>
                <a:off x="4317840" y="4816800"/>
                <a:ext cx="428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3" name="Freeform 569"/>
              <p:cNvSpPr/>
              <p:nvPr/>
            </p:nvSpPr>
            <p:spPr>
              <a:xfrm>
                <a:off x="4315680" y="4840920"/>
                <a:ext cx="3384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4" name="Freeform 570"/>
              <p:cNvSpPr/>
              <p:nvPr/>
            </p:nvSpPr>
            <p:spPr>
              <a:xfrm>
                <a:off x="4291560" y="4874040"/>
                <a:ext cx="5436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5" name="Freeform 571"/>
              <p:cNvSpPr/>
              <p:nvPr/>
            </p:nvSpPr>
            <p:spPr>
              <a:xfrm>
                <a:off x="4291560" y="4887360"/>
                <a:ext cx="900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6" name="Freeform 572"/>
              <p:cNvSpPr/>
              <p:nvPr/>
            </p:nvSpPr>
            <p:spPr>
              <a:xfrm>
                <a:off x="4298760" y="4936320"/>
                <a:ext cx="4068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7" name="Freeform 573"/>
              <p:cNvSpPr/>
              <p:nvPr/>
            </p:nvSpPr>
            <p:spPr>
              <a:xfrm>
                <a:off x="4339440" y="4978800"/>
                <a:ext cx="2916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8" name="Freeform 574"/>
              <p:cNvSpPr/>
              <p:nvPr/>
            </p:nvSpPr>
            <p:spPr>
              <a:xfrm>
                <a:off x="4279320" y="4978800"/>
                <a:ext cx="89280" cy="106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69" name="Freeform 575"/>
              <p:cNvSpPr/>
              <p:nvPr/>
            </p:nvSpPr>
            <p:spPr>
              <a:xfrm>
                <a:off x="4174920" y="5041440"/>
                <a:ext cx="10404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0" name="Freeform 576"/>
              <p:cNvSpPr/>
              <p:nvPr/>
            </p:nvSpPr>
            <p:spPr>
              <a:xfrm>
                <a:off x="4136400" y="5041440"/>
                <a:ext cx="4176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1" name="Freeform 577"/>
              <p:cNvSpPr/>
              <p:nvPr/>
            </p:nvSpPr>
            <p:spPr>
              <a:xfrm>
                <a:off x="4050360" y="5009760"/>
                <a:ext cx="8928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2" name="Freeform 578"/>
              <p:cNvSpPr/>
              <p:nvPr/>
            </p:nvSpPr>
            <p:spPr>
              <a:xfrm>
                <a:off x="4003920" y="5009760"/>
                <a:ext cx="48600" cy="140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3" name="Freeform 579"/>
              <p:cNvSpPr/>
              <p:nvPr/>
            </p:nvSpPr>
            <p:spPr>
              <a:xfrm>
                <a:off x="3929040" y="5133240"/>
                <a:ext cx="871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4" name="Freeform 580"/>
              <p:cNvSpPr/>
              <p:nvPr/>
            </p:nvSpPr>
            <p:spPr>
              <a:xfrm>
                <a:off x="3830760" y="5061600"/>
                <a:ext cx="9828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5" name="Freeform 581"/>
              <p:cNvSpPr/>
              <p:nvPr/>
            </p:nvSpPr>
            <p:spPr>
              <a:xfrm>
                <a:off x="3780720" y="5060160"/>
                <a:ext cx="554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6" name="Freeform 582"/>
              <p:cNvSpPr/>
              <p:nvPr/>
            </p:nvSpPr>
            <p:spPr>
              <a:xfrm>
                <a:off x="3738600" y="5041440"/>
                <a:ext cx="421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7" name="Freeform 583"/>
              <p:cNvSpPr/>
              <p:nvPr/>
            </p:nvSpPr>
            <p:spPr>
              <a:xfrm>
                <a:off x="3712680" y="5041440"/>
                <a:ext cx="2952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8" name="Freeform 584"/>
              <p:cNvSpPr/>
              <p:nvPr/>
            </p:nvSpPr>
            <p:spPr>
              <a:xfrm>
                <a:off x="3652560" y="4989600"/>
                <a:ext cx="6228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79" name="Freeform 585"/>
              <p:cNvSpPr/>
              <p:nvPr/>
            </p:nvSpPr>
            <p:spPr>
              <a:xfrm>
                <a:off x="3592440" y="4965480"/>
                <a:ext cx="6444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0" name="Freeform 586"/>
              <p:cNvSpPr/>
              <p:nvPr/>
            </p:nvSpPr>
            <p:spPr>
              <a:xfrm>
                <a:off x="4294080" y="4605120"/>
                <a:ext cx="969120" cy="1252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1" name="Freeform 587"/>
              <p:cNvSpPr/>
              <p:nvPr/>
            </p:nvSpPr>
            <p:spPr>
              <a:xfrm>
                <a:off x="4424400" y="5427000"/>
                <a:ext cx="11160" cy="154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2" name="Freeform 588"/>
              <p:cNvSpPr/>
              <p:nvPr/>
            </p:nvSpPr>
            <p:spPr>
              <a:xfrm>
                <a:off x="4433760" y="5540040"/>
                <a:ext cx="7452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3" name="Freeform 589"/>
              <p:cNvSpPr/>
              <p:nvPr/>
            </p:nvSpPr>
            <p:spPr>
              <a:xfrm>
                <a:off x="4506120" y="5483160"/>
                <a:ext cx="2592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4" name="Freeform 590"/>
              <p:cNvSpPr/>
              <p:nvPr/>
            </p:nvSpPr>
            <p:spPr>
              <a:xfrm>
                <a:off x="4508280" y="5409720"/>
                <a:ext cx="23400" cy="75600"/>
              </a:xfrm>
              <a:prstGeom prst="pie">
                <a:avLst/>
              </a:prstGeom>
              <a:solidFill>
                <a:srgbClr val="336600"/>
              </a:solidFill>
              <a:ln w="648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5" name="Freeform 591"/>
              <p:cNvSpPr/>
              <p:nvPr/>
            </p:nvSpPr>
            <p:spPr>
              <a:xfrm>
                <a:off x="4498200" y="5312880"/>
                <a:ext cx="33840" cy="99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6" name="Freeform 592"/>
              <p:cNvSpPr/>
              <p:nvPr/>
            </p:nvSpPr>
            <p:spPr>
              <a:xfrm>
                <a:off x="4424400" y="5315400"/>
                <a:ext cx="77040" cy="111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7" name="Freeform 593"/>
              <p:cNvSpPr/>
              <p:nvPr/>
            </p:nvSpPr>
            <p:spPr>
              <a:xfrm>
                <a:off x="5004720" y="5665320"/>
                <a:ext cx="1692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8" name="Freeform 594"/>
              <p:cNvSpPr/>
              <p:nvPr/>
            </p:nvSpPr>
            <p:spPr>
              <a:xfrm>
                <a:off x="4841640" y="5665320"/>
                <a:ext cx="177840" cy="31320"/>
              </a:xfrm>
              <a:prstGeom prst="pie">
                <a:avLst/>
              </a:prstGeom>
              <a:solidFill>
                <a:srgbClr val="336600"/>
              </a:solidFill>
              <a:ln w="648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89" name="Freeform 595"/>
              <p:cNvSpPr/>
              <p:nvPr/>
            </p:nvSpPr>
            <p:spPr>
              <a:xfrm>
                <a:off x="4758840" y="5673240"/>
                <a:ext cx="8496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0" name="Freeform 596"/>
              <p:cNvSpPr/>
              <p:nvPr/>
            </p:nvSpPr>
            <p:spPr>
              <a:xfrm>
                <a:off x="4758840" y="5738400"/>
                <a:ext cx="241200" cy="122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1" name="Freeform 597"/>
              <p:cNvSpPr/>
              <p:nvPr/>
            </p:nvSpPr>
            <p:spPr>
              <a:xfrm>
                <a:off x="4997880" y="5722200"/>
                <a:ext cx="19080" cy="138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2" name="Freeform 598"/>
              <p:cNvSpPr/>
              <p:nvPr/>
            </p:nvSpPr>
            <p:spPr>
              <a:xfrm>
                <a:off x="4368960" y="4920480"/>
                <a:ext cx="109800" cy="6660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3" name="Freeform 599"/>
              <p:cNvSpPr/>
              <p:nvPr/>
            </p:nvSpPr>
            <p:spPr>
              <a:xfrm>
                <a:off x="4476600" y="4920480"/>
                <a:ext cx="6336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4" name="Freeform 600"/>
              <p:cNvSpPr/>
              <p:nvPr/>
            </p:nvSpPr>
            <p:spPr>
              <a:xfrm>
                <a:off x="4537800" y="4946760"/>
                <a:ext cx="69120" cy="135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5" name="Freeform 601"/>
              <p:cNvSpPr/>
              <p:nvPr/>
            </p:nvSpPr>
            <p:spPr>
              <a:xfrm>
                <a:off x="4602600" y="5082480"/>
                <a:ext cx="15156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6" name="Freeform 602"/>
              <p:cNvSpPr/>
              <p:nvPr/>
            </p:nvSpPr>
            <p:spPr>
              <a:xfrm>
                <a:off x="4752000" y="5226120"/>
                <a:ext cx="9828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7" name="Freeform 603"/>
              <p:cNvSpPr/>
              <p:nvPr/>
            </p:nvSpPr>
            <p:spPr>
              <a:xfrm>
                <a:off x="4850640" y="5288760"/>
                <a:ext cx="6012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8" name="Freeform 604"/>
              <p:cNvSpPr/>
              <p:nvPr/>
            </p:nvSpPr>
            <p:spPr>
              <a:xfrm>
                <a:off x="4908240" y="5353920"/>
                <a:ext cx="770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899" name="Freeform 605"/>
              <p:cNvSpPr/>
              <p:nvPr/>
            </p:nvSpPr>
            <p:spPr>
              <a:xfrm>
                <a:off x="4980960" y="5377680"/>
                <a:ext cx="1908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4900" name="Group 606"/>
            <p:cNvGrpSpPr/>
            <p:nvPr/>
          </p:nvGrpSpPr>
          <p:grpSpPr>
            <a:xfrm>
              <a:off x="2852640" y="2649600"/>
              <a:ext cx="2412000" cy="3299760"/>
              <a:chOff x="2852640" y="2649600"/>
              <a:chExt cx="2412000" cy="3299760"/>
            </a:xfrm>
          </p:grpSpPr>
          <p:sp>
            <p:nvSpPr>
              <p:cNvPr id="4901" name="Freeform 607"/>
              <p:cNvSpPr/>
              <p:nvPr/>
            </p:nvSpPr>
            <p:spPr>
              <a:xfrm>
                <a:off x="4997520" y="5432400"/>
                <a:ext cx="113040" cy="164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2" name="Freeform 608"/>
              <p:cNvSpPr/>
              <p:nvPr/>
            </p:nvSpPr>
            <p:spPr>
              <a:xfrm>
                <a:off x="5076720" y="5591880"/>
                <a:ext cx="3168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3" name="Freeform 609"/>
              <p:cNvSpPr/>
              <p:nvPr/>
            </p:nvSpPr>
            <p:spPr>
              <a:xfrm>
                <a:off x="5062320" y="5610600"/>
                <a:ext cx="190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4" name="Freeform 610"/>
              <p:cNvSpPr/>
              <p:nvPr/>
            </p:nvSpPr>
            <p:spPr>
              <a:xfrm>
                <a:off x="5064480" y="5586480"/>
                <a:ext cx="6084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5" name="Freeform 611"/>
              <p:cNvSpPr/>
              <p:nvPr/>
            </p:nvSpPr>
            <p:spPr>
              <a:xfrm>
                <a:off x="5122440" y="5545440"/>
                <a:ext cx="4824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6" name="Freeform 612"/>
              <p:cNvSpPr/>
              <p:nvPr/>
            </p:nvSpPr>
            <p:spPr>
              <a:xfrm>
                <a:off x="5158440" y="5497560"/>
                <a:ext cx="1224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7" name="Freeform 613"/>
              <p:cNvSpPr/>
              <p:nvPr/>
            </p:nvSpPr>
            <p:spPr>
              <a:xfrm>
                <a:off x="5108760" y="5467320"/>
                <a:ext cx="5184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8" name="Freeform 614"/>
              <p:cNvSpPr/>
              <p:nvPr/>
            </p:nvSpPr>
            <p:spPr>
              <a:xfrm>
                <a:off x="5108760" y="5370120"/>
                <a:ext cx="40680" cy="96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09" name="Freeform 615"/>
              <p:cNvSpPr/>
              <p:nvPr/>
            </p:nvSpPr>
            <p:spPr>
              <a:xfrm>
                <a:off x="5147280" y="5370120"/>
                <a:ext cx="11304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0" name="Freeform 616"/>
              <p:cNvSpPr/>
              <p:nvPr/>
            </p:nvSpPr>
            <p:spPr>
              <a:xfrm>
                <a:off x="5190120" y="5347440"/>
                <a:ext cx="74520" cy="95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1" name="Freeform 617"/>
              <p:cNvSpPr/>
              <p:nvPr/>
            </p:nvSpPr>
            <p:spPr>
              <a:xfrm>
                <a:off x="5040720" y="5266440"/>
                <a:ext cx="15156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2" name="Freeform 618"/>
              <p:cNvSpPr/>
              <p:nvPr/>
            </p:nvSpPr>
            <p:spPr>
              <a:xfrm>
                <a:off x="5040720" y="5223960"/>
                <a:ext cx="2592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3" name="Freeform 619"/>
              <p:cNvSpPr/>
              <p:nvPr/>
            </p:nvSpPr>
            <p:spPr>
              <a:xfrm>
                <a:off x="4982760" y="5215680"/>
                <a:ext cx="8136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4" name="Freeform 620"/>
              <p:cNvSpPr/>
              <p:nvPr/>
            </p:nvSpPr>
            <p:spPr>
              <a:xfrm>
                <a:off x="4862880" y="5074920"/>
                <a:ext cx="11988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5" name="Freeform 621"/>
              <p:cNvSpPr/>
              <p:nvPr/>
            </p:nvSpPr>
            <p:spPr>
              <a:xfrm>
                <a:off x="4741560" y="4874040"/>
                <a:ext cx="125640" cy="2005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6" name="Freeform 622"/>
              <p:cNvSpPr/>
              <p:nvPr/>
            </p:nvSpPr>
            <p:spPr>
              <a:xfrm>
                <a:off x="4736880" y="4811760"/>
                <a:ext cx="1692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7" name="Freeform 623"/>
              <p:cNvSpPr/>
              <p:nvPr/>
            </p:nvSpPr>
            <p:spPr>
              <a:xfrm>
                <a:off x="4736880" y="4746600"/>
                <a:ext cx="8496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8" name="Freeform 624"/>
              <p:cNvSpPr/>
              <p:nvPr/>
            </p:nvSpPr>
            <p:spPr>
              <a:xfrm>
                <a:off x="4818600" y="4746600"/>
                <a:ext cx="5076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19" name="Freeform 625"/>
              <p:cNvSpPr/>
              <p:nvPr/>
            </p:nvSpPr>
            <p:spPr>
              <a:xfrm>
                <a:off x="4841280" y="4686480"/>
                <a:ext cx="2808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0" name="Freeform 626"/>
              <p:cNvSpPr/>
              <p:nvPr/>
            </p:nvSpPr>
            <p:spPr>
              <a:xfrm>
                <a:off x="4713120" y="4602600"/>
                <a:ext cx="12996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1" name="Freeform 627"/>
              <p:cNvSpPr/>
              <p:nvPr/>
            </p:nvSpPr>
            <p:spPr>
              <a:xfrm>
                <a:off x="4640760" y="4602600"/>
                <a:ext cx="7452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2" name="Freeform 628"/>
              <p:cNvSpPr/>
              <p:nvPr/>
            </p:nvSpPr>
            <p:spPr>
              <a:xfrm>
                <a:off x="4602240" y="4641120"/>
                <a:ext cx="385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3" name="Freeform 629"/>
              <p:cNvSpPr/>
              <p:nvPr/>
            </p:nvSpPr>
            <p:spPr>
              <a:xfrm>
                <a:off x="4544280" y="4641120"/>
                <a:ext cx="59760" cy="5328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4" name="Freeform 630"/>
              <p:cNvSpPr/>
              <p:nvPr/>
            </p:nvSpPr>
            <p:spPr>
              <a:xfrm>
                <a:off x="4508280" y="4665240"/>
                <a:ext cx="403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5" name="Freeform 631"/>
              <p:cNvSpPr/>
              <p:nvPr/>
            </p:nvSpPr>
            <p:spPr>
              <a:xfrm>
                <a:off x="4486680" y="4667760"/>
                <a:ext cx="2340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6" name="Freeform 632"/>
              <p:cNvSpPr/>
              <p:nvPr/>
            </p:nvSpPr>
            <p:spPr>
              <a:xfrm>
                <a:off x="4448160" y="4665240"/>
                <a:ext cx="4068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7" name="Freeform 633"/>
              <p:cNvSpPr/>
              <p:nvPr/>
            </p:nvSpPr>
            <p:spPr>
              <a:xfrm>
                <a:off x="4426560" y="4665240"/>
                <a:ext cx="237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8" name="Freeform 634"/>
              <p:cNvSpPr/>
              <p:nvPr/>
            </p:nvSpPr>
            <p:spPr>
              <a:xfrm>
                <a:off x="4426560" y="4681080"/>
                <a:ext cx="43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29" name="Freeform 635"/>
              <p:cNvSpPr/>
              <p:nvPr/>
            </p:nvSpPr>
            <p:spPr>
              <a:xfrm>
                <a:off x="4305240" y="4714560"/>
                <a:ext cx="12348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0" name="Freeform 636"/>
              <p:cNvSpPr/>
              <p:nvPr/>
            </p:nvSpPr>
            <p:spPr>
              <a:xfrm>
                <a:off x="4305240" y="4735800"/>
                <a:ext cx="5544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1" name="Freeform 637"/>
              <p:cNvSpPr/>
              <p:nvPr/>
            </p:nvSpPr>
            <p:spPr>
              <a:xfrm>
                <a:off x="4313160" y="4816800"/>
                <a:ext cx="4752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2" name="Freeform 638"/>
              <p:cNvSpPr/>
              <p:nvPr/>
            </p:nvSpPr>
            <p:spPr>
              <a:xfrm>
                <a:off x="4313160" y="4843440"/>
                <a:ext cx="3600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3" name="Freeform 639"/>
              <p:cNvSpPr/>
              <p:nvPr/>
            </p:nvSpPr>
            <p:spPr>
              <a:xfrm>
                <a:off x="4291560" y="4874040"/>
                <a:ext cx="518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4" name="Freeform 640"/>
              <p:cNvSpPr/>
              <p:nvPr/>
            </p:nvSpPr>
            <p:spPr>
              <a:xfrm>
                <a:off x="4291560" y="4889880"/>
                <a:ext cx="1116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5" name="Freeform 641"/>
              <p:cNvSpPr/>
              <p:nvPr/>
            </p:nvSpPr>
            <p:spPr>
              <a:xfrm>
                <a:off x="4300920" y="4939200"/>
                <a:ext cx="38520" cy="4788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6" name="Freeform 642"/>
              <p:cNvSpPr/>
              <p:nvPr/>
            </p:nvSpPr>
            <p:spPr>
              <a:xfrm>
                <a:off x="4339440" y="4979160"/>
                <a:ext cx="313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7" name="Freeform 643"/>
              <p:cNvSpPr/>
              <p:nvPr/>
            </p:nvSpPr>
            <p:spPr>
              <a:xfrm>
                <a:off x="4956840" y="5927040"/>
                <a:ext cx="1116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8" name="Freeform 644"/>
              <p:cNvSpPr/>
              <p:nvPr/>
            </p:nvSpPr>
            <p:spPr>
              <a:xfrm>
                <a:off x="4963320" y="5924520"/>
                <a:ext cx="14760" cy="24840"/>
              </a:xfrm>
              <a:prstGeom prst="pie">
                <a:avLst/>
              </a:prstGeom>
              <a:solidFill>
                <a:srgbClr val="336600"/>
              </a:solidFill>
              <a:ln w="6480">
                <a:solidFill>
                  <a:srgbClr val="ffffff"/>
                </a:solidFill>
                <a:round/>
              </a:ln>
            </p:spPr>
            <p:style>
              <a:lnRef idx="0"/>
              <a:fillRef idx="0"/>
              <a:effectRef idx="0"/>
              <a:fontRef idx="minor"/>
            </p:style>
            <p:txBody>
              <a:bodyPr lIns="90000" rIns="90000" tIns="-21600" bIns="-21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39" name="Freeform 645"/>
              <p:cNvSpPr/>
              <p:nvPr/>
            </p:nvSpPr>
            <p:spPr>
              <a:xfrm>
                <a:off x="2854800" y="4968360"/>
                <a:ext cx="370440" cy="610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0" name="Freeform 646"/>
              <p:cNvSpPr/>
              <p:nvPr/>
            </p:nvSpPr>
            <p:spPr>
              <a:xfrm>
                <a:off x="3139200" y="5133240"/>
                <a:ext cx="28080" cy="165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1" name="Freeform 647"/>
              <p:cNvSpPr/>
              <p:nvPr/>
            </p:nvSpPr>
            <p:spPr>
              <a:xfrm>
                <a:off x="3165120" y="5093280"/>
                <a:ext cx="6228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2" name="Freeform 648"/>
              <p:cNvSpPr/>
              <p:nvPr/>
            </p:nvSpPr>
            <p:spPr>
              <a:xfrm>
                <a:off x="3216240" y="5061600"/>
                <a:ext cx="1116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3" name="Freeform 649"/>
              <p:cNvSpPr/>
              <p:nvPr/>
            </p:nvSpPr>
            <p:spPr>
              <a:xfrm>
                <a:off x="3100680" y="5001480"/>
                <a:ext cx="11736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4" name="Freeform 650"/>
              <p:cNvSpPr/>
              <p:nvPr/>
            </p:nvSpPr>
            <p:spPr>
              <a:xfrm>
                <a:off x="3100680" y="4984560"/>
                <a:ext cx="1692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5" name="Freeform 651"/>
              <p:cNvSpPr/>
              <p:nvPr/>
            </p:nvSpPr>
            <p:spPr>
              <a:xfrm>
                <a:off x="3049560" y="4965840"/>
                <a:ext cx="644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6" name="Freeform 652"/>
              <p:cNvSpPr/>
              <p:nvPr/>
            </p:nvSpPr>
            <p:spPr>
              <a:xfrm>
                <a:off x="2985120" y="4968360"/>
                <a:ext cx="691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7" name="Freeform 653"/>
              <p:cNvSpPr/>
              <p:nvPr/>
            </p:nvSpPr>
            <p:spPr>
              <a:xfrm>
                <a:off x="2962440" y="5046840"/>
                <a:ext cx="41760" cy="116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8" name="Freeform 654"/>
              <p:cNvSpPr/>
              <p:nvPr/>
            </p:nvSpPr>
            <p:spPr>
              <a:xfrm>
                <a:off x="2852640" y="5160960"/>
                <a:ext cx="117720" cy="162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49" name="Freeform 655"/>
              <p:cNvSpPr/>
              <p:nvPr/>
            </p:nvSpPr>
            <p:spPr>
              <a:xfrm>
                <a:off x="2852640" y="5323320"/>
                <a:ext cx="5184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0" name="Freeform 656"/>
              <p:cNvSpPr/>
              <p:nvPr/>
            </p:nvSpPr>
            <p:spPr>
              <a:xfrm>
                <a:off x="2873880" y="5402160"/>
                <a:ext cx="30240" cy="67320"/>
              </a:xfrm>
              <a:prstGeom prst="pie">
                <a:avLst/>
              </a:prstGeom>
              <a:solidFill>
                <a:srgbClr val="336600"/>
              </a:solidFill>
              <a:ln w="6480">
                <a:solidFill>
                  <a:srgbClr val="ffffff"/>
                </a:solidFill>
                <a:round/>
              </a:ln>
            </p:spPr>
            <p:style>
              <a:lnRef idx="0"/>
              <a:fillRef idx="0"/>
              <a:effectRef idx="0"/>
              <a:fontRef idx="minor"/>
            </p:style>
            <p:txBody>
              <a:bodyPr lIns="90000" rIns="90000" tIns="20880" bIns="20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1" name="Freeform 657"/>
              <p:cNvSpPr/>
              <p:nvPr/>
            </p:nvSpPr>
            <p:spPr>
              <a:xfrm>
                <a:off x="2852640" y="5467320"/>
                <a:ext cx="3852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2" name="Freeform 658"/>
              <p:cNvSpPr/>
              <p:nvPr/>
            </p:nvSpPr>
            <p:spPr>
              <a:xfrm>
                <a:off x="2854800" y="5553360"/>
                <a:ext cx="1389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3" name="Freeform 659"/>
              <p:cNvSpPr/>
              <p:nvPr/>
            </p:nvSpPr>
            <p:spPr>
              <a:xfrm>
                <a:off x="2991600" y="5483160"/>
                <a:ext cx="64440" cy="95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4" name="Freeform 660"/>
              <p:cNvSpPr/>
              <p:nvPr/>
            </p:nvSpPr>
            <p:spPr>
              <a:xfrm>
                <a:off x="3056400" y="5459040"/>
                <a:ext cx="464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5" name="Freeform 661"/>
              <p:cNvSpPr/>
              <p:nvPr/>
            </p:nvSpPr>
            <p:spPr>
              <a:xfrm>
                <a:off x="3062160" y="5380560"/>
                <a:ext cx="3600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6" name="Freeform 662"/>
              <p:cNvSpPr/>
              <p:nvPr/>
            </p:nvSpPr>
            <p:spPr>
              <a:xfrm>
                <a:off x="3075840" y="5291640"/>
                <a:ext cx="2484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7" name="Freeform 663"/>
              <p:cNvSpPr/>
              <p:nvPr/>
            </p:nvSpPr>
            <p:spPr>
              <a:xfrm>
                <a:off x="3079080" y="5294160"/>
                <a:ext cx="212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8" name="Freeform 664"/>
              <p:cNvSpPr/>
              <p:nvPr/>
            </p:nvSpPr>
            <p:spPr>
              <a:xfrm>
                <a:off x="3098520" y="5296680"/>
                <a:ext cx="4500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59" name="Freeform 665"/>
              <p:cNvSpPr/>
              <p:nvPr/>
            </p:nvSpPr>
            <p:spPr>
              <a:xfrm>
                <a:off x="2991600" y="4811760"/>
                <a:ext cx="1137600" cy="918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0" name="Freeform 666"/>
              <p:cNvSpPr/>
              <p:nvPr/>
            </p:nvSpPr>
            <p:spPr>
              <a:xfrm>
                <a:off x="3830400" y="5516280"/>
                <a:ext cx="4032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1" name="Freeform 667"/>
              <p:cNvSpPr/>
              <p:nvPr/>
            </p:nvSpPr>
            <p:spPr>
              <a:xfrm>
                <a:off x="3830400" y="5521320"/>
                <a:ext cx="3600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2" name="Freeform 668"/>
              <p:cNvSpPr/>
              <p:nvPr/>
            </p:nvSpPr>
            <p:spPr>
              <a:xfrm>
                <a:off x="4064760" y="5399280"/>
                <a:ext cx="6696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3" name="Freeform 669"/>
              <p:cNvSpPr/>
              <p:nvPr/>
            </p:nvSpPr>
            <p:spPr>
              <a:xfrm>
                <a:off x="4061520" y="5399280"/>
                <a:ext cx="223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4" name="Freeform 670"/>
              <p:cNvSpPr/>
              <p:nvPr/>
            </p:nvSpPr>
            <p:spPr>
              <a:xfrm>
                <a:off x="3922200" y="5432400"/>
                <a:ext cx="8136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5" name="Freeform 671"/>
              <p:cNvSpPr/>
              <p:nvPr/>
            </p:nvSpPr>
            <p:spPr>
              <a:xfrm>
                <a:off x="3977640" y="5448600"/>
                <a:ext cx="2952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6" name="Freeform 672"/>
              <p:cNvSpPr/>
              <p:nvPr/>
            </p:nvSpPr>
            <p:spPr>
              <a:xfrm>
                <a:off x="3920040" y="5453640"/>
                <a:ext cx="5760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7" name="Freeform 673"/>
              <p:cNvSpPr/>
              <p:nvPr/>
            </p:nvSpPr>
            <p:spPr>
              <a:xfrm>
                <a:off x="3794400" y="5266440"/>
                <a:ext cx="529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8" name="Freeform 674"/>
              <p:cNvSpPr/>
              <p:nvPr/>
            </p:nvSpPr>
            <p:spPr>
              <a:xfrm>
                <a:off x="3845160" y="5210640"/>
                <a:ext cx="11304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69" name="Freeform 675"/>
              <p:cNvSpPr/>
              <p:nvPr/>
            </p:nvSpPr>
            <p:spPr>
              <a:xfrm>
                <a:off x="3958560" y="5179680"/>
                <a:ext cx="4500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0" name="Freeform 676"/>
              <p:cNvSpPr/>
              <p:nvPr/>
            </p:nvSpPr>
            <p:spPr>
              <a:xfrm>
                <a:off x="4001400" y="5150520"/>
                <a:ext cx="2700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1" name="Freeform 677"/>
              <p:cNvSpPr/>
              <p:nvPr/>
            </p:nvSpPr>
            <p:spPr>
              <a:xfrm>
                <a:off x="3920040" y="5130720"/>
                <a:ext cx="10620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2" name="Freeform 678"/>
              <p:cNvSpPr/>
              <p:nvPr/>
            </p:nvSpPr>
            <p:spPr>
              <a:xfrm>
                <a:off x="3830400" y="5057280"/>
                <a:ext cx="9144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3" name="Freeform 679"/>
              <p:cNvSpPr/>
              <p:nvPr/>
            </p:nvSpPr>
            <p:spPr>
              <a:xfrm>
                <a:off x="3782880" y="5057280"/>
                <a:ext cx="4968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4" name="Freeform 680"/>
              <p:cNvSpPr/>
              <p:nvPr/>
            </p:nvSpPr>
            <p:spPr>
              <a:xfrm>
                <a:off x="3712680" y="5041440"/>
                <a:ext cx="7236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5" name="Freeform 681"/>
              <p:cNvSpPr/>
              <p:nvPr/>
            </p:nvSpPr>
            <p:spPr>
              <a:xfrm>
                <a:off x="3652560" y="4987080"/>
                <a:ext cx="622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6" name="Freeform 682"/>
              <p:cNvSpPr/>
              <p:nvPr/>
            </p:nvSpPr>
            <p:spPr>
              <a:xfrm>
                <a:off x="3592440" y="4962960"/>
                <a:ext cx="61920" cy="26640"/>
              </a:xfrm>
              <a:prstGeom prst="pie">
                <a:avLst/>
              </a:prstGeom>
              <a:solidFill>
                <a:srgbClr val="336600"/>
              </a:solidFill>
              <a:ln w="6480">
                <a:solidFill>
                  <a:srgbClr val="ffffff"/>
                </a:solidFill>
                <a:round/>
              </a:ln>
            </p:spPr>
            <p:style>
              <a:lnRef idx="0"/>
              <a:fillRef idx="0"/>
              <a:effectRef idx="0"/>
              <a:fontRef idx="minor"/>
            </p:style>
            <p:txBody>
              <a:bodyPr lIns="90000" rIns="90000" tIns="-19800" bIns="-19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7" name="Freeform 683"/>
              <p:cNvSpPr/>
              <p:nvPr/>
            </p:nvSpPr>
            <p:spPr>
              <a:xfrm>
                <a:off x="3423600" y="4914000"/>
                <a:ext cx="1706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8" name="Freeform 684"/>
              <p:cNvSpPr/>
              <p:nvPr/>
            </p:nvSpPr>
            <p:spPr>
              <a:xfrm>
                <a:off x="3288960" y="4863600"/>
                <a:ext cx="134640" cy="54000"/>
              </a:xfrm>
              <a:prstGeom prst="pie">
                <a:avLst/>
              </a:prstGeom>
              <a:solidFill>
                <a:srgbClr val="336600"/>
              </a:solidFill>
              <a:ln w="648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79" name="Freeform 685"/>
              <p:cNvSpPr/>
              <p:nvPr/>
            </p:nvSpPr>
            <p:spPr>
              <a:xfrm>
                <a:off x="3162960" y="4808880"/>
                <a:ext cx="12816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0" name="Freeform 686"/>
              <p:cNvSpPr/>
              <p:nvPr/>
            </p:nvSpPr>
            <p:spPr>
              <a:xfrm>
                <a:off x="3124440" y="4808880"/>
                <a:ext cx="385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1" name="Freeform 687"/>
              <p:cNvSpPr/>
              <p:nvPr/>
            </p:nvSpPr>
            <p:spPr>
              <a:xfrm>
                <a:off x="3049560" y="4843440"/>
                <a:ext cx="77040" cy="4932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2" name="Freeform 688"/>
              <p:cNvSpPr/>
              <p:nvPr/>
            </p:nvSpPr>
            <p:spPr>
              <a:xfrm>
                <a:off x="3047400" y="4889880"/>
                <a:ext cx="2592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3" name="Freeform 689"/>
              <p:cNvSpPr/>
              <p:nvPr/>
            </p:nvSpPr>
            <p:spPr>
              <a:xfrm>
                <a:off x="3049560" y="4968360"/>
                <a:ext cx="644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4" name="Freeform 690"/>
              <p:cNvSpPr/>
              <p:nvPr/>
            </p:nvSpPr>
            <p:spPr>
              <a:xfrm>
                <a:off x="3098520" y="4984560"/>
                <a:ext cx="1584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5" name="Freeform 691"/>
              <p:cNvSpPr/>
              <p:nvPr/>
            </p:nvSpPr>
            <p:spPr>
              <a:xfrm>
                <a:off x="3098520" y="5004360"/>
                <a:ext cx="11988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6" name="Freeform 692"/>
              <p:cNvSpPr/>
              <p:nvPr/>
            </p:nvSpPr>
            <p:spPr>
              <a:xfrm>
                <a:off x="3216240" y="5064120"/>
                <a:ext cx="1116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7" name="Freeform 693"/>
              <p:cNvSpPr/>
              <p:nvPr/>
            </p:nvSpPr>
            <p:spPr>
              <a:xfrm>
                <a:off x="3160440" y="5096160"/>
                <a:ext cx="644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8" name="Freeform 694"/>
              <p:cNvSpPr/>
              <p:nvPr/>
            </p:nvSpPr>
            <p:spPr>
              <a:xfrm>
                <a:off x="3139200" y="5137200"/>
                <a:ext cx="25920" cy="162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89" name="Freeform 695"/>
              <p:cNvSpPr/>
              <p:nvPr/>
            </p:nvSpPr>
            <p:spPr>
              <a:xfrm>
                <a:off x="3094920" y="5296680"/>
                <a:ext cx="464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0" name="Freeform 696"/>
              <p:cNvSpPr/>
              <p:nvPr/>
            </p:nvSpPr>
            <p:spPr>
              <a:xfrm>
                <a:off x="3079080" y="5291640"/>
                <a:ext cx="19080" cy="31320"/>
              </a:xfrm>
              <a:prstGeom prst="pie">
                <a:avLst/>
              </a:prstGeom>
              <a:solidFill>
                <a:srgbClr val="336600"/>
              </a:solidFill>
              <a:ln w="648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1" name="Freeform 697"/>
              <p:cNvSpPr/>
              <p:nvPr/>
            </p:nvSpPr>
            <p:spPr>
              <a:xfrm>
                <a:off x="3073320" y="5291640"/>
                <a:ext cx="1008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2" name="Freeform 698"/>
              <p:cNvSpPr/>
              <p:nvPr/>
            </p:nvSpPr>
            <p:spPr>
              <a:xfrm>
                <a:off x="3075840" y="5318280"/>
                <a:ext cx="2484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3" name="Freeform 699"/>
              <p:cNvSpPr/>
              <p:nvPr/>
            </p:nvSpPr>
            <p:spPr>
              <a:xfrm>
                <a:off x="3062160" y="5378040"/>
                <a:ext cx="3852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4" name="Freeform 700"/>
              <p:cNvSpPr/>
              <p:nvPr/>
            </p:nvSpPr>
            <p:spPr>
              <a:xfrm>
                <a:off x="3064320" y="5456160"/>
                <a:ext cx="428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5" name="Freeform 701"/>
              <p:cNvSpPr/>
              <p:nvPr/>
            </p:nvSpPr>
            <p:spPr>
              <a:xfrm>
                <a:off x="3051720" y="5472360"/>
                <a:ext cx="5292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6" name="Freeform 702"/>
              <p:cNvSpPr/>
              <p:nvPr/>
            </p:nvSpPr>
            <p:spPr>
              <a:xfrm>
                <a:off x="2989800" y="5491080"/>
                <a:ext cx="64440" cy="8748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7" name="Freeform 703"/>
              <p:cNvSpPr/>
              <p:nvPr/>
            </p:nvSpPr>
            <p:spPr>
              <a:xfrm>
                <a:off x="2989800" y="5576040"/>
                <a:ext cx="144720" cy="138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8" name="Freeform 704"/>
              <p:cNvSpPr/>
              <p:nvPr/>
            </p:nvSpPr>
            <p:spPr>
              <a:xfrm>
                <a:off x="3131280" y="5714280"/>
                <a:ext cx="464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4999" name="Freeform 705"/>
              <p:cNvSpPr/>
              <p:nvPr/>
            </p:nvSpPr>
            <p:spPr>
              <a:xfrm>
                <a:off x="3177720" y="5707800"/>
                <a:ext cx="20160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0" name="Freeform 706"/>
              <p:cNvSpPr/>
              <p:nvPr/>
            </p:nvSpPr>
            <p:spPr>
              <a:xfrm>
                <a:off x="3377160" y="5711760"/>
                <a:ext cx="554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1" name="Freeform 707"/>
              <p:cNvSpPr/>
              <p:nvPr/>
            </p:nvSpPr>
            <p:spPr>
              <a:xfrm>
                <a:off x="3430440" y="5665320"/>
                <a:ext cx="1562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2" name="Freeform 708"/>
              <p:cNvSpPr/>
              <p:nvPr/>
            </p:nvSpPr>
            <p:spPr>
              <a:xfrm>
                <a:off x="3587040" y="5634360"/>
                <a:ext cx="169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3" name="Freeform 709"/>
              <p:cNvSpPr/>
              <p:nvPr/>
            </p:nvSpPr>
            <p:spPr>
              <a:xfrm>
                <a:off x="3592440" y="5529600"/>
                <a:ext cx="100440" cy="107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4" name="Freeform 710"/>
              <p:cNvSpPr/>
              <p:nvPr/>
            </p:nvSpPr>
            <p:spPr>
              <a:xfrm>
                <a:off x="3663720" y="5443200"/>
                <a:ext cx="2952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5" name="Freeform 711"/>
              <p:cNvSpPr/>
              <p:nvPr/>
            </p:nvSpPr>
            <p:spPr>
              <a:xfrm>
                <a:off x="3667320" y="5280840"/>
                <a:ext cx="128880" cy="162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6" name="Freeform 712"/>
              <p:cNvSpPr/>
              <p:nvPr/>
            </p:nvSpPr>
            <p:spPr>
              <a:xfrm>
                <a:off x="3430440" y="2652120"/>
                <a:ext cx="609480" cy="1495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7" name="Freeform 713"/>
              <p:cNvSpPr/>
              <p:nvPr/>
            </p:nvSpPr>
            <p:spPr>
              <a:xfrm>
                <a:off x="3683160" y="2649600"/>
                <a:ext cx="295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8" name="Freeform 714"/>
              <p:cNvSpPr/>
              <p:nvPr/>
            </p:nvSpPr>
            <p:spPr>
              <a:xfrm>
                <a:off x="3676320" y="2649600"/>
                <a:ext cx="295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09" name="Freeform 715"/>
              <p:cNvSpPr/>
              <p:nvPr/>
            </p:nvSpPr>
            <p:spPr>
              <a:xfrm>
                <a:off x="3924720" y="2970000"/>
                <a:ext cx="2916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0" name="Freeform 716"/>
              <p:cNvSpPr/>
              <p:nvPr/>
            </p:nvSpPr>
            <p:spPr>
              <a:xfrm>
                <a:off x="3924720" y="2928600"/>
                <a:ext cx="1908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1" name="Freeform 717"/>
              <p:cNvSpPr/>
              <p:nvPr/>
            </p:nvSpPr>
            <p:spPr>
              <a:xfrm>
                <a:off x="3926520" y="2895480"/>
                <a:ext cx="4860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2" name="Freeform 718"/>
              <p:cNvSpPr/>
              <p:nvPr/>
            </p:nvSpPr>
            <p:spPr>
              <a:xfrm>
                <a:off x="3948120" y="2898000"/>
                <a:ext cx="27000" cy="106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3" name="Freeform 719"/>
              <p:cNvSpPr/>
              <p:nvPr/>
            </p:nvSpPr>
            <p:spPr>
              <a:xfrm>
                <a:off x="3819240" y="3064320"/>
                <a:ext cx="1872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4" name="Freeform 720"/>
              <p:cNvSpPr/>
              <p:nvPr/>
            </p:nvSpPr>
            <p:spPr>
              <a:xfrm>
                <a:off x="3830400" y="3067200"/>
                <a:ext cx="9720" cy="46080"/>
              </a:xfrm>
              <a:prstGeom prst="pie">
                <a:avLst/>
              </a:prstGeom>
              <a:solidFill>
                <a:srgbClr val="336600"/>
              </a:solidFill>
              <a:ln w="648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5" name="Freeform 721"/>
              <p:cNvSpPr/>
              <p:nvPr/>
            </p:nvSpPr>
            <p:spPr>
              <a:xfrm>
                <a:off x="3500640" y="3169440"/>
                <a:ext cx="5328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6" name="Freeform 722"/>
              <p:cNvSpPr/>
              <p:nvPr/>
            </p:nvSpPr>
            <p:spPr>
              <a:xfrm>
                <a:off x="3502800" y="3156120"/>
                <a:ext cx="52920" cy="3600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7" name="Freeform 723"/>
              <p:cNvSpPr/>
              <p:nvPr/>
            </p:nvSpPr>
            <p:spPr>
              <a:xfrm>
                <a:off x="3592440" y="3093480"/>
                <a:ext cx="66600" cy="70200"/>
              </a:xfrm>
              <a:prstGeom prst="pie">
                <a:avLst/>
              </a:prstGeom>
              <a:solidFill>
                <a:srgbClr val="336600"/>
              </a:solidFill>
              <a:ln w="648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8" name="Freeform 724"/>
              <p:cNvSpPr/>
              <p:nvPr/>
            </p:nvSpPr>
            <p:spPr>
              <a:xfrm>
                <a:off x="3592440" y="3093480"/>
                <a:ext cx="74520" cy="7308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19" name="Freeform 725"/>
              <p:cNvSpPr/>
              <p:nvPr/>
            </p:nvSpPr>
            <p:spPr>
              <a:xfrm>
                <a:off x="3526920" y="3237120"/>
                <a:ext cx="2484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0" name="Freeform 726"/>
              <p:cNvSpPr/>
              <p:nvPr/>
            </p:nvSpPr>
            <p:spPr>
              <a:xfrm>
                <a:off x="3534840" y="3234600"/>
                <a:ext cx="1692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1" name="Freeform 727"/>
              <p:cNvSpPr/>
              <p:nvPr/>
            </p:nvSpPr>
            <p:spPr>
              <a:xfrm>
                <a:off x="3556080" y="3427200"/>
                <a:ext cx="2592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2" name="Freeform 728"/>
              <p:cNvSpPr/>
              <p:nvPr/>
            </p:nvSpPr>
            <p:spPr>
              <a:xfrm>
                <a:off x="3546000" y="3427200"/>
                <a:ext cx="3384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3" name="Freeform 729"/>
              <p:cNvSpPr/>
              <p:nvPr/>
            </p:nvSpPr>
            <p:spPr>
              <a:xfrm>
                <a:off x="3543840" y="3430080"/>
                <a:ext cx="1692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4" name="Freeform 730"/>
              <p:cNvSpPr/>
              <p:nvPr/>
            </p:nvSpPr>
            <p:spPr>
              <a:xfrm>
                <a:off x="3605760" y="3516480"/>
                <a:ext cx="248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5" name="Freeform 731"/>
              <p:cNvSpPr/>
              <p:nvPr/>
            </p:nvSpPr>
            <p:spPr>
              <a:xfrm>
                <a:off x="3605760" y="3513960"/>
                <a:ext cx="2268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6" name="Freeform 732"/>
              <p:cNvSpPr/>
              <p:nvPr/>
            </p:nvSpPr>
            <p:spPr>
              <a:xfrm>
                <a:off x="3630960" y="3618720"/>
                <a:ext cx="169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7" name="Freeform 733"/>
              <p:cNvSpPr/>
              <p:nvPr/>
            </p:nvSpPr>
            <p:spPr>
              <a:xfrm>
                <a:off x="3644280" y="3618720"/>
                <a:ext cx="2700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8" name="Freeform 734"/>
              <p:cNvSpPr/>
              <p:nvPr/>
            </p:nvSpPr>
            <p:spPr>
              <a:xfrm>
                <a:off x="3630960" y="3625560"/>
                <a:ext cx="4032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29" name="Freeform 735"/>
              <p:cNvSpPr/>
              <p:nvPr/>
            </p:nvSpPr>
            <p:spPr>
              <a:xfrm>
                <a:off x="3551760" y="3511080"/>
                <a:ext cx="2124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0" name="Freeform 736"/>
              <p:cNvSpPr/>
              <p:nvPr/>
            </p:nvSpPr>
            <p:spPr>
              <a:xfrm>
                <a:off x="3522240" y="3508560"/>
                <a:ext cx="3168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1" name="Freeform 737"/>
              <p:cNvSpPr/>
              <p:nvPr/>
            </p:nvSpPr>
            <p:spPr>
              <a:xfrm>
                <a:off x="3490560" y="3503160"/>
                <a:ext cx="3384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2" name="Freeform 738"/>
              <p:cNvSpPr/>
              <p:nvPr/>
            </p:nvSpPr>
            <p:spPr>
              <a:xfrm>
                <a:off x="3442680" y="3503160"/>
                <a:ext cx="500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3" name="Freeform 739"/>
              <p:cNvSpPr/>
              <p:nvPr/>
            </p:nvSpPr>
            <p:spPr>
              <a:xfrm>
                <a:off x="3442680" y="3555000"/>
                <a:ext cx="169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4" name="Freeform 740"/>
              <p:cNvSpPr/>
              <p:nvPr/>
            </p:nvSpPr>
            <p:spPr>
              <a:xfrm>
                <a:off x="3440520" y="3560400"/>
                <a:ext cx="1908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5" name="Freeform 741"/>
              <p:cNvSpPr/>
              <p:nvPr/>
            </p:nvSpPr>
            <p:spPr>
              <a:xfrm>
                <a:off x="3427920" y="3568320"/>
                <a:ext cx="122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6" name="Freeform 742"/>
              <p:cNvSpPr/>
              <p:nvPr/>
            </p:nvSpPr>
            <p:spPr>
              <a:xfrm>
                <a:off x="3435120" y="3592440"/>
                <a:ext cx="313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7" name="Freeform 743"/>
              <p:cNvSpPr/>
              <p:nvPr/>
            </p:nvSpPr>
            <p:spPr>
              <a:xfrm>
                <a:off x="3466800" y="3610800"/>
                <a:ext cx="1692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8" name="Freeform 744"/>
              <p:cNvSpPr/>
              <p:nvPr/>
            </p:nvSpPr>
            <p:spPr>
              <a:xfrm>
                <a:off x="3481200" y="3610800"/>
                <a:ext cx="4536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39" name="Freeform 745"/>
              <p:cNvSpPr/>
              <p:nvPr/>
            </p:nvSpPr>
            <p:spPr>
              <a:xfrm>
                <a:off x="3524400" y="3625560"/>
                <a:ext cx="5544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0" name="Freeform 746"/>
              <p:cNvSpPr/>
              <p:nvPr/>
            </p:nvSpPr>
            <p:spPr>
              <a:xfrm>
                <a:off x="3567600" y="3570840"/>
                <a:ext cx="122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1" name="Freeform 747"/>
              <p:cNvSpPr/>
              <p:nvPr/>
            </p:nvSpPr>
            <p:spPr>
              <a:xfrm>
                <a:off x="3836160" y="3613320"/>
                <a:ext cx="428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2" name="Freeform 748"/>
              <p:cNvSpPr/>
              <p:nvPr/>
            </p:nvSpPr>
            <p:spPr>
              <a:xfrm>
                <a:off x="3813120" y="3484800"/>
                <a:ext cx="38520" cy="131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3" name="Freeform 749"/>
              <p:cNvSpPr/>
              <p:nvPr/>
            </p:nvSpPr>
            <p:spPr>
              <a:xfrm>
                <a:off x="3777120" y="3459240"/>
                <a:ext cx="3852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4" name="Freeform 750"/>
              <p:cNvSpPr/>
              <p:nvPr/>
            </p:nvSpPr>
            <p:spPr>
              <a:xfrm>
                <a:off x="3727080" y="3258360"/>
                <a:ext cx="147240" cy="203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5" name="Freeform 751"/>
              <p:cNvSpPr/>
              <p:nvPr/>
            </p:nvSpPr>
            <p:spPr>
              <a:xfrm>
                <a:off x="3727080" y="3142800"/>
                <a:ext cx="105120" cy="130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6" name="Freeform 752"/>
              <p:cNvSpPr/>
              <p:nvPr/>
            </p:nvSpPr>
            <p:spPr>
              <a:xfrm>
                <a:off x="3712680" y="3134880"/>
                <a:ext cx="11988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7" name="Freeform 753"/>
              <p:cNvSpPr/>
              <p:nvPr/>
            </p:nvSpPr>
            <p:spPr>
              <a:xfrm>
                <a:off x="3630960" y="3137760"/>
                <a:ext cx="83520" cy="115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8" name="Freeform 754"/>
              <p:cNvSpPr/>
              <p:nvPr/>
            </p:nvSpPr>
            <p:spPr>
              <a:xfrm>
                <a:off x="3567600" y="3213360"/>
                <a:ext cx="63360" cy="39600"/>
              </a:xfrm>
              <a:prstGeom prst="pie">
                <a:avLst/>
              </a:prstGeom>
              <a:solidFill>
                <a:srgbClr val="336600"/>
              </a:solidFill>
              <a:ln w="648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49" name="Freeform 755"/>
              <p:cNvSpPr/>
              <p:nvPr/>
            </p:nvSpPr>
            <p:spPr>
              <a:xfrm>
                <a:off x="3567600" y="3221280"/>
                <a:ext cx="33840" cy="54000"/>
              </a:xfrm>
              <a:prstGeom prst="pie">
                <a:avLst/>
              </a:prstGeom>
              <a:solidFill>
                <a:srgbClr val="336600"/>
              </a:solidFill>
              <a:ln w="648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0" name="Freeform 756"/>
              <p:cNvSpPr/>
              <p:nvPr/>
            </p:nvSpPr>
            <p:spPr>
              <a:xfrm>
                <a:off x="3599280" y="3273120"/>
                <a:ext cx="338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1" name="Freeform 757"/>
              <p:cNvSpPr/>
              <p:nvPr/>
            </p:nvSpPr>
            <p:spPr>
              <a:xfrm>
                <a:off x="3548520" y="3299760"/>
                <a:ext cx="84600" cy="103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2" name="Freeform 758"/>
              <p:cNvSpPr/>
              <p:nvPr/>
            </p:nvSpPr>
            <p:spPr>
              <a:xfrm>
                <a:off x="3551760" y="3402000"/>
                <a:ext cx="66600" cy="114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3" name="Freeform 759"/>
              <p:cNvSpPr/>
              <p:nvPr/>
            </p:nvSpPr>
            <p:spPr>
              <a:xfrm>
                <a:off x="3582360" y="3497760"/>
                <a:ext cx="5760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4" name="Freeform 760"/>
              <p:cNvSpPr/>
              <p:nvPr/>
            </p:nvSpPr>
            <p:spPr>
              <a:xfrm>
                <a:off x="3609360" y="3560400"/>
                <a:ext cx="1051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5" name="Freeform 761"/>
              <p:cNvSpPr/>
              <p:nvPr/>
            </p:nvSpPr>
            <p:spPr>
              <a:xfrm>
                <a:off x="3710160" y="3570840"/>
                <a:ext cx="1908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6" name="Freeform 762"/>
              <p:cNvSpPr/>
              <p:nvPr/>
            </p:nvSpPr>
            <p:spPr>
              <a:xfrm>
                <a:off x="3695760" y="3651840"/>
                <a:ext cx="38520" cy="129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7" name="Freeform 763"/>
              <p:cNvSpPr/>
              <p:nvPr/>
            </p:nvSpPr>
            <p:spPr>
              <a:xfrm>
                <a:off x="3618360" y="3746520"/>
                <a:ext cx="7920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8" name="Freeform 764"/>
              <p:cNvSpPr/>
              <p:nvPr/>
            </p:nvSpPr>
            <p:spPr>
              <a:xfrm>
                <a:off x="3609360" y="3800880"/>
                <a:ext cx="385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59" name="Freeform 765"/>
              <p:cNvSpPr/>
              <p:nvPr/>
            </p:nvSpPr>
            <p:spPr>
              <a:xfrm>
                <a:off x="3556080" y="3835440"/>
                <a:ext cx="91800" cy="7956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0" name="Freeform 766"/>
              <p:cNvSpPr/>
              <p:nvPr/>
            </p:nvSpPr>
            <p:spPr>
              <a:xfrm>
                <a:off x="3548520" y="3915360"/>
                <a:ext cx="972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1" name="Freeform 767"/>
              <p:cNvSpPr/>
              <p:nvPr/>
            </p:nvSpPr>
            <p:spPr>
              <a:xfrm>
                <a:off x="3551760" y="3958200"/>
                <a:ext cx="9612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2" name="Freeform 768"/>
              <p:cNvSpPr/>
              <p:nvPr/>
            </p:nvSpPr>
            <p:spPr>
              <a:xfrm>
                <a:off x="3644280" y="3963240"/>
                <a:ext cx="6336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3" name="Freeform 769"/>
              <p:cNvSpPr/>
              <p:nvPr/>
            </p:nvSpPr>
            <p:spPr>
              <a:xfrm>
                <a:off x="3667320" y="3985920"/>
                <a:ext cx="4032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4" name="Freeform 770"/>
              <p:cNvSpPr/>
              <p:nvPr/>
            </p:nvSpPr>
            <p:spPr>
              <a:xfrm>
                <a:off x="3605760" y="4017600"/>
                <a:ext cx="633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5" name="Freeform 771"/>
              <p:cNvSpPr/>
              <p:nvPr/>
            </p:nvSpPr>
            <p:spPr>
              <a:xfrm>
                <a:off x="3464280" y="4017600"/>
                <a:ext cx="145080" cy="99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6" name="Freeform 772"/>
              <p:cNvSpPr/>
              <p:nvPr/>
            </p:nvSpPr>
            <p:spPr>
              <a:xfrm>
                <a:off x="3466800" y="4112280"/>
                <a:ext cx="15408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7" name="Freeform 773"/>
              <p:cNvSpPr/>
              <p:nvPr/>
            </p:nvSpPr>
            <p:spPr>
              <a:xfrm>
                <a:off x="3618360" y="4096080"/>
                <a:ext cx="892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8" name="Freeform 774"/>
              <p:cNvSpPr/>
              <p:nvPr/>
            </p:nvSpPr>
            <p:spPr>
              <a:xfrm>
                <a:off x="3708000" y="4096080"/>
                <a:ext cx="745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69" name="Freeform 775"/>
              <p:cNvSpPr/>
              <p:nvPr/>
            </p:nvSpPr>
            <p:spPr>
              <a:xfrm>
                <a:off x="3777120" y="4096080"/>
                <a:ext cx="590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0" name="Freeform 776"/>
              <p:cNvSpPr/>
              <p:nvPr/>
            </p:nvSpPr>
            <p:spPr>
              <a:xfrm>
                <a:off x="3830400" y="4069440"/>
                <a:ext cx="159480" cy="4788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1" name="Freeform 777"/>
              <p:cNvSpPr/>
              <p:nvPr/>
            </p:nvSpPr>
            <p:spPr>
              <a:xfrm>
                <a:off x="3924720" y="4033800"/>
                <a:ext cx="655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2" name="Freeform 778"/>
              <p:cNvSpPr/>
              <p:nvPr/>
            </p:nvSpPr>
            <p:spPr>
              <a:xfrm>
                <a:off x="3926520" y="3988440"/>
                <a:ext cx="40680" cy="4788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3" name="Freeform 779"/>
              <p:cNvSpPr/>
              <p:nvPr/>
            </p:nvSpPr>
            <p:spPr>
              <a:xfrm>
                <a:off x="3965040" y="3928680"/>
                <a:ext cx="7704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4" name="Freeform 780"/>
              <p:cNvSpPr/>
              <p:nvPr/>
            </p:nvSpPr>
            <p:spPr>
              <a:xfrm>
                <a:off x="3917520" y="3879360"/>
                <a:ext cx="12456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5" name="Freeform 781"/>
              <p:cNvSpPr/>
              <p:nvPr/>
            </p:nvSpPr>
            <p:spPr>
              <a:xfrm>
                <a:off x="3874680" y="3657240"/>
                <a:ext cx="66600" cy="224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6" name="Freeform 782"/>
              <p:cNvSpPr/>
              <p:nvPr/>
            </p:nvSpPr>
            <p:spPr>
              <a:xfrm>
                <a:off x="4450320" y="3354480"/>
                <a:ext cx="483840" cy="3679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7" name="Freeform 783"/>
              <p:cNvSpPr/>
              <p:nvPr/>
            </p:nvSpPr>
            <p:spPr>
              <a:xfrm>
                <a:off x="4901400" y="3636000"/>
                <a:ext cx="3600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8" name="Freeform 784"/>
              <p:cNvSpPr/>
              <p:nvPr/>
            </p:nvSpPr>
            <p:spPr>
              <a:xfrm>
                <a:off x="4890960" y="3644280"/>
                <a:ext cx="2700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79" name="Freeform 785"/>
              <p:cNvSpPr/>
              <p:nvPr/>
            </p:nvSpPr>
            <p:spPr>
              <a:xfrm>
                <a:off x="4655520" y="3555000"/>
                <a:ext cx="4068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0" name="Freeform 786"/>
              <p:cNvSpPr/>
              <p:nvPr/>
            </p:nvSpPr>
            <p:spPr>
              <a:xfrm>
                <a:off x="4696200" y="3508560"/>
                <a:ext cx="475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1" name="Freeform 787"/>
              <p:cNvSpPr/>
              <p:nvPr/>
            </p:nvSpPr>
            <p:spPr>
              <a:xfrm>
                <a:off x="4719960" y="3511080"/>
                <a:ext cx="1908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2" name="Freeform 788"/>
              <p:cNvSpPr/>
              <p:nvPr/>
            </p:nvSpPr>
            <p:spPr>
              <a:xfrm>
                <a:off x="4719960" y="3594960"/>
                <a:ext cx="2952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3" name="Freeform 789"/>
              <p:cNvSpPr/>
              <p:nvPr/>
            </p:nvSpPr>
            <p:spPr>
              <a:xfrm>
                <a:off x="4655520" y="3633480"/>
                <a:ext cx="914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4" name="Freeform 790"/>
              <p:cNvSpPr/>
              <p:nvPr/>
            </p:nvSpPr>
            <p:spPr>
              <a:xfrm>
                <a:off x="4717440" y="3673440"/>
                <a:ext cx="2124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5" name="Freeform 791"/>
              <p:cNvSpPr/>
              <p:nvPr/>
            </p:nvSpPr>
            <p:spPr>
              <a:xfrm>
                <a:off x="4705200" y="3693240"/>
                <a:ext cx="1440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6" name="Freeform 792"/>
              <p:cNvSpPr/>
              <p:nvPr/>
            </p:nvSpPr>
            <p:spPr>
              <a:xfrm>
                <a:off x="4686120" y="3673440"/>
                <a:ext cx="5292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7" name="Freeform 793"/>
              <p:cNvSpPr/>
              <p:nvPr/>
            </p:nvSpPr>
            <p:spPr>
              <a:xfrm>
                <a:off x="4633920" y="3668040"/>
                <a:ext cx="1908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8" name="Freeform 794"/>
              <p:cNvSpPr/>
              <p:nvPr/>
            </p:nvSpPr>
            <p:spPr>
              <a:xfrm>
                <a:off x="4636080" y="3690720"/>
                <a:ext cx="2376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89" name="Freeform 795"/>
              <p:cNvSpPr/>
              <p:nvPr/>
            </p:nvSpPr>
            <p:spPr>
              <a:xfrm>
                <a:off x="4655520" y="3696120"/>
                <a:ext cx="338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0" name="Freeform 796"/>
              <p:cNvSpPr/>
              <p:nvPr/>
            </p:nvSpPr>
            <p:spPr>
              <a:xfrm>
                <a:off x="4647240" y="3665160"/>
                <a:ext cx="3600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1" name="Freeform 797"/>
              <p:cNvSpPr/>
              <p:nvPr/>
            </p:nvSpPr>
            <p:spPr>
              <a:xfrm>
                <a:off x="4589640" y="3654720"/>
                <a:ext cx="439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2" name="Freeform 798"/>
              <p:cNvSpPr/>
              <p:nvPr/>
            </p:nvSpPr>
            <p:spPr>
              <a:xfrm>
                <a:off x="4619160" y="3586680"/>
                <a:ext cx="1440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3" name="Freeform 799"/>
              <p:cNvSpPr/>
              <p:nvPr/>
            </p:nvSpPr>
            <p:spPr>
              <a:xfrm>
                <a:off x="4580640" y="3586680"/>
                <a:ext cx="40680" cy="70200"/>
              </a:xfrm>
              <a:prstGeom prst="pie">
                <a:avLst/>
              </a:prstGeom>
              <a:solidFill>
                <a:srgbClr val="336600"/>
              </a:solidFill>
              <a:ln w="648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4" name="Freeform 800"/>
              <p:cNvSpPr/>
              <p:nvPr/>
            </p:nvSpPr>
            <p:spPr>
              <a:xfrm>
                <a:off x="4482000" y="3683880"/>
                <a:ext cx="8820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5" name="Freeform 801"/>
              <p:cNvSpPr/>
              <p:nvPr/>
            </p:nvSpPr>
            <p:spPr>
              <a:xfrm>
                <a:off x="4476240" y="3633480"/>
                <a:ext cx="7920" cy="5292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6" name="Freeform 802"/>
              <p:cNvSpPr/>
              <p:nvPr/>
            </p:nvSpPr>
            <p:spPr>
              <a:xfrm>
                <a:off x="4448160" y="3464640"/>
                <a:ext cx="30240" cy="171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7" name="Freeform 803"/>
              <p:cNvSpPr/>
              <p:nvPr/>
            </p:nvSpPr>
            <p:spPr>
              <a:xfrm>
                <a:off x="4448160" y="3451320"/>
                <a:ext cx="10296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8" name="Freeform 804"/>
              <p:cNvSpPr/>
              <p:nvPr/>
            </p:nvSpPr>
            <p:spPr>
              <a:xfrm>
                <a:off x="4474080" y="3432600"/>
                <a:ext cx="770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099" name="Freeform 805"/>
              <p:cNvSpPr/>
              <p:nvPr/>
            </p:nvSpPr>
            <p:spPr>
              <a:xfrm>
                <a:off x="4462560" y="3396960"/>
                <a:ext cx="25920" cy="5688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0" name="Freeform 806"/>
              <p:cNvSpPr/>
              <p:nvPr/>
            </p:nvSpPr>
            <p:spPr>
              <a:xfrm>
                <a:off x="4488840" y="3394080"/>
                <a:ext cx="7236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5101" name="Group 807"/>
            <p:cNvGrpSpPr/>
            <p:nvPr/>
          </p:nvGrpSpPr>
          <p:grpSpPr>
            <a:xfrm>
              <a:off x="4052880" y="1879200"/>
              <a:ext cx="2144520" cy="4062240"/>
              <a:chOff x="4052880" y="1879200"/>
              <a:chExt cx="2144520" cy="4062240"/>
            </a:xfrm>
          </p:grpSpPr>
          <p:sp>
            <p:nvSpPr>
              <p:cNvPr id="5102" name="Freeform 808"/>
              <p:cNvSpPr/>
              <p:nvPr/>
            </p:nvSpPr>
            <p:spPr>
              <a:xfrm>
                <a:off x="4559040" y="3351240"/>
                <a:ext cx="3276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3" name="Freeform 809"/>
              <p:cNvSpPr/>
              <p:nvPr/>
            </p:nvSpPr>
            <p:spPr>
              <a:xfrm>
                <a:off x="4572720" y="3354120"/>
                <a:ext cx="1908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4" name="Freeform 810"/>
              <p:cNvSpPr/>
              <p:nvPr/>
            </p:nvSpPr>
            <p:spPr>
              <a:xfrm>
                <a:off x="4572720" y="3458880"/>
                <a:ext cx="6552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5" name="Freeform 811"/>
              <p:cNvSpPr/>
              <p:nvPr/>
            </p:nvSpPr>
            <p:spPr>
              <a:xfrm>
                <a:off x="4587480" y="3486960"/>
                <a:ext cx="4860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6" name="Freeform 812"/>
              <p:cNvSpPr/>
              <p:nvPr/>
            </p:nvSpPr>
            <p:spPr>
              <a:xfrm>
                <a:off x="4529520" y="3513600"/>
                <a:ext cx="62280" cy="137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7" name="Freeform 813"/>
              <p:cNvSpPr/>
              <p:nvPr/>
            </p:nvSpPr>
            <p:spPr>
              <a:xfrm>
                <a:off x="4517280" y="3649320"/>
                <a:ext cx="1440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8" name="Freeform 814"/>
              <p:cNvSpPr/>
              <p:nvPr/>
            </p:nvSpPr>
            <p:spPr>
              <a:xfrm>
                <a:off x="4529520" y="3664800"/>
                <a:ext cx="4284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09" name="Freeform 815"/>
              <p:cNvSpPr/>
              <p:nvPr/>
            </p:nvSpPr>
            <p:spPr>
              <a:xfrm>
                <a:off x="4633920" y="1881720"/>
                <a:ext cx="601560" cy="1728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0" name="Freeform 816"/>
              <p:cNvSpPr/>
              <p:nvPr/>
            </p:nvSpPr>
            <p:spPr>
              <a:xfrm>
                <a:off x="4987440" y="3461760"/>
                <a:ext cx="540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1" name="Freeform 817"/>
              <p:cNvSpPr/>
              <p:nvPr/>
            </p:nvSpPr>
            <p:spPr>
              <a:xfrm>
                <a:off x="4987440" y="3500280"/>
                <a:ext cx="1692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2" name="Freeform 818"/>
              <p:cNvSpPr/>
              <p:nvPr/>
            </p:nvSpPr>
            <p:spPr>
              <a:xfrm>
                <a:off x="5002200" y="3458880"/>
                <a:ext cx="684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3" name="Freeform 819"/>
              <p:cNvSpPr/>
              <p:nvPr/>
            </p:nvSpPr>
            <p:spPr>
              <a:xfrm>
                <a:off x="4997880" y="3364560"/>
                <a:ext cx="1116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4" name="Freeform 820"/>
              <p:cNvSpPr/>
              <p:nvPr/>
            </p:nvSpPr>
            <p:spPr>
              <a:xfrm>
                <a:off x="4987440" y="3369600"/>
                <a:ext cx="14400" cy="91800"/>
              </a:xfrm>
              <a:prstGeom prst="pie">
                <a:avLst/>
              </a:prstGeom>
              <a:solidFill>
                <a:srgbClr val="336600"/>
              </a:solidFill>
              <a:ln w="6480">
                <a:solidFill>
                  <a:srgbClr val="ffffff"/>
                </a:solidFill>
                <a:round/>
              </a:ln>
            </p:spPr>
            <p:style>
              <a:lnRef idx="0"/>
              <a:fillRef idx="0"/>
              <a:effectRef idx="0"/>
              <a:fontRef idx="minor"/>
            </p:style>
            <p:txBody>
              <a:bodyPr lIns="90000" rIns="90000" tIns="45360" bIns="45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5" name="Freeform 821"/>
              <p:cNvSpPr/>
              <p:nvPr/>
            </p:nvSpPr>
            <p:spPr>
              <a:xfrm>
                <a:off x="5086080" y="3267360"/>
                <a:ext cx="33840" cy="143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6" name="Freeform 822"/>
              <p:cNvSpPr/>
              <p:nvPr/>
            </p:nvSpPr>
            <p:spPr>
              <a:xfrm>
                <a:off x="5059800" y="3264840"/>
                <a:ext cx="6012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7" name="Freeform 823"/>
              <p:cNvSpPr/>
              <p:nvPr/>
            </p:nvSpPr>
            <p:spPr>
              <a:xfrm>
                <a:off x="5134680" y="2337840"/>
                <a:ext cx="70200" cy="12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8" name="Freeform 824"/>
              <p:cNvSpPr/>
              <p:nvPr/>
            </p:nvSpPr>
            <p:spPr>
              <a:xfrm>
                <a:off x="5185800" y="2242080"/>
                <a:ext cx="51840" cy="98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19" name="Freeform 825"/>
              <p:cNvSpPr/>
              <p:nvPr/>
            </p:nvSpPr>
            <p:spPr>
              <a:xfrm>
                <a:off x="5235840" y="2155680"/>
                <a:ext cx="180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0" name="Freeform 826"/>
              <p:cNvSpPr/>
              <p:nvPr/>
            </p:nvSpPr>
            <p:spPr>
              <a:xfrm>
                <a:off x="5211720" y="2040120"/>
                <a:ext cx="25920" cy="115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1" name="Freeform 827"/>
              <p:cNvSpPr/>
              <p:nvPr/>
            </p:nvSpPr>
            <p:spPr>
              <a:xfrm>
                <a:off x="5045400" y="1879200"/>
                <a:ext cx="168480" cy="1609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2" name="Freeform 828"/>
              <p:cNvSpPr/>
              <p:nvPr/>
            </p:nvSpPr>
            <p:spPr>
              <a:xfrm>
                <a:off x="5021280" y="1879200"/>
                <a:ext cx="2592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3" name="Freeform 829"/>
              <p:cNvSpPr/>
              <p:nvPr/>
            </p:nvSpPr>
            <p:spPr>
              <a:xfrm>
                <a:off x="5021280" y="1906920"/>
                <a:ext cx="2376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4" name="Freeform 830"/>
              <p:cNvSpPr/>
              <p:nvPr/>
            </p:nvSpPr>
            <p:spPr>
              <a:xfrm>
                <a:off x="4959360" y="1958760"/>
                <a:ext cx="835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5" name="Freeform 831"/>
              <p:cNvSpPr/>
              <p:nvPr/>
            </p:nvSpPr>
            <p:spPr>
              <a:xfrm>
                <a:off x="4920840" y="1961640"/>
                <a:ext cx="4284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6" name="Freeform 832"/>
              <p:cNvSpPr/>
              <p:nvPr/>
            </p:nvSpPr>
            <p:spPr>
              <a:xfrm>
                <a:off x="4893480" y="2034720"/>
                <a:ext cx="295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7" name="Freeform 833"/>
              <p:cNvSpPr/>
              <p:nvPr/>
            </p:nvSpPr>
            <p:spPr>
              <a:xfrm>
                <a:off x="4862880" y="2042640"/>
                <a:ext cx="32760" cy="47520"/>
              </a:xfrm>
              <a:prstGeom prst="pie">
                <a:avLst/>
              </a:prstGeom>
              <a:solidFill>
                <a:srgbClr val="336600"/>
              </a:solidFill>
              <a:ln w="648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8" name="Freeform 834"/>
              <p:cNvSpPr/>
              <p:nvPr/>
            </p:nvSpPr>
            <p:spPr>
              <a:xfrm>
                <a:off x="4862880" y="2090520"/>
                <a:ext cx="259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29" name="Freeform 835"/>
              <p:cNvSpPr/>
              <p:nvPr/>
            </p:nvSpPr>
            <p:spPr>
              <a:xfrm>
                <a:off x="4862880" y="2171520"/>
                <a:ext cx="2592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0" name="Freeform 836"/>
              <p:cNvSpPr/>
              <p:nvPr/>
            </p:nvSpPr>
            <p:spPr>
              <a:xfrm>
                <a:off x="4788000" y="2212920"/>
                <a:ext cx="79200" cy="175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1" name="Freeform 837"/>
              <p:cNvSpPr/>
              <p:nvPr/>
            </p:nvSpPr>
            <p:spPr>
              <a:xfrm>
                <a:off x="4780080" y="2385720"/>
                <a:ext cx="21240" cy="138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2" name="Freeform 838"/>
              <p:cNvSpPr/>
              <p:nvPr/>
            </p:nvSpPr>
            <p:spPr>
              <a:xfrm>
                <a:off x="4703040" y="2521440"/>
                <a:ext cx="89280" cy="98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3" name="Freeform 839"/>
              <p:cNvSpPr/>
              <p:nvPr/>
            </p:nvSpPr>
            <p:spPr>
              <a:xfrm>
                <a:off x="4694040" y="2617200"/>
                <a:ext cx="52920" cy="280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4" name="Freeform 840"/>
              <p:cNvSpPr/>
              <p:nvPr/>
            </p:nvSpPr>
            <p:spPr>
              <a:xfrm>
                <a:off x="4698360" y="2895120"/>
                <a:ext cx="4860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5" name="Freeform 841"/>
              <p:cNvSpPr/>
              <p:nvPr/>
            </p:nvSpPr>
            <p:spPr>
              <a:xfrm>
                <a:off x="4698360" y="2941560"/>
                <a:ext cx="16920" cy="100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6" name="Freeform 842"/>
              <p:cNvSpPr/>
              <p:nvPr/>
            </p:nvSpPr>
            <p:spPr>
              <a:xfrm>
                <a:off x="4672440" y="3041280"/>
                <a:ext cx="4068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7" name="Freeform 843"/>
              <p:cNvSpPr/>
              <p:nvPr/>
            </p:nvSpPr>
            <p:spPr>
              <a:xfrm>
                <a:off x="4669200" y="3069360"/>
                <a:ext cx="5400" cy="88920"/>
              </a:xfrm>
              <a:prstGeom prst="pie">
                <a:avLst/>
              </a:prstGeom>
              <a:solidFill>
                <a:srgbClr val="336600"/>
              </a:solidFill>
              <a:ln w="6480">
                <a:solidFill>
                  <a:srgbClr val="ffffff"/>
                </a:solidFill>
                <a:round/>
              </a:ln>
            </p:spPr>
            <p:style>
              <a:lnRef idx="0"/>
              <a:fillRef idx="0"/>
              <a:effectRef idx="0"/>
              <a:fontRef idx="minor"/>
            </p:style>
            <p:txBody>
              <a:bodyPr lIns="90000" rIns="90000" tIns="42480" bIns="42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8" name="Freeform 844"/>
              <p:cNvSpPr/>
              <p:nvPr/>
            </p:nvSpPr>
            <p:spPr>
              <a:xfrm>
                <a:off x="4630680" y="3129120"/>
                <a:ext cx="4176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39" name="Freeform 845"/>
              <p:cNvSpPr/>
              <p:nvPr/>
            </p:nvSpPr>
            <p:spPr>
              <a:xfrm>
                <a:off x="4630680" y="3131640"/>
                <a:ext cx="72360" cy="216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0" name="Freeform 846"/>
              <p:cNvSpPr/>
              <p:nvPr/>
            </p:nvSpPr>
            <p:spPr>
              <a:xfrm>
                <a:off x="4694040" y="3345840"/>
                <a:ext cx="30240" cy="572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1" name="Freeform 847"/>
              <p:cNvSpPr/>
              <p:nvPr/>
            </p:nvSpPr>
            <p:spPr>
              <a:xfrm>
                <a:off x="4719960" y="3401640"/>
                <a:ext cx="51120" cy="74160"/>
              </a:xfrm>
              <a:prstGeom prst="pie">
                <a:avLst/>
              </a:prstGeom>
              <a:solidFill>
                <a:srgbClr val="336600"/>
              </a:solidFill>
              <a:ln w="6480">
                <a:solidFill>
                  <a:srgbClr val="ffffff"/>
                </a:solidFill>
                <a:round/>
              </a:ln>
            </p:spPr>
            <p:style>
              <a:lnRef idx="0"/>
              <a:fillRef idx="0"/>
              <a:effectRef idx="0"/>
              <a:fontRef idx="minor"/>
            </p:style>
            <p:txBody>
              <a:bodyPr lIns="90000" rIns="90000" tIns="27720" bIns="27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2" name="Freeform 848"/>
              <p:cNvSpPr/>
              <p:nvPr/>
            </p:nvSpPr>
            <p:spPr>
              <a:xfrm>
                <a:off x="4766400" y="3474720"/>
                <a:ext cx="23760" cy="137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3" name="Freeform 849"/>
              <p:cNvSpPr/>
              <p:nvPr/>
            </p:nvSpPr>
            <p:spPr>
              <a:xfrm>
                <a:off x="4790520" y="3597480"/>
                <a:ext cx="45000" cy="15480"/>
              </a:xfrm>
              <a:prstGeom prst="pie">
                <a:avLst/>
              </a:prstGeom>
              <a:solidFill>
                <a:srgbClr val="336600"/>
              </a:solidFill>
              <a:ln w="648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4" name="Freeform 850"/>
              <p:cNvSpPr/>
              <p:nvPr/>
            </p:nvSpPr>
            <p:spPr>
              <a:xfrm>
                <a:off x="4833360" y="3494880"/>
                <a:ext cx="16920" cy="104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5" name="Freeform 851"/>
              <p:cNvSpPr/>
              <p:nvPr/>
            </p:nvSpPr>
            <p:spPr>
              <a:xfrm>
                <a:off x="4850280" y="3354120"/>
                <a:ext cx="128160" cy="154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6" name="Freeform 852"/>
              <p:cNvSpPr/>
              <p:nvPr/>
            </p:nvSpPr>
            <p:spPr>
              <a:xfrm>
                <a:off x="4959360" y="3218400"/>
                <a:ext cx="19080" cy="135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7" name="Freeform 853"/>
              <p:cNvSpPr/>
              <p:nvPr/>
            </p:nvSpPr>
            <p:spPr>
              <a:xfrm>
                <a:off x="4959360" y="3121200"/>
                <a:ext cx="100440" cy="96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8" name="Freeform 854"/>
              <p:cNvSpPr/>
              <p:nvPr/>
            </p:nvSpPr>
            <p:spPr>
              <a:xfrm>
                <a:off x="5055480" y="3038400"/>
                <a:ext cx="25920" cy="82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49" name="Freeform 855"/>
              <p:cNvSpPr/>
              <p:nvPr/>
            </p:nvSpPr>
            <p:spPr>
              <a:xfrm>
                <a:off x="5040720" y="2990880"/>
                <a:ext cx="4068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0" name="Freeform 856"/>
              <p:cNvSpPr/>
              <p:nvPr/>
            </p:nvSpPr>
            <p:spPr>
              <a:xfrm>
                <a:off x="4989960" y="2968200"/>
                <a:ext cx="7704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1" name="Freeform 857"/>
              <p:cNvSpPr/>
              <p:nvPr/>
            </p:nvSpPr>
            <p:spPr>
              <a:xfrm>
                <a:off x="4965840" y="2811240"/>
                <a:ext cx="27000" cy="1609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2" name="Freeform 858"/>
              <p:cNvSpPr/>
              <p:nvPr/>
            </p:nvSpPr>
            <p:spPr>
              <a:xfrm>
                <a:off x="4965840" y="2458800"/>
                <a:ext cx="198360" cy="3546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3" name="Freeform 859"/>
              <p:cNvSpPr/>
              <p:nvPr/>
            </p:nvSpPr>
            <p:spPr>
              <a:xfrm>
                <a:off x="4255560" y="4171680"/>
                <a:ext cx="98640" cy="168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4" name="Freeform 860"/>
              <p:cNvSpPr/>
              <p:nvPr/>
            </p:nvSpPr>
            <p:spPr>
              <a:xfrm>
                <a:off x="4305240" y="4171680"/>
                <a:ext cx="27000" cy="103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5" name="Freeform 861"/>
              <p:cNvSpPr/>
              <p:nvPr/>
            </p:nvSpPr>
            <p:spPr>
              <a:xfrm>
                <a:off x="4330080" y="4275360"/>
                <a:ext cx="259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6" name="Freeform 862"/>
              <p:cNvSpPr/>
              <p:nvPr/>
            </p:nvSpPr>
            <p:spPr>
              <a:xfrm>
                <a:off x="4349520" y="4307040"/>
                <a:ext cx="68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7" name="Freeform 863"/>
              <p:cNvSpPr/>
              <p:nvPr/>
            </p:nvSpPr>
            <p:spPr>
              <a:xfrm>
                <a:off x="4303080" y="4325760"/>
                <a:ext cx="4860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8" name="Freeform 864"/>
              <p:cNvSpPr/>
              <p:nvPr/>
            </p:nvSpPr>
            <p:spPr>
              <a:xfrm>
                <a:off x="4251960" y="4325760"/>
                <a:ext cx="529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59" name="Freeform 865"/>
              <p:cNvSpPr/>
              <p:nvPr/>
            </p:nvSpPr>
            <p:spPr>
              <a:xfrm>
                <a:off x="4255560" y="4171680"/>
                <a:ext cx="55440" cy="168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0" name="Freeform 866"/>
              <p:cNvSpPr/>
              <p:nvPr/>
            </p:nvSpPr>
            <p:spPr>
              <a:xfrm>
                <a:off x="4055040" y="4069440"/>
                <a:ext cx="252360" cy="271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1" name="Freeform 867"/>
              <p:cNvSpPr/>
              <p:nvPr/>
            </p:nvSpPr>
            <p:spPr>
              <a:xfrm>
                <a:off x="4052880" y="4104000"/>
                <a:ext cx="4500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2" name="Freeform 868"/>
              <p:cNvSpPr/>
              <p:nvPr/>
            </p:nvSpPr>
            <p:spPr>
              <a:xfrm>
                <a:off x="4095720" y="4131720"/>
                <a:ext cx="2484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3" name="Freeform 869"/>
              <p:cNvSpPr/>
              <p:nvPr/>
            </p:nvSpPr>
            <p:spPr>
              <a:xfrm>
                <a:off x="4117320" y="4166280"/>
                <a:ext cx="5112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4" name="Freeform 870"/>
              <p:cNvSpPr/>
              <p:nvPr/>
            </p:nvSpPr>
            <p:spPr>
              <a:xfrm>
                <a:off x="4163760" y="4207680"/>
                <a:ext cx="684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5" name="Freeform 871"/>
              <p:cNvSpPr/>
              <p:nvPr/>
            </p:nvSpPr>
            <p:spPr>
              <a:xfrm>
                <a:off x="4168440" y="4239360"/>
                <a:ext cx="4284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6" name="Freeform 872"/>
              <p:cNvSpPr/>
              <p:nvPr/>
            </p:nvSpPr>
            <p:spPr>
              <a:xfrm>
                <a:off x="4208760" y="4280760"/>
                <a:ext cx="4860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7" name="Freeform 873"/>
              <p:cNvSpPr/>
              <p:nvPr/>
            </p:nvSpPr>
            <p:spPr>
              <a:xfrm>
                <a:off x="4255560" y="4171680"/>
                <a:ext cx="55440" cy="168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8" name="Freeform 874"/>
              <p:cNvSpPr/>
              <p:nvPr/>
            </p:nvSpPr>
            <p:spPr>
              <a:xfrm>
                <a:off x="4274640" y="4152960"/>
                <a:ext cx="3276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69" name="Freeform 875"/>
              <p:cNvSpPr/>
              <p:nvPr/>
            </p:nvSpPr>
            <p:spPr>
              <a:xfrm>
                <a:off x="4274640" y="4114440"/>
                <a:ext cx="900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0" name="Freeform 876"/>
              <p:cNvSpPr/>
              <p:nvPr/>
            </p:nvSpPr>
            <p:spPr>
              <a:xfrm>
                <a:off x="4202280" y="4074840"/>
                <a:ext cx="8136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1" name="Freeform 877"/>
              <p:cNvSpPr/>
              <p:nvPr/>
            </p:nvSpPr>
            <p:spPr>
              <a:xfrm>
                <a:off x="4155840" y="4074840"/>
                <a:ext cx="4644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2" name="Freeform 878"/>
              <p:cNvSpPr/>
              <p:nvPr/>
            </p:nvSpPr>
            <p:spPr>
              <a:xfrm>
                <a:off x="4117320" y="4066560"/>
                <a:ext cx="4176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3" name="Freeform 879"/>
              <p:cNvSpPr/>
              <p:nvPr/>
            </p:nvSpPr>
            <p:spPr>
              <a:xfrm>
                <a:off x="4052880" y="4069440"/>
                <a:ext cx="6804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4" name="Freeform 880"/>
              <p:cNvSpPr/>
              <p:nvPr/>
            </p:nvSpPr>
            <p:spPr>
              <a:xfrm>
                <a:off x="5383080" y="5085360"/>
                <a:ext cx="754560" cy="8535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5" name="Freeform 881"/>
              <p:cNvSpPr/>
              <p:nvPr/>
            </p:nvSpPr>
            <p:spPr>
              <a:xfrm>
                <a:off x="6111360" y="5845680"/>
                <a:ext cx="23760" cy="1188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6" name="Freeform 882"/>
              <p:cNvSpPr/>
              <p:nvPr/>
            </p:nvSpPr>
            <p:spPr>
              <a:xfrm>
                <a:off x="6118200" y="5819400"/>
                <a:ext cx="2124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7" name="Freeform 883"/>
              <p:cNvSpPr/>
              <p:nvPr/>
            </p:nvSpPr>
            <p:spPr>
              <a:xfrm>
                <a:off x="6105600" y="5808600"/>
                <a:ext cx="1476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8" name="Freeform 884"/>
              <p:cNvSpPr/>
              <p:nvPr/>
            </p:nvSpPr>
            <p:spPr>
              <a:xfrm>
                <a:off x="5936760" y="5488200"/>
                <a:ext cx="2700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79" name="Freeform 885"/>
              <p:cNvSpPr/>
              <p:nvPr/>
            </p:nvSpPr>
            <p:spPr>
              <a:xfrm>
                <a:off x="5936760" y="5510880"/>
                <a:ext cx="248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0" name="Freeform 886"/>
              <p:cNvSpPr/>
              <p:nvPr/>
            </p:nvSpPr>
            <p:spPr>
              <a:xfrm>
                <a:off x="5968800" y="5583960"/>
                <a:ext cx="1440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1" name="Freeform 887"/>
              <p:cNvSpPr/>
              <p:nvPr/>
            </p:nvSpPr>
            <p:spPr>
              <a:xfrm>
                <a:off x="5970960" y="5600160"/>
                <a:ext cx="1224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2" name="Freeform 888"/>
              <p:cNvSpPr/>
              <p:nvPr/>
            </p:nvSpPr>
            <p:spPr>
              <a:xfrm>
                <a:off x="5983560" y="5583960"/>
                <a:ext cx="1692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3" name="Freeform 889"/>
              <p:cNvSpPr/>
              <p:nvPr/>
            </p:nvSpPr>
            <p:spPr>
              <a:xfrm>
                <a:off x="5819040" y="5280480"/>
                <a:ext cx="1440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4" name="Freeform 890"/>
              <p:cNvSpPr/>
              <p:nvPr/>
            </p:nvSpPr>
            <p:spPr>
              <a:xfrm>
                <a:off x="5816880" y="5283360"/>
                <a:ext cx="2340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5" name="Freeform 891"/>
              <p:cNvSpPr/>
              <p:nvPr/>
            </p:nvSpPr>
            <p:spPr>
              <a:xfrm>
                <a:off x="5857920" y="5312520"/>
                <a:ext cx="97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6" name="Freeform 892"/>
              <p:cNvSpPr/>
              <p:nvPr/>
            </p:nvSpPr>
            <p:spPr>
              <a:xfrm>
                <a:off x="5865480" y="5323320"/>
                <a:ext cx="216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7" name="Freeform 893"/>
              <p:cNvSpPr/>
              <p:nvPr/>
            </p:nvSpPr>
            <p:spPr>
              <a:xfrm>
                <a:off x="5850720" y="5312520"/>
                <a:ext cx="169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8" name="Freeform 894"/>
              <p:cNvSpPr/>
              <p:nvPr/>
            </p:nvSpPr>
            <p:spPr>
              <a:xfrm>
                <a:off x="5842800" y="5469480"/>
                <a:ext cx="1692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89" name="Freeform 895"/>
              <p:cNvSpPr/>
              <p:nvPr/>
            </p:nvSpPr>
            <p:spPr>
              <a:xfrm>
                <a:off x="5810040" y="5461560"/>
                <a:ext cx="3636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0" name="Freeform 896"/>
              <p:cNvSpPr/>
              <p:nvPr/>
            </p:nvSpPr>
            <p:spPr>
              <a:xfrm>
                <a:off x="5831640" y="5480280"/>
                <a:ext cx="169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1" name="Freeform 897"/>
              <p:cNvSpPr/>
              <p:nvPr/>
            </p:nvSpPr>
            <p:spPr>
              <a:xfrm>
                <a:off x="5698800" y="5464440"/>
                <a:ext cx="6012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2" name="Freeform 898"/>
              <p:cNvSpPr/>
              <p:nvPr/>
            </p:nvSpPr>
            <p:spPr>
              <a:xfrm>
                <a:off x="5756760" y="5502960"/>
                <a:ext cx="3384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3" name="Freeform 899"/>
              <p:cNvSpPr/>
              <p:nvPr/>
            </p:nvSpPr>
            <p:spPr>
              <a:xfrm>
                <a:off x="5790600" y="5505480"/>
                <a:ext cx="21240" cy="4248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4" name="Freeform 900"/>
              <p:cNvSpPr/>
              <p:nvPr/>
            </p:nvSpPr>
            <p:spPr>
              <a:xfrm>
                <a:off x="5793120" y="5547960"/>
                <a:ext cx="3852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5" name="Freeform 901"/>
              <p:cNvSpPr/>
              <p:nvPr/>
            </p:nvSpPr>
            <p:spPr>
              <a:xfrm>
                <a:off x="5778360" y="5526720"/>
                <a:ext cx="1908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6" name="Freeform 902"/>
              <p:cNvSpPr/>
              <p:nvPr/>
            </p:nvSpPr>
            <p:spPr>
              <a:xfrm>
                <a:off x="5710320" y="5500080"/>
                <a:ext cx="680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7" name="Freeform 903"/>
              <p:cNvSpPr/>
              <p:nvPr/>
            </p:nvSpPr>
            <p:spPr>
              <a:xfrm>
                <a:off x="5689080" y="5464440"/>
                <a:ext cx="2664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8" name="Freeform 904"/>
              <p:cNvSpPr/>
              <p:nvPr/>
            </p:nvSpPr>
            <p:spPr>
              <a:xfrm>
                <a:off x="5850720" y="5586480"/>
                <a:ext cx="1692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199" name="Freeform 905"/>
              <p:cNvSpPr/>
              <p:nvPr/>
            </p:nvSpPr>
            <p:spPr>
              <a:xfrm>
                <a:off x="5850720" y="5589000"/>
                <a:ext cx="1692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0" name="Freeform 906"/>
              <p:cNvSpPr/>
              <p:nvPr/>
            </p:nvSpPr>
            <p:spPr>
              <a:xfrm>
                <a:off x="5893920" y="5607720"/>
                <a:ext cx="216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1" name="Freeform 907"/>
              <p:cNvSpPr/>
              <p:nvPr/>
            </p:nvSpPr>
            <p:spPr>
              <a:xfrm>
                <a:off x="5896440" y="5607720"/>
                <a:ext cx="972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2" name="Freeform 908"/>
              <p:cNvSpPr/>
              <p:nvPr/>
            </p:nvSpPr>
            <p:spPr>
              <a:xfrm>
                <a:off x="5900760" y="5615640"/>
                <a:ext cx="540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3" name="Freeform 909"/>
              <p:cNvSpPr/>
              <p:nvPr/>
            </p:nvSpPr>
            <p:spPr>
              <a:xfrm>
                <a:off x="5896440" y="5618520"/>
                <a:ext cx="97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4" name="Freeform 910"/>
              <p:cNvSpPr/>
              <p:nvPr/>
            </p:nvSpPr>
            <p:spPr>
              <a:xfrm>
                <a:off x="5893920" y="5621040"/>
                <a:ext cx="216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5" name="Freeform 911"/>
              <p:cNvSpPr/>
              <p:nvPr/>
            </p:nvSpPr>
            <p:spPr>
              <a:xfrm>
                <a:off x="5887080" y="5618520"/>
                <a:ext cx="684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6" name="Freeform 912"/>
              <p:cNvSpPr/>
              <p:nvPr/>
            </p:nvSpPr>
            <p:spPr>
              <a:xfrm>
                <a:off x="5887080" y="5615640"/>
                <a:ext cx="216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7" name="Freeform 913"/>
              <p:cNvSpPr/>
              <p:nvPr/>
            </p:nvSpPr>
            <p:spPr>
              <a:xfrm>
                <a:off x="5887080" y="5607720"/>
                <a:ext cx="684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8" name="Freeform 914"/>
              <p:cNvSpPr/>
              <p:nvPr/>
            </p:nvSpPr>
            <p:spPr>
              <a:xfrm>
                <a:off x="5932440" y="5659560"/>
                <a:ext cx="972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09" name="Freeform 915"/>
              <p:cNvSpPr/>
              <p:nvPr/>
            </p:nvSpPr>
            <p:spPr>
              <a:xfrm>
                <a:off x="5939280" y="5662440"/>
                <a:ext cx="1440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0" name="Freeform 916"/>
              <p:cNvSpPr/>
              <p:nvPr/>
            </p:nvSpPr>
            <p:spPr>
              <a:xfrm>
                <a:off x="5932440" y="5675760"/>
                <a:ext cx="2124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1" name="Freeform 917"/>
              <p:cNvSpPr/>
              <p:nvPr/>
            </p:nvSpPr>
            <p:spPr>
              <a:xfrm>
                <a:off x="5904000" y="5665320"/>
                <a:ext cx="15840" cy="34200"/>
              </a:xfrm>
              <a:prstGeom prst="pie">
                <a:avLst/>
              </a:prstGeom>
              <a:solidFill>
                <a:srgbClr val="336600"/>
              </a:solidFill>
              <a:ln w="6480">
                <a:solidFill>
                  <a:srgbClr val="ffffff"/>
                </a:solidFill>
                <a:round/>
              </a:ln>
            </p:spPr>
            <p:style>
              <a:lnRef idx="0"/>
              <a:fillRef idx="0"/>
              <a:effectRef idx="0"/>
              <a:fontRef idx="minor"/>
            </p:style>
            <p:txBody>
              <a:bodyPr lIns="90000" rIns="90000" tIns="-12240" bIns="-12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2" name="Freeform 918"/>
              <p:cNvSpPr/>
              <p:nvPr/>
            </p:nvSpPr>
            <p:spPr>
              <a:xfrm>
                <a:off x="5842800" y="5724720"/>
                <a:ext cx="295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3" name="Freeform 919"/>
              <p:cNvSpPr/>
              <p:nvPr/>
            </p:nvSpPr>
            <p:spPr>
              <a:xfrm>
                <a:off x="5840640" y="5738040"/>
                <a:ext cx="3168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4" name="Freeform 920"/>
              <p:cNvSpPr/>
              <p:nvPr/>
            </p:nvSpPr>
            <p:spPr>
              <a:xfrm>
                <a:off x="5380560" y="5440320"/>
                <a:ext cx="6840" cy="3996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5" name="Freeform 921"/>
              <p:cNvSpPr/>
              <p:nvPr/>
            </p:nvSpPr>
            <p:spPr>
              <a:xfrm>
                <a:off x="5380560" y="5434920"/>
                <a:ext cx="2124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6" name="Freeform 922"/>
              <p:cNvSpPr/>
              <p:nvPr/>
            </p:nvSpPr>
            <p:spPr>
              <a:xfrm>
                <a:off x="5383080" y="5445720"/>
                <a:ext cx="1908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7" name="Freeform 923"/>
              <p:cNvSpPr/>
              <p:nvPr/>
            </p:nvSpPr>
            <p:spPr>
              <a:xfrm>
                <a:off x="5479200" y="5526720"/>
                <a:ext cx="1224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8" name="Freeform 924"/>
              <p:cNvSpPr/>
              <p:nvPr/>
            </p:nvSpPr>
            <p:spPr>
              <a:xfrm>
                <a:off x="5483520" y="5529600"/>
                <a:ext cx="792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19" name="Freeform 925"/>
              <p:cNvSpPr/>
              <p:nvPr/>
            </p:nvSpPr>
            <p:spPr>
              <a:xfrm>
                <a:off x="5468040" y="5523840"/>
                <a:ext cx="1908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0" name="Freeform 926"/>
              <p:cNvSpPr/>
              <p:nvPr/>
            </p:nvSpPr>
            <p:spPr>
              <a:xfrm>
                <a:off x="5481720" y="5615640"/>
                <a:ext cx="21240" cy="1332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1" name="Freeform 927"/>
              <p:cNvSpPr/>
              <p:nvPr/>
            </p:nvSpPr>
            <p:spPr>
              <a:xfrm>
                <a:off x="5483520" y="5623920"/>
                <a:ext cx="169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2" name="Freeform 928"/>
              <p:cNvSpPr/>
              <p:nvPr/>
            </p:nvSpPr>
            <p:spPr>
              <a:xfrm>
                <a:off x="5468040" y="5638320"/>
                <a:ext cx="1908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3" name="Freeform 929"/>
              <p:cNvSpPr/>
              <p:nvPr/>
            </p:nvSpPr>
            <p:spPr>
              <a:xfrm>
                <a:off x="5468040" y="5615640"/>
                <a:ext cx="1548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4" name="Freeform 930"/>
              <p:cNvSpPr/>
              <p:nvPr/>
            </p:nvSpPr>
            <p:spPr>
              <a:xfrm>
                <a:off x="5483520" y="5694480"/>
                <a:ext cx="43920" cy="24840"/>
              </a:xfrm>
              <a:prstGeom prst="pie">
                <a:avLst/>
              </a:prstGeom>
              <a:solidFill>
                <a:srgbClr val="336600"/>
              </a:solidFill>
              <a:ln w="6480">
                <a:solidFill>
                  <a:srgbClr val="ffffff"/>
                </a:solidFill>
                <a:round/>
              </a:ln>
            </p:spPr>
            <p:style>
              <a:lnRef idx="0"/>
              <a:fillRef idx="0"/>
              <a:effectRef idx="0"/>
              <a:fontRef idx="minor"/>
            </p:style>
            <p:txBody>
              <a:bodyPr lIns="90000" rIns="90000" tIns="-21600" bIns="-21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5" name="Freeform 931"/>
              <p:cNvSpPr/>
              <p:nvPr/>
            </p:nvSpPr>
            <p:spPr>
              <a:xfrm>
                <a:off x="5806440" y="5865840"/>
                <a:ext cx="511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6" name="Freeform 932"/>
              <p:cNvSpPr/>
              <p:nvPr/>
            </p:nvSpPr>
            <p:spPr>
              <a:xfrm>
                <a:off x="5857920" y="5855040"/>
                <a:ext cx="13428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7" name="Freeform 933"/>
              <p:cNvSpPr/>
              <p:nvPr/>
            </p:nvSpPr>
            <p:spPr>
              <a:xfrm>
                <a:off x="5990400" y="5860440"/>
                <a:ext cx="43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8" name="Freeform 934"/>
              <p:cNvSpPr/>
              <p:nvPr/>
            </p:nvSpPr>
            <p:spPr>
              <a:xfrm>
                <a:off x="5992560" y="5863320"/>
                <a:ext cx="601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29" name="Freeform 935"/>
              <p:cNvSpPr/>
              <p:nvPr/>
            </p:nvSpPr>
            <p:spPr>
              <a:xfrm>
                <a:off x="5889240" y="5863320"/>
                <a:ext cx="16632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0" name="Freeform 936"/>
              <p:cNvSpPr/>
              <p:nvPr/>
            </p:nvSpPr>
            <p:spPr>
              <a:xfrm>
                <a:off x="5780520" y="5913720"/>
                <a:ext cx="11088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1" name="Freeform 937"/>
              <p:cNvSpPr/>
              <p:nvPr/>
            </p:nvSpPr>
            <p:spPr>
              <a:xfrm>
                <a:off x="5780520" y="5865840"/>
                <a:ext cx="29160" cy="50040"/>
              </a:xfrm>
              <a:prstGeom prst="pie">
                <a:avLst/>
              </a:prstGeom>
              <a:solidFill>
                <a:srgbClr val="336600"/>
              </a:solidFill>
              <a:ln w="648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2" name="Freeform 938"/>
              <p:cNvSpPr/>
              <p:nvPr/>
            </p:nvSpPr>
            <p:spPr>
              <a:xfrm>
                <a:off x="5708160" y="5597280"/>
                <a:ext cx="180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3" name="Freeform 939"/>
              <p:cNvSpPr/>
              <p:nvPr/>
            </p:nvSpPr>
            <p:spPr>
              <a:xfrm>
                <a:off x="5708160" y="5641200"/>
                <a:ext cx="5724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4" name="Freeform 940"/>
              <p:cNvSpPr/>
              <p:nvPr/>
            </p:nvSpPr>
            <p:spPr>
              <a:xfrm>
                <a:off x="5710320" y="5670360"/>
                <a:ext cx="5328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5" name="Freeform 941"/>
              <p:cNvSpPr/>
              <p:nvPr/>
            </p:nvSpPr>
            <p:spPr>
              <a:xfrm>
                <a:off x="5679720" y="5659560"/>
                <a:ext cx="3024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6" name="Freeform 942"/>
              <p:cNvSpPr/>
              <p:nvPr/>
            </p:nvSpPr>
            <p:spPr>
              <a:xfrm>
                <a:off x="5681880" y="5662440"/>
                <a:ext cx="684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7" name="Freeform 943"/>
              <p:cNvSpPr/>
              <p:nvPr/>
            </p:nvSpPr>
            <p:spPr>
              <a:xfrm>
                <a:off x="5684400" y="5696640"/>
                <a:ext cx="4500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8" name="Freeform 944"/>
              <p:cNvSpPr/>
              <p:nvPr/>
            </p:nvSpPr>
            <p:spPr>
              <a:xfrm>
                <a:off x="5727240" y="5738040"/>
                <a:ext cx="1224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39" name="Freeform 945"/>
              <p:cNvSpPr/>
              <p:nvPr/>
            </p:nvSpPr>
            <p:spPr>
              <a:xfrm>
                <a:off x="5696640" y="5748840"/>
                <a:ext cx="4068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0" name="Freeform 946"/>
              <p:cNvSpPr/>
              <p:nvPr/>
            </p:nvSpPr>
            <p:spPr>
              <a:xfrm>
                <a:off x="5677200" y="5746320"/>
                <a:ext cx="2124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1" name="Freeform 947"/>
              <p:cNvSpPr/>
              <p:nvPr/>
            </p:nvSpPr>
            <p:spPr>
              <a:xfrm>
                <a:off x="5635440" y="5730120"/>
                <a:ext cx="4392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2" name="Freeform 948"/>
              <p:cNvSpPr/>
              <p:nvPr/>
            </p:nvSpPr>
            <p:spPr>
              <a:xfrm>
                <a:off x="5590440" y="5730120"/>
                <a:ext cx="48600" cy="47520"/>
              </a:xfrm>
              <a:prstGeom prst="pie">
                <a:avLst/>
              </a:prstGeom>
              <a:solidFill>
                <a:srgbClr val="336600"/>
              </a:solidFill>
              <a:ln w="648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3" name="Freeform 949"/>
              <p:cNvSpPr/>
              <p:nvPr/>
            </p:nvSpPr>
            <p:spPr>
              <a:xfrm>
                <a:off x="5581440" y="5683680"/>
                <a:ext cx="1116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4" name="Freeform 950"/>
              <p:cNvSpPr/>
              <p:nvPr/>
            </p:nvSpPr>
            <p:spPr>
              <a:xfrm>
                <a:off x="5520240" y="5641200"/>
                <a:ext cx="63000" cy="4248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5" name="Freeform 951"/>
              <p:cNvSpPr/>
              <p:nvPr/>
            </p:nvSpPr>
            <p:spPr>
              <a:xfrm>
                <a:off x="5520240" y="5564160"/>
                <a:ext cx="164160" cy="79560"/>
              </a:xfrm>
              <a:prstGeom prst="pie">
                <a:avLst/>
              </a:prstGeom>
              <a:solidFill>
                <a:srgbClr val="336600"/>
              </a:solidFill>
              <a:ln w="648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6" name="Freeform 952"/>
              <p:cNvSpPr/>
              <p:nvPr/>
            </p:nvSpPr>
            <p:spPr>
              <a:xfrm>
                <a:off x="5498640" y="5537160"/>
                <a:ext cx="18324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7" name="Freeform 953"/>
              <p:cNvSpPr/>
              <p:nvPr/>
            </p:nvSpPr>
            <p:spPr>
              <a:xfrm>
                <a:off x="5498640" y="5505480"/>
                <a:ext cx="385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8" name="Freeform 954"/>
              <p:cNvSpPr/>
              <p:nvPr/>
            </p:nvSpPr>
            <p:spPr>
              <a:xfrm>
                <a:off x="5436000" y="5466960"/>
                <a:ext cx="9864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49" name="Freeform 955"/>
              <p:cNvSpPr/>
              <p:nvPr/>
            </p:nvSpPr>
            <p:spPr>
              <a:xfrm>
                <a:off x="5429520" y="5434920"/>
                <a:ext cx="86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0" name="Freeform 956"/>
              <p:cNvSpPr/>
              <p:nvPr/>
            </p:nvSpPr>
            <p:spPr>
              <a:xfrm>
                <a:off x="5431680" y="5424120"/>
                <a:ext cx="212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1" name="Freeform 957"/>
              <p:cNvSpPr/>
              <p:nvPr/>
            </p:nvSpPr>
            <p:spPr>
              <a:xfrm>
                <a:off x="5443200" y="5404320"/>
                <a:ext cx="972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2" name="Freeform 958"/>
              <p:cNvSpPr/>
              <p:nvPr/>
            </p:nvSpPr>
            <p:spPr>
              <a:xfrm>
                <a:off x="5443200" y="5280480"/>
                <a:ext cx="33840" cy="123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3" name="Freeform 959"/>
              <p:cNvSpPr/>
              <p:nvPr/>
            </p:nvSpPr>
            <p:spPr>
              <a:xfrm>
                <a:off x="5474520" y="5268960"/>
                <a:ext cx="6804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4" name="Freeform 960"/>
              <p:cNvSpPr/>
              <p:nvPr/>
            </p:nvSpPr>
            <p:spPr>
              <a:xfrm>
                <a:off x="5542560" y="5234040"/>
                <a:ext cx="3852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5" name="Freeform 961"/>
              <p:cNvSpPr/>
              <p:nvPr/>
            </p:nvSpPr>
            <p:spPr>
              <a:xfrm>
                <a:off x="5581440" y="5231520"/>
                <a:ext cx="25920" cy="7920"/>
              </a:xfrm>
              <a:prstGeom prst="pie">
                <a:avLst/>
              </a:prstGeom>
              <a:solidFill>
                <a:srgbClr val="336600"/>
              </a:solidFill>
              <a:ln w="648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6" name="Freeform 962"/>
              <p:cNvSpPr/>
              <p:nvPr/>
            </p:nvSpPr>
            <p:spPr>
              <a:xfrm>
                <a:off x="5607360" y="5171760"/>
                <a:ext cx="9612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7" name="Freeform 963"/>
              <p:cNvSpPr/>
              <p:nvPr/>
            </p:nvSpPr>
            <p:spPr>
              <a:xfrm>
                <a:off x="5703480" y="5171760"/>
                <a:ext cx="38520" cy="2160"/>
              </a:xfrm>
              <a:prstGeom prst="pie">
                <a:avLst/>
              </a:prstGeom>
              <a:solidFill>
                <a:srgbClr val="336600"/>
              </a:solidFill>
              <a:ln w="6480">
                <a:solidFill>
                  <a:srgbClr val="ffffff"/>
                </a:solidFill>
                <a:round/>
              </a:ln>
            </p:spPr>
            <p:style>
              <a:lnRef idx="0"/>
              <a:fillRef idx="0"/>
              <a:effectRef idx="0"/>
              <a:fontRef idx="minor"/>
            </p:style>
            <p:txBody>
              <a:bodyPr lIns="90000" rIns="90000" tIns="-44280" bIns="-44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8" name="Freeform 964"/>
              <p:cNvSpPr/>
              <p:nvPr/>
            </p:nvSpPr>
            <p:spPr>
              <a:xfrm>
                <a:off x="5739840" y="5150520"/>
                <a:ext cx="5076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59" name="Freeform 965"/>
              <p:cNvSpPr/>
              <p:nvPr/>
            </p:nvSpPr>
            <p:spPr>
              <a:xfrm>
                <a:off x="5790600" y="5150520"/>
                <a:ext cx="4068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0" name="Freeform 966"/>
              <p:cNvSpPr/>
              <p:nvPr/>
            </p:nvSpPr>
            <p:spPr>
              <a:xfrm>
                <a:off x="5829120" y="5137200"/>
                <a:ext cx="554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1" name="Freeform 967"/>
              <p:cNvSpPr/>
              <p:nvPr/>
            </p:nvSpPr>
            <p:spPr>
              <a:xfrm>
                <a:off x="5865480" y="5122440"/>
                <a:ext cx="19080" cy="17280"/>
              </a:xfrm>
              <a:prstGeom prst="pie">
                <a:avLst/>
              </a:prstGeom>
              <a:solidFill>
                <a:srgbClr val="336600"/>
              </a:solidFill>
              <a:ln w="648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2" name="Freeform 968"/>
              <p:cNvSpPr/>
              <p:nvPr/>
            </p:nvSpPr>
            <p:spPr>
              <a:xfrm>
                <a:off x="5867640" y="5082480"/>
                <a:ext cx="47520" cy="4248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3" name="Freeform 969"/>
              <p:cNvSpPr/>
              <p:nvPr/>
            </p:nvSpPr>
            <p:spPr>
              <a:xfrm>
                <a:off x="5913360" y="5085360"/>
                <a:ext cx="3852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4" name="Freeform 970"/>
              <p:cNvSpPr/>
              <p:nvPr/>
            </p:nvSpPr>
            <p:spPr>
              <a:xfrm>
                <a:off x="5923440" y="5130360"/>
                <a:ext cx="2844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5" name="Freeform 971"/>
              <p:cNvSpPr/>
              <p:nvPr/>
            </p:nvSpPr>
            <p:spPr>
              <a:xfrm>
                <a:off x="5917680" y="5174280"/>
                <a:ext cx="1008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6" name="Freeform 972"/>
              <p:cNvSpPr/>
              <p:nvPr/>
            </p:nvSpPr>
            <p:spPr>
              <a:xfrm>
                <a:off x="5842800" y="5204880"/>
                <a:ext cx="770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7" name="Freeform 973"/>
              <p:cNvSpPr/>
              <p:nvPr/>
            </p:nvSpPr>
            <p:spPr>
              <a:xfrm>
                <a:off x="5802120" y="5215680"/>
                <a:ext cx="439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8" name="Freeform 974"/>
              <p:cNvSpPr/>
              <p:nvPr/>
            </p:nvSpPr>
            <p:spPr>
              <a:xfrm>
                <a:off x="5773680" y="5226120"/>
                <a:ext cx="302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69" name="Freeform 975"/>
              <p:cNvSpPr/>
              <p:nvPr/>
            </p:nvSpPr>
            <p:spPr>
              <a:xfrm>
                <a:off x="5742000" y="5276880"/>
                <a:ext cx="3384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0" name="Freeform 976"/>
              <p:cNvSpPr/>
              <p:nvPr/>
            </p:nvSpPr>
            <p:spPr>
              <a:xfrm>
                <a:off x="5742000" y="5277960"/>
                <a:ext cx="38520" cy="6120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1" name="Freeform 977"/>
              <p:cNvSpPr/>
              <p:nvPr/>
            </p:nvSpPr>
            <p:spPr>
              <a:xfrm>
                <a:off x="5725080" y="5299200"/>
                <a:ext cx="5292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2" name="Freeform 978"/>
              <p:cNvSpPr/>
              <p:nvPr/>
            </p:nvSpPr>
            <p:spPr>
              <a:xfrm>
                <a:off x="5713920" y="5302080"/>
                <a:ext cx="133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3" name="Freeform 979"/>
              <p:cNvSpPr/>
              <p:nvPr/>
            </p:nvSpPr>
            <p:spPr>
              <a:xfrm>
                <a:off x="5713920" y="5310000"/>
                <a:ext cx="428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4" name="Freeform 980"/>
              <p:cNvSpPr/>
              <p:nvPr/>
            </p:nvSpPr>
            <p:spPr>
              <a:xfrm>
                <a:off x="5690880" y="5328720"/>
                <a:ext cx="655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5" name="Freeform 981"/>
              <p:cNvSpPr/>
              <p:nvPr/>
            </p:nvSpPr>
            <p:spPr>
              <a:xfrm>
                <a:off x="5690880" y="5331240"/>
                <a:ext cx="27000" cy="5688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6" name="Freeform 982"/>
              <p:cNvSpPr/>
              <p:nvPr/>
            </p:nvSpPr>
            <p:spPr>
              <a:xfrm>
                <a:off x="5635440" y="5280480"/>
                <a:ext cx="74520" cy="107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7" name="Freeform 983"/>
              <p:cNvSpPr/>
              <p:nvPr/>
            </p:nvSpPr>
            <p:spPr>
              <a:xfrm>
                <a:off x="5621760" y="5280480"/>
                <a:ext cx="1692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8" name="Freeform 984"/>
              <p:cNvSpPr/>
              <p:nvPr/>
            </p:nvSpPr>
            <p:spPr>
              <a:xfrm>
                <a:off x="5611680" y="5280480"/>
                <a:ext cx="9720" cy="7308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79" name="Freeform 985"/>
              <p:cNvSpPr/>
              <p:nvPr/>
            </p:nvSpPr>
            <p:spPr>
              <a:xfrm>
                <a:off x="5611680" y="5353920"/>
                <a:ext cx="8928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0" name="Freeform 986"/>
              <p:cNvSpPr/>
              <p:nvPr/>
            </p:nvSpPr>
            <p:spPr>
              <a:xfrm>
                <a:off x="5641200" y="5427000"/>
                <a:ext cx="554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1" name="Freeform 987"/>
              <p:cNvSpPr/>
              <p:nvPr/>
            </p:nvSpPr>
            <p:spPr>
              <a:xfrm>
                <a:off x="5641200" y="5427000"/>
                <a:ext cx="3852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2" name="Freeform 988"/>
              <p:cNvSpPr/>
              <p:nvPr/>
            </p:nvSpPr>
            <p:spPr>
              <a:xfrm>
                <a:off x="5677200" y="5508000"/>
                <a:ext cx="10296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3" name="Freeform 989"/>
              <p:cNvSpPr/>
              <p:nvPr/>
            </p:nvSpPr>
            <p:spPr>
              <a:xfrm>
                <a:off x="5776200" y="5586480"/>
                <a:ext cx="3600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4" name="Freeform 990"/>
              <p:cNvSpPr/>
              <p:nvPr/>
            </p:nvSpPr>
            <p:spPr>
              <a:xfrm>
                <a:off x="5758920" y="5613120"/>
                <a:ext cx="4500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5" name="Freeform 991"/>
              <p:cNvSpPr/>
              <p:nvPr/>
            </p:nvSpPr>
            <p:spPr>
              <a:xfrm>
                <a:off x="5722920" y="5597280"/>
                <a:ext cx="3852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6" name="Freeform 992"/>
              <p:cNvSpPr/>
              <p:nvPr/>
            </p:nvSpPr>
            <p:spPr>
              <a:xfrm>
                <a:off x="5706000" y="5594400"/>
                <a:ext cx="1908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7" name="Freeform 993"/>
              <p:cNvSpPr/>
              <p:nvPr/>
            </p:nvSpPr>
            <p:spPr>
              <a:xfrm>
                <a:off x="6024240" y="5564160"/>
                <a:ext cx="2124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8" name="Freeform 994"/>
              <p:cNvSpPr/>
              <p:nvPr/>
            </p:nvSpPr>
            <p:spPr>
              <a:xfrm>
                <a:off x="6022080" y="5568120"/>
                <a:ext cx="1116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89" name="Freeform 995"/>
              <p:cNvSpPr/>
              <p:nvPr/>
            </p:nvSpPr>
            <p:spPr>
              <a:xfrm>
                <a:off x="6022080" y="5561280"/>
                <a:ext cx="14400" cy="9000"/>
              </a:xfrm>
              <a:prstGeom prst="pie">
                <a:avLst/>
              </a:prstGeom>
              <a:solidFill>
                <a:srgbClr val="336600"/>
              </a:solidFill>
              <a:ln w="648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0" name="Freeform 996"/>
              <p:cNvSpPr/>
              <p:nvPr/>
            </p:nvSpPr>
            <p:spPr>
              <a:xfrm>
                <a:off x="6031080" y="5566680"/>
                <a:ext cx="1692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1" name="Freeform 997"/>
              <p:cNvSpPr/>
              <p:nvPr/>
            </p:nvSpPr>
            <p:spPr>
              <a:xfrm>
                <a:off x="6024240" y="5589000"/>
                <a:ext cx="2340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2" name="Freeform 998"/>
              <p:cNvSpPr/>
              <p:nvPr/>
            </p:nvSpPr>
            <p:spPr>
              <a:xfrm>
                <a:off x="6171480" y="5704920"/>
                <a:ext cx="2592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3" name="Freeform 999"/>
              <p:cNvSpPr/>
              <p:nvPr/>
            </p:nvSpPr>
            <p:spPr>
              <a:xfrm>
                <a:off x="6171480" y="5722200"/>
                <a:ext cx="4320" cy="55440"/>
              </a:xfrm>
              <a:prstGeom prst="pie">
                <a:avLst/>
              </a:prstGeom>
              <a:solidFill>
                <a:srgbClr val="336600"/>
              </a:solidFill>
              <a:ln w="6480">
                <a:solidFill>
                  <a:srgbClr val="ffffff"/>
                </a:solidFill>
                <a:round/>
              </a:ln>
            </p:spPr>
            <p:style>
              <a:lnRef idx="0"/>
              <a:fillRef idx="0"/>
              <a:effectRef idx="0"/>
              <a:fontRef idx="minor"/>
            </p:style>
            <p:txBody>
              <a:bodyPr lIns="90000" rIns="90000" tIns="9000" bIns="9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4" name="Freeform 1000"/>
              <p:cNvSpPr/>
              <p:nvPr/>
            </p:nvSpPr>
            <p:spPr>
              <a:xfrm>
                <a:off x="6171480" y="5751360"/>
                <a:ext cx="169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5" name="Freeform 1001"/>
              <p:cNvSpPr/>
              <p:nvPr/>
            </p:nvSpPr>
            <p:spPr>
              <a:xfrm>
                <a:off x="6182640" y="5717160"/>
                <a:ext cx="1476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6" name="Freeform 1002"/>
              <p:cNvSpPr/>
              <p:nvPr/>
            </p:nvSpPr>
            <p:spPr>
              <a:xfrm>
                <a:off x="6176160" y="5702400"/>
                <a:ext cx="16920" cy="1692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7" name="Freeform 1003"/>
              <p:cNvSpPr/>
              <p:nvPr/>
            </p:nvSpPr>
            <p:spPr>
              <a:xfrm>
                <a:off x="6171480" y="5711760"/>
                <a:ext cx="684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8" name="Freeform 1004"/>
              <p:cNvSpPr/>
              <p:nvPr/>
            </p:nvSpPr>
            <p:spPr>
              <a:xfrm>
                <a:off x="5739840" y="5795280"/>
                <a:ext cx="6480" cy="20880"/>
              </a:xfrm>
              <a:prstGeom prst="pie">
                <a:avLst/>
              </a:prstGeom>
              <a:solidFill>
                <a:srgbClr val="336600"/>
              </a:solidFill>
              <a:ln w="648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299" name="Freeform 1005"/>
              <p:cNvSpPr/>
              <p:nvPr/>
            </p:nvSpPr>
            <p:spPr>
              <a:xfrm>
                <a:off x="5744520" y="5795280"/>
                <a:ext cx="972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0" name="Freeform 1006"/>
              <p:cNvSpPr/>
              <p:nvPr/>
            </p:nvSpPr>
            <p:spPr>
              <a:xfrm>
                <a:off x="5748840" y="5800680"/>
                <a:ext cx="5400" cy="26640"/>
              </a:xfrm>
              <a:prstGeom prst="pie">
                <a:avLst/>
              </a:prstGeom>
              <a:solidFill>
                <a:srgbClr val="336600"/>
              </a:solidFill>
              <a:ln w="6480">
                <a:solidFill>
                  <a:srgbClr val="ffffff"/>
                </a:solidFill>
                <a:round/>
              </a:ln>
            </p:spPr>
            <p:style>
              <a:lnRef idx="0"/>
              <a:fillRef idx="0"/>
              <a:effectRef idx="0"/>
              <a:fontRef idx="minor"/>
            </p:style>
            <p:txBody>
              <a:bodyPr lIns="90000" rIns="90000" tIns="-19800" bIns="-19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1" name="Freeform 1007"/>
              <p:cNvSpPr/>
              <p:nvPr/>
            </p:nvSpPr>
            <p:spPr>
              <a:xfrm>
                <a:off x="5737320" y="5814000"/>
                <a:ext cx="1692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5302" name="Group 1008"/>
            <p:cNvGrpSpPr/>
            <p:nvPr/>
          </p:nvGrpSpPr>
          <p:grpSpPr>
            <a:xfrm>
              <a:off x="4303440" y="1576440"/>
              <a:ext cx="1917360" cy="3710160"/>
              <a:chOff x="4303440" y="1576440"/>
              <a:chExt cx="1917360" cy="3710160"/>
            </a:xfrm>
          </p:grpSpPr>
          <p:sp>
            <p:nvSpPr>
              <p:cNvPr id="5303" name="Freeform 1009"/>
              <p:cNvSpPr/>
              <p:nvPr/>
            </p:nvSpPr>
            <p:spPr>
              <a:xfrm>
                <a:off x="4305600" y="1592280"/>
                <a:ext cx="1137240" cy="1699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4" name="Freeform 1010"/>
              <p:cNvSpPr/>
              <p:nvPr/>
            </p:nvSpPr>
            <p:spPr>
              <a:xfrm>
                <a:off x="4703040" y="2521800"/>
                <a:ext cx="89280" cy="95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5" name="Freeform 1011"/>
              <p:cNvSpPr/>
              <p:nvPr/>
            </p:nvSpPr>
            <p:spPr>
              <a:xfrm>
                <a:off x="4777920" y="2400840"/>
                <a:ext cx="29520" cy="123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6" name="Freeform 1012"/>
              <p:cNvSpPr/>
              <p:nvPr/>
            </p:nvSpPr>
            <p:spPr>
              <a:xfrm>
                <a:off x="4788360" y="2386080"/>
                <a:ext cx="16920" cy="17280"/>
              </a:xfrm>
              <a:prstGeom prst="pie">
                <a:avLst/>
              </a:prstGeom>
              <a:solidFill>
                <a:srgbClr val="336600"/>
              </a:solidFill>
              <a:ln w="648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7" name="Freeform 1013"/>
              <p:cNvSpPr/>
              <p:nvPr/>
            </p:nvSpPr>
            <p:spPr>
              <a:xfrm>
                <a:off x="4788360" y="2310120"/>
                <a:ext cx="7236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8" name="Freeform 1014"/>
              <p:cNvSpPr/>
              <p:nvPr/>
            </p:nvSpPr>
            <p:spPr>
              <a:xfrm>
                <a:off x="4854960" y="2215800"/>
                <a:ext cx="1008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09" name="Freeform 1015"/>
              <p:cNvSpPr/>
              <p:nvPr/>
            </p:nvSpPr>
            <p:spPr>
              <a:xfrm>
                <a:off x="4862880" y="2171880"/>
                <a:ext cx="2592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0" name="Freeform 1016"/>
              <p:cNvSpPr/>
              <p:nvPr/>
            </p:nvSpPr>
            <p:spPr>
              <a:xfrm>
                <a:off x="4862880" y="2090880"/>
                <a:ext cx="259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1" name="Freeform 1017"/>
              <p:cNvSpPr/>
              <p:nvPr/>
            </p:nvSpPr>
            <p:spPr>
              <a:xfrm>
                <a:off x="4862880" y="2043000"/>
                <a:ext cx="32760" cy="50040"/>
              </a:xfrm>
              <a:prstGeom prst="pie">
                <a:avLst/>
              </a:prstGeom>
              <a:solidFill>
                <a:srgbClr val="336600"/>
              </a:solidFill>
              <a:ln w="648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2" name="Freeform 1018"/>
              <p:cNvSpPr/>
              <p:nvPr/>
            </p:nvSpPr>
            <p:spPr>
              <a:xfrm>
                <a:off x="4893480" y="2035080"/>
                <a:ext cx="2952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3" name="Freeform 1019"/>
              <p:cNvSpPr/>
              <p:nvPr/>
            </p:nvSpPr>
            <p:spPr>
              <a:xfrm>
                <a:off x="4920840" y="1959120"/>
                <a:ext cx="4068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4" name="Freeform 1020"/>
              <p:cNvSpPr/>
              <p:nvPr/>
            </p:nvSpPr>
            <p:spPr>
              <a:xfrm>
                <a:off x="4959360" y="1962000"/>
                <a:ext cx="860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5" name="Freeform 1021"/>
              <p:cNvSpPr/>
              <p:nvPr/>
            </p:nvSpPr>
            <p:spPr>
              <a:xfrm>
                <a:off x="5019120" y="1904760"/>
                <a:ext cx="2592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6" name="Freeform 1022"/>
              <p:cNvSpPr/>
              <p:nvPr/>
            </p:nvSpPr>
            <p:spPr>
              <a:xfrm>
                <a:off x="5019120" y="1847520"/>
                <a:ext cx="6228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7" name="Freeform 1023"/>
              <p:cNvSpPr/>
              <p:nvPr/>
            </p:nvSpPr>
            <p:spPr>
              <a:xfrm>
                <a:off x="5079240" y="1850040"/>
                <a:ext cx="7452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8" name="Freeform 1024"/>
              <p:cNvSpPr/>
              <p:nvPr/>
            </p:nvSpPr>
            <p:spPr>
              <a:xfrm>
                <a:off x="5151600" y="1896480"/>
                <a:ext cx="4068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19" name="Freeform 1025"/>
              <p:cNvSpPr/>
              <p:nvPr/>
            </p:nvSpPr>
            <p:spPr>
              <a:xfrm>
                <a:off x="5190120" y="1896480"/>
                <a:ext cx="2376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0" name="Freeform 1026"/>
              <p:cNvSpPr/>
              <p:nvPr/>
            </p:nvSpPr>
            <p:spPr>
              <a:xfrm>
                <a:off x="5214240" y="1912680"/>
                <a:ext cx="2340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1" name="Freeform 1027"/>
              <p:cNvSpPr/>
              <p:nvPr/>
            </p:nvSpPr>
            <p:spPr>
              <a:xfrm>
                <a:off x="5235840" y="1836720"/>
                <a:ext cx="27000" cy="7812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2" name="Freeform 1028"/>
              <p:cNvSpPr/>
              <p:nvPr/>
            </p:nvSpPr>
            <p:spPr>
              <a:xfrm>
                <a:off x="5248080" y="1790280"/>
                <a:ext cx="147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3" name="Freeform 1029"/>
              <p:cNvSpPr/>
              <p:nvPr/>
            </p:nvSpPr>
            <p:spPr>
              <a:xfrm>
                <a:off x="5248080" y="1730520"/>
                <a:ext cx="2592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4" name="Freeform 1030"/>
              <p:cNvSpPr/>
              <p:nvPr/>
            </p:nvSpPr>
            <p:spPr>
              <a:xfrm>
                <a:off x="5271840" y="1698480"/>
                <a:ext cx="4644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5" name="Freeform 1031"/>
              <p:cNvSpPr/>
              <p:nvPr/>
            </p:nvSpPr>
            <p:spPr>
              <a:xfrm>
                <a:off x="5316120" y="1698480"/>
                <a:ext cx="51840" cy="3996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6" name="Freeform 1032"/>
              <p:cNvSpPr/>
              <p:nvPr/>
            </p:nvSpPr>
            <p:spPr>
              <a:xfrm>
                <a:off x="5365800" y="1735920"/>
                <a:ext cx="2916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7" name="Freeform 1033"/>
              <p:cNvSpPr/>
              <p:nvPr/>
            </p:nvSpPr>
            <p:spPr>
              <a:xfrm>
                <a:off x="5370480" y="1738440"/>
                <a:ext cx="22680" cy="5688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8" name="Freeform 1034"/>
              <p:cNvSpPr/>
              <p:nvPr/>
            </p:nvSpPr>
            <p:spPr>
              <a:xfrm>
                <a:off x="5374080" y="1779480"/>
                <a:ext cx="3276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29" name="Freeform 1035"/>
              <p:cNvSpPr/>
              <p:nvPr/>
            </p:nvSpPr>
            <p:spPr>
              <a:xfrm>
                <a:off x="5404320" y="1730520"/>
                <a:ext cx="4032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0" name="Freeform 1036"/>
              <p:cNvSpPr/>
              <p:nvPr/>
            </p:nvSpPr>
            <p:spPr>
              <a:xfrm>
                <a:off x="5383080" y="1698480"/>
                <a:ext cx="6192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1" name="Freeform 1037"/>
              <p:cNvSpPr/>
              <p:nvPr/>
            </p:nvSpPr>
            <p:spPr>
              <a:xfrm>
                <a:off x="5383080" y="1649160"/>
                <a:ext cx="270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2" name="Freeform 1038"/>
              <p:cNvSpPr/>
              <p:nvPr/>
            </p:nvSpPr>
            <p:spPr>
              <a:xfrm>
                <a:off x="5400000" y="1633320"/>
                <a:ext cx="4500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3" name="Freeform 1039"/>
              <p:cNvSpPr/>
              <p:nvPr/>
            </p:nvSpPr>
            <p:spPr>
              <a:xfrm>
                <a:off x="5316120" y="1589400"/>
                <a:ext cx="12672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4" name="Freeform 1040"/>
              <p:cNvSpPr/>
              <p:nvPr/>
            </p:nvSpPr>
            <p:spPr>
              <a:xfrm>
                <a:off x="5301360" y="1604160"/>
                <a:ext cx="16920" cy="5580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5" name="Freeform 1041"/>
              <p:cNvSpPr/>
              <p:nvPr/>
            </p:nvSpPr>
            <p:spPr>
              <a:xfrm>
                <a:off x="5271840" y="1598760"/>
                <a:ext cx="31320" cy="63360"/>
              </a:xfrm>
              <a:prstGeom prst="pie">
                <a:avLst/>
              </a:prstGeom>
              <a:solidFill>
                <a:srgbClr val="336600"/>
              </a:solidFill>
              <a:ln w="6480">
                <a:solidFill>
                  <a:srgbClr val="ffffff"/>
                </a:solidFill>
                <a:round/>
              </a:ln>
            </p:spPr>
            <p:style>
              <a:lnRef idx="0"/>
              <a:fillRef idx="0"/>
              <a:effectRef idx="0"/>
              <a:fontRef idx="minor"/>
            </p:style>
            <p:txBody>
              <a:bodyPr lIns="90000" rIns="90000" tIns="16920" bIns="16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6" name="Freeform 1042"/>
              <p:cNvSpPr/>
              <p:nvPr/>
            </p:nvSpPr>
            <p:spPr>
              <a:xfrm>
                <a:off x="5231160" y="1657440"/>
                <a:ext cx="4068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7" name="Freeform 1043"/>
              <p:cNvSpPr/>
              <p:nvPr/>
            </p:nvSpPr>
            <p:spPr>
              <a:xfrm>
                <a:off x="5211720" y="1612080"/>
                <a:ext cx="2124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8" name="Freeform 1044"/>
              <p:cNvSpPr/>
              <p:nvPr/>
            </p:nvSpPr>
            <p:spPr>
              <a:xfrm>
                <a:off x="5139360" y="1612080"/>
                <a:ext cx="74520" cy="50040"/>
              </a:xfrm>
              <a:prstGeom prst="pie">
                <a:avLst/>
              </a:prstGeom>
              <a:solidFill>
                <a:srgbClr val="336600"/>
              </a:solidFill>
              <a:ln w="648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39" name="Freeform 1045"/>
              <p:cNvSpPr/>
              <p:nvPr/>
            </p:nvSpPr>
            <p:spPr>
              <a:xfrm>
                <a:off x="5077080" y="1657440"/>
                <a:ext cx="62280" cy="106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0" name="Freeform 1046"/>
              <p:cNvSpPr/>
              <p:nvPr/>
            </p:nvSpPr>
            <p:spPr>
              <a:xfrm>
                <a:off x="5025960" y="1761120"/>
                <a:ext cx="554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1" name="Freeform 1047"/>
              <p:cNvSpPr/>
              <p:nvPr/>
            </p:nvSpPr>
            <p:spPr>
              <a:xfrm>
                <a:off x="4965840" y="1776960"/>
                <a:ext cx="62280" cy="99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2" name="Freeform 1048"/>
              <p:cNvSpPr/>
              <p:nvPr/>
            </p:nvSpPr>
            <p:spPr>
              <a:xfrm>
                <a:off x="4826880" y="1874160"/>
                <a:ext cx="143640" cy="203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3" name="Freeform 1049"/>
              <p:cNvSpPr/>
              <p:nvPr/>
            </p:nvSpPr>
            <p:spPr>
              <a:xfrm>
                <a:off x="4747320" y="2074680"/>
                <a:ext cx="81360" cy="2059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4" name="Freeform 1050"/>
              <p:cNvSpPr/>
              <p:nvPr/>
            </p:nvSpPr>
            <p:spPr>
              <a:xfrm>
                <a:off x="4708800" y="2278440"/>
                <a:ext cx="51840" cy="117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5" name="Freeform 1051"/>
              <p:cNvSpPr/>
              <p:nvPr/>
            </p:nvSpPr>
            <p:spPr>
              <a:xfrm>
                <a:off x="4683960" y="2392560"/>
                <a:ext cx="4644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6" name="Freeform 1052"/>
              <p:cNvSpPr/>
              <p:nvPr/>
            </p:nvSpPr>
            <p:spPr>
              <a:xfrm>
                <a:off x="4578480" y="2466000"/>
                <a:ext cx="115560" cy="154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7" name="Freeform 1053"/>
              <p:cNvSpPr/>
              <p:nvPr/>
            </p:nvSpPr>
            <p:spPr>
              <a:xfrm>
                <a:off x="4581000" y="2554920"/>
                <a:ext cx="93960" cy="626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8" name="Freeform 1054"/>
              <p:cNvSpPr/>
              <p:nvPr/>
            </p:nvSpPr>
            <p:spPr>
              <a:xfrm>
                <a:off x="4566240" y="2586960"/>
                <a:ext cx="106200" cy="5976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49" name="Freeform 1055"/>
              <p:cNvSpPr/>
              <p:nvPr/>
            </p:nvSpPr>
            <p:spPr>
              <a:xfrm>
                <a:off x="4320360" y="2633400"/>
                <a:ext cx="247680" cy="180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0" name="Freeform 1056"/>
              <p:cNvSpPr/>
              <p:nvPr/>
            </p:nvSpPr>
            <p:spPr>
              <a:xfrm>
                <a:off x="4305600" y="2811600"/>
                <a:ext cx="31680" cy="103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1" name="Freeform 1057"/>
              <p:cNvSpPr/>
              <p:nvPr/>
            </p:nvSpPr>
            <p:spPr>
              <a:xfrm>
                <a:off x="4303440" y="2915280"/>
                <a:ext cx="7920" cy="1051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2" name="Freeform 1058"/>
              <p:cNvSpPr/>
              <p:nvPr/>
            </p:nvSpPr>
            <p:spPr>
              <a:xfrm>
                <a:off x="4305600" y="3017880"/>
                <a:ext cx="55440" cy="98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3" name="Freeform 1059"/>
              <p:cNvSpPr/>
              <p:nvPr/>
            </p:nvSpPr>
            <p:spPr>
              <a:xfrm>
                <a:off x="4305600" y="3112200"/>
                <a:ext cx="55440" cy="19800"/>
              </a:xfrm>
              <a:prstGeom prst="pie">
                <a:avLst/>
              </a:prstGeom>
              <a:solidFill>
                <a:srgbClr val="336600"/>
              </a:solidFill>
              <a:ln w="648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4" name="Freeform 1060"/>
              <p:cNvSpPr/>
              <p:nvPr/>
            </p:nvSpPr>
            <p:spPr>
              <a:xfrm>
                <a:off x="4327200" y="3113280"/>
                <a:ext cx="3852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5" name="Freeform 1061"/>
              <p:cNvSpPr/>
              <p:nvPr/>
            </p:nvSpPr>
            <p:spPr>
              <a:xfrm>
                <a:off x="4327200" y="3194640"/>
                <a:ext cx="84960" cy="99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6" name="Freeform 1062"/>
              <p:cNvSpPr/>
              <p:nvPr/>
            </p:nvSpPr>
            <p:spPr>
              <a:xfrm>
                <a:off x="4412160" y="3153600"/>
                <a:ext cx="180000" cy="140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7" name="Freeform 1063"/>
              <p:cNvSpPr/>
              <p:nvPr/>
            </p:nvSpPr>
            <p:spPr>
              <a:xfrm>
                <a:off x="4587480" y="3083040"/>
                <a:ext cx="2700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8" name="Freeform 1064"/>
              <p:cNvSpPr/>
              <p:nvPr/>
            </p:nvSpPr>
            <p:spPr>
              <a:xfrm>
                <a:off x="4609080" y="3083040"/>
                <a:ext cx="2700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59" name="Freeform 1065"/>
              <p:cNvSpPr/>
              <p:nvPr/>
            </p:nvSpPr>
            <p:spPr>
              <a:xfrm>
                <a:off x="4634280" y="3132000"/>
                <a:ext cx="349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0" name="Freeform 1066"/>
              <p:cNvSpPr/>
              <p:nvPr/>
            </p:nvSpPr>
            <p:spPr>
              <a:xfrm>
                <a:off x="4667040" y="3064320"/>
                <a:ext cx="14400" cy="91440"/>
              </a:xfrm>
              <a:prstGeom prst="pie">
                <a:avLst/>
              </a:prstGeom>
              <a:solidFill>
                <a:srgbClr val="336600"/>
              </a:solidFill>
              <a:ln w="6480">
                <a:solidFill>
                  <a:srgbClr val="ffffff"/>
                </a:solidFill>
                <a:round/>
              </a:ln>
            </p:spPr>
            <p:style>
              <a:lnRef idx="0"/>
              <a:fillRef idx="0"/>
              <a:effectRef idx="0"/>
              <a:fontRef idx="minor"/>
            </p:style>
            <p: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1" name="Freeform 1067"/>
              <p:cNvSpPr/>
              <p:nvPr/>
            </p:nvSpPr>
            <p:spPr>
              <a:xfrm>
                <a:off x="4672800" y="3041640"/>
                <a:ext cx="4500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2" name="Freeform 1068"/>
              <p:cNvSpPr/>
              <p:nvPr/>
            </p:nvSpPr>
            <p:spPr>
              <a:xfrm>
                <a:off x="4698720" y="2941920"/>
                <a:ext cx="19080" cy="100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3" name="Freeform 1069"/>
              <p:cNvSpPr/>
              <p:nvPr/>
            </p:nvSpPr>
            <p:spPr>
              <a:xfrm>
                <a:off x="4698720" y="2895480"/>
                <a:ext cx="453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4" name="Freeform 1070"/>
              <p:cNvSpPr/>
              <p:nvPr/>
            </p:nvSpPr>
            <p:spPr>
              <a:xfrm>
                <a:off x="4691880" y="2617560"/>
                <a:ext cx="51840" cy="280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5" name="Freeform 1071"/>
              <p:cNvSpPr/>
              <p:nvPr/>
            </p:nvSpPr>
            <p:spPr>
              <a:xfrm>
                <a:off x="4452840" y="2599920"/>
                <a:ext cx="6444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6" name="Freeform 1072"/>
              <p:cNvSpPr/>
              <p:nvPr/>
            </p:nvSpPr>
            <p:spPr>
              <a:xfrm>
                <a:off x="4450680" y="2609280"/>
                <a:ext cx="4500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7" name="Freeform 1073"/>
              <p:cNvSpPr/>
              <p:nvPr/>
            </p:nvSpPr>
            <p:spPr>
              <a:xfrm>
                <a:off x="4452840" y="2622600"/>
                <a:ext cx="644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8" name="Freeform 1074"/>
              <p:cNvSpPr/>
              <p:nvPr/>
            </p:nvSpPr>
            <p:spPr>
              <a:xfrm>
                <a:off x="4506120" y="2597400"/>
                <a:ext cx="1116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69" name="Freeform 1075"/>
              <p:cNvSpPr/>
              <p:nvPr/>
            </p:nvSpPr>
            <p:spPr>
              <a:xfrm>
                <a:off x="4493520" y="2597400"/>
                <a:ext cx="12240" cy="1476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0" name="Freeform 1076"/>
              <p:cNvSpPr/>
              <p:nvPr/>
            </p:nvSpPr>
            <p:spPr>
              <a:xfrm>
                <a:off x="4529880" y="2570760"/>
                <a:ext cx="2700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1" name="Freeform 1077"/>
              <p:cNvSpPr/>
              <p:nvPr/>
            </p:nvSpPr>
            <p:spPr>
              <a:xfrm>
                <a:off x="4527720" y="2576160"/>
                <a:ext cx="1224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2" name="Freeform 1078"/>
              <p:cNvSpPr/>
              <p:nvPr/>
            </p:nvSpPr>
            <p:spPr>
              <a:xfrm>
                <a:off x="4537800" y="2570760"/>
                <a:ext cx="2124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3" name="Freeform 1079"/>
              <p:cNvSpPr/>
              <p:nvPr/>
            </p:nvSpPr>
            <p:spPr>
              <a:xfrm>
                <a:off x="4529880" y="2570760"/>
                <a:ext cx="1908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4" name="Freeform 1080"/>
              <p:cNvSpPr/>
              <p:nvPr/>
            </p:nvSpPr>
            <p:spPr>
              <a:xfrm>
                <a:off x="4621680" y="2414160"/>
                <a:ext cx="3384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5" name="Freeform 1081"/>
              <p:cNvSpPr/>
              <p:nvPr/>
            </p:nvSpPr>
            <p:spPr>
              <a:xfrm>
                <a:off x="4638600" y="2411280"/>
                <a:ext cx="1692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6" name="Freeform 1082"/>
              <p:cNvSpPr/>
              <p:nvPr/>
            </p:nvSpPr>
            <p:spPr>
              <a:xfrm>
                <a:off x="4634280" y="2411280"/>
                <a:ext cx="1908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7" name="Freeform 1083"/>
              <p:cNvSpPr/>
              <p:nvPr/>
            </p:nvSpPr>
            <p:spPr>
              <a:xfrm>
                <a:off x="4621680" y="2411280"/>
                <a:ext cx="212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8" name="Freeform 1084"/>
              <p:cNvSpPr/>
              <p:nvPr/>
            </p:nvSpPr>
            <p:spPr>
              <a:xfrm>
                <a:off x="4766760" y="1988640"/>
                <a:ext cx="6228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79" name="Freeform 1085"/>
              <p:cNvSpPr/>
              <p:nvPr/>
            </p:nvSpPr>
            <p:spPr>
              <a:xfrm>
                <a:off x="4766760" y="1985760"/>
                <a:ext cx="6444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0" name="Freeform 1086"/>
              <p:cNvSpPr/>
              <p:nvPr/>
            </p:nvSpPr>
            <p:spPr>
              <a:xfrm>
                <a:off x="4805280" y="1985760"/>
                <a:ext cx="2376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1" name="Freeform 1087"/>
              <p:cNvSpPr/>
              <p:nvPr/>
            </p:nvSpPr>
            <p:spPr>
              <a:xfrm>
                <a:off x="4766760" y="1985760"/>
                <a:ext cx="4068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2" name="Freeform 1088"/>
              <p:cNvSpPr/>
              <p:nvPr/>
            </p:nvSpPr>
            <p:spPr>
              <a:xfrm>
                <a:off x="4809960" y="1863360"/>
                <a:ext cx="61920" cy="109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3" name="Freeform 1089"/>
              <p:cNvSpPr/>
              <p:nvPr/>
            </p:nvSpPr>
            <p:spPr>
              <a:xfrm>
                <a:off x="4807440" y="1888560"/>
                <a:ext cx="3024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4" name="Freeform 1090"/>
              <p:cNvSpPr/>
              <p:nvPr/>
            </p:nvSpPr>
            <p:spPr>
              <a:xfrm>
                <a:off x="4826880" y="1860480"/>
                <a:ext cx="47520" cy="114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5" name="Freeform 1091"/>
              <p:cNvSpPr/>
              <p:nvPr/>
            </p:nvSpPr>
            <p:spPr>
              <a:xfrm>
                <a:off x="4835880" y="1860480"/>
                <a:ext cx="2700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6" name="Freeform 1092"/>
              <p:cNvSpPr/>
              <p:nvPr/>
            </p:nvSpPr>
            <p:spPr>
              <a:xfrm>
                <a:off x="4893480" y="1855440"/>
                <a:ext cx="3600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7" name="Freeform 1093"/>
              <p:cNvSpPr/>
              <p:nvPr/>
            </p:nvSpPr>
            <p:spPr>
              <a:xfrm>
                <a:off x="4891320" y="1855440"/>
                <a:ext cx="3168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8" name="Freeform 1094"/>
              <p:cNvSpPr/>
              <p:nvPr/>
            </p:nvSpPr>
            <p:spPr>
              <a:xfrm>
                <a:off x="4891320" y="1901880"/>
                <a:ext cx="2952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89" name="Freeform 1095"/>
              <p:cNvSpPr/>
              <p:nvPr/>
            </p:nvSpPr>
            <p:spPr>
              <a:xfrm>
                <a:off x="4918320" y="1855440"/>
                <a:ext cx="1332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0" name="Freeform 1096"/>
              <p:cNvSpPr/>
              <p:nvPr/>
            </p:nvSpPr>
            <p:spPr>
              <a:xfrm>
                <a:off x="4951440" y="1795680"/>
                <a:ext cx="2484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1" name="Freeform 1097"/>
              <p:cNvSpPr/>
              <p:nvPr/>
            </p:nvSpPr>
            <p:spPr>
              <a:xfrm>
                <a:off x="4970520" y="1795680"/>
                <a:ext cx="972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2" name="Freeform 1098"/>
              <p:cNvSpPr/>
              <p:nvPr/>
            </p:nvSpPr>
            <p:spPr>
              <a:xfrm>
                <a:off x="4948920" y="1806480"/>
                <a:ext cx="27000" cy="14400"/>
              </a:xfrm>
              <a:prstGeom prst="pie">
                <a:avLst/>
              </a:prstGeom>
              <a:solidFill>
                <a:srgbClr val="336600"/>
              </a:solidFill>
              <a:ln w="648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3" name="Freeform 1099"/>
              <p:cNvSpPr/>
              <p:nvPr/>
            </p:nvSpPr>
            <p:spPr>
              <a:xfrm>
                <a:off x="4948920" y="1795680"/>
                <a:ext cx="2484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4" name="Freeform 1100"/>
              <p:cNvSpPr/>
              <p:nvPr/>
            </p:nvSpPr>
            <p:spPr>
              <a:xfrm>
                <a:off x="4939920" y="1730520"/>
                <a:ext cx="6192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5" name="Freeform 1101"/>
              <p:cNvSpPr/>
              <p:nvPr/>
            </p:nvSpPr>
            <p:spPr>
              <a:xfrm>
                <a:off x="4937760" y="1750320"/>
                <a:ext cx="1584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6" name="Freeform 1102"/>
              <p:cNvSpPr/>
              <p:nvPr/>
            </p:nvSpPr>
            <p:spPr>
              <a:xfrm>
                <a:off x="4937760" y="1758240"/>
                <a:ext cx="2124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7" name="Freeform 1103"/>
              <p:cNvSpPr/>
              <p:nvPr/>
            </p:nvSpPr>
            <p:spPr>
              <a:xfrm>
                <a:off x="4951440" y="1727640"/>
                <a:ext cx="50760" cy="3600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8" name="Freeform 1104"/>
              <p:cNvSpPr/>
              <p:nvPr/>
            </p:nvSpPr>
            <p:spPr>
              <a:xfrm>
                <a:off x="5055480" y="1622880"/>
                <a:ext cx="5724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399" name="Freeform 1105"/>
              <p:cNvSpPr/>
              <p:nvPr/>
            </p:nvSpPr>
            <p:spPr>
              <a:xfrm>
                <a:off x="5053320" y="1620000"/>
                <a:ext cx="3024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0" name="Freeform 1106"/>
              <p:cNvSpPr/>
              <p:nvPr/>
            </p:nvSpPr>
            <p:spPr>
              <a:xfrm>
                <a:off x="5083920" y="1620000"/>
                <a:ext cx="3132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1" name="Freeform 1107"/>
              <p:cNvSpPr/>
              <p:nvPr/>
            </p:nvSpPr>
            <p:spPr>
              <a:xfrm>
                <a:off x="5154120" y="1576440"/>
                <a:ext cx="2592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2" name="Freeform 1108"/>
              <p:cNvSpPr/>
              <p:nvPr/>
            </p:nvSpPr>
            <p:spPr>
              <a:xfrm>
                <a:off x="5156280" y="1576440"/>
                <a:ext cx="2700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3" name="Freeform 1109"/>
              <p:cNvSpPr/>
              <p:nvPr/>
            </p:nvSpPr>
            <p:spPr>
              <a:xfrm>
                <a:off x="5154120" y="1589400"/>
                <a:ext cx="2952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4" name="Freeform 1110"/>
              <p:cNvSpPr/>
              <p:nvPr/>
            </p:nvSpPr>
            <p:spPr>
              <a:xfrm>
                <a:off x="4446000" y="2678400"/>
                <a:ext cx="1332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5" name="Freeform 1111"/>
              <p:cNvSpPr/>
              <p:nvPr/>
            </p:nvSpPr>
            <p:spPr>
              <a:xfrm>
                <a:off x="4443840" y="2676240"/>
                <a:ext cx="1908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6" name="Freeform 1112"/>
              <p:cNvSpPr/>
              <p:nvPr/>
            </p:nvSpPr>
            <p:spPr>
              <a:xfrm>
                <a:off x="4440600" y="2673360"/>
                <a:ext cx="2232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7" name="Freeform 1113"/>
              <p:cNvSpPr/>
              <p:nvPr/>
            </p:nvSpPr>
            <p:spPr>
              <a:xfrm>
                <a:off x="4440600" y="2670480"/>
                <a:ext cx="2484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8" name="Freeform 1114"/>
              <p:cNvSpPr/>
              <p:nvPr/>
            </p:nvSpPr>
            <p:spPr>
              <a:xfrm>
                <a:off x="4438080" y="2667960"/>
                <a:ext cx="2700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09" name="Freeform 1115"/>
              <p:cNvSpPr/>
              <p:nvPr/>
            </p:nvSpPr>
            <p:spPr>
              <a:xfrm>
                <a:off x="4438080" y="2665080"/>
                <a:ext cx="2700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0" name="Freeform 1116"/>
              <p:cNvSpPr/>
              <p:nvPr/>
            </p:nvSpPr>
            <p:spPr>
              <a:xfrm>
                <a:off x="4438080" y="2662560"/>
                <a:ext cx="2700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1" name="Freeform 1117"/>
              <p:cNvSpPr/>
              <p:nvPr/>
            </p:nvSpPr>
            <p:spPr>
              <a:xfrm>
                <a:off x="4438080" y="2660040"/>
                <a:ext cx="2700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2" name="Freeform 1118"/>
              <p:cNvSpPr/>
              <p:nvPr/>
            </p:nvSpPr>
            <p:spPr>
              <a:xfrm>
                <a:off x="4438080" y="2657520"/>
                <a:ext cx="2700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3" name="Freeform 1119"/>
              <p:cNvSpPr/>
              <p:nvPr/>
            </p:nvSpPr>
            <p:spPr>
              <a:xfrm>
                <a:off x="4440600" y="2654640"/>
                <a:ext cx="2484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4" name="Freeform 1120"/>
              <p:cNvSpPr/>
              <p:nvPr/>
            </p:nvSpPr>
            <p:spPr>
              <a:xfrm>
                <a:off x="4440600" y="2652120"/>
                <a:ext cx="2232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5" name="Freeform 1121"/>
              <p:cNvSpPr/>
              <p:nvPr/>
            </p:nvSpPr>
            <p:spPr>
              <a:xfrm>
                <a:off x="4443840" y="2649240"/>
                <a:ext cx="19080" cy="540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6" name="Freeform 1122"/>
              <p:cNvSpPr/>
              <p:nvPr/>
            </p:nvSpPr>
            <p:spPr>
              <a:xfrm>
                <a:off x="4446000" y="2649240"/>
                <a:ext cx="13320" cy="252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7" name="Freeform 1123"/>
              <p:cNvSpPr/>
              <p:nvPr/>
            </p:nvSpPr>
            <p:spPr>
              <a:xfrm>
                <a:off x="4450680" y="2649240"/>
                <a:ext cx="2160" cy="1440"/>
              </a:xfrm>
              <a:prstGeom prst="pie">
                <a:avLst/>
              </a:prstGeom>
              <a:solidFill>
                <a:srgbClr val="336600"/>
              </a:solidFill>
              <a:ln w="6480">
                <a:solidFill>
                  <a:srgbClr val="ffffff"/>
                </a:solidFill>
                <a:round/>
              </a:ln>
            </p:spPr>
            <p:style>
              <a:lnRef idx="0"/>
              <a:fillRef idx="0"/>
              <a:effectRef idx="0"/>
              <a:fontRef idx="minor"/>
            </p:style>
            <p: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8" name="Freeform 1124"/>
              <p:cNvSpPr/>
              <p:nvPr/>
            </p:nvSpPr>
            <p:spPr>
              <a:xfrm>
                <a:off x="4438080" y="2649240"/>
                <a:ext cx="2700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19" name="Freeform 1125"/>
              <p:cNvSpPr/>
              <p:nvPr/>
            </p:nvSpPr>
            <p:spPr>
              <a:xfrm>
                <a:off x="5241240" y="3388680"/>
                <a:ext cx="363240" cy="323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0" name="Freeform 1126"/>
              <p:cNvSpPr/>
              <p:nvPr/>
            </p:nvSpPr>
            <p:spPr>
              <a:xfrm>
                <a:off x="5241240" y="3388680"/>
                <a:ext cx="363240" cy="323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1" name="Freeform 1127"/>
              <p:cNvSpPr/>
              <p:nvPr/>
            </p:nvSpPr>
            <p:spPr>
              <a:xfrm>
                <a:off x="5243760" y="3161160"/>
                <a:ext cx="440280" cy="305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2" name="Freeform 1128"/>
              <p:cNvSpPr/>
              <p:nvPr/>
            </p:nvSpPr>
            <p:spPr>
              <a:xfrm>
                <a:off x="5243760" y="3161160"/>
                <a:ext cx="440280" cy="305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3" name="Freeform 1129"/>
              <p:cNvSpPr/>
              <p:nvPr/>
            </p:nvSpPr>
            <p:spPr>
              <a:xfrm>
                <a:off x="5356800" y="3012480"/>
                <a:ext cx="239760" cy="179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4" name="Freeform 1130"/>
              <p:cNvSpPr/>
              <p:nvPr/>
            </p:nvSpPr>
            <p:spPr>
              <a:xfrm>
                <a:off x="5545080" y="3009600"/>
                <a:ext cx="42840" cy="6516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5" name="Freeform 1131"/>
              <p:cNvSpPr/>
              <p:nvPr/>
            </p:nvSpPr>
            <p:spPr>
              <a:xfrm>
                <a:off x="5562000" y="3069720"/>
                <a:ext cx="13320" cy="4356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6" name="Freeform 1132"/>
              <p:cNvSpPr/>
              <p:nvPr/>
            </p:nvSpPr>
            <p:spPr>
              <a:xfrm>
                <a:off x="5571000" y="3112200"/>
                <a:ext cx="1908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7" name="Freeform 1133"/>
              <p:cNvSpPr/>
              <p:nvPr/>
            </p:nvSpPr>
            <p:spPr>
              <a:xfrm>
                <a:off x="5551560" y="3129480"/>
                <a:ext cx="4860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8" name="Freeform 1134"/>
              <p:cNvSpPr/>
              <p:nvPr/>
            </p:nvSpPr>
            <p:spPr>
              <a:xfrm>
                <a:off x="5491440" y="3158640"/>
                <a:ext cx="6228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29" name="Freeform 1135"/>
              <p:cNvSpPr/>
              <p:nvPr/>
            </p:nvSpPr>
            <p:spPr>
              <a:xfrm>
                <a:off x="5438520" y="3164040"/>
                <a:ext cx="52920" cy="30240"/>
              </a:xfrm>
              <a:prstGeom prst="pie">
                <a:avLst/>
              </a:prstGeom>
              <a:solidFill>
                <a:srgbClr val="336600"/>
              </a:solidFill>
              <a:ln w="648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0" name="Freeform 1136"/>
              <p:cNvSpPr/>
              <p:nvPr/>
            </p:nvSpPr>
            <p:spPr>
              <a:xfrm>
                <a:off x="5423760" y="3166920"/>
                <a:ext cx="1692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1" name="Freeform 1137"/>
              <p:cNvSpPr/>
              <p:nvPr/>
            </p:nvSpPr>
            <p:spPr>
              <a:xfrm>
                <a:off x="5385240" y="3166920"/>
                <a:ext cx="4068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2" name="Freeform 1138"/>
              <p:cNvSpPr/>
              <p:nvPr/>
            </p:nvSpPr>
            <p:spPr>
              <a:xfrm>
                <a:off x="5380560" y="3132000"/>
                <a:ext cx="68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3" name="Freeform 1139"/>
              <p:cNvSpPr/>
              <p:nvPr/>
            </p:nvSpPr>
            <p:spPr>
              <a:xfrm>
                <a:off x="5354640" y="3085560"/>
                <a:ext cx="3276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4" name="Freeform 1140"/>
              <p:cNvSpPr/>
              <p:nvPr/>
            </p:nvSpPr>
            <p:spPr>
              <a:xfrm>
                <a:off x="5354640" y="3023280"/>
                <a:ext cx="107280" cy="67320"/>
              </a:xfrm>
              <a:prstGeom prst="pie">
                <a:avLst/>
              </a:prstGeom>
              <a:solidFill>
                <a:srgbClr val="336600"/>
              </a:solidFill>
              <a:ln w="6480">
                <a:solidFill>
                  <a:srgbClr val="ffffff"/>
                </a:solidFill>
                <a:round/>
              </a:ln>
            </p:spPr>
            <p:style>
              <a:lnRef idx="0"/>
              <a:fillRef idx="0"/>
              <a:effectRef idx="0"/>
              <a:fontRef idx="minor"/>
            </p:style>
            <p:txBody>
              <a:bodyPr lIns="90000" rIns="90000" tIns="20880" bIns="20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5" name="Freeform 1141"/>
              <p:cNvSpPr/>
              <p:nvPr/>
            </p:nvSpPr>
            <p:spPr>
              <a:xfrm>
                <a:off x="5460120" y="3009600"/>
                <a:ext cx="8676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6" name="Freeform 1142"/>
              <p:cNvSpPr/>
              <p:nvPr/>
            </p:nvSpPr>
            <p:spPr>
              <a:xfrm>
                <a:off x="5462280" y="3367440"/>
                <a:ext cx="518400" cy="712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7" name="Freeform 1143"/>
              <p:cNvSpPr/>
              <p:nvPr/>
            </p:nvSpPr>
            <p:spPr>
              <a:xfrm>
                <a:off x="5669640" y="3367440"/>
                <a:ext cx="101520" cy="137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8" name="Freeform 1144"/>
              <p:cNvSpPr/>
              <p:nvPr/>
            </p:nvSpPr>
            <p:spPr>
              <a:xfrm>
                <a:off x="5767920" y="3503160"/>
                <a:ext cx="120960" cy="91800"/>
              </a:xfrm>
              <a:prstGeom prst="pie">
                <a:avLst/>
              </a:prstGeom>
              <a:solidFill>
                <a:srgbClr val="336600"/>
              </a:solidFill>
              <a:ln w="6480">
                <a:solidFill>
                  <a:srgbClr val="ffffff"/>
                </a:solidFill>
                <a:round/>
              </a:ln>
            </p:spPr>
            <p:style>
              <a:lnRef idx="0"/>
              <a:fillRef idx="0"/>
              <a:effectRef idx="0"/>
              <a:fontRef idx="minor"/>
            </p:style>
            <p:txBody>
              <a:bodyPr lIns="90000" rIns="90000" tIns="45360" bIns="45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39" name="Freeform 1145"/>
              <p:cNvSpPr/>
              <p:nvPr/>
            </p:nvSpPr>
            <p:spPr>
              <a:xfrm>
                <a:off x="5884560" y="3594960"/>
                <a:ext cx="11520" cy="1195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0" name="Freeform 1146"/>
              <p:cNvSpPr/>
              <p:nvPr/>
            </p:nvSpPr>
            <p:spPr>
              <a:xfrm>
                <a:off x="5891400" y="3711960"/>
                <a:ext cx="91440" cy="12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1" name="Freeform 1147"/>
              <p:cNvSpPr/>
              <p:nvPr/>
            </p:nvSpPr>
            <p:spPr>
              <a:xfrm>
                <a:off x="5949360" y="3835800"/>
                <a:ext cx="31320" cy="2520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2" name="Freeform 1148"/>
              <p:cNvSpPr/>
              <p:nvPr/>
            </p:nvSpPr>
            <p:spPr>
              <a:xfrm>
                <a:off x="5906160" y="3817080"/>
                <a:ext cx="4536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3" name="Freeform 1149"/>
              <p:cNvSpPr/>
              <p:nvPr/>
            </p:nvSpPr>
            <p:spPr>
              <a:xfrm>
                <a:off x="5904000" y="3819600"/>
                <a:ext cx="9000" cy="90360"/>
              </a:xfrm>
              <a:prstGeom prst="pie">
                <a:avLst/>
              </a:prstGeom>
              <a:solidFill>
                <a:srgbClr val="336600"/>
              </a:solidFill>
              <a:ln w="6480">
                <a:solidFill>
                  <a:srgbClr val="ffffff"/>
                </a:solidFill>
                <a:round/>
              </a:ln>
            </p:spPr>
            <p:style>
              <a:lnRef idx="0"/>
              <a:fillRef idx="0"/>
              <a:effectRef idx="0"/>
              <a:fontRef idx="minor"/>
            </p:style>
            <p:txBody>
              <a:bodyPr lIns="90000" rIns="90000" tIns="43920" bIns="43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4" name="Freeform 1150"/>
              <p:cNvSpPr/>
              <p:nvPr/>
            </p:nvSpPr>
            <p:spPr>
              <a:xfrm>
                <a:off x="5910840" y="3907440"/>
                <a:ext cx="61920" cy="96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5" name="Freeform 1151"/>
              <p:cNvSpPr/>
              <p:nvPr/>
            </p:nvSpPr>
            <p:spPr>
              <a:xfrm>
                <a:off x="5964120" y="4001760"/>
                <a:ext cx="864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6" name="Freeform 1152"/>
              <p:cNvSpPr/>
              <p:nvPr/>
            </p:nvSpPr>
            <p:spPr>
              <a:xfrm>
                <a:off x="5886720" y="4041720"/>
                <a:ext cx="79200" cy="14760"/>
              </a:xfrm>
              <a:prstGeom prst="pie">
                <a:avLst/>
              </a:prstGeom>
              <a:solidFill>
                <a:srgbClr val="336600"/>
              </a:solidFill>
              <a:ln w="648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7" name="Freeform 1153"/>
              <p:cNvSpPr/>
              <p:nvPr/>
            </p:nvSpPr>
            <p:spPr>
              <a:xfrm>
                <a:off x="5710320" y="4044240"/>
                <a:ext cx="17640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8" name="Freeform 1154"/>
              <p:cNvSpPr/>
              <p:nvPr/>
            </p:nvSpPr>
            <p:spPr>
              <a:xfrm>
                <a:off x="5551560" y="4061880"/>
                <a:ext cx="163800" cy="18360"/>
              </a:xfrm>
              <a:prstGeom prst="pie">
                <a:avLst/>
              </a:prstGeom>
              <a:solidFill>
                <a:srgbClr val="336600"/>
              </a:solidFill>
              <a:ln w="648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49" name="Freeform 1155"/>
              <p:cNvSpPr/>
              <p:nvPr/>
            </p:nvSpPr>
            <p:spPr>
              <a:xfrm>
                <a:off x="5493960" y="3971160"/>
                <a:ext cx="62280" cy="100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0" name="Freeform 1156"/>
              <p:cNvSpPr/>
              <p:nvPr/>
            </p:nvSpPr>
            <p:spPr>
              <a:xfrm>
                <a:off x="5489280" y="3971160"/>
                <a:ext cx="6840" cy="5040"/>
              </a:xfrm>
              <a:prstGeom prst="pie">
                <a:avLst/>
              </a:prstGeom>
              <a:solidFill>
                <a:srgbClr val="336600"/>
              </a:solidFill>
              <a:ln w="648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1" name="Freeform 1157"/>
              <p:cNvSpPr/>
              <p:nvPr/>
            </p:nvSpPr>
            <p:spPr>
              <a:xfrm>
                <a:off x="5489280" y="3944520"/>
                <a:ext cx="900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2" name="Freeform 1158"/>
              <p:cNvSpPr/>
              <p:nvPr/>
            </p:nvSpPr>
            <p:spPr>
              <a:xfrm>
                <a:off x="5460120" y="3920760"/>
                <a:ext cx="3852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3" name="Freeform 1159"/>
              <p:cNvSpPr/>
              <p:nvPr/>
            </p:nvSpPr>
            <p:spPr>
              <a:xfrm>
                <a:off x="5460120" y="3861000"/>
                <a:ext cx="3600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4" name="Freeform 1160"/>
              <p:cNvSpPr/>
              <p:nvPr/>
            </p:nvSpPr>
            <p:spPr>
              <a:xfrm>
                <a:off x="5462280" y="3711960"/>
                <a:ext cx="33840" cy="148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5" name="Freeform 1161"/>
              <p:cNvSpPr/>
              <p:nvPr/>
            </p:nvSpPr>
            <p:spPr>
              <a:xfrm>
                <a:off x="5462280" y="3654720"/>
                <a:ext cx="46080" cy="6228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6" name="Freeform 1162"/>
              <p:cNvSpPr/>
              <p:nvPr/>
            </p:nvSpPr>
            <p:spPr>
              <a:xfrm>
                <a:off x="5502960" y="3628080"/>
                <a:ext cx="226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7" name="Freeform 1163"/>
              <p:cNvSpPr/>
              <p:nvPr/>
            </p:nvSpPr>
            <p:spPr>
              <a:xfrm>
                <a:off x="5520240" y="3622680"/>
                <a:ext cx="43920" cy="24120"/>
              </a:xfrm>
              <a:prstGeom prst="pie">
                <a:avLst/>
              </a:prstGeom>
              <a:solidFill>
                <a:srgbClr val="336600"/>
              </a:solidFill>
              <a:ln w="648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8" name="Freeform 1164"/>
              <p:cNvSpPr/>
              <p:nvPr/>
            </p:nvSpPr>
            <p:spPr>
              <a:xfrm>
                <a:off x="5549400" y="3565800"/>
                <a:ext cx="1440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59" name="Freeform 1165"/>
              <p:cNvSpPr/>
              <p:nvPr/>
            </p:nvSpPr>
            <p:spPr>
              <a:xfrm>
                <a:off x="5551560" y="3464640"/>
                <a:ext cx="57600" cy="105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0" name="Freeform 1166"/>
              <p:cNvSpPr/>
              <p:nvPr/>
            </p:nvSpPr>
            <p:spPr>
              <a:xfrm>
                <a:off x="5607000" y="3367440"/>
                <a:ext cx="68040" cy="101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1" name="Freeform 1167"/>
              <p:cNvSpPr/>
              <p:nvPr/>
            </p:nvSpPr>
            <p:spPr>
              <a:xfrm>
                <a:off x="5448600" y="4047120"/>
                <a:ext cx="770040" cy="602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2" name="Freeform 1168"/>
              <p:cNvSpPr/>
              <p:nvPr/>
            </p:nvSpPr>
            <p:spPr>
              <a:xfrm>
                <a:off x="6212160" y="4082760"/>
                <a:ext cx="8640" cy="344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3" name="Freeform 1169"/>
              <p:cNvSpPr/>
              <p:nvPr/>
            </p:nvSpPr>
            <p:spPr>
              <a:xfrm>
                <a:off x="6158880" y="4080240"/>
                <a:ext cx="6192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4" name="Freeform 1170"/>
              <p:cNvSpPr/>
              <p:nvPr/>
            </p:nvSpPr>
            <p:spPr>
              <a:xfrm>
                <a:off x="6030720" y="4056480"/>
                <a:ext cx="12996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5" name="Freeform 1171"/>
              <p:cNvSpPr/>
              <p:nvPr/>
            </p:nvSpPr>
            <p:spPr>
              <a:xfrm>
                <a:off x="5906160" y="4044240"/>
                <a:ext cx="124560" cy="30600"/>
              </a:xfrm>
              <a:prstGeom prst="pie">
                <a:avLst/>
              </a:prstGeom>
              <a:solidFill>
                <a:srgbClr val="336600"/>
              </a:solidFill>
              <a:ln w="6480">
                <a:solidFill>
                  <a:srgbClr val="ffffff"/>
                </a:solidFill>
                <a:round/>
              </a:ln>
            </p:spPr>
            <p:style>
              <a:lnRef idx="0"/>
              <a:fillRef idx="0"/>
              <a:effectRef idx="0"/>
              <a:fontRef idx="minor"/>
            </p:style>
            <p:txBody>
              <a:bodyPr lIns="90000" rIns="90000" tIns="-15840" bIns="-15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6" name="Freeform 1172"/>
              <p:cNvSpPr/>
              <p:nvPr/>
            </p:nvSpPr>
            <p:spPr>
              <a:xfrm>
                <a:off x="5767920" y="4047120"/>
                <a:ext cx="140400" cy="27720"/>
              </a:xfrm>
              <a:prstGeom prst="pie">
                <a:avLst/>
              </a:prstGeom>
              <a:solidFill>
                <a:srgbClr val="336600"/>
              </a:solidFill>
              <a:ln w="648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7" name="Freeform 1173"/>
              <p:cNvSpPr/>
              <p:nvPr/>
            </p:nvSpPr>
            <p:spPr>
              <a:xfrm>
                <a:off x="5708160" y="4069800"/>
                <a:ext cx="6300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8" name="Freeform 1174"/>
              <p:cNvSpPr/>
              <p:nvPr/>
            </p:nvSpPr>
            <p:spPr>
              <a:xfrm>
                <a:off x="5546880" y="4059000"/>
                <a:ext cx="16668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69" name="Freeform 1175"/>
              <p:cNvSpPr/>
              <p:nvPr/>
            </p:nvSpPr>
            <p:spPr>
              <a:xfrm>
                <a:off x="5549400" y="4069800"/>
                <a:ext cx="16920" cy="3456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0" name="Freeform 1176"/>
              <p:cNvSpPr/>
              <p:nvPr/>
            </p:nvSpPr>
            <p:spPr>
              <a:xfrm>
                <a:off x="5479200" y="4098960"/>
                <a:ext cx="86760" cy="146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1" name="Freeform 1177"/>
              <p:cNvSpPr/>
              <p:nvPr/>
            </p:nvSpPr>
            <p:spPr>
              <a:xfrm>
                <a:off x="5479200" y="4245120"/>
                <a:ext cx="972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2" name="Freeform 1178"/>
              <p:cNvSpPr/>
              <p:nvPr/>
            </p:nvSpPr>
            <p:spPr>
              <a:xfrm>
                <a:off x="5445000" y="4283640"/>
                <a:ext cx="43920" cy="113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3" name="Freeform 1179"/>
              <p:cNvSpPr/>
              <p:nvPr/>
            </p:nvSpPr>
            <p:spPr>
              <a:xfrm>
                <a:off x="5448600" y="4391280"/>
                <a:ext cx="1094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4" name="Freeform 1180"/>
              <p:cNvSpPr/>
              <p:nvPr/>
            </p:nvSpPr>
            <p:spPr>
              <a:xfrm>
                <a:off x="5558400" y="4391280"/>
                <a:ext cx="8064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5" name="Freeform 1181"/>
              <p:cNvSpPr/>
              <p:nvPr/>
            </p:nvSpPr>
            <p:spPr>
              <a:xfrm>
                <a:off x="5639040" y="4391280"/>
                <a:ext cx="5976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6" name="Freeform 1182"/>
              <p:cNvSpPr/>
              <p:nvPr/>
            </p:nvSpPr>
            <p:spPr>
              <a:xfrm>
                <a:off x="5694480" y="4343400"/>
                <a:ext cx="860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7" name="Freeform 1183"/>
              <p:cNvSpPr/>
              <p:nvPr/>
            </p:nvSpPr>
            <p:spPr>
              <a:xfrm>
                <a:off x="5778360" y="4343400"/>
                <a:ext cx="9396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8" name="Freeform 1184"/>
              <p:cNvSpPr/>
              <p:nvPr/>
            </p:nvSpPr>
            <p:spPr>
              <a:xfrm>
                <a:off x="5867640" y="4422240"/>
                <a:ext cx="8604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79" name="Freeform 1185"/>
              <p:cNvSpPr/>
              <p:nvPr/>
            </p:nvSpPr>
            <p:spPr>
              <a:xfrm>
                <a:off x="5951520" y="4492440"/>
                <a:ext cx="1692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0" name="Freeform 1186"/>
              <p:cNvSpPr/>
              <p:nvPr/>
            </p:nvSpPr>
            <p:spPr>
              <a:xfrm>
                <a:off x="5964120" y="4578840"/>
                <a:ext cx="7704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1" name="Freeform 1187"/>
              <p:cNvSpPr/>
              <p:nvPr/>
            </p:nvSpPr>
            <p:spPr>
              <a:xfrm>
                <a:off x="6036480" y="4605480"/>
                <a:ext cx="2844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2" name="Freeform 1188"/>
              <p:cNvSpPr/>
              <p:nvPr/>
            </p:nvSpPr>
            <p:spPr>
              <a:xfrm>
                <a:off x="6043320" y="4563000"/>
                <a:ext cx="2124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3" name="Freeform 1189"/>
              <p:cNvSpPr/>
              <p:nvPr/>
            </p:nvSpPr>
            <p:spPr>
              <a:xfrm>
                <a:off x="6045480" y="4563000"/>
                <a:ext cx="4284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4" name="Freeform 1190"/>
              <p:cNvSpPr/>
              <p:nvPr/>
            </p:nvSpPr>
            <p:spPr>
              <a:xfrm>
                <a:off x="6084000" y="4422240"/>
                <a:ext cx="132120" cy="148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5" name="Freeform 1191"/>
              <p:cNvSpPr/>
              <p:nvPr/>
            </p:nvSpPr>
            <p:spPr>
              <a:xfrm>
                <a:off x="5778360" y="4343400"/>
                <a:ext cx="235440" cy="113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6" name="Freeform 1192"/>
              <p:cNvSpPr/>
              <p:nvPr/>
            </p:nvSpPr>
            <p:spPr>
              <a:xfrm>
                <a:off x="5850720" y="4346280"/>
                <a:ext cx="98280" cy="4788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7" name="Freeform 1193"/>
              <p:cNvSpPr/>
              <p:nvPr/>
            </p:nvSpPr>
            <p:spPr>
              <a:xfrm>
                <a:off x="5949360" y="4388760"/>
                <a:ext cx="676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8" name="Freeform 1194"/>
              <p:cNvSpPr/>
              <p:nvPr/>
            </p:nvSpPr>
            <p:spPr>
              <a:xfrm>
                <a:off x="5959440" y="4443120"/>
                <a:ext cx="576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89" name="Freeform 1195"/>
              <p:cNvSpPr/>
              <p:nvPr/>
            </p:nvSpPr>
            <p:spPr>
              <a:xfrm>
                <a:off x="5872320" y="4424760"/>
                <a:ext cx="8928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0" name="Freeform 1196"/>
              <p:cNvSpPr/>
              <p:nvPr/>
            </p:nvSpPr>
            <p:spPr>
              <a:xfrm>
                <a:off x="5799960" y="4375440"/>
                <a:ext cx="7452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1" name="Freeform 1197"/>
              <p:cNvSpPr/>
              <p:nvPr/>
            </p:nvSpPr>
            <p:spPr>
              <a:xfrm>
                <a:off x="5771160" y="4340880"/>
                <a:ext cx="3060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2" name="Freeform 1198"/>
              <p:cNvSpPr/>
              <p:nvPr/>
            </p:nvSpPr>
            <p:spPr>
              <a:xfrm>
                <a:off x="5778360" y="4340880"/>
                <a:ext cx="7236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3" name="Freeform 1199"/>
              <p:cNvSpPr/>
              <p:nvPr/>
            </p:nvSpPr>
            <p:spPr>
              <a:xfrm>
                <a:off x="5051160" y="5044320"/>
                <a:ext cx="6876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4" name="Freeform 1200"/>
              <p:cNvSpPr/>
              <p:nvPr/>
            </p:nvSpPr>
            <p:spPr>
              <a:xfrm>
                <a:off x="5047560" y="5064120"/>
                <a:ext cx="74520" cy="21240"/>
              </a:xfrm>
              <a:prstGeom prst="pie">
                <a:avLst/>
              </a:prstGeom>
              <a:solidFill>
                <a:srgbClr val="336600"/>
              </a:solidFill>
              <a:ln w="648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5" name="Freeform 1201"/>
              <p:cNvSpPr/>
              <p:nvPr/>
            </p:nvSpPr>
            <p:spPr>
              <a:xfrm>
                <a:off x="5047560" y="5041440"/>
                <a:ext cx="74520" cy="2232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6" name="Freeform 1202"/>
              <p:cNvSpPr/>
              <p:nvPr/>
            </p:nvSpPr>
            <p:spPr>
              <a:xfrm>
                <a:off x="4908240" y="4858200"/>
                <a:ext cx="31680" cy="45000"/>
              </a:xfrm>
              <a:prstGeom prst="pie">
                <a:avLst/>
              </a:prstGeom>
              <a:solidFill>
                <a:srgbClr val="336600"/>
              </a:solidFill>
              <a:ln w="648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7" name="Freeform 1203"/>
              <p:cNvSpPr/>
              <p:nvPr/>
            </p:nvSpPr>
            <p:spPr>
              <a:xfrm>
                <a:off x="4925160" y="4855680"/>
                <a:ext cx="1692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8" name="Freeform 1204"/>
              <p:cNvSpPr/>
              <p:nvPr/>
            </p:nvSpPr>
            <p:spPr>
              <a:xfrm>
                <a:off x="4905720" y="4855680"/>
                <a:ext cx="19080" cy="50400"/>
              </a:xfrm>
              <a:prstGeom prst="pie">
                <a:avLst/>
              </a:prstGeom>
              <a:solidFill>
                <a:srgbClr val="336600"/>
              </a:solidFill>
              <a:ln w="648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499" name="Freeform 1205"/>
              <p:cNvSpPr/>
              <p:nvPr/>
            </p:nvSpPr>
            <p:spPr>
              <a:xfrm>
                <a:off x="5442840" y="5112000"/>
                <a:ext cx="195840" cy="171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0" name="Freeform 1206"/>
              <p:cNvSpPr/>
              <p:nvPr/>
            </p:nvSpPr>
            <p:spPr>
              <a:xfrm>
                <a:off x="5440680" y="5109480"/>
                <a:ext cx="149400" cy="91800"/>
              </a:xfrm>
              <a:prstGeom prst="pie">
                <a:avLst/>
              </a:prstGeom>
              <a:solidFill>
                <a:srgbClr val="336600"/>
              </a:solidFill>
              <a:ln w="6480">
                <a:solidFill>
                  <a:srgbClr val="ffffff"/>
                </a:solidFill>
                <a:round/>
              </a:ln>
            </p:spPr>
            <p:style>
              <a:lnRef idx="0"/>
              <a:fillRef idx="0"/>
              <a:effectRef idx="0"/>
              <a:fontRef idx="minor"/>
            </p:style>
            <p:txBody>
              <a:bodyPr lIns="90000" rIns="90000" tIns="45360" bIns="45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1" name="Freeform 1207"/>
              <p:cNvSpPr/>
              <p:nvPr/>
            </p:nvSpPr>
            <p:spPr>
              <a:xfrm>
                <a:off x="5440680" y="5198760"/>
                <a:ext cx="36000" cy="87480"/>
              </a:xfrm>
              <a:prstGeom prst="pie">
                <a:avLst/>
              </a:prstGeom>
              <a:solidFill>
                <a:srgbClr val="336600"/>
              </a:solidFill>
              <a:ln w="648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2" name="Freeform 1208"/>
              <p:cNvSpPr/>
              <p:nvPr/>
            </p:nvSpPr>
            <p:spPr>
              <a:xfrm>
                <a:off x="5474520" y="5234760"/>
                <a:ext cx="10836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5503" name="Freeform 1209"/>
            <p:cNvSpPr/>
            <p:nvPr/>
          </p:nvSpPr>
          <p:spPr>
            <a:xfrm>
              <a:off x="5581440" y="5229360"/>
              <a:ext cx="28080" cy="1080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4" name="Freeform 1210"/>
            <p:cNvSpPr/>
            <p:nvPr/>
          </p:nvSpPr>
          <p:spPr>
            <a:xfrm>
              <a:off x="5607360" y="5210640"/>
              <a:ext cx="34200" cy="23760"/>
            </a:xfrm>
            <a:prstGeom prst="pie">
              <a:avLst/>
            </a:prstGeom>
            <a:solidFill>
              <a:srgbClr val="336600"/>
            </a:solidFill>
            <a:ln w="648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5" name="Freeform 1211"/>
            <p:cNvSpPr/>
            <p:nvPr/>
          </p:nvSpPr>
          <p:spPr>
            <a:xfrm>
              <a:off x="5629320" y="5180040"/>
              <a:ext cx="1224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6" name="Freeform 1212"/>
            <p:cNvSpPr/>
            <p:nvPr/>
          </p:nvSpPr>
          <p:spPr>
            <a:xfrm>
              <a:off x="5629320" y="5153400"/>
              <a:ext cx="12240" cy="26280"/>
            </a:xfrm>
            <a:prstGeom prst="pie">
              <a:avLst/>
            </a:prstGeom>
            <a:solidFill>
              <a:srgbClr val="336600"/>
            </a:solidFill>
            <a:ln w="648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7" name="Freeform 1213"/>
            <p:cNvSpPr/>
            <p:nvPr/>
          </p:nvSpPr>
          <p:spPr>
            <a:xfrm>
              <a:off x="5622120" y="5120280"/>
              <a:ext cx="19440" cy="356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8" name="Freeform 1214"/>
            <p:cNvSpPr/>
            <p:nvPr/>
          </p:nvSpPr>
          <p:spPr>
            <a:xfrm>
              <a:off x="5587560" y="5109840"/>
              <a:ext cx="36720" cy="15480"/>
            </a:xfrm>
            <a:prstGeom prst="pie">
              <a:avLst/>
            </a:prstGeom>
            <a:solidFill>
              <a:srgbClr val="336600"/>
            </a:solidFill>
            <a:ln w="648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09" name="Freeform 1215"/>
            <p:cNvSpPr/>
            <p:nvPr/>
          </p:nvSpPr>
          <p:spPr>
            <a:xfrm>
              <a:off x="4841280" y="4628160"/>
              <a:ext cx="758880" cy="527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0" name="Freeform 1216"/>
            <p:cNvSpPr/>
            <p:nvPr/>
          </p:nvSpPr>
          <p:spPr>
            <a:xfrm>
              <a:off x="5569200" y="5033880"/>
              <a:ext cx="612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1" name="Freeform 1217"/>
            <p:cNvSpPr/>
            <p:nvPr/>
          </p:nvSpPr>
          <p:spPr>
            <a:xfrm>
              <a:off x="5569200" y="4999320"/>
              <a:ext cx="3528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2" name="Freeform 1218"/>
            <p:cNvSpPr/>
            <p:nvPr/>
          </p:nvSpPr>
          <p:spPr>
            <a:xfrm>
              <a:off x="5544720" y="4920840"/>
              <a:ext cx="5760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3" name="Freeform 1219"/>
            <p:cNvSpPr/>
            <p:nvPr/>
          </p:nvSpPr>
          <p:spPr>
            <a:xfrm>
              <a:off x="5547240" y="4871520"/>
              <a:ext cx="3060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4" name="Freeform 1220"/>
            <p:cNvSpPr/>
            <p:nvPr/>
          </p:nvSpPr>
          <p:spPr>
            <a:xfrm>
              <a:off x="5547240" y="4814640"/>
              <a:ext cx="3060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5" name="Freeform 1221"/>
            <p:cNvSpPr/>
            <p:nvPr/>
          </p:nvSpPr>
          <p:spPr>
            <a:xfrm>
              <a:off x="5517720" y="4816800"/>
              <a:ext cx="3420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6" name="Freeform 1222"/>
            <p:cNvSpPr/>
            <p:nvPr/>
          </p:nvSpPr>
          <p:spPr>
            <a:xfrm>
              <a:off x="5440320" y="4811760"/>
              <a:ext cx="79560" cy="40680"/>
            </a:xfrm>
            <a:prstGeom prst="pie">
              <a:avLst/>
            </a:prstGeom>
            <a:solidFill>
              <a:srgbClr val="336600"/>
            </a:solidFill>
            <a:ln w="648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7" name="Freeform 1223"/>
            <p:cNvSpPr/>
            <p:nvPr/>
          </p:nvSpPr>
          <p:spPr>
            <a:xfrm>
              <a:off x="5400000" y="4749120"/>
              <a:ext cx="514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8" name="Freeform 1224"/>
            <p:cNvSpPr/>
            <p:nvPr/>
          </p:nvSpPr>
          <p:spPr>
            <a:xfrm>
              <a:off x="5374080" y="4681440"/>
              <a:ext cx="3060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19" name="Freeform 1225"/>
            <p:cNvSpPr/>
            <p:nvPr/>
          </p:nvSpPr>
          <p:spPr>
            <a:xfrm>
              <a:off x="5246640" y="4683960"/>
              <a:ext cx="12996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0" name="Freeform 1226"/>
            <p:cNvSpPr/>
            <p:nvPr/>
          </p:nvSpPr>
          <p:spPr>
            <a:xfrm>
              <a:off x="5134680" y="4694760"/>
              <a:ext cx="113040" cy="54000"/>
            </a:xfrm>
            <a:prstGeom prst="pie">
              <a:avLst/>
            </a:prstGeom>
            <a:solidFill>
              <a:srgbClr val="336600"/>
            </a:solidFill>
            <a:ln w="648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1" name="Freeform 1227"/>
            <p:cNvSpPr/>
            <p:nvPr/>
          </p:nvSpPr>
          <p:spPr>
            <a:xfrm>
              <a:off x="5040360" y="4624200"/>
              <a:ext cx="99360" cy="1245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2" name="Freeform 1228"/>
            <p:cNvSpPr/>
            <p:nvPr/>
          </p:nvSpPr>
          <p:spPr>
            <a:xfrm>
              <a:off x="4929840" y="4627080"/>
              <a:ext cx="11520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3" name="Freeform 1229"/>
            <p:cNvSpPr/>
            <p:nvPr/>
          </p:nvSpPr>
          <p:spPr>
            <a:xfrm>
              <a:off x="4835160" y="4681440"/>
              <a:ext cx="96840" cy="10440"/>
            </a:xfrm>
            <a:prstGeom prst="pie">
              <a:avLst/>
            </a:prstGeom>
            <a:solidFill>
              <a:srgbClr val="336600"/>
            </a:solidFill>
            <a:ln w="648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4" name="Freeform 1230"/>
            <p:cNvSpPr/>
            <p:nvPr/>
          </p:nvSpPr>
          <p:spPr>
            <a:xfrm>
              <a:off x="4837680" y="4686840"/>
              <a:ext cx="3420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5" name="Freeform 1231"/>
            <p:cNvSpPr/>
            <p:nvPr/>
          </p:nvSpPr>
          <p:spPr>
            <a:xfrm>
              <a:off x="4846320" y="4767840"/>
              <a:ext cx="2556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6" name="Freeform 1232"/>
            <p:cNvSpPr/>
            <p:nvPr/>
          </p:nvSpPr>
          <p:spPr>
            <a:xfrm>
              <a:off x="4848840" y="4809240"/>
              <a:ext cx="2556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7" name="Freeform 1233"/>
            <p:cNvSpPr/>
            <p:nvPr/>
          </p:nvSpPr>
          <p:spPr>
            <a:xfrm>
              <a:off x="4869720" y="4800960"/>
              <a:ext cx="4032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8" name="Freeform 1234"/>
            <p:cNvSpPr/>
            <p:nvPr/>
          </p:nvSpPr>
          <p:spPr>
            <a:xfrm>
              <a:off x="4907520" y="4800960"/>
              <a:ext cx="43920" cy="4932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29" name="Freeform 1235"/>
            <p:cNvSpPr/>
            <p:nvPr/>
          </p:nvSpPr>
          <p:spPr>
            <a:xfrm>
              <a:off x="4947120" y="4844880"/>
              <a:ext cx="19440" cy="66240"/>
            </a:xfrm>
            <a:prstGeom prst="pie">
              <a:avLst/>
            </a:prstGeom>
            <a:solidFill>
              <a:srgbClr val="336600"/>
            </a:solidFill>
            <a:ln w="6480">
              <a:solidFill>
                <a:srgbClr val="ffffff"/>
              </a:solidFill>
              <a:round/>
            </a:ln>
          </p:spPr>
          <p:style>
            <a:lnRef idx="0"/>
            <a:fillRef idx="0"/>
            <a:effectRef idx="0"/>
            <a:fontRef idx="minor"/>
          </p:style>
          <p:txBody>
            <a:bodyPr lIns="90000" rIns="90000" tIns="19800" bIns="19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0" name="Freeform 1236"/>
            <p:cNvSpPr/>
            <p:nvPr/>
          </p:nvSpPr>
          <p:spPr>
            <a:xfrm>
              <a:off x="4961520" y="4908960"/>
              <a:ext cx="40320" cy="4896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1" name="Freeform 1237"/>
            <p:cNvSpPr/>
            <p:nvPr/>
          </p:nvSpPr>
          <p:spPr>
            <a:xfrm>
              <a:off x="4997160" y="4955400"/>
              <a:ext cx="47880" cy="410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2" name="Freeform 1238"/>
            <p:cNvSpPr/>
            <p:nvPr/>
          </p:nvSpPr>
          <p:spPr>
            <a:xfrm>
              <a:off x="5042880" y="4991400"/>
              <a:ext cx="16920" cy="31680"/>
            </a:xfrm>
            <a:prstGeom prst="pie">
              <a:avLst/>
            </a:prstGeom>
            <a:solidFill>
              <a:srgbClr val="336600"/>
            </a:solidFill>
            <a:ln w="648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3" name="Freeform 1239"/>
            <p:cNvSpPr/>
            <p:nvPr/>
          </p:nvSpPr>
          <p:spPr>
            <a:xfrm>
              <a:off x="5057280" y="5015160"/>
              <a:ext cx="129960" cy="78480"/>
            </a:xfrm>
            <a:prstGeom prst="pie">
              <a:avLst/>
            </a:prstGeom>
            <a:solidFill>
              <a:srgbClr val="336600"/>
            </a:solidFill>
            <a:ln w="648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4" name="Freeform 1240"/>
            <p:cNvSpPr/>
            <p:nvPr/>
          </p:nvSpPr>
          <p:spPr>
            <a:xfrm>
              <a:off x="5184000" y="5088240"/>
              <a:ext cx="106560" cy="70560"/>
            </a:xfrm>
            <a:prstGeom prst="pie">
              <a:avLst/>
            </a:prstGeom>
            <a:solidFill>
              <a:srgbClr val="336600"/>
            </a:solidFill>
            <a:ln w="648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5" name="Freeform 1241"/>
            <p:cNvSpPr/>
            <p:nvPr/>
          </p:nvSpPr>
          <p:spPr>
            <a:xfrm>
              <a:off x="5289480" y="5142960"/>
              <a:ext cx="3060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6" name="Freeform 1242"/>
            <p:cNvSpPr/>
            <p:nvPr/>
          </p:nvSpPr>
          <p:spPr>
            <a:xfrm>
              <a:off x="5316480" y="5091120"/>
              <a:ext cx="5400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7" name="Freeform 1243"/>
            <p:cNvSpPr/>
            <p:nvPr/>
          </p:nvSpPr>
          <p:spPr>
            <a:xfrm>
              <a:off x="5367960" y="5096160"/>
              <a:ext cx="72360" cy="49320"/>
            </a:xfrm>
            <a:prstGeom prst="pie">
              <a:avLst/>
            </a:prstGeom>
            <a:solidFill>
              <a:srgbClr val="336600"/>
            </a:solidFill>
            <a:ln w="648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8" name="Freeform 1244"/>
            <p:cNvSpPr/>
            <p:nvPr/>
          </p:nvSpPr>
          <p:spPr>
            <a:xfrm>
              <a:off x="5437800" y="5106960"/>
              <a:ext cx="137520" cy="3852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39" name="Freeform 1245"/>
            <p:cNvSpPr/>
            <p:nvPr/>
          </p:nvSpPr>
          <p:spPr>
            <a:xfrm>
              <a:off x="4841280" y="4627080"/>
              <a:ext cx="257760" cy="2394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0" name="Freeform 1246"/>
            <p:cNvSpPr/>
            <p:nvPr/>
          </p:nvSpPr>
          <p:spPr>
            <a:xfrm>
              <a:off x="5040360" y="4624200"/>
              <a:ext cx="60120" cy="82080"/>
            </a:xfrm>
            <a:prstGeom prst="pie">
              <a:avLst/>
            </a:prstGeom>
            <a:solidFill>
              <a:srgbClr val="336600"/>
            </a:solidFill>
            <a:ln w="648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1" name="Freeform 1247"/>
            <p:cNvSpPr/>
            <p:nvPr/>
          </p:nvSpPr>
          <p:spPr>
            <a:xfrm>
              <a:off x="4929840" y="4627080"/>
              <a:ext cx="113040" cy="59400"/>
            </a:xfrm>
            <a:prstGeom prst="pie">
              <a:avLst/>
            </a:prstGeom>
            <a:solidFill>
              <a:srgbClr val="336600"/>
            </a:solidFill>
            <a:ln w="6480">
              <a:solidFill>
                <a:srgbClr val="ffffff"/>
              </a:solidFill>
              <a:round/>
            </a:ln>
          </p:spPr>
          <p:style>
            <a:lnRef idx="0"/>
            <a:fillRef idx="0"/>
            <a:effectRef idx="0"/>
            <a:fontRef idx="minor"/>
          </p:style>
          <p:txBody>
            <a:bodyPr lIns="90000" rIns="90000" tIns="12960" bIns="12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2" name="Freeform 1248"/>
            <p:cNvSpPr/>
            <p:nvPr/>
          </p:nvSpPr>
          <p:spPr>
            <a:xfrm>
              <a:off x="4837680" y="4681440"/>
              <a:ext cx="94320" cy="7560"/>
            </a:xfrm>
            <a:prstGeom prst="pie">
              <a:avLst/>
            </a:prstGeom>
            <a:solidFill>
              <a:srgbClr val="336600"/>
            </a:solidFill>
            <a:ln w="648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3" name="Freeform 1249"/>
            <p:cNvSpPr/>
            <p:nvPr/>
          </p:nvSpPr>
          <p:spPr>
            <a:xfrm>
              <a:off x="4837680" y="4686840"/>
              <a:ext cx="3168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4" name="Freeform 1250"/>
            <p:cNvSpPr/>
            <p:nvPr/>
          </p:nvSpPr>
          <p:spPr>
            <a:xfrm>
              <a:off x="4848840" y="4767840"/>
              <a:ext cx="20880" cy="46440"/>
            </a:xfrm>
            <a:prstGeom prst="pie">
              <a:avLst/>
            </a:prstGeom>
            <a:solidFill>
              <a:srgbClr val="336600"/>
            </a:solidFill>
            <a:ln w="648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5" name="Freeform 1251"/>
            <p:cNvSpPr/>
            <p:nvPr/>
          </p:nvSpPr>
          <p:spPr>
            <a:xfrm>
              <a:off x="4848840" y="4811760"/>
              <a:ext cx="25560" cy="56880"/>
            </a:xfrm>
            <a:prstGeom prst="pie">
              <a:avLst/>
            </a:prstGeom>
            <a:solidFill>
              <a:srgbClr val="336600"/>
            </a:solidFill>
            <a:ln w="6480">
              <a:solidFill>
                <a:srgbClr val="ffffff"/>
              </a:solidFill>
              <a:round/>
            </a:ln>
          </p:spPr>
          <p:style>
            <a:lnRef idx="0"/>
            <a:fillRef idx="0"/>
            <a:effectRef idx="0"/>
            <a:fontRef idx="minor"/>
          </p:style>
          <p:txBody>
            <a:bodyPr lIns="90000" rIns="90000" tIns="10440" bIns="10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6" name="Freeform 1252"/>
            <p:cNvSpPr/>
            <p:nvPr/>
          </p:nvSpPr>
          <p:spPr>
            <a:xfrm>
              <a:off x="4872240" y="4800960"/>
              <a:ext cx="3780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7" name="Freeform 1253"/>
            <p:cNvSpPr/>
            <p:nvPr/>
          </p:nvSpPr>
          <p:spPr>
            <a:xfrm>
              <a:off x="4907520" y="4803840"/>
              <a:ext cx="34200" cy="37080"/>
            </a:xfrm>
            <a:prstGeom prst="pie">
              <a:avLst/>
            </a:prstGeom>
            <a:solidFill>
              <a:srgbClr val="336600"/>
            </a:solidFill>
            <a:ln w="648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8" name="Freeform 1254"/>
            <p:cNvSpPr/>
            <p:nvPr/>
          </p:nvSpPr>
          <p:spPr>
            <a:xfrm>
              <a:off x="4942080" y="4704120"/>
              <a:ext cx="158400" cy="136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49" name="Freeform 1255"/>
            <p:cNvSpPr/>
            <p:nvPr/>
          </p:nvSpPr>
          <p:spPr>
            <a:xfrm>
              <a:off x="5077080" y="4782600"/>
              <a:ext cx="360720" cy="308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0" name="Freeform 1256"/>
            <p:cNvSpPr/>
            <p:nvPr/>
          </p:nvSpPr>
          <p:spPr>
            <a:xfrm>
              <a:off x="5226840" y="4782600"/>
              <a:ext cx="83520" cy="29160"/>
            </a:xfrm>
            <a:prstGeom prst="pie">
              <a:avLst/>
            </a:prstGeom>
            <a:solidFill>
              <a:srgbClr val="336600"/>
            </a:solidFill>
            <a:ln w="648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1" name="Freeform 1257"/>
            <p:cNvSpPr/>
            <p:nvPr/>
          </p:nvSpPr>
          <p:spPr>
            <a:xfrm>
              <a:off x="5074560" y="4779720"/>
              <a:ext cx="152280" cy="1620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2" name="Freeform 1258"/>
            <p:cNvSpPr/>
            <p:nvPr/>
          </p:nvSpPr>
          <p:spPr>
            <a:xfrm>
              <a:off x="5077080" y="4936680"/>
              <a:ext cx="13752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3" name="Freeform 1259"/>
            <p:cNvSpPr/>
            <p:nvPr/>
          </p:nvSpPr>
          <p:spPr>
            <a:xfrm>
              <a:off x="5209560" y="5017680"/>
              <a:ext cx="144720" cy="75960"/>
            </a:xfrm>
            <a:prstGeom prst="pie">
              <a:avLst/>
            </a:prstGeom>
            <a:solidFill>
              <a:srgbClr val="336600"/>
            </a:solidFill>
            <a:ln w="648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4" name="Freeform 1260"/>
            <p:cNvSpPr/>
            <p:nvPr/>
          </p:nvSpPr>
          <p:spPr>
            <a:xfrm>
              <a:off x="5350680" y="5007240"/>
              <a:ext cx="89640" cy="86400"/>
            </a:xfrm>
            <a:prstGeom prst="pie">
              <a:avLst/>
            </a:prstGeom>
            <a:solidFill>
              <a:srgbClr val="336600"/>
            </a:solidFill>
            <a:ln w="648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5" name="Freeform 1261"/>
            <p:cNvSpPr/>
            <p:nvPr/>
          </p:nvSpPr>
          <p:spPr>
            <a:xfrm>
              <a:off x="5394960" y="4847760"/>
              <a:ext cx="45360" cy="159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6" name="Freeform 1262"/>
            <p:cNvSpPr/>
            <p:nvPr/>
          </p:nvSpPr>
          <p:spPr>
            <a:xfrm>
              <a:off x="5307840" y="4806360"/>
              <a:ext cx="91800" cy="43920"/>
            </a:xfrm>
            <a:prstGeom prst="pie">
              <a:avLst/>
            </a:prstGeom>
            <a:solidFill>
              <a:srgbClr val="336600"/>
            </a:solidFill>
            <a:ln w="648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7" name="Freeform 1263"/>
            <p:cNvSpPr/>
            <p:nvPr/>
          </p:nvSpPr>
          <p:spPr>
            <a:xfrm>
              <a:off x="5137200" y="4686840"/>
              <a:ext cx="462960" cy="514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8" name="Freeform 1264"/>
            <p:cNvSpPr/>
            <p:nvPr/>
          </p:nvSpPr>
          <p:spPr>
            <a:xfrm>
              <a:off x="5354640" y="5088240"/>
              <a:ext cx="85680" cy="54360"/>
            </a:xfrm>
            <a:prstGeom prst="pie">
              <a:avLst/>
            </a:prstGeom>
            <a:solidFill>
              <a:srgbClr val="336600"/>
            </a:solidFill>
            <a:ln w="648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59" name="Freeform 1265"/>
            <p:cNvSpPr/>
            <p:nvPr/>
          </p:nvSpPr>
          <p:spPr>
            <a:xfrm>
              <a:off x="5437800" y="5142960"/>
              <a:ext cx="4680" cy="58320"/>
            </a:xfrm>
            <a:prstGeom prst="pie">
              <a:avLst/>
            </a:prstGeom>
            <a:solidFill>
              <a:srgbClr val="336600"/>
            </a:solidFill>
            <a:ln w="648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0" name="Freeform 1266"/>
            <p:cNvSpPr/>
            <p:nvPr/>
          </p:nvSpPr>
          <p:spPr>
            <a:xfrm>
              <a:off x="5442840" y="5117760"/>
              <a:ext cx="15696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1" name="Freeform 1267"/>
            <p:cNvSpPr/>
            <p:nvPr/>
          </p:nvSpPr>
          <p:spPr>
            <a:xfrm>
              <a:off x="5566680" y="5109840"/>
              <a:ext cx="33120" cy="12960"/>
            </a:xfrm>
            <a:prstGeom prst="pie">
              <a:avLst/>
            </a:prstGeom>
            <a:solidFill>
              <a:srgbClr val="336600"/>
            </a:solidFill>
            <a:ln w="648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2" name="Freeform 1268"/>
            <p:cNvSpPr/>
            <p:nvPr/>
          </p:nvSpPr>
          <p:spPr>
            <a:xfrm>
              <a:off x="5566680" y="5039280"/>
              <a:ext cx="6120" cy="72720"/>
            </a:xfrm>
            <a:prstGeom prst="pie">
              <a:avLst/>
            </a:prstGeom>
            <a:solidFill>
              <a:srgbClr val="336600"/>
            </a:solidFill>
            <a:ln w="648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3" name="Freeform 1269"/>
            <p:cNvSpPr/>
            <p:nvPr/>
          </p:nvSpPr>
          <p:spPr>
            <a:xfrm>
              <a:off x="5570640" y="5001840"/>
              <a:ext cx="31680" cy="39960"/>
            </a:xfrm>
            <a:prstGeom prst="pie">
              <a:avLst/>
            </a:prstGeom>
            <a:solidFill>
              <a:srgbClr val="336600"/>
            </a:solidFill>
            <a:ln w="648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4" name="Freeform 1270"/>
            <p:cNvSpPr/>
            <p:nvPr/>
          </p:nvSpPr>
          <p:spPr>
            <a:xfrm>
              <a:off x="5547240" y="4923360"/>
              <a:ext cx="52560" cy="81000"/>
            </a:xfrm>
            <a:prstGeom prst="pie">
              <a:avLst/>
            </a:prstGeom>
            <a:solidFill>
              <a:srgbClr val="336600"/>
            </a:solidFill>
            <a:ln w="648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5" name="Freeform 1271"/>
            <p:cNvSpPr/>
            <p:nvPr/>
          </p:nvSpPr>
          <p:spPr>
            <a:xfrm>
              <a:off x="5547240" y="4871520"/>
              <a:ext cx="30600" cy="51840"/>
            </a:xfrm>
            <a:prstGeom prst="pie">
              <a:avLst/>
            </a:prstGeom>
            <a:solidFill>
              <a:srgbClr val="336600"/>
            </a:solidFill>
            <a:ln w="648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6" name="Freeform 1272"/>
            <p:cNvSpPr/>
            <p:nvPr/>
          </p:nvSpPr>
          <p:spPr>
            <a:xfrm>
              <a:off x="5547240" y="4816800"/>
              <a:ext cx="28080" cy="57240"/>
            </a:xfrm>
            <a:prstGeom prst="pie">
              <a:avLst/>
            </a:prstGeom>
            <a:solidFill>
              <a:srgbClr val="336600"/>
            </a:solidFill>
            <a:ln w="648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7" name="Freeform 1273"/>
            <p:cNvSpPr/>
            <p:nvPr/>
          </p:nvSpPr>
          <p:spPr>
            <a:xfrm>
              <a:off x="5517720" y="4819680"/>
              <a:ext cx="31680" cy="33120"/>
            </a:xfrm>
            <a:prstGeom prst="pie">
              <a:avLst/>
            </a:prstGeom>
            <a:solidFill>
              <a:srgbClr val="336600"/>
            </a:solidFill>
            <a:ln w="648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8" name="Freeform 1274"/>
            <p:cNvSpPr/>
            <p:nvPr/>
          </p:nvSpPr>
          <p:spPr>
            <a:xfrm>
              <a:off x="5440320" y="4814640"/>
              <a:ext cx="79560" cy="38160"/>
            </a:xfrm>
            <a:prstGeom prst="pie">
              <a:avLst/>
            </a:prstGeom>
            <a:solidFill>
              <a:srgbClr val="336600"/>
            </a:solidFill>
            <a:ln w="6480">
              <a:solidFill>
                <a:srgbClr val="ffffff"/>
              </a:solidFill>
              <a:round/>
            </a:ln>
          </p:spPr>
          <p:style>
            <a:lnRef idx="0"/>
            <a:fillRef idx="0"/>
            <a:effectRef idx="0"/>
            <a:fontRef idx="minor"/>
          </p:style>
          <p:txBody>
            <a:bodyPr lIns="90000" rIns="90000" tIns="-8280" bIns="-8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69" name="Freeform 1275"/>
            <p:cNvSpPr/>
            <p:nvPr/>
          </p:nvSpPr>
          <p:spPr>
            <a:xfrm>
              <a:off x="5400000" y="4751640"/>
              <a:ext cx="51480" cy="64800"/>
            </a:xfrm>
            <a:prstGeom prst="pie">
              <a:avLst/>
            </a:prstGeom>
            <a:solidFill>
              <a:srgbClr val="336600"/>
            </a:solidFill>
            <a:ln w="648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70" name="Freeform 1276"/>
            <p:cNvSpPr/>
            <p:nvPr/>
          </p:nvSpPr>
          <p:spPr>
            <a:xfrm>
              <a:off x="5374080" y="4683960"/>
              <a:ext cx="28080" cy="67680"/>
            </a:xfrm>
            <a:prstGeom prst="pie">
              <a:avLst/>
            </a:prstGeom>
            <a:solidFill>
              <a:srgbClr val="336600"/>
            </a:solidFill>
            <a:ln w="648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71" name="Freeform 1277"/>
            <p:cNvSpPr/>
            <p:nvPr/>
          </p:nvSpPr>
          <p:spPr>
            <a:xfrm>
              <a:off x="5246640" y="4683960"/>
              <a:ext cx="129960" cy="15840"/>
            </a:xfrm>
            <a:prstGeom prst="pie">
              <a:avLst/>
            </a:prstGeom>
            <a:solidFill>
              <a:srgbClr val="336600"/>
            </a:solidFill>
            <a:ln w="648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72" name="Freeform 1278"/>
            <p:cNvSpPr/>
            <p:nvPr/>
          </p:nvSpPr>
          <p:spPr>
            <a:xfrm>
              <a:off x="5132160" y="4697640"/>
              <a:ext cx="115200" cy="51480"/>
            </a:xfrm>
            <a:prstGeom prst="pie">
              <a:avLst/>
            </a:prstGeom>
            <a:solidFill>
              <a:srgbClr val="336600"/>
            </a:solidFill>
            <a:ln w="648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73" name="Freeform 1279"/>
            <p:cNvSpPr/>
            <p:nvPr/>
          </p:nvSpPr>
          <p:spPr>
            <a:xfrm>
              <a:off x="5134680" y="4746600"/>
              <a:ext cx="250560" cy="94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74" name="Freeform 1280"/>
            <p:cNvSpPr/>
            <p:nvPr/>
          </p:nvSpPr>
          <p:spPr>
            <a:xfrm>
              <a:off x="5382720" y="4838400"/>
              <a:ext cx="60120" cy="171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75" name="Freeform 1281"/>
            <p:cNvSpPr/>
            <p:nvPr/>
          </p:nvSpPr>
          <p:spPr>
            <a:xfrm>
              <a:off x="5350680" y="5010120"/>
              <a:ext cx="89640" cy="83520"/>
            </a:xfrm>
            <a:prstGeom prst="pie">
              <a:avLst/>
            </a:prstGeom>
            <a:solidFill>
              <a:srgbClr val="336600"/>
            </a:solidFill>
            <a:ln w="648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57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B9C9B4-86CF-404A-A033-4958741F936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57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Netherlands</a:t>
            </a:r>
            <a:endParaRPr b="1" lang="en-US" sz="1600" spc="-1" strike="noStrike">
              <a:solidFill>
                <a:srgbClr val="000000"/>
              </a:solidFill>
              <a:latin typeface="Arial"/>
            </a:endParaRPr>
          </a:p>
        </p:txBody>
      </p:sp>
      <p:grpSp>
        <p:nvGrpSpPr>
          <p:cNvPr id="5579" name="Group 3"/>
          <p:cNvGrpSpPr/>
          <p:nvPr/>
        </p:nvGrpSpPr>
        <p:grpSpPr>
          <a:xfrm>
            <a:off x="3027240" y="1982880"/>
            <a:ext cx="3028680" cy="3816000"/>
            <a:chOff x="3027240" y="1982880"/>
            <a:chExt cx="3028680" cy="3816000"/>
          </a:xfrm>
        </p:grpSpPr>
        <p:sp>
          <p:nvSpPr>
            <p:cNvPr id="5580" name="Freeform 4"/>
            <p:cNvSpPr/>
            <p:nvPr/>
          </p:nvSpPr>
          <p:spPr>
            <a:xfrm>
              <a:off x="3948120" y="2796120"/>
              <a:ext cx="614520" cy="107604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1" name="Freeform 5"/>
            <p:cNvSpPr/>
            <p:nvPr/>
          </p:nvSpPr>
          <p:spPr>
            <a:xfrm>
              <a:off x="4125960" y="2504160"/>
              <a:ext cx="144000" cy="23832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2" name="Freeform 6"/>
            <p:cNvSpPr/>
            <p:nvPr/>
          </p:nvSpPr>
          <p:spPr>
            <a:xfrm>
              <a:off x="4253400" y="2352600"/>
              <a:ext cx="86040" cy="8856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3" name="Freeform 7"/>
            <p:cNvSpPr/>
            <p:nvPr/>
          </p:nvSpPr>
          <p:spPr>
            <a:xfrm>
              <a:off x="4349520" y="2323440"/>
              <a:ext cx="59040" cy="3348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4" name="Freeform 8"/>
            <p:cNvSpPr/>
            <p:nvPr/>
          </p:nvSpPr>
          <p:spPr>
            <a:xfrm>
              <a:off x="4466520" y="2120400"/>
              <a:ext cx="305280" cy="14832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5" name="Freeform 9"/>
            <p:cNvSpPr/>
            <p:nvPr/>
          </p:nvSpPr>
          <p:spPr>
            <a:xfrm>
              <a:off x="4829760" y="2100600"/>
              <a:ext cx="258480" cy="5004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6" name="Freeform 10"/>
            <p:cNvSpPr/>
            <p:nvPr/>
          </p:nvSpPr>
          <p:spPr>
            <a:xfrm>
              <a:off x="5221080" y="2040840"/>
              <a:ext cx="149400" cy="6696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7" name="Freeform 11"/>
            <p:cNvSpPr/>
            <p:nvPr/>
          </p:nvSpPr>
          <p:spPr>
            <a:xfrm>
              <a:off x="5527800" y="1982880"/>
              <a:ext cx="55080" cy="1836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8" name="Freeform 12"/>
            <p:cNvSpPr/>
            <p:nvPr/>
          </p:nvSpPr>
          <p:spPr>
            <a:xfrm>
              <a:off x="4626360" y="2183040"/>
              <a:ext cx="825120" cy="81324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89" name="Line 13"/>
            <p:cNvSpPr/>
            <p:nvPr/>
          </p:nvSpPr>
          <p:spPr>
            <a:xfrm flipV="1">
              <a:off x="4387320" y="2620440"/>
              <a:ext cx="245520" cy="212400"/>
            </a:xfrm>
            <a:prstGeom prst="line">
              <a:avLst/>
            </a:prstGeom>
            <a:ln w="12600">
              <a:solidFill>
                <a:srgbClr val="ffffff"/>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0" name="Freeform 14"/>
            <p:cNvSpPr/>
            <p:nvPr/>
          </p:nvSpPr>
          <p:spPr>
            <a:xfrm>
              <a:off x="4408560" y="3473280"/>
              <a:ext cx="25560" cy="2772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1" name="Freeform 15"/>
            <p:cNvSpPr/>
            <p:nvPr/>
          </p:nvSpPr>
          <p:spPr>
            <a:xfrm>
              <a:off x="4439880" y="3291480"/>
              <a:ext cx="558000" cy="45216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2" name="Freeform 16"/>
            <p:cNvSpPr/>
            <p:nvPr/>
          </p:nvSpPr>
          <p:spPr>
            <a:xfrm>
              <a:off x="4809960" y="2958120"/>
              <a:ext cx="304920" cy="31032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3" name="Freeform 17"/>
            <p:cNvSpPr/>
            <p:nvPr/>
          </p:nvSpPr>
          <p:spPr>
            <a:xfrm>
              <a:off x="4832640" y="4404600"/>
              <a:ext cx="495720" cy="139428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4" name="Freeform 18"/>
            <p:cNvSpPr/>
            <p:nvPr/>
          </p:nvSpPr>
          <p:spPr>
            <a:xfrm>
              <a:off x="5253480" y="2098800"/>
              <a:ext cx="802440" cy="839160"/>
            </a:xfrm>
            <a:prstGeom prst="pie">
              <a:avLst/>
            </a:prstGeom>
            <a:solidFill>
              <a:srgbClr val="336600"/>
            </a:solidFill>
            <a:ln w="12600">
              <a:solidFill>
                <a:srgbClr val="ffffff"/>
              </a:solidFill>
              <a:round/>
            </a:ln>
          </p:spPr>
          <p:style>
            <a:lnRef idx="0"/>
            <a:fillRef idx="0"/>
            <a:effectRef idx="0"/>
            <a:fontRef idx="minor"/>
          </p:style>
          <p:txBody>
            <a:bodyPr wrap="none"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5" name="Freeform 19"/>
            <p:cNvSpPr/>
            <p:nvPr/>
          </p:nvSpPr>
          <p:spPr>
            <a:xfrm>
              <a:off x="3634560" y="3673800"/>
              <a:ext cx="653760" cy="56556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6" name="Freeform 20"/>
            <p:cNvSpPr/>
            <p:nvPr/>
          </p:nvSpPr>
          <p:spPr>
            <a:xfrm>
              <a:off x="4178160" y="3707280"/>
              <a:ext cx="654120" cy="4798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7" name="Freeform 21"/>
            <p:cNvSpPr/>
            <p:nvPr/>
          </p:nvSpPr>
          <p:spPr>
            <a:xfrm>
              <a:off x="5219640" y="2452320"/>
              <a:ext cx="748800" cy="8038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8" name="Freeform 22"/>
            <p:cNvSpPr/>
            <p:nvPr/>
          </p:nvSpPr>
          <p:spPr>
            <a:xfrm>
              <a:off x="3027240" y="4901400"/>
              <a:ext cx="690480" cy="2764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599" name="Freeform 23"/>
            <p:cNvSpPr/>
            <p:nvPr/>
          </p:nvSpPr>
          <p:spPr>
            <a:xfrm>
              <a:off x="3093480" y="4632480"/>
              <a:ext cx="668160" cy="3178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0" name="Freeform 24"/>
            <p:cNvSpPr/>
            <p:nvPr/>
          </p:nvSpPr>
          <p:spPr>
            <a:xfrm>
              <a:off x="3308040" y="4462920"/>
              <a:ext cx="327600" cy="1630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1" name="Freeform 25"/>
            <p:cNvSpPr/>
            <p:nvPr/>
          </p:nvSpPr>
          <p:spPr>
            <a:xfrm>
              <a:off x="3443760" y="4327920"/>
              <a:ext cx="374400" cy="2278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2" name="Line 26"/>
            <p:cNvSpPr/>
            <p:nvPr/>
          </p:nvSpPr>
          <p:spPr>
            <a:xfrm flipV="1">
              <a:off x="3282840" y="4548240"/>
              <a:ext cx="37800" cy="87120"/>
            </a:xfrm>
            <a:prstGeom prst="line">
              <a:avLst/>
            </a:prstGeom>
            <a:ln w="12600">
              <a:solidFill>
                <a:srgbClr val="ffffff"/>
              </a:solidFill>
              <a:miter/>
            </a:ln>
          </p:spPr>
          <p:style>
            <a:lnRef idx="0"/>
            <a:fillRef idx="0"/>
            <a:effectRef idx="0"/>
            <a:fontRef idx="minor"/>
          </p:style>
          <p:txBody>
            <a:bodyPr lIns="90000" rIns="90000" tIns="40320" bIns="403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3" name="Line 27"/>
            <p:cNvSpPr/>
            <p:nvPr/>
          </p:nvSpPr>
          <p:spPr>
            <a:xfrm flipV="1">
              <a:off x="3396960" y="4390200"/>
              <a:ext cx="49320" cy="59400"/>
            </a:xfrm>
            <a:prstGeom prst="line">
              <a:avLst/>
            </a:prstGeom>
            <a:ln w="12600">
              <a:solidFill>
                <a:srgbClr val="ffffff"/>
              </a:solidFill>
              <a:miter/>
            </a:ln>
          </p:spPr>
          <p:style>
            <a:lnRef idx="0"/>
            <a:fillRef idx="0"/>
            <a:effectRef idx="0"/>
            <a:fontRef idx="minor"/>
          </p:style>
          <p:txBody>
            <a:bodyPr lIns="90000" rIns="90000" tIns="12600" bIns="126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4" name="Line 28"/>
            <p:cNvSpPr/>
            <p:nvPr/>
          </p:nvSpPr>
          <p:spPr>
            <a:xfrm flipV="1">
              <a:off x="3457800" y="4604760"/>
              <a:ext cx="33840" cy="28440"/>
            </a:xfrm>
            <a:prstGeom prst="line">
              <a:avLst/>
            </a:prstGeom>
            <a:ln w="12600">
              <a:solidFill>
                <a:srgbClr val="ffffff"/>
              </a:solidFill>
              <a:miter/>
            </a:ln>
          </p:spPr>
          <p:style>
            <a:lnRef idx="0"/>
            <a:fillRef idx="0"/>
            <a:effectRef idx="0"/>
            <a:fontRef idx="minor"/>
          </p:style>
          <p:txBody>
            <a:bodyPr lIns="90000" rIns="90000" tIns="-18360" bIns="-18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5" name="Freeform 29"/>
            <p:cNvSpPr/>
            <p:nvPr/>
          </p:nvSpPr>
          <p:spPr>
            <a:xfrm>
              <a:off x="3542760" y="4442760"/>
              <a:ext cx="28080" cy="46080"/>
            </a:xfrm>
            <a:prstGeom prst="pie">
              <a:avLst/>
            </a:prstGeom>
            <a:solidFill>
              <a:srgbClr val="336600"/>
            </a:solidFill>
            <a:ln w="12600">
              <a:solidFill>
                <a:srgbClr val="ffffff"/>
              </a:solidFill>
              <a:round/>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6" name="Freeform 30"/>
            <p:cNvSpPr/>
            <p:nvPr/>
          </p:nvSpPr>
          <p:spPr>
            <a:xfrm>
              <a:off x="3651480" y="4577400"/>
              <a:ext cx="40680" cy="38160"/>
            </a:xfrm>
            <a:prstGeom prst="pie">
              <a:avLst/>
            </a:prstGeom>
            <a:solidFill>
              <a:srgbClr val="336600"/>
            </a:solidFill>
            <a:ln w="12600">
              <a:solidFill>
                <a:srgbClr val="ffffff"/>
              </a:solidFill>
              <a:round/>
            </a:ln>
          </p:spPr>
          <p:style>
            <a:lnRef idx="0"/>
            <a:fillRef idx="0"/>
            <a:effectRef idx="0"/>
            <a:fontRef idx="minor"/>
          </p:style>
          <p:txBody>
            <a:bodyPr wrap="none" lIns="90000" rIns="90000" tIns="-8280" bIns="-8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7" name="Freeform 31"/>
            <p:cNvSpPr/>
            <p:nvPr/>
          </p:nvSpPr>
          <p:spPr>
            <a:xfrm>
              <a:off x="3799800" y="4445640"/>
              <a:ext cx="36360" cy="30240"/>
            </a:xfrm>
            <a:prstGeom prst="pie">
              <a:avLst/>
            </a:prstGeom>
            <a:solidFill>
              <a:srgbClr val="336600"/>
            </a:solidFill>
            <a:ln w="12600">
              <a:solidFill>
                <a:srgbClr val="ffffff"/>
              </a:solidFill>
              <a:round/>
            </a:ln>
          </p:spPr>
          <p:style>
            <a:lnRef idx="0"/>
            <a:fillRef idx="0"/>
            <a:effectRef idx="0"/>
            <a:fontRef idx="minor"/>
          </p:style>
          <p:txBody>
            <a:bodyPr wrap="none" lIns="90000" rIns="90000" tIns="-16200" bIns="-16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8" name="Freeform 32"/>
            <p:cNvSpPr/>
            <p:nvPr/>
          </p:nvSpPr>
          <p:spPr>
            <a:xfrm>
              <a:off x="3560760" y="4132440"/>
              <a:ext cx="267120" cy="23832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09" name="Freeform 33"/>
            <p:cNvSpPr/>
            <p:nvPr/>
          </p:nvSpPr>
          <p:spPr>
            <a:xfrm>
              <a:off x="3807000" y="4216680"/>
              <a:ext cx="234360" cy="12492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0" name="Freeform 34"/>
            <p:cNvSpPr/>
            <p:nvPr/>
          </p:nvSpPr>
          <p:spPr>
            <a:xfrm>
              <a:off x="3771360" y="4331160"/>
              <a:ext cx="270000" cy="16200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1" name="Freeform 35"/>
            <p:cNvSpPr/>
            <p:nvPr/>
          </p:nvSpPr>
          <p:spPr>
            <a:xfrm>
              <a:off x="3559680" y="4641480"/>
              <a:ext cx="165240" cy="13608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2" name="Freeform 36"/>
            <p:cNvSpPr/>
            <p:nvPr/>
          </p:nvSpPr>
          <p:spPr>
            <a:xfrm>
              <a:off x="4044240" y="4303800"/>
              <a:ext cx="203400" cy="17100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3" name="Line 37"/>
            <p:cNvSpPr/>
            <p:nvPr/>
          </p:nvSpPr>
          <p:spPr>
            <a:xfrm>
              <a:off x="4564080" y="3173760"/>
              <a:ext cx="138240" cy="18180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4" name="Freeform 38"/>
            <p:cNvSpPr/>
            <p:nvPr/>
          </p:nvSpPr>
          <p:spPr>
            <a:xfrm>
              <a:off x="4956840" y="2930760"/>
              <a:ext cx="1024200" cy="99972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5" name="Freeform 39"/>
            <p:cNvSpPr/>
            <p:nvPr/>
          </p:nvSpPr>
          <p:spPr>
            <a:xfrm>
              <a:off x="4360680" y="3357000"/>
              <a:ext cx="1449720" cy="109476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6" name="Freeform 40"/>
            <p:cNvSpPr/>
            <p:nvPr/>
          </p:nvSpPr>
          <p:spPr>
            <a:xfrm>
              <a:off x="3708000" y="4325040"/>
              <a:ext cx="1480320" cy="84672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17" name="Freeform 41"/>
            <p:cNvSpPr/>
            <p:nvPr/>
          </p:nvSpPr>
          <p:spPr>
            <a:xfrm>
              <a:off x="3990600" y="4098600"/>
              <a:ext cx="514080" cy="238320"/>
            </a:xfrm>
            <a:prstGeom prst="pie">
              <a:avLst/>
            </a:prstGeom>
            <a:solidFill>
              <a:srgbClr val="336600"/>
            </a:solidFill>
            <a:ln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1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561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36E4E3-DB88-44EF-9A7E-07FF1BD0AF3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562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Western Europe, </a:t>
            </a:r>
            <a:r>
              <a:rPr b="1" lang="en-US" sz="1600" spc="-1" strike="noStrike">
                <a:solidFill>
                  <a:srgbClr val="000000"/>
                </a:solidFill>
                <a:latin typeface="Arial"/>
                <a:ea typeface="ＭＳ Ｐゴシック"/>
              </a:rPr>
              <a:t>The World</a:t>
            </a:r>
            <a:endParaRPr b="1" lang="en-US" sz="1600" spc="-1" strike="noStrike">
              <a:solidFill>
                <a:srgbClr val="000000"/>
              </a:solidFill>
              <a:latin typeface="Arial"/>
            </a:endParaRPr>
          </a:p>
        </p:txBody>
      </p:sp>
      <p:grpSp>
        <p:nvGrpSpPr>
          <p:cNvPr id="5621" name="Group 3"/>
          <p:cNvGrpSpPr/>
          <p:nvPr/>
        </p:nvGrpSpPr>
        <p:grpSpPr>
          <a:xfrm>
            <a:off x="1157400" y="1863720"/>
            <a:ext cx="7004880" cy="4013280"/>
            <a:chOff x="1157400" y="1863720"/>
            <a:chExt cx="7004880" cy="4013280"/>
          </a:xfrm>
        </p:grpSpPr>
        <p:sp>
          <p:nvSpPr>
            <p:cNvPr id="5622" name="Freeform 4"/>
            <p:cNvSpPr/>
            <p:nvPr/>
          </p:nvSpPr>
          <p:spPr>
            <a:xfrm>
              <a:off x="2527560" y="1863720"/>
              <a:ext cx="1021680" cy="14702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3" name="Freeform 5"/>
            <p:cNvSpPr/>
            <p:nvPr/>
          </p:nvSpPr>
          <p:spPr>
            <a:xfrm>
              <a:off x="1157400" y="4795920"/>
              <a:ext cx="326520" cy="5936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4" name="Freeform 6"/>
            <p:cNvSpPr/>
            <p:nvPr/>
          </p:nvSpPr>
          <p:spPr>
            <a:xfrm>
              <a:off x="1274400" y="4640400"/>
              <a:ext cx="831960" cy="9349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5" name="Freeform 7"/>
            <p:cNvSpPr/>
            <p:nvPr/>
          </p:nvSpPr>
          <p:spPr>
            <a:xfrm>
              <a:off x="1904760" y="5403960"/>
              <a:ext cx="259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6" name="Freeform 8"/>
            <p:cNvSpPr/>
            <p:nvPr/>
          </p:nvSpPr>
          <p:spPr>
            <a:xfrm>
              <a:off x="1904760" y="5403960"/>
              <a:ext cx="259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7" name="Freeform 9"/>
            <p:cNvSpPr/>
            <p:nvPr/>
          </p:nvSpPr>
          <p:spPr>
            <a:xfrm>
              <a:off x="1995480" y="5343480"/>
              <a:ext cx="73440" cy="71640"/>
            </a:xfrm>
            <a:prstGeom prst="pie">
              <a:avLst/>
            </a:prstGeom>
            <a:solidFill>
              <a:srgbClr val="336600"/>
            </a:solidFill>
            <a:ln w="936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8" name="Freeform 10"/>
            <p:cNvSpPr/>
            <p:nvPr/>
          </p:nvSpPr>
          <p:spPr>
            <a:xfrm>
              <a:off x="1995480" y="5343480"/>
              <a:ext cx="73440" cy="71640"/>
            </a:xfrm>
            <a:prstGeom prst="pie">
              <a:avLst/>
            </a:prstGeom>
            <a:solidFill>
              <a:srgbClr val="336600"/>
            </a:solidFill>
            <a:ln w="936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29" name="Freeform 11"/>
            <p:cNvSpPr/>
            <p:nvPr/>
          </p:nvSpPr>
          <p:spPr>
            <a:xfrm>
              <a:off x="2097000" y="5337360"/>
              <a:ext cx="29160" cy="33120"/>
            </a:xfrm>
            <a:prstGeom prst="pie">
              <a:avLst/>
            </a:prstGeom>
            <a:solidFill>
              <a:srgbClr val="336600"/>
            </a:solidFill>
            <a:ln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0" name="Freeform 12"/>
            <p:cNvSpPr/>
            <p:nvPr/>
          </p:nvSpPr>
          <p:spPr>
            <a:xfrm>
              <a:off x="2097000" y="5337360"/>
              <a:ext cx="29160" cy="33120"/>
            </a:xfrm>
            <a:prstGeom prst="pie">
              <a:avLst/>
            </a:prstGeom>
            <a:solidFill>
              <a:srgbClr val="336600"/>
            </a:solidFill>
            <a:ln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1" name="Freeform 13"/>
            <p:cNvSpPr/>
            <p:nvPr/>
          </p:nvSpPr>
          <p:spPr>
            <a:xfrm>
              <a:off x="2642040" y="3471840"/>
              <a:ext cx="18720" cy="27000"/>
            </a:xfrm>
            <a:prstGeom prst="pie">
              <a:avLst/>
            </a:prstGeom>
            <a:solidFill>
              <a:srgbClr val="336600"/>
            </a:solidFill>
            <a:ln w="936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2" name="Freeform 14"/>
            <p:cNvSpPr/>
            <p:nvPr/>
          </p:nvSpPr>
          <p:spPr>
            <a:xfrm>
              <a:off x="2642040" y="3471840"/>
              <a:ext cx="18720" cy="27000"/>
            </a:xfrm>
            <a:prstGeom prst="pie">
              <a:avLst/>
            </a:prstGeom>
            <a:solidFill>
              <a:srgbClr val="336600"/>
            </a:solidFill>
            <a:ln w="936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3" name="Freeform 15"/>
            <p:cNvSpPr/>
            <p:nvPr/>
          </p:nvSpPr>
          <p:spPr>
            <a:xfrm>
              <a:off x="2680200" y="3637080"/>
              <a:ext cx="54000" cy="69840"/>
            </a:xfrm>
            <a:prstGeom prst="pie">
              <a:avLst/>
            </a:prstGeom>
            <a:solidFill>
              <a:srgbClr val="336600"/>
            </a:solidFill>
            <a:ln w="9360">
              <a:solidFill>
                <a:srgbClr val="ffffff"/>
              </a:solidFill>
              <a:round/>
            </a:ln>
          </p:spPr>
          <p:style>
            <a:lnRef idx="0"/>
            <a:fillRef idx="0"/>
            <a:effectRef idx="0"/>
            <a:fontRef idx="minor"/>
          </p:style>
          <p:txBody>
            <a:bodyPr lIns="90000" rIns="90000" tIns="23400" bIns="23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4" name="Freeform 16"/>
            <p:cNvSpPr/>
            <p:nvPr/>
          </p:nvSpPr>
          <p:spPr>
            <a:xfrm>
              <a:off x="2599200" y="3387960"/>
              <a:ext cx="159840" cy="33156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5" name="Freeform 17"/>
            <p:cNvSpPr/>
            <p:nvPr/>
          </p:nvSpPr>
          <p:spPr>
            <a:xfrm>
              <a:off x="2739960" y="3721320"/>
              <a:ext cx="43920" cy="46080"/>
            </a:xfrm>
            <a:prstGeom prst="pie">
              <a:avLst/>
            </a:prstGeom>
            <a:solidFill>
              <a:srgbClr val="336600"/>
            </a:solidFill>
            <a:ln w="936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6" name="Freeform 18"/>
            <p:cNvSpPr/>
            <p:nvPr/>
          </p:nvSpPr>
          <p:spPr>
            <a:xfrm>
              <a:off x="2776680" y="3730680"/>
              <a:ext cx="2484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7" name="Freeform 19"/>
            <p:cNvSpPr/>
            <p:nvPr/>
          </p:nvSpPr>
          <p:spPr>
            <a:xfrm>
              <a:off x="2776680" y="3730680"/>
              <a:ext cx="2484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8" name="Freeform 20"/>
            <p:cNvSpPr/>
            <p:nvPr/>
          </p:nvSpPr>
          <p:spPr>
            <a:xfrm>
              <a:off x="2801880" y="3726000"/>
              <a:ext cx="1872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39" name="Freeform 21"/>
            <p:cNvSpPr/>
            <p:nvPr/>
          </p:nvSpPr>
          <p:spPr>
            <a:xfrm>
              <a:off x="2801880" y="3726000"/>
              <a:ext cx="1872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0" name="Freeform 22"/>
            <p:cNvSpPr/>
            <p:nvPr/>
          </p:nvSpPr>
          <p:spPr>
            <a:xfrm>
              <a:off x="2719800" y="3706920"/>
              <a:ext cx="1440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1" name="Freeform 23"/>
            <p:cNvSpPr/>
            <p:nvPr/>
          </p:nvSpPr>
          <p:spPr>
            <a:xfrm>
              <a:off x="2719800" y="3706920"/>
              <a:ext cx="1440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2" name="Freeform 24"/>
            <p:cNvSpPr/>
            <p:nvPr/>
          </p:nvSpPr>
          <p:spPr>
            <a:xfrm>
              <a:off x="2696040" y="3714840"/>
              <a:ext cx="1152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3" name="Freeform 25"/>
            <p:cNvSpPr/>
            <p:nvPr/>
          </p:nvSpPr>
          <p:spPr>
            <a:xfrm>
              <a:off x="2696040" y="3714840"/>
              <a:ext cx="1152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4" name="Freeform 26"/>
            <p:cNvSpPr/>
            <p:nvPr/>
          </p:nvSpPr>
          <p:spPr>
            <a:xfrm>
              <a:off x="2675520" y="3699000"/>
              <a:ext cx="1296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5" name="Freeform 27"/>
            <p:cNvSpPr/>
            <p:nvPr/>
          </p:nvSpPr>
          <p:spPr>
            <a:xfrm>
              <a:off x="2675520" y="3699000"/>
              <a:ext cx="1296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6" name="Freeform 28"/>
            <p:cNvSpPr/>
            <p:nvPr/>
          </p:nvSpPr>
          <p:spPr>
            <a:xfrm>
              <a:off x="2939400" y="3706920"/>
              <a:ext cx="2052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7" name="Freeform 29"/>
            <p:cNvSpPr/>
            <p:nvPr/>
          </p:nvSpPr>
          <p:spPr>
            <a:xfrm>
              <a:off x="2939400" y="3706920"/>
              <a:ext cx="2052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8" name="Freeform 30"/>
            <p:cNvSpPr/>
            <p:nvPr/>
          </p:nvSpPr>
          <p:spPr>
            <a:xfrm>
              <a:off x="2751840" y="3597480"/>
              <a:ext cx="80280" cy="1364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49" name="Freeform 31"/>
            <p:cNvSpPr/>
            <p:nvPr/>
          </p:nvSpPr>
          <p:spPr>
            <a:xfrm>
              <a:off x="2760480" y="3444840"/>
              <a:ext cx="1152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0" name="Freeform 32"/>
            <p:cNvSpPr/>
            <p:nvPr/>
          </p:nvSpPr>
          <p:spPr>
            <a:xfrm>
              <a:off x="2760480" y="3444840"/>
              <a:ext cx="1152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1" name="Freeform 33"/>
            <p:cNvSpPr/>
            <p:nvPr/>
          </p:nvSpPr>
          <p:spPr>
            <a:xfrm>
              <a:off x="2611080" y="3672000"/>
              <a:ext cx="720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2" name="Freeform 34"/>
            <p:cNvSpPr/>
            <p:nvPr/>
          </p:nvSpPr>
          <p:spPr>
            <a:xfrm>
              <a:off x="2611080" y="3672000"/>
              <a:ext cx="720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3" name="Freeform 35"/>
            <p:cNvSpPr/>
            <p:nvPr/>
          </p:nvSpPr>
          <p:spPr>
            <a:xfrm>
              <a:off x="2407320" y="3699000"/>
              <a:ext cx="521640" cy="920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4" name="Freeform 36"/>
            <p:cNvSpPr/>
            <p:nvPr/>
          </p:nvSpPr>
          <p:spPr>
            <a:xfrm>
              <a:off x="2598120" y="3687840"/>
              <a:ext cx="8640" cy="30240"/>
            </a:xfrm>
            <a:prstGeom prst="pie">
              <a:avLst/>
            </a:prstGeom>
            <a:solidFill>
              <a:srgbClr val="336600"/>
            </a:solidFill>
            <a:ln w="936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5" name="Freeform 37"/>
            <p:cNvSpPr/>
            <p:nvPr/>
          </p:nvSpPr>
          <p:spPr>
            <a:xfrm>
              <a:off x="2598120" y="3687840"/>
              <a:ext cx="8640" cy="30240"/>
            </a:xfrm>
            <a:prstGeom prst="pie">
              <a:avLst/>
            </a:prstGeom>
            <a:solidFill>
              <a:srgbClr val="336600"/>
            </a:solidFill>
            <a:ln w="936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6" name="Freeform 38"/>
            <p:cNvSpPr/>
            <p:nvPr/>
          </p:nvSpPr>
          <p:spPr>
            <a:xfrm>
              <a:off x="2605320" y="3719520"/>
              <a:ext cx="43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7" name="Freeform 39"/>
            <p:cNvSpPr/>
            <p:nvPr/>
          </p:nvSpPr>
          <p:spPr>
            <a:xfrm>
              <a:off x="2605320" y="3719520"/>
              <a:ext cx="43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8" name="Freeform 40"/>
            <p:cNvSpPr/>
            <p:nvPr/>
          </p:nvSpPr>
          <p:spPr>
            <a:xfrm>
              <a:off x="2880720" y="3835440"/>
              <a:ext cx="20520" cy="41400"/>
            </a:xfrm>
            <a:prstGeom prst="pie">
              <a:avLst/>
            </a:prstGeom>
            <a:solidFill>
              <a:srgbClr val="336600"/>
            </a:solidFill>
            <a:ln w="936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59" name="Freeform 41"/>
            <p:cNvSpPr/>
            <p:nvPr/>
          </p:nvSpPr>
          <p:spPr>
            <a:xfrm>
              <a:off x="2880720" y="3835440"/>
              <a:ext cx="20520" cy="41400"/>
            </a:xfrm>
            <a:prstGeom prst="pie">
              <a:avLst/>
            </a:prstGeom>
            <a:solidFill>
              <a:srgbClr val="336600"/>
            </a:solidFill>
            <a:ln w="936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0" name="Freeform 42"/>
            <p:cNvSpPr/>
            <p:nvPr/>
          </p:nvSpPr>
          <p:spPr>
            <a:xfrm>
              <a:off x="2854440" y="3772080"/>
              <a:ext cx="32040" cy="48960"/>
            </a:xfrm>
            <a:prstGeom prst="pie">
              <a:avLst/>
            </a:prstGeom>
            <a:solidFill>
              <a:srgbClr val="336600"/>
            </a:solidFill>
            <a:ln w="936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1" name="Freeform 43"/>
            <p:cNvSpPr/>
            <p:nvPr/>
          </p:nvSpPr>
          <p:spPr>
            <a:xfrm>
              <a:off x="2854440" y="3772080"/>
              <a:ext cx="32040" cy="48960"/>
            </a:xfrm>
            <a:prstGeom prst="pie">
              <a:avLst/>
            </a:prstGeom>
            <a:solidFill>
              <a:srgbClr val="336600"/>
            </a:solidFill>
            <a:ln w="936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2" name="Freeform 44"/>
            <p:cNvSpPr/>
            <p:nvPr/>
          </p:nvSpPr>
          <p:spPr>
            <a:xfrm>
              <a:off x="2734200" y="3776760"/>
              <a:ext cx="1440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3" name="Freeform 45"/>
            <p:cNvSpPr/>
            <p:nvPr/>
          </p:nvSpPr>
          <p:spPr>
            <a:xfrm>
              <a:off x="2734200" y="3776760"/>
              <a:ext cx="1440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4" name="Freeform 46"/>
            <p:cNvSpPr/>
            <p:nvPr/>
          </p:nvSpPr>
          <p:spPr>
            <a:xfrm>
              <a:off x="2901600" y="3862440"/>
              <a:ext cx="27360" cy="63720"/>
            </a:xfrm>
            <a:prstGeom prst="pie">
              <a:avLst/>
            </a:prstGeom>
            <a:solidFill>
              <a:srgbClr val="336600"/>
            </a:solidFill>
            <a:ln w="936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5" name="Freeform 47"/>
            <p:cNvSpPr/>
            <p:nvPr/>
          </p:nvSpPr>
          <p:spPr>
            <a:xfrm>
              <a:off x="2901600" y="3862440"/>
              <a:ext cx="27360" cy="63720"/>
            </a:xfrm>
            <a:prstGeom prst="pie">
              <a:avLst/>
            </a:prstGeom>
            <a:solidFill>
              <a:srgbClr val="336600"/>
            </a:solidFill>
            <a:ln w="9360">
              <a:solidFill>
                <a:srgbClr val="ffffff"/>
              </a:solidFill>
              <a:round/>
            </a:ln>
          </p:spPr>
          <p:style>
            <a:lnRef idx="0"/>
            <a:fillRef idx="0"/>
            <a:effectRef idx="0"/>
            <a:fontRef idx="minor"/>
          </p:style>
          <p:txBody>
            <a:bodyPr lIns="90000" rIns="90000" tIns="17280" bIns="17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6" name="Freeform 48"/>
            <p:cNvSpPr/>
            <p:nvPr/>
          </p:nvSpPr>
          <p:spPr>
            <a:xfrm>
              <a:off x="1752120" y="4060800"/>
              <a:ext cx="756360" cy="9954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7" name="Freeform 49"/>
            <p:cNvSpPr/>
            <p:nvPr/>
          </p:nvSpPr>
          <p:spPr>
            <a:xfrm>
              <a:off x="1903320" y="4140360"/>
              <a:ext cx="11520" cy="7920"/>
            </a:xfrm>
            <a:prstGeom prst="pie">
              <a:avLst/>
            </a:prstGeom>
            <a:solidFill>
              <a:srgbClr val="336600"/>
            </a:solidFill>
            <a:ln w="936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8" name="Freeform 50"/>
            <p:cNvSpPr/>
            <p:nvPr/>
          </p:nvSpPr>
          <p:spPr>
            <a:xfrm>
              <a:off x="1903320" y="4140360"/>
              <a:ext cx="11520" cy="7920"/>
            </a:xfrm>
            <a:prstGeom prst="pie">
              <a:avLst/>
            </a:prstGeom>
            <a:solidFill>
              <a:srgbClr val="336600"/>
            </a:solidFill>
            <a:ln w="936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69" name="Freeform 51"/>
            <p:cNvSpPr/>
            <p:nvPr/>
          </p:nvSpPr>
          <p:spPr>
            <a:xfrm>
              <a:off x="1920600" y="4175280"/>
              <a:ext cx="1188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0" name="Freeform 52"/>
            <p:cNvSpPr/>
            <p:nvPr/>
          </p:nvSpPr>
          <p:spPr>
            <a:xfrm>
              <a:off x="1920600" y="4175280"/>
              <a:ext cx="1188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1" name="Freeform 53"/>
            <p:cNvSpPr/>
            <p:nvPr/>
          </p:nvSpPr>
          <p:spPr>
            <a:xfrm>
              <a:off x="2442600" y="5077080"/>
              <a:ext cx="69120" cy="191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2" name="Freeform 54"/>
            <p:cNvSpPr/>
            <p:nvPr/>
          </p:nvSpPr>
          <p:spPr>
            <a:xfrm>
              <a:off x="2378160" y="4210200"/>
              <a:ext cx="45360" cy="84240"/>
            </a:xfrm>
            <a:prstGeom prst="pie">
              <a:avLst/>
            </a:prstGeom>
            <a:solidFill>
              <a:srgbClr val="336600"/>
            </a:solidFill>
            <a:ln w="9360">
              <a:solidFill>
                <a:srgbClr val="ffffff"/>
              </a:solidFill>
              <a:round/>
            </a:ln>
          </p:spPr>
          <p:style>
            <a:lnRef idx="0"/>
            <a:fillRef idx="0"/>
            <a:effectRef idx="0"/>
            <a:fontRef idx="minor"/>
          </p:style>
          <p:txBody>
            <a:bodyPr lIns="90000" rIns="90000" tIns="37800" bIns="37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3" name="Freeform 55"/>
            <p:cNvSpPr/>
            <p:nvPr/>
          </p:nvSpPr>
          <p:spPr>
            <a:xfrm>
              <a:off x="2378160" y="4210200"/>
              <a:ext cx="45360" cy="84240"/>
            </a:xfrm>
            <a:prstGeom prst="pie">
              <a:avLst/>
            </a:prstGeom>
            <a:solidFill>
              <a:srgbClr val="336600"/>
            </a:solidFill>
            <a:ln w="9360">
              <a:solidFill>
                <a:srgbClr val="ffffff"/>
              </a:solidFill>
              <a:round/>
            </a:ln>
          </p:spPr>
          <p:style>
            <a:lnRef idx="0"/>
            <a:fillRef idx="0"/>
            <a:effectRef idx="0"/>
            <a:fontRef idx="minor"/>
          </p:style>
          <p:txBody>
            <a:bodyPr lIns="90000" rIns="90000" tIns="37800" bIns="37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4" name="Freeform 56"/>
            <p:cNvSpPr/>
            <p:nvPr/>
          </p:nvSpPr>
          <p:spPr>
            <a:xfrm>
              <a:off x="2281320" y="3848040"/>
              <a:ext cx="230040" cy="3096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5" name="Freeform 57"/>
            <p:cNvSpPr/>
            <p:nvPr/>
          </p:nvSpPr>
          <p:spPr>
            <a:xfrm>
              <a:off x="2226960" y="4044960"/>
              <a:ext cx="203400" cy="2304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6" name="Freeform 58"/>
            <p:cNvSpPr/>
            <p:nvPr/>
          </p:nvSpPr>
          <p:spPr>
            <a:xfrm>
              <a:off x="2001600" y="4023000"/>
              <a:ext cx="2592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7" name="Freeform 59"/>
            <p:cNvSpPr/>
            <p:nvPr/>
          </p:nvSpPr>
          <p:spPr>
            <a:xfrm>
              <a:off x="2001600" y="4023000"/>
              <a:ext cx="25920" cy="21960"/>
            </a:xfrm>
            <a:prstGeom prst="pie">
              <a:avLst/>
            </a:prstGeom>
            <a:solidFill>
              <a:srgbClr val="336600"/>
            </a:solidFill>
            <a:ln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8" name="Freeform 60"/>
            <p:cNvSpPr/>
            <p:nvPr/>
          </p:nvSpPr>
          <p:spPr>
            <a:xfrm>
              <a:off x="1969200" y="3175200"/>
              <a:ext cx="576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79" name="Freeform 61"/>
            <p:cNvSpPr/>
            <p:nvPr/>
          </p:nvSpPr>
          <p:spPr>
            <a:xfrm>
              <a:off x="1969200" y="3175200"/>
              <a:ext cx="576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0" name="Freeform 62"/>
            <p:cNvSpPr/>
            <p:nvPr/>
          </p:nvSpPr>
          <p:spPr>
            <a:xfrm>
              <a:off x="2133360" y="3071880"/>
              <a:ext cx="1440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1" name="Freeform 63"/>
            <p:cNvSpPr/>
            <p:nvPr/>
          </p:nvSpPr>
          <p:spPr>
            <a:xfrm>
              <a:off x="2133360" y="3071880"/>
              <a:ext cx="1440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2" name="Freeform 64"/>
            <p:cNvSpPr/>
            <p:nvPr/>
          </p:nvSpPr>
          <p:spPr>
            <a:xfrm>
              <a:off x="1941120" y="3384720"/>
              <a:ext cx="14400" cy="34920"/>
            </a:xfrm>
            <a:prstGeom prst="pie">
              <a:avLst/>
            </a:prstGeom>
            <a:solidFill>
              <a:srgbClr val="336600"/>
            </a:solidFill>
            <a:ln w="9360">
              <a:solidFill>
                <a:srgbClr val="ffffff"/>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3" name="Freeform 65"/>
            <p:cNvSpPr/>
            <p:nvPr/>
          </p:nvSpPr>
          <p:spPr>
            <a:xfrm>
              <a:off x="1941120" y="3384720"/>
              <a:ext cx="14400" cy="34920"/>
            </a:xfrm>
            <a:prstGeom prst="pie">
              <a:avLst/>
            </a:prstGeom>
            <a:solidFill>
              <a:srgbClr val="336600"/>
            </a:solidFill>
            <a:ln w="9360">
              <a:solidFill>
                <a:srgbClr val="ffffff"/>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4" name="Freeform 66"/>
            <p:cNvSpPr/>
            <p:nvPr/>
          </p:nvSpPr>
          <p:spPr>
            <a:xfrm>
              <a:off x="1895760" y="3345120"/>
              <a:ext cx="19080" cy="25200"/>
            </a:xfrm>
            <a:prstGeom prst="pie">
              <a:avLst/>
            </a:prstGeom>
            <a:solidFill>
              <a:srgbClr val="336600"/>
            </a:solidFill>
            <a:ln w="936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5" name="Freeform 67"/>
            <p:cNvSpPr/>
            <p:nvPr/>
          </p:nvSpPr>
          <p:spPr>
            <a:xfrm>
              <a:off x="1895760" y="3345120"/>
              <a:ext cx="19080" cy="25200"/>
            </a:xfrm>
            <a:prstGeom prst="pie">
              <a:avLst/>
            </a:prstGeom>
            <a:solidFill>
              <a:srgbClr val="336600"/>
            </a:solidFill>
            <a:ln w="936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6" name="Freeform 68"/>
            <p:cNvSpPr/>
            <p:nvPr/>
          </p:nvSpPr>
          <p:spPr>
            <a:xfrm>
              <a:off x="1927800" y="3330720"/>
              <a:ext cx="1296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7" name="Freeform 69"/>
            <p:cNvSpPr/>
            <p:nvPr/>
          </p:nvSpPr>
          <p:spPr>
            <a:xfrm>
              <a:off x="1927800" y="3330720"/>
              <a:ext cx="1296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8" name="Freeform 70"/>
            <p:cNvSpPr/>
            <p:nvPr/>
          </p:nvSpPr>
          <p:spPr>
            <a:xfrm>
              <a:off x="1914840" y="3316320"/>
              <a:ext cx="1008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89" name="Freeform 71"/>
            <p:cNvSpPr/>
            <p:nvPr/>
          </p:nvSpPr>
          <p:spPr>
            <a:xfrm>
              <a:off x="1914840" y="3316320"/>
              <a:ext cx="1008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0" name="Freeform 72"/>
            <p:cNvSpPr/>
            <p:nvPr/>
          </p:nvSpPr>
          <p:spPr>
            <a:xfrm>
              <a:off x="1920600" y="3262320"/>
              <a:ext cx="3492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1" name="Freeform 73"/>
            <p:cNvSpPr/>
            <p:nvPr/>
          </p:nvSpPr>
          <p:spPr>
            <a:xfrm>
              <a:off x="1920600" y="3262320"/>
              <a:ext cx="3492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2" name="Freeform 74"/>
            <p:cNvSpPr/>
            <p:nvPr/>
          </p:nvSpPr>
          <p:spPr>
            <a:xfrm>
              <a:off x="1900440" y="3256200"/>
              <a:ext cx="12960" cy="9360"/>
            </a:xfrm>
            <a:prstGeom prst="pie">
              <a:avLst/>
            </a:prstGeom>
            <a:solidFill>
              <a:srgbClr val="336600"/>
            </a:solidFill>
            <a:ln w="936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3" name="Freeform 75"/>
            <p:cNvSpPr/>
            <p:nvPr/>
          </p:nvSpPr>
          <p:spPr>
            <a:xfrm>
              <a:off x="1900440" y="3256200"/>
              <a:ext cx="12960" cy="9360"/>
            </a:xfrm>
            <a:prstGeom prst="pie">
              <a:avLst/>
            </a:prstGeom>
            <a:solidFill>
              <a:srgbClr val="336600"/>
            </a:solidFill>
            <a:ln w="936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4" name="Freeform 76"/>
            <p:cNvSpPr/>
            <p:nvPr/>
          </p:nvSpPr>
          <p:spPr>
            <a:xfrm>
              <a:off x="1918080" y="3249720"/>
              <a:ext cx="972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5" name="Freeform 77"/>
            <p:cNvSpPr/>
            <p:nvPr/>
          </p:nvSpPr>
          <p:spPr>
            <a:xfrm>
              <a:off x="1918080" y="3249720"/>
              <a:ext cx="972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6" name="Freeform 78"/>
            <p:cNvSpPr/>
            <p:nvPr/>
          </p:nvSpPr>
          <p:spPr>
            <a:xfrm>
              <a:off x="1925280" y="3546720"/>
              <a:ext cx="29160" cy="33120"/>
            </a:xfrm>
            <a:prstGeom prst="pie">
              <a:avLst/>
            </a:prstGeom>
            <a:solidFill>
              <a:srgbClr val="336600"/>
            </a:solidFill>
            <a:ln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7" name="Freeform 79"/>
            <p:cNvSpPr/>
            <p:nvPr/>
          </p:nvSpPr>
          <p:spPr>
            <a:xfrm>
              <a:off x="1925280" y="3546720"/>
              <a:ext cx="29160" cy="33120"/>
            </a:xfrm>
            <a:prstGeom prst="pie">
              <a:avLst/>
            </a:prstGeom>
            <a:solidFill>
              <a:srgbClr val="336600"/>
            </a:solidFill>
            <a:ln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8" name="Freeform 80"/>
            <p:cNvSpPr/>
            <p:nvPr/>
          </p:nvSpPr>
          <p:spPr>
            <a:xfrm>
              <a:off x="1941120" y="3141720"/>
              <a:ext cx="41040" cy="76320"/>
            </a:xfrm>
            <a:prstGeom prst="pie">
              <a:avLst/>
            </a:prstGeom>
            <a:solidFill>
              <a:srgbClr val="336600"/>
            </a:solidFill>
            <a:ln w="9360">
              <a:solidFill>
                <a:srgbClr val="ffffff"/>
              </a:solidFill>
              <a:round/>
            </a:ln>
          </p:spPr>
          <p:style>
            <a:lnRef idx="0"/>
            <a:fillRef idx="0"/>
            <a:effectRef idx="0"/>
            <a:fontRef idx="minor"/>
          </p:style>
          <p:txBody>
            <a:bodyPr lIns="90000" rIns="90000" tIns="29880" bIns="29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699" name="Freeform 81"/>
            <p:cNvSpPr/>
            <p:nvPr/>
          </p:nvSpPr>
          <p:spPr>
            <a:xfrm>
              <a:off x="1941120" y="3141720"/>
              <a:ext cx="41040" cy="76320"/>
            </a:xfrm>
            <a:prstGeom prst="pie">
              <a:avLst/>
            </a:prstGeom>
            <a:solidFill>
              <a:srgbClr val="336600"/>
            </a:solidFill>
            <a:ln w="9360">
              <a:solidFill>
                <a:srgbClr val="ffffff"/>
              </a:solidFill>
              <a:round/>
            </a:ln>
          </p:spPr>
          <p:style>
            <a:lnRef idx="0"/>
            <a:fillRef idx="0"/>
            <a:effectRef idx="0"/>
            <a:fontRef idx="minor"/>
          </p:style>
          <p:txBody>
            <a:bodyPr lIns="90000" rIns="90000" tIns="29880" bIns="29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0" name="Freeform 82"/>
            <p:cNvSpPr/>
            <p:nvPr/>
          </p:nvSpPr>
          <p:spPr>
            <a:xfrm>
              <a:off x="1941120" y="3211560"/>
              <a:ext cx="720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1" name="Freeform 83"/>
            <p:cNvSpPr/>
            <p:nvPr/>
          </p:nvSpPr>
          <p:spPr>
            <a:xfrm>
              <a:off x="1941120" y="3211560"/>
              <a:ext cx="720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2" name="Freeform 84"/>
            <p:cNvSpPr/>
            <p:nvPr/>
          </p:nvSpPr>
          <p:spPr>
            <a:xfrm>
              <a:off x="1888560" y="3184560"/>
              <a:ext cx="1188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3" name="Freeform 85"/>
            <p:cNvSpPr/>
            <p:nvPr/>
          </p:nvSpPr>
          <p:spPr>
            <a:xfrm>
              <a:off x="1888560" y="3184560"/>
              <a:ext cx="1188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4" name="Freeform 86"/>
            <p:cNvSpPr/>
            <p:nvPr/>
          </p:nvSpPr>
          <p:spPr>
            <a:xfrm>
              <a:off x="1903320" y="3152880"/>
              <a:ext cx="9720" cy="28440"/>
            </a:xfrm>
            <a:prstGeom prst="pie">
              <a:avLst/>
            </a:prstGeom>
            <a:solidFill>
              <a:srgbClr val="336600"/>
            </a:solidFill>
            <a:ln w="936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5" name="Freeform 87"/>
            <p:cNvSpPr/>
            <p:nvPr/>
          </p:nvSpPr>
          <p:spPr>
            <a:xfrm>
              <a:off x="1903320" y="3152880"/>
              <a:ext cx="9720" cy="28440"/>
            </a:xfrm>
            <a:prstGeom prst="pie">
              <a:avLst/>
            </a:prstGeom>
            <a:solidFill>
              <a:srgbClr val="336600"/>
            </a:solidFill>
            <a:ln w="936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6" name="Freeform 88"/>
            <p:cNvSpPr/>
            <p:nvPr/>
          </p:nvSpPr>
          <p:spPr>
            <a:xfrm>
              <a:off x="1913400" y="3141720"/>
              <a:ext cx="144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7" name="Freeform 89"/>
            <p:cNvSpPr/>
            <p:nvPr/>
          </p:nvSpPr>
          <p:spPr>
            <a:xfrm>
              <a:off x="1913400" y="3141720"/>
              <a:ext cx="144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8" name="Freeform 90"/>
            <p:cNvSpPr/>
            <p:nvPr/>
          </p:nvSpPr>
          <p:spPr>
            <a:xfrm>
              <a:off x="1913400" y="3121200"/>
              <a:ext cx="1728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09" name="Freeform 91"/>
            <p:cNvSpPr/>
            <p:nvPr/>
          </p:nvSpPr>
          <p:spPr>
            <a:xfrm>
              <a:off x="1913400" y="3121200"/>
              <a:ext cx="1728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0" name="Freeform 92"/>
            <p:cNvSpPr/>
            <p:nvPr/>
          </p:nvSpPr>
          <p:spPr>
            <a:xfrm>
              <a:off x="1936800" y="3056040"/>
              <a:ext cx="61200" cy="68400"/>
            </a:xfrm>
            <a:prstGeom prst="pie">
              <a:avLst/>
            </a:prstGeom>
            <a:solidFill>
              <a:srgbClr val="336600"/>
            </a:solidFill>
            <a:ln w="936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1" name="Freeform 93"/>
            <p:cNvSpPr/>
            <p:nvPr/>
          </p:nvSpPr>
          <p:spPr>
            <a:xfrm>
              <a:off x="1936800" y="3056040"/>
              <a:ext cx="61200" cy="68400"/>
            </a:xfrm>
            <a:prstGeom prst="pie">
              <a:avLst/>
            </a:prstGeom>
            <a:solidFill>
              <a:srgbClr val="336600"/>
            </a:solidFill>
            <a:ln w="936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2" name="Freeform 94"/>
            <p:cNvSpPr/>
            <p:nvPr/>
          </p:nvSpPr>
          <p:spPr>
            <a:xfrm>
              <a:off x="1913400" y="3660840"/>
              <a:ext cx="23400" cy="27000"/>
            </a:xfrm>
            <a:prstGeom prst="pie">
              <a:avLst/>
            </a:prstGeom>
            <a:solidFill>
              <a:srgbClr val="336600"/>
            </a:solidFill>
            <a:ln w="936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3" name="Freeform 95"/>
            <p:cNvSpPr/>
            <p:nvPr/>
          </p:nvSpPr>
          <p:spPr>
            <a:xfrm>
              <a:off x="1913400" y="3660840"/>
              <a:ext cx="23400" cy="27000"/>
            </a:xfrm>
            <a:prstGeom prst="pie">
              <a:avLst/>
            </a:prstGeom>
            <a:solidFill>
              <a:srgbClr val="336600"/>
            </a:solidFill>
            <a:ln w="936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5714" name="Group 96"/>
            <p:cNvGrpSpPr/>
            <p:nvPr/>
          </p:nvGrpSpPr>
          <p:grpSpPr>
            <a:xfrm>
              <a:off x="1759320" y="3071880"/>
              <a:ext cx="452880" cy="976320"/>
              <a:chOff x="1759320" y="3071880"/>
              <a:chExt cx="452880" cy="976320"/>
            </a:xfrm>
          </p:grpSpPr>
          <p:sp>
            <p:nvSpPr>
              <p:cNvPr id="5715" name="Freeform 97"/>
              <p:cNvSpPr/>
              <p:nvPr/>
            </p:nvSpPr>
            <p:spPr>
              <a:xfrm>
                <a:off x="1759320" y="3071880"/>
                <a:ext cx="452880" cy="9763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6" name="Freeform 98"/>
              <p:cNvSpPr/>
              <p:nvPr/>
            </p:nvSpPr>
            <p:spPr>
              <a:xfrm>
                <a:off x="1767960" y="3408480"/>
                <a:ext cx="136080" cy="1465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5717" name="Freeform 99"/>
            <p:cNvSpPr/>
            <p:nvPr/>
          </p:nvSpPr>
          <p:spPr>
            <a:xfrm>
              <a:off x="1570680" y="3380040"/>
              <a:ext cx="291240" cy="3762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8" name="Freeform 100"/>
            <p:cNvSpPr/>
            <p:nvPr/>
          </p:nvSpPr>
          <p:spPr>
            <a:xfrm>
              <a:off x="1654200" y="3454560"/>
              <a:ext cx="115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19" name="Freeform 101"/>
            <p:cNvSpPr/>
            <p:nvPr/>
          </p:nvSpPr>
          <p:spPr>
            <a:xfrm>
              <a:off x="1654200" y="3454560"/>
              <a:ext cx="115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0" name="Freeform 102"/>
            <p:cNvSpPr/>
            <p:nvPr/>
          </p:nvSpPr>
          <p:spPr>
            <a:xfrm>
              <a:off x="3165120" y="3402000"/>
              <a:ext cx="1296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1" name="Freeform 103"/>
            <p:cNvSpPr/>
            <p:nvPr/>
          </p:nvSpPr>
          <p:spPr>
            <a:xfrm>
              <a:off x="3165120" y="3402000"/>
              <a:ext cx="1296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2" name="Freeform 104"/>
            <p:cNvSpPr/>
            <p:nvPr/>
          </p:nvSpPr>
          <p:spPr>
            <a:xfrm>
              <a:off x="2794320" y="3345120"/>
              <a:ext cx="17280" cy="1728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3" name="Freeform 105"/>
            <p:cNvSpPr/>
            <p:nvPr/>
          </p:nvSpPr>
          <p:spPr>
            <a:xfrm>
              <a:off x="2794320" y="3345120"/>
              <a:ext cx="17280" cy="1728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4" name="Freeform 106"/>
            <p:cNvSpPr/>
            <p:nvPr/>
          </p:nvSpPr>
          <p:spPr>
            <a:xfrm>
              <a:off x="2794320" y="3365640"/>
              <a:ext cx="115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5" name="Freeform 107"/>
            <p:cNvSpPr/>
            <p:nvPr/>
          </p:nvSpPr>
          <p:spPr>
            <a:xfrm>
              <a:off x="2794320" y="3365640"/>
              <a:ext cx="115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6" name="Freeform 108"/>
            <p:cNvSpPr/>
            <p:nvPr/>
          </p:nvSpPr>
          <p:spPr>
            <a:xfrm>
              <a:off x="2789640" y="2119320"/>
              <a:ext cx="565920" cy="15796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7" name="Freeform 109"/>
            <p:cNvSpPr/>
            <p:nvPr/>
          </p:nvSpPr>
          <p:spPr>
            <a:xfrm>
              <a:off x="3116880" y="3408480"/>
              <a:ext cx="45000" cy="1159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8" name="Freeform 110"/>
            <p:cNvSpPr/>
            <p:nvPr/>
          </p:nvSpPr>
          <p:spPr>
            <a:xfrm>
              <a:off x="3027600" y="3471840"/>
              <a:ext cx="37800" cy="128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29" name="Freeform 111"/>
            <p:cNvSpPr/>
            <p:nvPr/>
          </p:nvSpPr>
          <p:spPr>
            <a:xfrm>
              <a:off x="3027600" y="3471840"/>
              <a:ext cx="37800" cy="12888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0" name="Freeform 112"/>
            <p:cNvSpPr/>
            <p:nvPr/>
          </p:nvSpPr>
          <p:spPr>
            <a:xfrm>
              <a:off x="2880720" y="2871720"/>
              <a:ext cx="540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1" name="Freeform 113"/>
            <p:cNvSpPr/>
            <p:nvPr/>
          </p:nvSpPr>
          <p:spPr>
            <a:xfrm>
              <a:off x="2880720" y="2871720"/>
              <a:ext cx="5400" cy="17640"/>
            </a:xfrm>
            <a:prstGeom prst="pie">
              <a:avLst/>
            </a:prstGeom>
            <a:solidFill>
              <a:srgbClr val="336600"/>
            </a:solidFill>
            <a:ln w="936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2" name="Freeform 114"/>
            <p:cNvSpPr/>
            <p:nvPr/>
          </p:nvSpPr>
          <p:spPr>
            <a:xfrm>
              <a:off x="3317760" y="3135240"/>
              <a:ext cx="205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3" name="Freeform 115"/>
            <p:cNvSpPr/>
            <p:nvPr/>
          </p:nvSpPr>
          <p:spPr>
            <a:xfrm>
              <a:off x="3317760" y="3135240"/>
              <a:ext cx="205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4" name="Freeform 116"/>
            <p:cNvSpPr/>
            <p:nvPr/>
          </p:nvSpPr>
          <p:spPr>
            <a:xfrm>
              <a:off x="3228120" y="1979640"/>
              <a:ext cx="455400" cy="11988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5" name="Freeform 117"/>
            <p:cNvSpPr/>
            <p:nvPr/>
          </p:nvSpPr>
          <p:spPr>
            <a:xfrm>
              <a:off x="3317760" y="3135240"/>
              <a:ext cx="205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6" name="Freeform 118"/>
            <p:cNvSpPr/>
            <p:nvPr/>
          </p:nvSpPr>
          <p:spPr>
            <a:xfrm>
              <a:off x="3317760" y="3135240"/>
              <a:ext cx="205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7" name="Freeform 119"/>
            <p:cNvSpPr/>
            <p:nvPr/>
          </p:nvSpPr>
          <p:spPr>
            <a:xfrm>
              <a:off x="2564280" y="4429080"/>
              <a:ext cx="479160" cy="31140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8" name="Freeform 120"/>
            <p:cNvSpPr/>
            <p:nvPr/>
          </p:nvSpPr>
          <p:spPr>
            <a:xfrm>
              <a:off x="2521440" y="3152880"/>
              <a:ext cx="576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39" name="Freeform 121"/>
            <p:cNvSpPr/>
            <p:nvPr/>
          </p:nvSpPr>
          <p:spPr>
            <a:xfrm>
              <a:off x="2521440" y="3152880"/>
              <a:ext cx="576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0" name="Freeform 122"/>
            <p:cNvSpPr/>
            <p:nvPr/>
          </p:nvSpPr>
          <p:spPr>
            <a:xfrm>
              <a:off x="2529000" y="3098880"/>
              <a:ext cx="756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1" name="Freeform 123"/>
            <p:cNvSpPr/>
            <p:nvPr/>
          </p:nvSpPr>
          <p:spPr>
            <a:xfrm>
              <a:off x="2529000" y="3098880"/>
              <a:ext cx="756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2" name="Freeform 124"/>
            <p:cNvSpPr/>
            <p:nvPr/>
          </p:nvSpPr>
          <p:spPr>
            <a:xfrm>
              <a:off x="2539080" y="3087720"/>
              <a:ext cx="864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3" name="Freeform 125"/>
            <p:cNvSpPr/>
            <p:nvPr/>
          </p:nvSpPr>
          <p:spPr>
            <a:xfrm>
              <a:off x="2539080" y="3087720"/>
              <a:ext cx="8640" cy="19080"/>
            </a:xfrm>
            <a:prstGeom prst="pie">
              <a:avLst/>
            </a:prstGeom>
            <a:solidFill>
              <a:srgbClr val="336600"/>
            </a:solidFill>
            <a:ln w="936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4" name="Freeform 126"/>
            <p:cNvSpPr/>
            <p:nvPr/>
          </p:nvSpPr>
          <p:spPr>
            <a:xfrm>
              <a:off x="2539080" y="3117960"/>
              <a:ext cx="5760" cy="6480"/>
            </a:xfrm>
            <a:prstGeom prst="pie">
              <a:avLst/>
            </a:prstGeom>
            <a:solidFill>
              <a:srgbClr val="336600"/>
            </a:solidFill>
            <a:ln w="936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5" name="Freeform 127"/>
            <p:cNvSpPr/>
            <p:nvPr/>
          </p:nvSpPr>
          <p:spPr>
            <a:xfrm>
              <a:off x="2539080" y="3117960"/>
              <a:ext cx="5760" cy="6480"/>
            </a:xfrm>
            <a:prstGeom prst="pie">
              <a:avLst/>
            </a:prstGeom>
            <a:solidFill>
              <a:srgbClr val="336600"/>
            </a:solidFill>
            <a:ln w="936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6" name="Freeform 128"/>
            <p:cNvSpPr/>
            <p:nvPr/>
          </p:nvSpPr>
          <p:spPr>
            <a:xfrm>
              <a:off x="2539080" y="3067200"/>
              <a:ext cx="2880" cy="9360"/>
            </a:xfrm>
            <a:prstGeom prst="pie">
              <a:avLst/>
            </a:prstGeom>
            <a:solidFill>
              <a:srgbClr val="336600"/>
            </a:solidFill>
            <a:ln w="936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7" name="Freeform 129"/>
            <p:cNvSpPr/>
            <p:nvPr/>
          </p:nvSpPr>
          <p:spPr>
            <a:xfrm>
              <a:off x="2539080" y="3067200"/>
              <a:ext cx="2880" cy="9360"/>
            </a:xfrm>
            <a:prstGeom prst="pie">
              <a:avLst/>
            </a:prstGeom>
            <a:solidFill>
              <a:srgbClr val="336600"/>
            </a:solidFill>
            <a:ln w="936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8" name="Freeform 130"/>
            <p:cNvSpPr/>
            <p:nvPr/>
          </p:nvSpPr>
          <p:spPr>
            <a:xfrm>
              <a:off x="2536560" y="3043440"/>
              <a:ext cx="252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49" name="Freeform 131"/>
            <p:cNvSpPr/>
            <p:nvPr/>
          </p:nvSpPr>
          <p:spPr>
            <a:xfrm>
              <a:off x="2536560" y="3043440"/>
              <a:ext cx="252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0" name="Freeform 132"/>
            <p:cNvSpPr/>
            <p:nvPr/>
          </p:nvSpPr>
          <p:spPr>
            <a:xfrm>
              <a:off x="2556720" y="2859120"/>
              <a:ext cx="1188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1" name="Freeform 133"/>
            <p:cNvSpPr/>
            <p:nvPr/>
          </p:nvSpPr>
          <p:spPr>
            <a:xfrm>
              <a:off x="2556720" y="2859120"/>
              <a:ext cx="11880" cy="12600"/>
            </a:xfrm>
            <a:prstGeom prst="pie">
              <a:avLst/>
            </a:prstGeom>
            <a:solidFill>
              <a:srgbClr val="336600"/>
            </a:solidFill>
            <a:ln w="936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2" name="Freeform 134"/>
            <p:cNvSpPr/>
            <p:nvPr/>
          </p:nvSpPr>
          <p:spPr>
            <a:xfrm>
              <a:off x="2957040" y="2206800"/>
              <a:ext cx="11520" cy="31680"/>
            </a:xfrm>
            <a:prstGeom prst="pie">
              <a:avLst/>
            </a:prstGeom>
            <a:solidFill>
              <a:srgbClr val="336600"/>
            </a:solidFill>
            <a:ln w="936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3" name="Freeform 135"/>
            <p:cNvSpPr/>
            <p:nvPr/>
          </p:nvSpPr>
          <p:spPr>
            <a:xfrm>
              <a:off x="2957040" y="2206800"/>
              <a:ext cx="11520" cy="31680"/>
            </a:xfrm>
            <a:prstGeom prst="pie">
              <a:avLst/>
            </a:prstGeom>
            <a:solidFill>
              <a:srgbClr val="336600"/>
            </a:solidFill>
            <a:ln w="936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4" name="Freeform 136"/>
            <p:cNvSpPr/>
            <p:nvPr/>
          </p:nvSpPr>
          <p:spPr>
            <a:xfrm>
              <a:off x="2973240" y="2205000"/>
              <a:ext cx="720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5" name="Freeform 137"/>
            <p:cNvSpPr/>
            <p:nvPr/>
          </p:nvSpPr>
          <p:spPr>
            <a:xfrm>
              <a:off x="2973240" y="2205000"/>
              <a:ext cx="720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6" name="Freeform 138"/>
            <p:cNvSpPr/>
            <p:nvPr/>
          </p:nvSpPr>
          <p:spPr>
            <a:xfrm>
              <a:off x="2981880" y="2185920"/>
              <a:ext cx="18720" cy="27000"/>
            </a:xfrm>
            <a:prstGeom prst="pie">
              <a:avLst/>
            </a:prstGeom>
            <a:solidFill>
              <a:srgbClr val="336600"/>
            </a:solidFill>
            <a:ln w="936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7" name="Freeform 139"/>
            <p:cNvSpPr/>
            <p:nvPr/>
          </p:nvSpPr>
          <p:spPr>
            <a:xfrm>
              <a:off x="2981880" y="2185920"/>
              <a:ext cx="18720" cy="27000"/>
            </a:xfrm>
            <a:prstGeom prst="pie">
              <a:avLst/>
            </a:prstGeom>
            <a:solidFill>
              <a:srgbClr val="336600"/>
            </a:solidFill>
            <a:ln w="936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8" name="Freeform 140"/>
            <p:cNvSpPr/>
            <p:nvPr/>
          </p:nvSpPr>
          <p:spPr>
            <a:xfrm>
              <a:off x="3009960" y="2173320"/>
              <a:ext cx="2916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59" name="Freeform 141"/>
            <p:cNvSpPr/>
            <p:nvPr/>
          </p:nvSpPr>
          <p:spPr>
            <a:xfrm>
              <a:off x="3009960" y="2173320"/>
              <a:ext cx="29160" cy="36720"/>
            </a:xfrm>
            <a:prstGeom prst="pie">
              <a:avLst/>
            </a:prstGeom>
            <a:solidFill>
              <a:srgbClr val="336600"/>
            </a:solidFill>
            <a:ln w="9360">
              <a:solidFill>
                <a:srgbClr val="ffffff"/>
              </a:solidFill>
              <a:round/>
            </a:ln>
          </p:spPr>
          <p:style>
            <a:lnRef idx="0"/>
            <a:fillRef idx="0"/>
            <a:effectRef idx="0"/>
            <a:fontRef idx="minor"/>
          </p:style>
          <p:txBody>
            <a:bodyPr lIns="90000" rIns="90000" tIns="-9720" bIns="-9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0" name="Freeform 142"/>
            <p:cNvSpPr/>
            <p:nvPr/>
          </p:nvSpPr>
          <p:spPr>
            <a:xfrm>
              <a:off x="3020040" y="2116080"/>
              <a:ext cx="27720" cy="43200"/>
            </a:xfrm>
            <a:prstGeom prst="pie">
              <a:avLst/>
            </a:prstGeom>
            <a:solidFill>
              <a:srgbClr val="336600"/>
            </a:solidFill>
            <a:ln w="9360">
              <a:solidFill>
                <a:srgbClr val="ffffff"/>
              </a:solidFill>
              <a:round/>
            </a:ln>
          </p:spPr>
          <p:style>
            <a:lnRef idx="0"/>
            <a:fillRef idx="0"/>
            <a:effectRef idx="0"/>
            <a:fontRef idx="minor"/>
          </p:style>
          <p:txBody>
            <a:bodyPr lIns="90000" rIns="90000" tIns="-3240" bIns="-3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1" name="Freeform 143"/>
            <p:cNvSpPr/>
            <p:nvPr/>
          </p:nvSpPr>
          <p:spPr>
            <a:xfrm>
              <a:off x="3020040" y="2116080"/>
              <a:ext cx="27720" cy="43200"/>
            </a:xfrm>
            <a:prstGeom prst="pie">
              <a:avLst/>
            </a:prstGeom>
            <a:solidFill>
              <a:srgbClr val="336600"/>
            </a:solidFill>
            <a:ln w="9360">
              <a:solidFill>
                <a:srgbClr val="ffffff"/>
              </a:solidFill>
              <a:round/>
            </a:ln>
          </p:spPr>
          <p:style>
            <a:lnRef idx="0"/>
            <a:fillRef idx="0"/>
            <a:effectRef idx="0"/>
            <a:fontRef idx="minor"/>
          </p:style>
          <p:txBody>
            <a:bodyPr lIns="90000" rIns="90000" tIns="-3240" bIns="-3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2" name="Freeform 144"/>
            <p:cNvSpPr/>
            <p:nvPr/>
          </p:nvSpPr>
          <p:spPr>
            <a:xfrm>
              <a:off x="3039120" y="2116080"/>
              <a:ext cx="49680" cy="7812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3" name="Freeform 145"/>
            <p:cNvSpPr/>
            <p:nvPr/>
          </p:nvSpPr>
          <p:spPr>
            <a:xfrm>
              <a:off x="3039120" y="2116080"/>
              <a:ext cx="49680" cy="78120"/>
            </a:xfrm>
            <a:prstGeom prst="pie">
              <a:avLst/>
            </a:prstGeom>
            <a:solidFill>
              <a:srgbClr val="336600"/>
            </a:solidFill>
            <a:ln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4" name="Freeform 146"/>
            <p:cNvSpPr/>
            <p:nvPr/>
          </p:nvSpPr>
          <p:spPr>
            <a:xfrm>
              <a:off x="3055320" y="2084400"/>
              <a:ext cx="1872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5" name="Freeform 147"/>
            <p:cNvSpPr/>
            <p:nvPr/>
          </p:nvSpPr>
          <p:spPr>
            <a:xfrm>
              <a:off x="3055320" y="2084400"/>
              <a:ext cx="18720" cy="42840"/>
            </a:xfrm>
            <a:prstGeom prst="pie">
              <a:avLst/>
            </a:prstGeom>
            <a:solidFill>
              <a:srgbClr val="336600"/>
            </a:solidFill>
            <a:ln w="936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6" name="Freeform 148"/>
            <p:cNvSpPr/>
            <p:nvPr/>
          </p:nvSpPr>
          <p:spPr>
            <a:xfrm>
              <a:off x="3077280" y="2170080"/>
              <a:ext cx="7200" cy="9720"/>
            </a:xfrm>
            <a:prstGeom prst="pie">
              <a:avLst/>
            </a:prstGeom>
            <a:solidFill>
              <a:srgbClr val="336600"/>
            </a:solidFill>
            <a:ln w="936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7" name="Freeform 149"/>
            <p:cNvSpPr/>
            <p:nvPr/>
          </p:nvSpPr>
          <p:spPr>
            <a:xfrm>
              <a:off x="3077280" y="2170080"/>
              <a:ext cx="7200" cy="9720"/>
            </a:xfrm>
            <a:prstGeom prst="pie">
              <a:avLst/>
            </a:prstGeom>
            <a:solidFill>
              <a:srgbClr val="336600"/>
            </a:solidFill>
            <a:ln w="936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8" name="Freeform 150"/>
            <p:cNvSpPr/>
            <p:nvPr/>
          </p:nvSpPr>
          <p:spPr>
            <a:xfrm>
              <a:off x="3099240" y="2136960"/>
              <a:ext cx="11520" cy="7920"/>
            </a:xfrm>
            <a:prstGeom prst="pie">
              <a:avLst/>
            </a:prstGeom>
            <a:solidFill>
              <a:srgbClr val="336600"/>
            </a:solidFill>
            <a:ln w="936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69" name="Freeform 151"/>
            <p:cNvSpPr/>
            <p:nvPr/>
          </p:nvSpPr>
          <p:spPr>
            <a:xfrm>
              <a:off x="3099240" y="2136960"/>
              <a:ext cx="11520" cy="7920"/>
            </a:xfrm>
            <a:prstGeom prst="pie">
              <a:avLst/>
            </a:prstGeom>
            <a:solidFill>
              <a:srgbClr val="336600"/>
            </a:solidFill>
            <a:ln w="936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0" name="Freeform 152"/>
            <p:cNvSpPr/>
            <p:nvPr/>
          </p:nvSpPr>
          <p:spPr>
            <a:xfrm>
              <a:off x="3110760" y="2125800"/>
              <a:ext cx="1008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1" name="Freeform 153"/>
            <p:cNvSpPr/>
            <p:nvPr/>
          </p:nvSpPr>
          <p:spPr>
            <a:xfrm>
              <a:off x="3110760" y="2125800"/>
              <a:ext cx="10080" cy="11160"/>
            </a:xfrm>
            <a:prstGeom prst="pie">
              <a:avLst/>
            </a:prstGeom>
            <a:solidFill>
              <a:srgbClr val="336600"/>
            </a:solidFill>
            <a:ln w="936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2" name="Freeform 154"/>
            <p:cNvSpPr/>
            <p:nvPr/>
          </p:nvSpPr>
          <p:spPr>
            <a:xfrm>
              <a:off x="3141720" y="2027160"/>
              <a:ext cx="30240" cy="35280"/>
            </a:xfrm>
            <a:prstGeom prst="pie">
              <a:avLst/>
            </a:prstGeom>
            <a:solidFill>
              <a:srgbClr val="336600"/>
            </a:solidFill>
            <a:ln w="9360">
              <a:solidFill>
                <a:srgbClr val="ffffff"/>
              </a:solidFill>
              <a:round/>
            </a:ln>
          </p:spPr>
          <p:style>
            <a:lnRef idx="0"/>
            <a:fillRef idx="0"/>
            <a:effectRef idx="0"/>
            <a:fontRef idx="minor"/>
          </p:style>
          <p:txBody>
            <a:bodyPr lIns="90000" rIns="90000" tIns="-11160" bIns="-11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3" name="Freeform 155"/>
            <p:cNvSpPr/>
            <p:nvPr/>
          </p:nvSpPr>
          <p:spPr>
            <a:xfrm>
              <a:off x="3141720" y="2027160"/>
              <a:ext cx="30240" cy="35280"/>
            </a:xfrm>
            <a:prstGeom prst="pie">
              <a:avLst/>
            </a:prstGeom>
            <a:solidFill>
              <a:srgbClr val="336600"/>
            </a:solidFill>
            <a:ln w="9360">
              <a:solidFill>
                <a:srgbClr val="ffffff"/>
              </a:solidFill>
              <a:round/>
            </a:ln>
          </p:spPr>
          <p:style>
            <a:lnRef idx="0"/>
            <a:fillRef idx="0"/>
            <a:effectRef idx="0"/>
            <a:fontRef idx="minor"/>
          </p:style>
          <p:txBody>
            <a:bodyPr lIns="90000" rIns="90000" tIns="-11160" bIns="-11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4" name="Freeform 156"/>
            <p:cNvSpPr/>
            <p:nvPr/>
          </p:nvSpPr>
          <p:spPr>
            <a:xfrm>
              <a:off x="3160800" y="2000520"/>
              <a:ext cx="30600" cy="26640"/>
            </a:xfrm>
            <a:prstGeom prst="pie">
              <a:avLst/>
            </a:prstGeom>
            <a:solidFill>
              <a:srgbClr val="336600"/>
            </a:solidFill>
            <a:ln w="9360">
              <a:solidFill>
                <a:srgbClr val="ffffff"/>
              </a:solidFill>
              <a:round/>
            </a:ln>
          </p:spPr>
          <p:style>
            <a:lnRef idx="0"/>
            <a:fillRef idx="0"/>
            <a:effectRef idx="0"/>
            <a:fontRef idx="minor"/>
          </p:style>
          <p:txBody>
            <a:bodyPr lIns="90000" rIns="90000" tIns="-19800" bIns="-19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5" name="Freeform 157"/>
            <p:cNvSpPr/>
            <p:nvPr/>
          </p:nvSpPr>
          <p:spPr>
            <a:xfrm>
              <a:off x="3160800" y="2000520"/>
              <a:ext cx="30600" cy="26640"/>
            </a:xfrm>
            <a:prstGeom prst="pie">
              <a:avLst/>
            </a:prstGeom>
            <a:solidFill>
              <a:srgbClr val="336600"/>
            </a:solidFill>
            <a:ln w="9360">
              <a:solidFill>
                <a:srgbClr val="ffffff"/>
              </a:solidFill>
              <a:round/>
            </a:ln>
          </p:spPr>
          <p:style>
            <a:lnRef idx="0"/>
            <a:fillRef idx="0"/>
            <a:effectRef idx="0"/>
            <a:fontRef idx="minor"/>
          </p:style>
          <p:txBody>
            <a:bodyPr lIns="90000" rIns="90000" tIns="-19800" bIns="-19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6" name="Freeform 158"/>
            <p:cNvSpPr/>
            <p:nvPr/>
          </p:nvSpPr>
          <p:spPr>
            <a:xfrm>
              <a:off x="3021480" y="2159280"/>
              <a:ext cx="14400" cy="10800"/>
            </a:xfrm>
            <a:prstGeom prst="pie">
              <a:avLst/>
            </a:prstGeom>
            <a:solidFill>
              <a:srgbClr val="336600"/>
            </a:solidFill>
            <a:ln w="936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7" name="Freeform 159"/>
            <p:cNvSpPr/>
            <p:nvPr/>
          </p:nvSpPr>
          <p:spPr>
            <a:xfrm>
              <a:off x="3021480" y="2159280"/>
              <a:ext cx="14400" cy="10800"/>
            </a:xfrm>
            <a:prstGeom prst="pie">
              <a:avLst/>
            </a:prstGeom>
            <a:solidFill>
              <a:srgbClr val="336600"/>
            </a:solidFill>
            <a:ln w="936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8" name="Freeform 160"/>
            <p:cNvSpPr/>
            <p:nvPr/>
          </p:nvSpPr>
          <p:spPr>
            <a:xfrm>
              <a:off x="3188520" y="2009880"/>
              <a:ext cx="11520" cy="1728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79" name="Freeform 161"/>
            <p:cNvSpPr/>
            <p:nvPr/>
          </p:nvSpPr>
          <p:spPr>
            <a:xfrm>
              <a:off x="3188520" y="2009880"/>
              <a:ext cx="11520" cy="17280"/>
            </a:xfrm>
            <a:prstGeom prst="pie">
              <a:avLst/>
            </a:prstGeom>
            <a:solidFill>
              <a:srgbClr val="336600"/>
            </a:solidFill>
            <a:ln w="9360">
              <a:solidFill>
                <a:srgbClr val="ffffff"/>
              </a:solidFill>
              <a:round/>
            </a:ln>
          </p:spPr>
          <p:style>
            <a:lnRef idx="0"/>
            <a:fillRef idx="0"/>
            <a:effectRef idx="0"/>
            <a:fontRef idx="minor"/>
          </p:style>
          <p:txBody>
            <a:bodyPr lIns="90000" rIns="90000" tIns="-29160" bIns="-29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0" name="Freeform 162"/>
            <p:cNvSpPr/>
            <p:nvPr/>
          </p:nvSpPr>
          <p:spPr>
            <a:xfrm>
              <a:off x="3191760" y="1978200"/>
              <a:ext cx="115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1" name="Freeform 163"/>
            <p:cNvSpPr/>
            <p:nvPr/>
          </p:nvSpPr>
          <p:spPr>
            <a:xfrm>
              <a:off x="3191760" y="1978200"/>
              <a:ext cx="1152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2" name="Freeform 164"/>
            <p:cNvSpPr/>
            <p:nvPr/>
          </p:nvSpPr>
          <p:spPr>
            <a:xfrm>
              <a:off x="3214800" y="1979640"/>
              <a:ext cx="864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3" name="Freeform 165"/>
            <p:cNvSpPr/>
            <p:nvPr/>
          </p:nvSpPr>
          <p:spPr>
            <a:xfrm>
              <a:off x="3214800" y="1979640"/>
              <a:ext cx="8640" cy="22320"/>
            </a:xfrm>
            <a:prstGeom prst="pie">
              <a:avLst/>
            </a:prstGeom>
            <a:solidFill>
              <a:srgbClr val="336600"/>
            </a:solidFill>
            <a:ln w="936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4" name="Freeform 166"/>
            <p:cNvSpPr/>
            <p:nvPr/>
          </p:nvSpPr>
          <p:spPr>
            <a:xfrm>
              <a:off x="3272040" y="1959120"/>
              <a:ext cx="1440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5" name="Freeform 167"/>
            <p:cNvSpPr/>
            <p:nvPr/>
          </p:nvSpPr>
          <p:spPr>
            <a:xfrm>
              <a:off x="3272040" y="1959120"/>
              <a:ext cx="14400" cy="15840"/>
            </a:xfrm>
            <a:prstGeom prst="pie">
              <a:avLst/>
            </a:prstGeom>
            <a:solidFill>
              <a:srgbClr val="336600"/>
            </a:solidFill>
            <a:ln w="936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6" name="Freeform 168"/>
            <p:cNvSpPr/>
            <p:nvPr/>
          </p:nvSpPr>
          <p:spPr>
            <a:xfrm>
              <a:off x="3286800" y="1932120"/>
              <a:ext cx="23400" cy="34920"/>
            </a:xfrm>
            <a:prstGeom prst="pie">
              <a:avLst/>
            </a:prstGeom>
            <a:solidFill>
              <a:srgbClr val="336600"/>
            </a:solidFill>
            <a:ln w="9360">
              <a:solidFill>
                <a:srgbClr val="ffffff"/>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7" name="Freeform 169"/>
            <p:cNvSpPr/>
            <p:nvPr/>
          </p:nvSpPr>
          <p:spPr>
            <a:xfrm>
              <a:off x="3286800" y="1932120"/>
              <a:ext cx="23400" cy="34920"/>
            </a:xfrm>
            <a:prstGeom prst="pie">
              <a:avLst/>
            </a:prstGeom>
            <a:solidFill>
              <a:srgbClr val="336600"/>
            </a:solidFill>
            <a:ln w="9360">
              <a:solidFill>
                <a:srgbClr val="ffffff"/>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8" name="Freeform 170"/>
            <p:cNvSpPr/>
            <p:nvPr/>
          </p:nvSpPr>
          <p:spPr>
            <a:xfrm>
              <a:off x="3305880" y="1920960"/>
              <a:ext cx="1728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89" name="Freeform 171"/>
            <p:cNvSpPr/>
            <p:nvPr/>
          </p:nvSpPr>
          <p:spPr>
            <a:xfrm>
              <a:off x="3305880" y="1920960"/>
              <a:ext cx="17280" cy="20520"/>
            </a:xfrm>
            <a:prstGeom prst="pie">
              <a:avLst/>
            </a:prstGeom>
            <a:solidFill>
              <a:srgbClr val="336600"/>
            </a:solidFill>
            <a:ln w="936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0" name="Freeform 172"/>
            <p:cNvSpPr/>
            <p:nvPr/>
          </p:nvSpPr>
          <p:spPr>
            <a:xfrm>
              <a:off x="2876400" y="2592360"/>
              <a:ext cx="115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1" name="Freeform 173"/>
            <p:cNvSpPr/>
            <p:nvPr/>
          </p:nvSpPr>
          <p:spPr>
            <a:xfrm>
              <a:off x="2876400" y="2592360"/>
              <a:ext cx="11520" cy="14400"/>
            </a:xfrm>
            <a:prstGeom prst="pie">
              <a:avLst/>
            </a:prstGeom>
            <a:solidFill>
              <a:srgbClr val="336600"/>
            </a:solidFill>
            <a:ln w="936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2" name="Freeform 174"/>
            <p:cNvSpPr/>
            <p:nvPr/>
          </p:nvSpPr>
          <p:spPr>
            <a:xfrm>
              <a:off x="2348640" y="4532400"/>
              <a:ext cx="278280" cy="2318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3" name="Freeform 175"/>
            <p:cNvSpPr/>
            <p:nvPr/>
          </p:nvSpPr>
          <p:spPr>
            <a:xfrm>
              <a:off x="2392560" y="5280120"/>
              <a:ext cx="118800" cy="2779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4" name="Freeform 176"/>
            <p:cNvSpPr/>
            <p:nvPr/>
          </p:nvSpPr>
          <p:spPr>
            <a:xfrm>
              <a:off x="1986840" y="4984920"/>
              <a:ext cx="23040" cy="28440"/>
            </a:xfrm>
            <a:prstGeom prst="pie">
              <a:avLst/>
            </a:prstGeom>
            <a:solidFill>
              <a:srgbClr val="336600"/>
            </a:solidFill>
            <a:ln w="936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5" name="Freeform 177"/>
            <p:cNvSpPr/>
            <p:nvPr/>
          </p:nvSpPr>
          <p:spPr>
            <a:xfrm>
              <a:off x="1986840" y="4984920"/>
              <a:ext cx="23040" cy="28440"/>
            </a:xfrm>
            <a:prstGeom prst="pie">
              <a:avLst/>
            </a:prstGeom>
            <a:solidFill>
              <a:srgbClr val="336600"/>
            </a:solidFill>
            <a:ln w="936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6" name="Freeform 178"/>
            <p:cNvSpPr/>
            <p:nvPr/>
          </p:nvSpPr>
          <p:spPr>
            <a:xfrm>
              <a:off x="2356200" y="4651560"/>
              <a:ext cx="754560" cy="108252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797" name="Freeform 179"/>
            <p:cNvSpPr/>
            <p:nvPr/>
          </p:nvSpPr>
          <p:spPr>
            <a:xfrm>
              <a:off x="2665440" y="5684760"/>
              <a:ext cx="232920" cy="192240"/>
            </a:xfrm>
            <a:prstGeom prst="pie">
              <a:avLst/>
            </a:prstGeom>
            <a:solidFill>
              <a:srgbClr val="336600"/>
            </a:solidFill>
            <a:ln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5798" name="Group 180"/>
            <p:cNvGrpSpPr/>
            <p:nvPr/>
          </p:nvGrpSpPr>
          <p:grpSpPr>
            <a:xfrm>
              <a:off x="4091400" y="2606760"/>
              <a:ext cx="4070880" cy="2527200"/>
              <a:chOff x="4091400" y="2606760"/>
              <a:chExt cx="4070880" cy="2527200"/>
            </a:xfrm>
          </p:grpSpPr>
          <p:sp>
            <p:nvSpPr>
              <p:cNvPr id="5799" name="Freeform 181"/>
              <p:cNvSpPr/>
              <p:nvPr/>
            </p:nvSpPr>
            <p:spPr>
              <a:xfrm>
                <a:off x="7499160" y="4240800"/>
                <a:ext cx="2592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0" name="Freeform 182"/>
              <p:cNvSpPr/>
              <p:nvPr/>
            </p:nvSpPr>
            <p:spPr>
              <a:xfrm>
                <a:off x="7499160" y="4240800"/>
                <a:ext cx="3168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1" name="Freeform 183"/>
              <p:cNvSpPr/>
              <p:nvPr/>
            </p:nvSpPr>
            <p:spPr>
              <a:xfrm>
                <a:off x="7538040" y="4240800"/>
                <a:ext cx="3384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2" name="Freeform 184"/>
              <p:cNvSpPr/>
              <p:nvPr/>
            </p:nvSpPr>
            <p:spPr>
              <a:xfrm>
                <a:off x="7538040" y="4240800"/>
                <a:ext cx="4068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3" name="Freeform 185"/>
              <p:cNvSpPr/>
              <p:nvPr/>
            </p:nvSpPr>
            <p:spPr>
              <a:xfrm>
                <a:off x="7413480" y="4300920"/>
                <a:ext cx="506520" cy="5234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4" name="Freeform 186"/>
              <p:cNvSpPr/>
              <p:nvPr/>
            </p:nvSpPr>
            <p:spPr>
              <a:xfrm>
                <a:off x="7413480" y="4300920"/>
                <a:ext cx="512280" cy="5313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5" name="Freeform 187"/>
              <p:cNvSpPr/>
              <p:nvPr/>
            </p:nvSpPr>
            <p:spPr>
              <a:xfrm>
                <a:off x="7641000" y="4040640"/>
                <a:ext cx="1260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6" name="Freeform 188"/>
              <p:cNvSpPr/>
              <p:nvPr/>
            </p:nvSpPr>
            <p:spPr>
              <a:xfrm>
                <a:off x="7641000" y="4040640"/>
                <a:ext cx="16200" cy="50400"/>
              </a:xfrm>
              <a:prstGeom prst="pie">
                <a:avLst/>
              </a:prstGeom>
              <a:solidFill>
                <a:srgbClr val="336600"/>
              </a:solidFill>
              <a:ln cap="rnd"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7" name="Freeform 189"/>
              <p:cNvSpPr/>
              <p:nvPr/>
            </p:nvSpPr>
            <p:spPr>
              <a:xfrm>
                <a:off x="7578000" y="3899880"/>
                <a:ext cx="49320" cy="72720"/>
              </a:xfrm>
              <a:prstGeom prst="pie">
                <a:avLst/>
              </a:prstGeom>
              <a:solidFill>
                <a:srgbClr val="336600"/>
              </a:solidFill>
              <a:ln cap="rnd" w="936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8" name="Freeform 190"/>
              <p:cNvSpPr/>
              <p:nvPr/>
            </p:nvSpPr>
            <p:spPr>
              <a:xfrm>
                <a:off x="7578000" y="3899880"/>
                <a:ext cx="56160" cy="80640"/>
              </a:xfrm>
              <a:prstGeom prst="pie">
                <a:avLst/>
              </a:prstGeom>
              <a:solidFill>
                <a:srgbClr val="336600"/>
              </a:solidFill>
              <a:ln cap="rnd" w="12600">
                <a:solidFill>
                  <a:srgbClr val="ffffff"/>
                </a:solidFill>
                <a:round/>
              </a:ln>
            </p:spPr>
            <p:style>
              <a:lnRef idx="0"/>
              <a:fillRef idx="0"/>
              <a:effectRef idx="0"/>
              <a:fontRef idx="minor"/>
            </p:style>
            <p:txBody>
              <a:bodyPr lIns="90000" rIns="90000" tIns="34200" bIns="34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09" name="Freeform 191"/>
              <p:cNvSpPr/>
              <p:nvPr/>
            </p:nvSpPr>
            <p:spPr>
              <a:xfrm>
                <a:off x="5865840" y="2686680"/>
                <a:ext cx="2014200" cy="136620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0" name="Freeform 192"/>
              <p:cNvSpPr/>
              <p:nvPr/>
            </p:nvSpPr>
            <p:spPr>
              <a:xfrm>
                <a:off x="5865840" y="2686680"/>
                <a:ext cx="2020680" cy="13748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1" name="Freeform 193"/>
              <p:cNvSpPr/>
              <p:nvPr/>
            </p:nvSpPr>
            <p:spPr>
              <a:xfrm>
                <a:off x="5204160" y="5082480"/>
                <a:ext cx="6408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2" name="Freeform 194"/>
              <p:cNvSpPr/>
              <p:nvPr/>
            </p:nvSpPr>
            <p:spPr>
              <a:xfrm>
                <a:off x="5204160" y="5082480"/>
                <a:ext cx="70920" cy="51480"/>
              </a:xfrm>
              <a:prstGeom prst="pie">
                <a:avLst/>
              </a:prstGeom>
              <a:solidFill>
                <a:srgbClr val="336600"/>
              </a:solidFill>
              <a:ln cap="rnd" w="1260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3" name="Freeform 195"/>
              <p:cNvSpPr/>
              <p:nvPr/>
            </p:nvSpPr>
            <p:spPr>
              <a:xfrm>
                <a:off x="4161600" y="2737080"/>
                <a:ext cx="1335240" cy="235836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4" name="Freeform 196"/>
              <p:cNvSpPr/>
              <p:nvPr/>
            </p:nvSpPr>
            <p:spPr>
              <a:xfrm>
                <a:off x="4161600" y="2737080"/>
                <a:ext cx="1341720" cy="23662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5" name="Line 197"/>
              <p:cNvSpPr/>
              <p:nvPr/>
            </p:nvSpPr>
            <p:spPr>
              <a:xfrm flipV="1">
                <a:off x="4864320" y="2997000"/>
                <a:ext cx="39240" cy="40680"/>
              </a:xfrm>
              <a:prstGeom prst="line">
                <a:avLst/>
              </a:prstGeom>
              <a:ln w="12600">
                <a:solidFill>
                  <a:srgbClr val="ffffff"/>
                </a:solidFill>
                <a:miter/>
              </a:ln>
            </p:spPr>
            <p:style>
              <a:lnRef idx="0"/>
              <a:fillRef idx="0"/>
              <a:effectRef idx="0"/>
              <a:fontRef idx="minor"/>
            </p:style>
            <p:txBody>
              <a:bodyPr lIns="90000" rIns="90000" tIns="-6120" bIns="-6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6" name="Freeform 198"/>
              <p:cNvSpPr/>
              <p:nvPr/>
            </p:nvSpPr>
            <p:spPr>
              <a:xfrm>
                <a:off x="5085360" y="4882320"/>
                <a:ext cx="1620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7" name="Line 199"/>
              <p:cNvSpPr/>
              <p:nvPr/>
            </p:nvSpPr>
            <p:spPr>
              <a:xfrm flipV="1">
                <a:off x="5155920" y="3889800"/>
                <a:ext cx="16200" cy="19800"/>
              </a:xfrm>
              <a:prstGeom prst="line">
                <a:avLst/>
              </a:prstGeom>
              <a:ln w="12600">
                <a:solidFill>
                  <a:srgbClr val="ffffff"/>
                </a:solidFill>
                <a:miter/>
              </a:ln>
            </p:spPr>
            <p:style>
              <a:lnRef idx="0"/>
              <a:fillRef idx="0"/>
              <a:effectRef idx="0"/>
              <a:fontRef idx="minor"/>
            </p:style>
            <p:txBody>
              <a:bodyPr lIns="90000" rIns="90000" tIns="-27000" bIns="-27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8" name="Line 200"/>
              <p:cNvSpPr/>
              <p:nvPr/>
            </p:nvSpPr>
            <p:spPr>
              <a:xfrm>
                <a:off x="5064480" y="3849480"/>
                <a:ext cx="0" cy="11880"/>
              </a:xfrm>
              <a:prstGeom prst="line">
                <a:avLst/>
              </a:prstGeom>
              <a:ln w="12600">
                <a:solidFill>
                  <a:srgbClr val="ffffff"/>
                </a:solidFill>
                <a:miter/>
              </a:ln>
            </p:spPr>
            <p:style>
              <a:lnRef idx="0"/>
              <a:fillRef idx="0"/>
              <a:effectRef idx="0"/>
              <a:fontRef idx="minor"/>
            </p:style>
            <p:txBody>
              <a:bodyPr lIns="90000" rIns="90000" tIns="-34920" bIns="-34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19" name="Freeform 201"/>
              <p:cNvSpPr/>
              <p:nvPr/>
            </p:nvSpPr>
            <p:spPr>
              <a:xfrm>
                <a:off x="4950360" y="3739680"/>
                <a:ext cx="2412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0" name="Line 202"/>
              <p:cNvSpPr/>
              <p:nvPr/>
            </p:nvSpPr>
            <p:spPr>
              <a:xfrm>
                <a:off x="4895280" y="3683160"/>
                <a:ext cx="972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1" name="Freeform 203"/>
              <p:cNvSpPr/>
              <p:nvPr/>
            </p:nvSpPr>
            <p:spPr>
              <a:xfrm>
                <a:off x="4871520" y="3649320"/>
                <a:ext cx="128880" cy="52920"/>
              </a:xfrm>
              <a:prstGeom prst="pie">
                <a:avLst/>
              </a:prstGeom>
              <a:solidFill>
                <a:srgbClr val="336600"/>
              </a:solidFill>
              <a:ln cap="rnd" w="936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2" name="Freeform 204"/>
              <p:cNvSpPr/>
              <p:nvPr/>
            </p:nvSpPr>
            <p:spPr>
              <a:xfrm>
                <a:off x="4871520" y="3649320"/>
                <a:ext cx="135720" cy="60480"/>
              </a:xfrm>
              <a:prstGeom prst="pie">
                <a:avLst/>
              </a:prstGeom>
              <a:solidFill>
                <a:srgbClr val="336600"/>
              </a:solidFill>
              <a:ln cap="rnd" w="12600">
                <a:solidFill>
                  <a:srgbClr val="ffffff"/>
                </a:solidFill>
                <a:round/>
              </a:ln>
            </p:spPr>
            <p:style>
              <a:lnRef idx="0"/>
              <a:fillRef idx="0"/>
              <a:effectRef idx="0"/>
              <a:fontRef idx="minor"/>
            </p:style>
            <p:txBody>
              <a:bodyPr lIns="90000" rIns="90000" tIns="14040" bIns="14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3" name="Freeform 205"/>
              <p:cNvSpPr/>
              <p:nvPr/>
            </p:nvSpPr>
            <p:spPr>
              <a:xfrm>
                <a:off x="4998600" y="3709080"/>
                <a:ext cx="7236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4" name="Freeform 206"/>
              <p:cNvSpPr/>
              <p:nvPr/>
            </p:nvSpPr>
            <p:spPr>
              <a:xfrm>
                <a:off x="4998600" y="3709080"/>
                <a:ext cx="7920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5" name="Freeform 207"/>
              <p:cNvSpPr/>
              <p:nvPr/>
            </p:nvSpPr>
            <p:spPr>
              <a:xfrm>
                <a:off x="5092560" y="3739680"/>
                <a:ext cx="2448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6" name="Line 208"/>
              <p:cNvSpPr/>
              <p:nvPr/>
            </p:nvSpPr>
            <p:spPr>
              <a:xfrm>
                <a:off x="5164200" y="381348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7" name="Line 209"/>
              <p:cNvSpPr/>
              <p:nvPr/>
            </p:nvSpPr>
            <p:spPr>
              <a:xfrm>
                <a:off x="4970520" y="3609000"/>
                <a:ext cx="0" cy="32040"/>
              </a:xfrm>
              <a:prstGeom prst="line">
                <a:avLst/>
              </a:prstGeom>
              <a:ln w="12600">
                <a:solidFill>
                  <a:srgbClr val="ffffff"/>
                </a:solidFill>
                <a:miter/>
              </a:ln>
            </p:spPr>
            <p:style>
              <a:lnRef idx="0"/>
              <a:fillRef idx="0"/>
              <a:effectRef idx="0"/>
              <a:fontRef idx="minor"/>
            </p:style>
            <p:txBody>
              <a:bodyPr lIns="90000" rIns="90000" tIns="-14760" bIns="-147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8" name="Line 210"/>
              <p:cNvSpPr/>
              <p:nvPr/>
            </p:nvSpPr>
            <p:spPr>
              <a:xfrm flipV="1">
                <a:off x="5014080" y="3678480"/>
                <a:ext cx="16200" cy="20520"/>
              </a:xfrm>
              <a:prstGeom prst="line">
                <a:avLst/>
              </a:prstGeom>
              <a:ln w="12600">
                <a:solidFill>
                  <a:srgbClr val="ffffff"/>
                </a:solidFill>
                <a:miter/>
              </a:ln>
            </p:spPr>
            <p:style>
              <a:lnRef idx="0"/>
              <a:fillRef idx="0"/>
              <a:effectRef idx="0"/>
              <a:fontRef idx="minor"/>
            </p:style>
            <p:txBody>
              <a:bodyPr lIns="90000" rIns="90000" tIns="-26280" bIns="-26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29" name="Line 211"/>
              <p:cNvSpPr/>
              <p:nvPr/>
            </p:nvSpPr>
            <p:spPr>
              <a:xfrm>
                <a:off x="4958640" y="3578400"/>
                <a:ext cx="24480" cy="20880"/>
              </a:xfrm>
              <a:prstGeom prst="line">
                <a:avLst/>
              </a:prstGeom>
              <a:ln w="12600">
                <a:solidFill>
                  <a:srgbClr val="ffffff"/>
                </a:solidFill>
                <a:miter/>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0" name="Line 212"/>
              <p:cNvSpPr/>
              <p:nvPr/>
            </p:nvSpPr>
            <p:spPr>
              <a:xfrm>
                <a:off x="4974120" y="3578400"/>
                <a:ext cx="16920" cy="30240"/>
              </a:xfrm>
              <a:prstGeom prst="line">
                <a:avLst/>
              </a:prstGeom>
              <a:ln w="12600">
                <a:solidFill>
                  <a:srgbClr val="ffffff"/>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1" name="Line 213"/>
              <p:cNvSpPr/>
              <p:nvPr/>
            </p:nvSpPr>
            <p:spPr>
              <a:xfrm>
                <a:off x="4983120" y="3609000"/>
                <a:ext cx="15120" cy="20880"/>
              </a:xfrm>
              <a:prstGeom prst="line">
                <a:avLst/>
              </a:prstGeom>
              <a:ln w="12600">
                <a:solidFill>
                  <a:srgbClr val="ffffff"/>
                </a:solidFill>
                <a:miter/>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2" name="Line 214"/>
              <p:cNvSpPr/>
              <p:nvPr/>
            </p:nvSpPr>
            <p:spPr>
              <a:xfrm>
                <a:off x="5001480" y="3619440"/>
                <a:ext cx="0" cy="11160"/>
              </a:xfrm>
              <a:prstGeom prst="line">
                <a:avLst/>
              </a:prstGeom>
              <a:ln w="12600">
                <a:solidFill>
                  <a:srgbClr val="ffffff"/>
                </a:solidFill>
                <a:miter/>
              </a:ln>
            </p:spPr>
            <p:style>
              <a:lnRef idx="0"/>
              <a:fillRef idx="0"/>
              <a:effectRef idx="0"/>
              <a:fontRef idx="minor"/>
            </p:style>
            <p:txBody>
              <a:bodyPr lIns="90000" rIns="90000" tIns="-35640" bIns="-35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3" name="Line 215"/>
              <p:cNvSpPr/>
              <p:nvPr/>
            </p:nvSpPr>
            <p:spPr>
              <a:xfrm>
                <a:off x="4998600" y="3639600"/>
                <a:ext cx="16200" cy="30240"/>
              </a:xfrm>
              <a:prstGeom prst="line">
                <a:avLst/>
              </a:prstGeom>
              <a:ln w="12600">
                <a:solidFill>
                  <a:srgbClr val="ffffff"/>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4" name="Freeform 216"/>
              <p:cNvSpPr/>
              <p:nvPr/>
            </p:nvSpPr>
            <p:spPr>
              <a:xfrm>
                <a:off x="5006880" y="3659760"/>
                <a:ext cx="126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5" name="Freeform 217"/>
              <p:cNvSpPr/>
              <p:nvPr/>
            </p:nvSpPr>
            <p:spPr>
              <a:xfrm>
                <a:off x="5006880" y="3659760"/>
                <a:ext cx="126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6" name="Line 218"/>
              <p:cNvSpPr/>
              <p:nvPr/>
            </p:nvSpPr>
            <p:spPr>
              <a:xfrm>
                <a:off x="5022360" y="3659760"/>
                <a:ext cx="14760" cy="20520"/>
              </a:xfrm>
              <a:prstGeom prst="line">
                <a:avLst/>
              </a:prstGeom>
              <a:ln w="12600">
                <a:solidFill>
                  <a:srgbClr val="ffffff"/>
                </a:solidFill>
                <a:miter/>
              </a:ln>
            </p:spPr>
            <p:style>
              <a:lnRef idx="0"/>
              <a:fillRef idx="0"/>
              <a:effectRef idx="0"/>
              <a:fontRef idx="minor"/>
            </p:style>
            <p:txBody>
              <a:bodyPr lIns="90000" rIns="90000" tIns="-26280" bIns="-26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7" name="Line 219"/>
              <p:cNvSpPr/>
              <p:nvPr/>
            </p:nvSpPr>
            <p:spPr>
              <a:xfrm>
                <a:off x="5028840" y="3683160"/>
                <a:ext cx="1836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8" name="Line 220"/>
              <p:cNvSpPr/>
              <p:nvPr/>
            </p:nvSpPr>
            <p:spPr>
              <a:xfrm>
                <a:off x="4920120" y="3624120"/>
                <a:ext cx="936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39" name="Line 221"/>
              <p:cNvSpPr/>
              <p:nvPr/>
            </p:nvSpPr>
            <p:spPr>
              <a:xfrm>
                <a:off x="5028840" y="3422880"/>
                <a:ext cx="1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0" name="Line 222"/>
              <p:cNvSpPr/>
              <p:nvPr/>
            </p:nvSpPr>
            <p:spPr>
              <a:xfrm flipV="1">
                <a:off x="5077080" y="3312000"/>
                <a:ext cx="32400" cy="10440"/>
              </a:xfrm>
              <a:prstGeom prst="line">
                <a:avLst/>
              </a:prstGeom>
              <a:ln w="12600">
                <a:solidFill>
                  <a:srgbClr val="ffffff"/>
                </a:solidFill>
                <a:miter/>
              </a:ln>
            </p:spPr>
            <p:style>
              <a:lnRef idx="0"/>
              <a:fillRef idx="0"/>
              <a:effectRef idx="0"/>
              <a:fontRef idx="minor"/>
            </p:style>
            <p:txBody>
              <a:bodyPr lIns="90000" rIns="90000" tIns="-36360" bIns="-36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1" name="Line 223"/>
              <p:cNvSpPr/>
              <p:nvPr/>
            </p:nvSpPr>
            <p:spPr>
              <a:xfrm>
                <a:off x="5242680" y="3151440"/>
                <a:ext cx="33120" cy="10440"/>
              </a:xfrm>
              <a:prstGeom prst="line">
                <a:avLst/>
              </a:prstGeom>
              <a:ln w="12600">
                <a:solidFill>
                  <a:srgbClr val="ffffff"/>
                </a:solidFill>
                <a:miter/>
              </a:ln>
            </p:spPr>
            <p:style>
              <a:lnRef idx="0"/>
              <a:fillRef idx="0"/>
              <a:effectRef idx="0"/>
              <a:fontRef idx="minor"/>
            </p:style>
            <p:txBody>
              <a:bodyPr lIns="90000" rIns="90000" tIns="-36360" bIns="-36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2" name="Freeform 224"/>
              <p:cNvSpPr/>
              <p:nvPr/>
            </p:nvSpPr>
            <p:spPr>
              <a:xfrm>
                <a:off x="5226120" y="3207960"/>
                <a:ext cx="2412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3" name="Line 225"/>
              <p:cNvSpPr/>
              <p:nvPr/>
            </p:nvSpPr>
            <p:spPr>
              <a:xfrm flipV="1">
                <a:off x="5132160" y="2921400"/>
                <a:ext cx="25560" cy="9360"/>
              </a:xfrm>
              <a:prstGeom prst="line">
                <a:avLst/>
              </a:prstGeom>
              <a:ln w="12600">
                <a:solidFill>
                  <a:srgbClr val="ffffff"/>
                </a:solidFill>
                <a:miter/>
              </a:ln>
            </p:spPr>
            <p:style>
              <a:lnRef idx="0"/>
              <a:fillRef idx="0"/>
              <a:effectRef idx="0"/>
              <a:fontRef idx="minor"/>
            </p:style>
            <p:txBody>
              <a:bodyPr lIns="90000" rIns="90000" tIns="-37440" bIns="-37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4" name="Freeform 226"/>
              <p:cNvSpPr/>
              <p:nvPr/>
            </p:nvSpPr>
            <p:spPr>
              <a:xfrm>
                <a:off x="5164200" y="2926800"/>
                <a:ext cx="162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5" name="Freeform 227"/>
              <p:cNvSpPr/>
              <p:nvPr/>
            </p:nvSpPr>
            <p:spPr>
              <a:xfrm>
                <a:off x="5116320" y="3027600"/>
                <a:ext cx="162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6" name="Freeform 228"/>
              <p:cNvSpPr/>
              <p:nvPr/>
            </p:nvSpPr>
            <p:spPr>
              <a:xfrm>
                <a:off x="5069160" y="3087720"/>
                <a:ext cx="126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7" name="Freeform 229"/>
              <p:cNvSpPr/>
              <p:nvPr/>
            </p:nvSpPr>
            <p:spPr>
              <a:xfrm>
                <a:off x="5290200" y="3118320"/>
                <a:ext cx="72360" cy="82440"/>
              </a:xfrm>
              <a:prstGeom prst="pie">
                <a:avLst/>
              </a:prstGeom>
              <a:solidFill>
                <a:srgbClr val="336600"/>
              </a:solidFill>
              <a:ln cap="rnd" w="936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8" name="Freeform 230"/>
              <p:cNvSpPr/>
              <p:nvPr/>
            </p:nvSpPr>
            <p:spPr>
              <a:xfrm>
                <a:off x="5290200" y="3118320"/>
                <a:ext cx="79200" cy="90360"/>
              </a:xfrm>
              <a:prstGeom prst="pie">
                <a:avLst/>
              </a:prstGeom>
              <a:solidFill>
                <a:srgbClr val="336600"/>
              </a:solidFill>
              <a:ln cap="rnd" w="12600">
                <a:solidFill>
                  <a:srgbClr val="ffffff"/>
                </a:solidFill>
                <a:round/>
              </a:ln>
            </p:spPr>
            <p:style>
              <a:lnRef idx="0"/>
              <a:fillRef idx="0"/>
              <a:effectRef idx="0"/>
              <a:fontRef idx="minor"/>
            </p:style>
            <p:txBody>
              <a:bodyPr lIns="90000" rIns="90000" tIns="43560" bIns="43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49" name="Freeform 231"/>
              <p:cNvSpPr/>
              <p:nvPr/>
            </p:nvSpPr>
            <p:spPr>
              <a:xfrm>
                <a:off x="5108400" y="2857320"/>
                <a:ext cx="7236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0" name="Freeform 232"/>
              <p:cNvSpPr/>
              <p:nvPr/>
            </p:nvSpPr>
            <p:spPr>
              <a:xfrm>
                <a:off x="5108400" y="2857320"/>
                <a:ext cx="7992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1" name="Freeform 233"/>
              <p:cNvSpPr/>
              <p:nvPr/>
            </p:nvSpPr>
            <p:spPr>
              <a:xfrm>
                <a:off x="5249880" y="2826720"/>
                <a:ext cx="1836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2" name="Freeform 234"/>
              <p:cNvSpPr/>
              <p:nvPr/>
            </p:nvSpPr>
            <p:spPr>
              <a:xfrm>
                <a:off x="5249880" y="2826720"/>
                <a:ext cx="2520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3" name="Freeform 235"/>
              <p:cNvSpPr/>
              <p:nvPr/>
            </p:nvSpPr>
            <p:spPr>
              <a:xfrm>
                <a:off x="5171400" y="2737080"/>
                <a:ext cx="223200" cy="18252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4" name="Freeform 236"/>
              <p:cNvSpPr/>
              <p:nvPr/>
            </p:nvSpPr>
            <p:spPr>
              <a:xfrm>
                <a:off x="5171400" y="2737080"/>
                <a:ext cx="230400" cy="1904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5" name="Freeform 237"/>
              <p:cNvSpPr/>
              <p:nvPr/>
            </p:nvSpPr>
            <p:spPr>
              <a:xfrm>
                <a:off x="5274720" y="2737080"/>
                <a:ext cx="3312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6" name="Freeform 238"/>
              <p:cNvSpPr/>
              <p:nvPr/>
            </p:nvSpPr>
            <p:spPr>
              <a:xfrm>
                <a:off x="5274720" y="2737080"/>
                <a:ext cx="3996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7" name="Line 239"/>
              <p:cNvSpPr/>
              <p:nvPr/>
            </p:nvSpPr>
            <p:spPr>
              <a:xfrm>
                <a:off x="5155920" y="2721600"/>
                <a:ext cx="252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8" name="Freeform 240"/>
              <p:cNvSpPr/>
              <p:nvPr/>
            </p:nvSpPr>
            <p:spPr>
              <a:xfrm>
                <a:off x="5187600" y="2696040"/>
                <a:ext cx="111600" cy="22680"/>
              </a:xfrm>
              <a:prstGeom prst="pie">
                <a:avLst/>
              </a:prstGeom>
              <a:solidFill>
                <a:srgbClr val="336600"/>
              </a:solidFill>
              <a:ln cap="rnd" w="936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59" name="Freeform 241"/>
              <p:cNvSpPr/>
              <p:nvPr/>
            </p:nvSpPr>
            <p:spPr>
              <a:xfrm>
                <a:off x="5187600" y="2696040"/>
                <a:ext cx="11844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0" name="Freeform 242"/>
              <p:cNvSpPr/>
              <p:nvPr/>
            </p:nvSpPr>
            <p:spPr>
              <a:xfrm>
                <a:off x="5234400" y="2637000"/>
                <a:ext cx="73440" cy="32040"/>
              </a:xfrm>
              <a:prstGeom prst="pie">
                <a:avLst/>
              </a:prstGeom>
              <a:solidFill>
                <a:srgbClr val="336600"/>
              </a:solidFill>
              <a:ln cap="rnd" w="936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1" name="Freeform 243"/>
              <p:cNvSpPr/>
              <p:nvPr/>
            </p:nvSpPr>
            <p:spPr>
              <a:xfrm>
                <a:off x="5234400" y="2637000"/>
                <a:ext cx="79920" cy="39960"/>
              </a:xfrm>
              <a:prstGeom prst="pie">
                <a:avLst/>
              </a:prstGeom>
              <a:solidFill>
                <a:srgbClr val="336600"/>
              </a:solidFill>
              <a:ln cap="rnd" w="1260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2" name="Freeform 244"/>
              <p:cNvSpPr/>
              <p:nvPr/>
            </p:nvSpPr>
            <p:spPr>
              <a:xfrm>
                <a:off x="5242680" y="2617200"/>
                <a:ext cx="293400" cy="82440"/>
              </a:xfrm>
              <a:prstGeom prst="pie">
                <a:avLst/>
              </a:prstGeom>
              <a:solidFill>
                <a:srgbClr val="336600"/>
              </a:solidFill>
              <a:ln cap="rnd" w="936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3" name="Freeform 245"/>
              <p:cNvSpPr/>
              <p:nvPr/>
            </p:nvSpPr>
            <p:spPr>
              <a:xfrm>
                <a:off x="5242680" y="2617200"/>
                <a:ext cx="300240" cy="90360"/>
              </a:xfrm>
              <a:prstGeom prst="pie">
                <a:avLst/>
              </a:prstGeom>
              <a:solidFill>
                <a:srgbClr val="336600"/>
              </a:solidFill>
              <a:ln cap="rnd" w="12600">
                <a:solidFill>
                  <a:srgbClr val="ffffff"/>
                </a:solidFill>
                <a:round/>
              </a:ln>
            </p:spPr>
            <p:style>
              <a:lnRef idx="0"/>
              <a:fillRef idx="0"/>
              <a:effectRef idx="0"/>
              <a:fontRef idx="minor"/>
            </p:style>
            <p:txBody>
              <a:bodyPr lIns="90000" rIns="90000" tIns="43560" bIns="43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4" name="Line 246"/>
              <p:cNvSpPr/>
              <p:nvPr/>
            </p:nvSpPr>
            <p:spPr>
              <a:xfrm>
                <a:off x="5204160" y="266040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5" name="Freeform 247"/>
              <p:cNvSpPr/>
              <p:nvPr/>
            </p:nvSpPr>
            <p:spPr>
              <a:xfrm>
                <a:off x="5132160" y="2667240"/>
                <a:ext cx="7308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6" name="Freeform 248"/>
              <p:cNvSpPr/>
              <p:nvPr/>
            </p:nvSpPr>
            <p:spPr>
              <a:xfrm>
                <a:off x="5132160" y="2667240"/>
                <a:ext cx="79920" cy="19800"/>
              </a:xfrm>
              <a:prstGeom prst="pie">
                <a:avLst/>
              </a:prstGeom>
              <a:solidFill>
                <a:srgbClr val="336600"/>
              </a:solidFill>
              <a:ln cap="rnd" w="1260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7" name="Line 249"/>
              <p:cNvSpPr/>
              <p:nvPr/>
            </p:nvSpPr>
            <p:spPr>
              <a:xfrm flipV="1">
                <a:off x="5187600" y="2680200"/>
                <a:ext cx="40680" cy="10440"/>
              </a:xfrm>
              <a:prstGeom prst="line">
                <a:avLst/>
              </a:prstGeom>
              <a:ln w="12600">
                <a:solidFill>
                  <a:srgbClr val="ffffff"/>
                </a:solidFill>
                <a:miter/>
              </a:ln>
            </p:spPr>
            <p:style>
              <a:lnRef idx="0"/>
              <a:fillRef idx="0"/>
              <a:effectRef idx="0"/>
              <a:fontRef idx="minor"/>
            </p:style>
            <p:txBody>
              <a:bodyPr lIns="90000" rIns="90000" tIns="-36360" bIns="-36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8" name="Freeform 250"/>
              <p:cNvSpPr/>
              <p:nvPr/>
            </p:nvSpPr>
            <p:spPr>
              <a:xfrm>
                <a:off x="5108400" y="2686680"/>
                <a:ext cx="17640" cy="720"/>
              </a:xfrm>
              <a:prstGeom prst="pie">
                <a:avLst/>
              </a:prstGeom>
              <a:solidFill>
                <a:srgbClr val="336600"/>
              </a:solidFill>
              <a:ln cap="rnd" w="12600">
                <a:solidFill>
                  <a:srgbClr val="ffffff"/>
                </a:solidFill>
                <a:round/>
              </a:ln>
            </p:spPr>
            <p:style>
              <a:lnRef idx="0"/>
              <a:fillRef idx="0"/>
              <a:effectRef idx="0"/>
              <a:fontRef idx="minor"/>
            </p:style>
            <p:txBody>
              <a:bodyPr lIns="90000" rIns="90000" tIns="-45720" bIns="-45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69" name="Freeform 251"/>
              <p:cNvSpPr/>
              <p:nvPr/>
            </p:nvSpPr>
            <p:spPr>
              <a:xfrm>
                <a:off x="5100840" y="2696040"/>
                <a:ext cx="5760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0" name="Freeform 252"/>
              <p:cNvSpPr/>
              <p:nvPr/>
            </p:nvSpPr>
            <p:spPr>
              <a:xfrm>
                <a:off x="5100840" y="2696040"/>
                <a:ext cx="63720" cy="21600"/>
              </a:xfrm>
              <a:prstGeom prst="pie">
                <a:avLst/>
              </a:prstGeom>
              <a:solidFill>
                <a:srgbClr val="336600"/>
              </a:solidFill>
              <a:ln cap="rnd" w="1260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1" name="Line 253"/>
              <p:cNvSpPr/>
              <p:nvPr/>
            </p:nvSpPr>
            <p:spPr>
              <a:xfrm>
                <a:off x="5085360" y="272160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2" name="Freeform 254"/>
              <p:cNvSpPr/>
              <p:nvPr/>
            </p:nvSpPr>
            <p:spPr>
              <a:xfrm>
                <a:off x="5069160" y="2737080"/>
                <a:ext cx="56880" cy="32040"/>
              </a:xfrm>
              <a:prstGeom prst="pie">
                <a:avLst/>
              </a:prstGeom>
              <a:solidFill>
                <a:srgbClr val="336600"/>
              </a:solidFill>
              <a:ln cap="rnd" w="936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3" name="Freeform 255"/>
              <p:cNvSpPr/>
              <p:nvPr/>
            </p:nvSpPr>
            <p:spPr>
              <a:xfrm>
                <a:off x="5069160" y="2737080"/>
                <a:ext cx="6372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4" name="Line 256"/>
              <p:cNvSpPr/>
              <p:nvPr/>
            </p:nvSpPr>
            <p:spPr>
              <a:xfrm>
                <a:off x="5053320" y="2680560"/>
                <a:ext cx="4896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5" name="Line 257"/>
              <p:cNvSpPr/>
              <p:nvPr/>
            </p:nvSpPr>
            <p:spPr>
              <a:xfrm>
                <a:off x="5037120" y="2680560"/>
                <a:ext cx="1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6" name="Line 258"/>
              <p:cNvSpPr/>
              <p:nvPr/>
            </p:nvSpPr>
            <p:spPr>
              <a:xfrm flipV="1">
                <a:off x="5045400" y="2680200"/>
                <a:ext cx="41400" cy="10440"/>
              </a:xfrm>
              <a:prstGeom prst="line">
                <a:avLst/>
              </a:prstGeom>
              <a:ln w="12600">
                <a:solidFill>
                  <a:srgbClr val="ffffff"/>
                </a:solidFill>
                <a:miter/>
              </a:ln>
            </p:spPr>
            <p:style>
              <a:lnRef idx="0"/>
              <a:fillRef idx="0"/>
              <a:effectRef idx="0"/>
              <a:fontRef idx="minor"/>
            </p:style>
            <p:txBody>
              <a:bodyPr lIns="90000" rIns="90000" tIns="-36360" bIns="-36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7" name="Line 259"/>
              <p:cNvSpPr/>
              <p:nvPr/>
            </p:nvSpPr>
            <p:spPr>
              <a:xfrm flipV="1">
                <a:off x="4958640" y="2706480"/>
                <a:ext cx="32400" cy="20880"/>
              </a:xfrm>
              <a:prstGeom prst="line">
                <a:avLst/>
              </a:prstGeom>
              <a:ln w="12600">
                <a:solidFill>
                  <a:srgbClr val="ffffff"/>
                </a:solidFill>
                <a:miter/>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8" name="Freeform 260"/>
              <p:cNvSpPr/>
              <p:nvPr/>
            </p:nvSpPr>
            <p:spPr>
              <a:xfrm>
                <a:off x="4934880" y="2686680"/>
                <a:ext cx="8136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79" name="Freeform 261"/>
              <p:cNvSpPr/>
              <p:nvPr/>
            </p:nvSpPr>
            <p:spPr>
              <a:xfrm>
                <a:off x="4934880" y="2686680"/>
                <a:ext cx="8820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0" name="Freeform 262"/>
              <p:cNvSpPr/>
              <p:nvPr/>
            </p:nvSpPr>
            <p:spPr>
              <a:xfrm>
                <a:off x="4966560" y="2696040"/>
                <a:ext cx="112680" cy="22680"/>
              </a:xfrm>
              <a:prstGeom prst="pie">
                <a:avLst/>
              </a:prstGeom>
              <a:solidFill>
                <a:srgbClr val="336600"/>
              </a:solidFill>
              <a:ln cap="rnd" w="936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1" name="Freeform 263"/>
              <p:cNvSpPr/>
              <p:nvPr/>
            </p:nvSpPr>
            <p:spPr>
              <a:xfrm>
                <a:off x="4966560" y="2696040"/>
                <a:ext cx="11916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2" name="Freeform 264"/>
              <p:cNvSpPr/>
              <p:nvPr/>
            </p:nvSpPr>
            <p:spPr>
              <a:xfrm>
                <a:off x="4895280" y="2737080"/>
                <a:ext cx="160200" cy="73080"/>
              </a:xfrm>
              <a:prstGeom prst="pie">
                <a:avLst/>
              </a:prstGeom>
              <a:solidFill>
                <a:srgbClr val="336600"/>
              </a:solidFill>
              <a:ln cap="rnd" w="936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3" name="Freeform 265"/>
              <p:cNvSpPr/>
              <p:nvPr/>
            </p:nvSpPr>
            <p:spPr>
              <a:xfrm>
                <a:off x="4895280" y="2737080"/>
                <a:ext cx="166680" cy="80640"/>
              </a:xfrm>
              <a:prstGeom prst="pie">
                <a:avLst/>
              </a:prstGeom>
              <a:solidFill>
                <a:srgbClr val="336600"/>
              </a:solidFill>
              <a:ln cap="rnd" w="12600">
                <a:solidFill>
                  <a:srgbClr val="ffffff"/>
                </a:solidFill>
                <a:round/>
              </a:ln>
            </p:spPr>
            <p:style>
              <a:lnRef idx="0"/>
              <a:fillRef idx="0"/>
              <a:effectRef idx="0"/>
              <a:fontRef idx="minor"/>
            </p:style>
            <p:txBody>
              <a:bodyPr lIns="90000" rIns="90000" tIns="34200" bIns="34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4" name="Freeform 266"/>
              <p:cNvSpPr/>
              <p:nvPr/>
            </p:nvSpPr>
            <p:spPr>
              <a:xfrm>
                <a:off x="4848480" y="2726640"/>
                <a:ext cx="11268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5" name="Freeform 267"/>
              <p:cNvSpPr/>
              <p:nvPr/>
            </p:nvSpPr>
            <p:spPr>
              <a:xfrm>
                <a:off x="4848480" y="2726640"/>
                <a:ext cx="11844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6" name="Line 268"/>
              <p:cNvSpPr/>
              <p:nvPr/>
            </p:nvSpPr>
            <p:spPr>
              <a:xfrm flipV="1">
                <a:off x="4091400" y="3077280"/>
                <a:ext cx="31680" cy="20880"/>
              </a:xfrm>
              <a:prstGeom prst="line">
                <a:avLst/>
              </a:prstGeom>
              <a:ln w="12600">
                <a:solidFill>
                  <a:srgbClr val="ffffff"/>
                </a:solidFill>
                <a:miter/>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7" name="Line 269"/>
              <p:cNvSpPr/>
              <p:nvPr/>
            </p:nvSpPr>
            <p:spPr>
              <a:xfrm flipV="1">
                <a:off x="4114800" y="3067920"/>
                <a:ext cx="31680" cy="30240"/>
              </a:xfrm>
              <a:prstGeom prst="line">
                <a:avLst/>
              </a:prstGeom>
              <a:ln w="12600">
                <a:solidFill>
                  <a:srgbClr val="ffffff"/>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8" name="Line 270"/>
              <p:cNvSpPr/>
              <p:nvPr/>
            </p:nvSpPr>
            <p:spPr>
              <a:xfrm>
                <a:off x="4233600" y="2961720"/>
                <a:ext cx="2520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89" name="Freeform 271"/>
              <p:cNvSpPr/>
              <p:nvPr/>
            </p:nvSpPr>
            <p:spPr>
              <a:xfrm>
                <a:off x="4319640" y="2997360"/>
                <a:ext cx="3312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0" name="Freeform 272"/>
              <p:cNvSpPr/>
              <p:nvPr/>
            </p:nvSpPr>
            <p:spPr>
              <a:xfrm>
                <a:off x="4319640" y="2997360"/>
                <a:ext cx="39960" cy="21600"/>
              </a:xfrm>
              <a:prstGeom prst="pie">
                <a:avLst/>
              </a:prstGeom>
              <a:solidFill>
                <a:srgbClr val="336600"/>
              </a:solidFill>
              <a:ln cap="rnd" w="1260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1" name="Freeform 273"/>
              <p:cNvSpPr/>
              <p:nvPr/>
            </p:nvSpPr>
            <p:spPr>
              <a:xfrm>
                <a:off x="4509720" y="3067920"/>
                <a:ext cx="12600" cy="32040"/>
              </a:xfrm>
              <a:prstGeom prst="pie">
                <a:avLst/>
              </a:prstGeom>
              <a:solidFill>
                <a:srgbClr val="336600"/>
              </a:solidFill>
              <a:ln cap="rnd" w="936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2" name="Freeform 274"/>
              <p:cNvSpPr/>
              <p:nvPr/>
            </p:nvSpPr>
            <p:spPr>
              <a:xfrm>
                <a:off x="4509720" y="3067920"/>
                <a:ext cx="1620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3" name="Freeform 275"/>
              <p:cNvSpPr/>
              <p:nvPr/>
            </p:nvSpPr>
            <p:spPr>
              <a:xfrm>
                <a:off x="4525200" y="3127680"/>
                <a:ext cx="25200" cy="33120"/>
              </a:xfrm>
              <a:prstGeom prst="pie">
                <a:avLst/>
              </a:prstGeom>
              <a:solidFill>
                <a:srgbClr val="336600"/>
              </a:solidFill>
              <a:ln cap="rnd"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4" name="Freeform 276"/>
              <p:cNvSpPr/>
              <p:nvPr/>
            </p:nvSpPr>
            <p:spPr>
              <a:xfrm>
                <a:off x="4525200" y="3127680"/>
                <a:ext cx="30960" cy="4176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5" name="Freeform 277"/>
              <p:cNvSpPr/>
              <p:nvPr/>
            </p:nvSpPr>
            <p:spPr>
              <a:xfrm>
                <a:off x="5401440" y="2606760"/>
                <a:ext cx="522000" cy="3542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6" name="Freeform 278"/>
              <p:cNvSpPr/>
              <p:nvPr/>
            </p:nvSpPr>
            <p:spPr>
              <a:xfrm>
                <a:off x="5401440" y="2606760"/>
                <a:ext cx="527760" cy="3618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7" name="Freeform 279"/>
              <p:cNvSpPr/>
              <p:nvPr/>
            </p:nvSpPr>
            <p:spPr>
              <a:xfrm>
                <a:off x="5756040" y="2857320"/>
                <a:ext cx="10368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8" name="Freeform 280"/>
              <p:cNvSpPr/>
              <p:nvPr/>
            </p:nvSpPr>
            <p:spPr>
              <a:xfrm>
                <a:off x="5756040" y="2857320"/>
                <a:ext cx="11052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899" name="Line 281"/>
              <p:cNvSpPr/>
              <p:nvPr/>
            </p:nvSpPr>
            <p:spPr>
              <a:xfrm>
                <a:off x="5842080" y="2721600"/>
                <a:ext cx="1008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0" name="Freeform 282"/>
              <p:cNvSpPr/>
              <p:nvPr/>
            </p:nvSpPr>
            <p:spPr>
              <a:xfrm>
                <a:off x="5739480" y="3378600"/>
                <a:ext cx="893880" cy="136548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1" name="Freeform 283"/>
              <p:cNvSpPr/>
              <p:nvPr/>
            </p:nvSpPr>
            <p:spPr>
              <a:xfrm>
                <a:off x="5739480" y="3378600"/>
                <a:ext cx="899640" cy="1374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2" name="Freeform 284"/>
              <p:cNvSpPr/>
              <p:nvPr/>
            </p:nvSpPr>
            <p:spPr>
              <a:xfrm>
                <a:off x="6529680" y="4320360"/>
                <a:ext cx="88200" cy="24336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3" name="Freeform 285"/>
              <p:cNvSpPr/>
              <p:nvPr/>
            </p:nvSpPr>
            <p:spPr>
              <a:xfrm>
                <a:off x="6529680" y="4320360"/>
                <a:ext cx="94680" cy="2512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4" name="Freeform 286"/>
              <p:cNvSpPr/>
              <p:nvPr/>
            </p:nvSpPr>
            <p:spPr>
              <a:xfrm>
                <a:off x="6773040" y="5013000"/>
                <a:ext cx="1764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5" name="Freeform 287"/>
              <p:cNvSpPr/>
              <p:nvPr/>
            </p:nvSpPr>
            <p:spPr>
              <a:xfrm>
                <a:off x="7010280" y="3899880"/>
                <a:ext cx="25920" cy="72720"/>
              </a:xfrm>
              <a:prstGeom prst="pie">
                <a:avLst/>
              </a:prstGeom>
              <a:solidFill>
                <a:srgbClr val="336600"/>
              </a:solidFill>
              <a:ln cap="rnd" w="936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6" name="Freeform 288"/>
              <p:cNvSpPr/>
              <p:nvPr/>
            </p:nvSpPr>
            <p:spPr>
              <a:xfrm>
                <a:off x="7010280" y="3899880"/>
                <a:ext cx="31680" cy="80640"/>
              </a:xfrm>
              <a:prstGeom prst="pie">
                <a:avLst/>
              </a:prstGeom>
              <a:solidFill>
                <a:srgbClr val="336600"/>
              </a:solidFill>
              <a:ln cap="rnd" w="12600">
                <a:solidFill>
                  <a:srgbClr val="ffffff"/>
                </a:solidFill>
                <a:round/>
              </a:ln>
            </p:spPr>
            <p:style>
              <a:lnRef idx="0"/>
              <a:fillRef idx="0"/>
              <a:effectRef idx="0"/>
              <a:fontRef idx="minor"/>
            </p:style>
            <p:txBody>
              <a:bodyPr lIns="90000" rIns="90000" tIns="34200" bIns="34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7" name="Freeform 289"/>
              <p:cNvSpPr/>
              <p:nvPr/>
            </p:nvSpPr>
            <p:spPr>
              <a:xfrm>
                <a:off x="7373160" y="3709080"/>
                <a:ext cx="25200" cy="22680"/>
              </a:xfrm>
              <a:prstGeom prst="pie">
                <a:avLst/>
              </a:prstGeom>
              <a:solidFill>
                <a:srgbClr val="336600"/>
              </a:solidFill>
              <a:ln cap="rnd" w="936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8" name="Freeform 290"/>
              <p:cNvSpPr/>
              <p:nvPr/>
            </p:nvSpPr>
            <p:spPr>
              <a:xfrm>
                <a:off x="7373160" y="3709080"/>
                <a:ext cx="3168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09" name="Freeform 291"/>
              <p:cNvSpPr/>
              <p:nvPr/>
            </p:nvSpPr>
            <p:spPr>
              <a:xfrm>
                <a:off x="7515720" y="3609000"/>
                <a:ext cx="12600" cy="52920"/>
              </a:xfrm>
              <a:prstGeom prst="pie">
                <a:avLst/>
              </a:prstGeom>
              <a:solidFill>
                <a:srgbClr val="336600"/>
              </a:solidFill>
              <a:ln cap="rnd" w="936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0" name="Freeform 292"/>
              <p:cNvSpPr/>
              <p:nvPr/>
            </p:nvSpPr>
            <p:spPr>
              <a:xfrm>
                <a:off x="7515720" y="3609000"/>
                <a:ext cx="15480" cy="6156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1" name="Freeform 293"/>
              <p:cNvSpPr/>
              <p:nvPr/>
            </p:nvSpPr>
            <p:spPr>
              <a:xfrm>
                <a:off x="7594200" y="3448080"/>
                <a:ext cx="2520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2" name="Freeform 294"/>
              <p:cNvSpPr/>
              <p:nvPr/>
            </p:nvSpPr>
            <p:spPr>
              <a:xfrm>
                <a:off x="7594200" y="3448080"/>
                <a:ext cx="3168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3" name="Freeform 295"/>
              <p:cNvSpPr/>
              <p:nvPr/>
            </p:nvSpPr>
            <p:spPr>
              <a:xfrm>
                <a:off x="7625520" y="3438360"/>
                <a:ext cx="25200" cy="23400"/>
              </a:xfrm>
              <a:prstGeom prst="pie">
                <a:avLst/>
              </a:prstGeom>
              <a:solidFill>
                <a:srgbClr val="336600"/>
              </a:solidFill>
              <a:ln cap="rnd" w="9360">
                <a:solidFill>
                  <a:srgbClr val="ffffff"/>
                </a:solidFill>
                <a:round/>
              </a:ln>
            </p:spPr>
            <p:style>
              <a:lnRef idx="0"/>
              <a:fillRef idx="0"/>
              <a:effectRef idx="0"/>
              <a:fontRef idx="minor"/>
            </p:style>
            <p:txBody>
              <a:bodyPr lIns="90000" rIns="90000" tIns="-23040" bIns="-23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4" name="Freeform 296"/>
              <p:cNvSpPr/>
              <p:nvPr/>
            </p:nvSpPr>
            <p:spPr>
              <a:xfrm>
                <a:off x="7625520" y="3438360"/>
                <a:ext cx="3168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5" name="Freeform 297"/>
              <p:cNvSpPr/>
              <p:nvPr/>
            </p:nvSpPr>
            <p:spPr>
              <a:xfrm>
                <a:off x="7601760" y="3297600"/>
                <a:ext cx="112680" cy="15408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6" name="Freeform 298"/>
              <p:cNvSpPr/>
              <p:nvPr/>
            </p:nvSpPr>
            <p:spPr>
              <a:xfrm>
                <a:off x="7649280" y="3227760"/>
                <a:ext cx="65160" cy="73080"/>
              </a:xfrm>
              <a:prstGeom prst="pie">
                <a:avLst/>
              </a:prstGeom>
              <a:solidFill>
                <a:srgbClr val="336600"/>
              </a:solidFill>
              <a:ln cap="rnd" w="936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7" name="Freeform 299"/>
              <p:cNvSpPr/>
              <p:nvPr/>
            </p:nvSpPr>
            <p:spPr>
              <a:xfrm>
                <a:off x="7649280" y="3227760"/>
                <a:ext cx="70920" cy="80640"/>
              </a:xfrm>
              <a:prstGeom prst="pie">
                <a:avLst/>
              </a:prstGeom>
              <a:solidFill>
                <a:srgbClr val="336600"/>
              </a:solidFill>
              <a:ln cap="rnd" w="12600">
                <a:solidFill>
                  <a:srgbClr val="ffffff"/>
                </a:solidFill>
                <a:round/>
              </a:ln>
            </p:spPr>
            <p:style>
              <a:lnRef idx="0"/>
              <a:fillRef idx="0"/>
              <a:effectRef idx="0"/>
              <a:fontRef idx="minor"/>
            </p:style>
            <p:txBody>
              <a:bodyPr lIns="90000" rIns="90000" tIns="34200" bIns="34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8" name="Line 300"/>
              <p:cNvSpPr/>
              <p:nvPr/>
            </p:nvSpPr>
            <p:spPr>
              <a:xfrm flipV="1">
                <a:off x="7715880" y="3247560"/>
                <a:ext cx="0" cy="11880"/>
              </a:xfrm>
              <a:prstGeom prst="line">
                <a:avLst/>
              </a:prstGeom>
              <a:ln w="12600">
                <a:solidFill>
                  <a:srgbClr val="ffffff"/>
                </a:solidFill>
                <a:miter/>
              </a:ln>
            </p:spPr>
            <p:style>
              <a:lnRef idx="0"/>
              <a:fillRef idx="0"/>
              <a:effectRef idx="0"/>
              <a:fontRef idx="minor"/>
            </p:style>
            <p:txBody>
              <a:bodyPr lIns="90000" rIns="90000" tIns="-34920" bIns="-34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19" name="Freeform 301"/>
              <p:cNvSpPr/>
              <p:nvPr/>
            </p:nvSpPr>
            <p:spPr>
              <a:xfrm>
                <a:off x="7719840" y="3227760"/>
                <a:ext cx="1260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0" name="Freeform 302"/>
              <p:cNvSpPr/>
              <p:nvPr/>
            </p:nvSpPr>
            <p:spPr>
              <a:xfrm>
                <a:off x="7719840" y="3227760"/>
                <a:ext cx="1620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1" name="Line 303"/>
              <p:cNvSpPr/>
              <p:nvPr/>
            </p:nvSpPr>
            <p:spPr>
              <a:xfrm flipV="1">
                <a:off x="7747200" y="3218040"/>
                <a:ext cx="0" cy="11160"/>
              </a:xfrm>
              <a:prstGeom prst="line">
                <a:avLst/>
              </a:prstGeom>
              <a:ln w="12600">
                <a:solidFill>
                  <a:srgbClr val="ffffff"/>
                </a:solidFill>
                <a:miter/>
              </a:ln>
            </p:spPr>
            <p:style>
              <a:lnRef idx="0"/>
              <a:fillRef idx="0"/>
              <a:effectRef idx="0"/>
              <a:fontRef idx="minor"/>
            </p:style>
            <p:txBody>
              <a:bodyPr lIns="90000" rIns="90000" tIns="-35640" bIns="-35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2" name="Line 304"/>
              <p:cNvSpPr/>
              <p:nvPr/>
            </p:nvSpPr>
            <p:spPr>
              <a:xfrm>
                <a:off x="7751520" y="320184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3" name="Freeform 305"/>
              <p:cNvSpPr/>
              <p:nvPr/>
            </p:nvSpPr>
            <p:spPr>
              <a:xfrm>
                <a:off x="7759800" y="3127680"/>
                <a:ext cx="126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4" name="Line 306"/>
              <p:cNvSpPr/>
              <p:nvPr/>
            </p:nvSpPr>
            <p:spPr>
              <a:xfrm>
                <a:off x="7499160" y="3061800"/>
                <a:ext cx="972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5" name="Line 307"/>
              <p:cNvSpPr/>
              <p:nvPr/>
            </p:nvSpPr>
            <p:spPr>
              <a:xfrm flipV="1">
                <a:off x="7738920" y="2976840"/>
                <a:ext cx="0" cy="11880"/>
              </a:xfrm>
              <a:prstGeom prst="line">
                <a:avLst/>
              </a:prstGeom>
              <a:ln w="12600">
                <a:solidFill>
                  <a:srgbClr val="ffffff"/>
                </a:solidFill>
                <a:miter/>
              </a:ln>
            </p:spPr>
            <p:style>
              <a:lnRef idx="0"/>
              <a:fillRef idx="0"/>
              <a:effectRef idx="0"/>
              <a:fontRef idx="minor"/>
            </p:style>
            <p:txBody>
              <a:bodyPr lIns="90000" rIns="90000" tIns="-34920" bIns="-34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6" name="Freeform 308"/>
              <p:cNvSpPr/>
              <p:nvPr/>
            </p:nvSpPr>
            <p:spPr>
              <a:xfrm>
                <a:off x="7562520" y="3067920"/>
                <a:ext cx="96120" cy="1436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7" name="Freeform 309"/>
              <p:cNvSpPr/>
              <p:nvPr/>
            </p:nvSpPr>
            <p:spPr>
              <a:xfrm>
                <a:off x="7562520" y="3067920"/>
                <a:ext cx="102960" cy="1512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8" name="Freeform 310"/>
              <p:cNvSpPr/>
              <p:nvPr/>
            </p:nvSpPr>
            <p:spPr>
              <a:xfrm>
                <a:off x="7286400" y="2737080"/>
                <a:ext cx="324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29" name="Line 311"/>
              <p:cNvSpPr/>
              <p:nvPr/>
            </p:nvSpPr>
            <p:spPr>
              <a:xfrm>
                <a:off x="7270920" y="274140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0" name="Freeform 312"/>
              <p:cNvSpPr/>
              <p:nvPr/>
            </p:nvSpPr>
            <p:spPr>
              <a:xfrm>
                <a:off x="7215840" y="2706480"/>
                <a:ext cx="7236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1" name="Freeform 313"/>
              <p:cNvSpPr/>
              <p:nvPr/>
            </p:nvSpPr>
            <p:spPr>
              <a:xfrm>
                <a:off x="6860520" y="2657160"/>
                <a:ext cx="3312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2" name="Freeform 314"/>
              <p:cNvSpPr/>
              <p:nvPr/>
            </p:nvSpPr>
            <p:spPr>
              <a:xfrm>
                <a:off x="6860520" y="2657160"/>
                <a:ext cx="39960" cy="19800"/>
              </a:xfrm>
              <a:prstGeom prst="pie">
                <a:avLst/>
              </a:prstGeom>
              <a:solidFill>
                <a:srgbClr val="336600"/>
              </a:solidFill>
              <a:ln cap="rnd" w="12600">
                <a:solidFill>
                  <a:srgbClr val="ffffff"/>
                </a:solidFill>
                <a:round/>
              </a:ln>
            </p:spPr>
            <p:style>
              <a:lnRef idx="0"/>
              <a:fillRef idx="0"/>
              <a:effectRef idx="0"/>
              <a:fontRef idx="minor"/>
            </p:style>
            <p:txBody>
              <a:bodyPr lIns="90000" rIns="90000" tIns="-26640" bIns="-26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3" name="Freeform 315"/>
              <p:cNvSpPr/>
              <p:nvPr/>
            </p:nvSpPr>
            <p:spPr>
              <a:xfrm>
                <a:off x="6765480" y="2637000"/>
                <a:ext cx="80640" cy="22680"/>
              </a:xfrm>
              <a:prstGeom prst="pie">
                <a:avLst/>
              </a:prstGeom>
              <a:solidFill>
                <a:srgbClr val="336600"/>
              </a:solidFill>
              <a:ln cap="rnd" w="936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4" name="Freeform 316"/>
              <p:cNvSpPr/>
              <p:nvPr/>
            </p:nvSpPr>
            <p:spPr>
              <a:xfrm>
                <a:off x="6765480" y="2637000"/>
                <a:ext cx="8748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5" name="Freeform 317"/>
              <p:cNvSpPr/>
              <p:nvPr/>
            </p:nvSpPr>
            <p:spPr>
              <a:xfrm>
                <a:off x="6489720" y="2696040"/>
                <a:ext cx="119880" cy="83160"/>
              </a:xfrm>
              <a:prstGeom prst="pie">
                <a:avLst/>
              </a:prstGeom>
              <a:solidFill>
                <a:srgbClr val="336600"/>
              </a:solidFill>
              <a:ln cap="rnd" w="936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6" name="Freeform 318"/>
              <p:cNvSpPr/>
              <p:nvPr/>
            </p:nvSpPr>
            <p:spPr>
              <a:xfrm>
                <a:off x="6489720" y="2696040"/>
                <a:ext cx="126720" cy="92160"/>
              </a:xfrm>
              <a:prstGeom prst="pie">
                <a:avLst/>
              </a:prstGeom>
              <a:solidFill>
                <a:srgbClr val="336600"/>
              </a:solidFill>
              <a:ln cap="rnd" w="12600">
                <a:solidFill>
                  <a:srgbClr val="ffffff"/>
                </a:solidFill>
                <a:round/>
              </a:ln>
            </p:spPr>
            <p:style>
              <a:lnRef idx="0"/>
              <a:fillRef idx="0"/>
              <a:effectRef idx="0"/>
              <a:fontRef idx="minor"/>
            </p:style>
            <p:txBody>
              <a:bodyPr lIns="90000" rIns="90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7" name="Freeform 319"/>
              <p:cNvSpPr/>
              <p:nvPr/>
            </p:nvSpPr>
            <p:spPr>
              <a:xfrm>
                <a:off x="6473520" y="2806560"/>
                <a:ext cx="1692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8" name="Freeform 320"/>
              <p:cNvSpPr/>
              <p:nvPr/>
            </p:nvSpPr>
            <p:spPr>
              <a:xfrm>
                <a:off x="6111360" y="2646720"/>
                <a:ext cx="12744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39" name="Freeform 321"/>
              <p:cNvSpPr/>
              <p:nvPr/>
            </p:nvSpPr>
            <p:spPr>
              <a:xfrm>
                <a:off x="6111360" y="2646720"/>
                <a:ext cx="133920" cy="50040"/>
              </a:xfrm>
              <a:prstGeom prst="pie">
                <a:avLst/>
              </a:prstGeom>
              <a:solidFill>
                <a:srgbClr val="336600"/>
              </a:solidFill>
              <a:ln cap="rnd" w="1260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0" name="Line 322"/>
              <p:cNvSpPr/>
              <p:nvPr/>
            </p:nvSpPr>
            <p:spPr>
              <a:xfrm>
                <a:off x="5976360" y="2957400"/>
                <a:ext cx="16200" cy="20880"/>
              </a:xfrm>
              <a:prstGeom prst="line">
                <a:avLst/>
              </a:prstGeom>
              <a:ln w="12600">
                <a:solidFill>
                  <a:srgbClr val="ffffff"/>
                </a:solidFill>
                <a:miter/>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1" name="Line 323"/>
              <p:cNvSpPr/>
              <p:nvPr/>
            </p:nvSpPr>
            <p:spPr>
              <a:xfrm>
                <a:off x="5963760" y="2977200"/>
                <a:ext cx="0" cy="11880"/>
              </a:xfrm>
              <a:prstGeom prst="line">
                <a:avLst/>
              </a:prstGeom>
              <a:ln w="12600">
                <a:solidFill>
                  <a:srgbClr val="ffffff"/>
                </a:solidFill>
                <a:miter/>
              </a:ln>
            </p:spPr>
            <p:style>
              <a:lnRef idx="0"/>
              <a:fillRef idx="0"/>
              <a:effectRef idx="0"/>
              <a:fontRef idx="minor"/>
            </p:style>
            <p:txBody>
              <a:bodyPr lIns="90000" rIns="90000" tIns="-34920" bIns="-34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2" name="Line 324"/>
              <p:cNvSpPr/>
              <p:nvPr/>
            </p:nvSpPr>
            <p:spPr>
              <a:xfrm flipV="1">
                <a:off x="5914080" y="2987640"/>
                <a:ext cx="22680" cy="30240"/>
              </a:xfrm>
              <a:prstGeom prst="line">
                <a:avLst/>
              </a:prstGeom>
              <a:ln w="12600">
                <a:solidFill>
                  <a:srgbClr val="ffffff"/>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3" name="Line 325"/>
              <p:cNvSpPr/>
              <p:nvPr/>
            </p:nvSpPr>
            <p:spPr>
              <a:xfrm>
                <a:off x="6095160" y="3051360"/>
                <a:ext cx="936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4" name="Freeform 326"/>
              <p:cNvSpPr/>
              <p:nvPr/>
            </p:nvSpPr>
            <p:spPr>
              <a:xfrm>
                <a:off x="6111360" y="3038040"/>
                <a:ext cx="162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5" name="Line 327"/>
              <p:cNvSpPr/>
              <p:nvPr/>
            </p:nvSpPr>
            <p:spPr>
              <a:xfrm>
                <a:off x="6111360" y="306180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6" name="Freeform 328"/>
              <p:cNvSpPr/>
              <p:nvPr/>
            </p:nvSpPr>
            <p:spPr>
              <a:xfrm>
                <a:off x="6189840" y="2997360"/>
                <a:ext cx="12600" cy="21600"/>
              </a:xfrm>
              <a:prstGeom prst="pie">
                <a:avLst/>
              </a:prstGeom>
              <a:solidFill>
                <a:srgbClr val="336600"/>
              </a:solidFill>
              <a:ln cap="rnd" w="1260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7" name="Freeform 329"/>
              <p:cNvSpPr/>
              <p:nvPr/>
            </p:nvSpPr>
            <p:spPr>
              <a:xfrm>
                <a:off x="6229440" y="2987640"/>
                <a:ext cx="126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8" name="Freeform 330"/>
              <p:cNvSpPr/>
              <p:nvPr/>
            </p:nvSpPr>
            <p:spPr>
              <a:xfrm>
                <a:off x="6229440" y="2987640"/>
                <a:ext cx="126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49" name="Line 331"/>
              <p:cNvSpPr/>
              <p:nvPr/>
            </p:nvSpPr>
            <p:spPr>
              <a:xfrm>
                <a:off x="6229440" y="2991960"/>
                <a:ext cx="864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0" name="Freeform 332"/>
              <p:cNvSpPr/>
              <p:nvPr/>
            </p:nvSpPr>
            <p:spPr>
              <a:xfrm>
                <a:off x="5920560" y="2987640"/>
                <a:ext cx="81720" cy="14256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1" name="Freeform 333"/>
              <p:cNvSpPr/>
              <p:nvPr/>
            </p:nvSpPr>
            <p:spPr>
              <a:xfrm>
                <a:off x="5920560" y="2987640"/>
                <a:ext cx="88200" cy="1515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2" name="Freeform 334"/>
              <p:cNvSpPr/>
              <p:nvPr/>
            </p:nvSpPr>
            <p:spPr>
              <a:xfrm>
                <a:off x="5865840" y="3047040"/>
                <a:ext cx="57600" cy="63360"/>
              </a:xfrm>
              <a:prstGeom prst="pie">
                <a:avLst/>
              </a:prstGeom>
              <a:solidFill>
                <a:srgbClr val="336600"/>
              </a:solidFill>
              <a:ln cap="rnd" w="9360">
                <a:solidFill>
                  <a:srgbClr val="ffffff"/>
                </a:solidFill>
                <a:round/>
              </a:ln>
            </p:spPr>
            <p:style>
              <a:lnRef idx="0"/>
              <a:fillRef idx="0"/>
              <a:effectRef idx="0"/>
              <a:fontRef idx="minor"/>
            </p:style>
            <p:txBody>
              <a:bodyPr lIns="90000" rIns="90000" tIns="16920" bIns="16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3" name="Freeform 335"/>
              <p:cNvSpPr/>
              <p:nvPr/>
            </p:nvSpPr>
            <p:spPr>
              <a:xfrm>
                <a:off x="5865840" y="3047040"/>
                <a:ext cx="63720" cy="7200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4" name="Freeform 336"/>
              <p:cNvSpPr/>
              <p:nvPr/>
            </p:nvSpPr>
            <p:spPr>
              <a:xfrm>
                <a:off x="6078600" y="3278520"/>
                <a:ext cx="12600" cy="30240"/>
              </a:xfrm>
              <a:prstGeom prst="pie">
                <a:avLst/>
              </a:prstGeom>
              <a:solidFill>
                <a:srgbClr val="336600"/>
              </a:solidFill>
              <a:ln cap="rnd" w="1260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5" name="Freeform 337"/>
              <p:cNvSpPr/>
              <p:nvPr/>
            </p:nvSpPr>
            <p:spPr>
              <a:xfrm>
                <a:off x="6078600" y="3308040"/>
                <a:ext cx="12600" cy="32040"/>
              </a:xfrm>
              <a:prstGeom prst="pie">
                <a:avLst/>
              </a:prstGeom>
              <a:solidFill>
                <a:srgbClr val="336600"/>
              </a:solidFill>
              <a:ln cap="rnd" w="936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6" name="Freeform 338"/>
              <p:cNvSpPr/>
              <p:nvPr/>
            </p:nvSpPr>
            <p:spPr>
              <a:xfrm>
                <a:off x="6078600" y="3308040"/>
                <a:ext cx="1692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7" name="Freeform 339"/>
              <p:cNvSpPr/>
              <p:nvPr/>
            </p:nvSpPr>
            <p:spPr>
              <a:xfrm>
                <a:off x="6126840" y="3358440"/>
                <a:ext cx="33120" cy="22320"/>
              </a:xfrm>
              <a:prstGeom prst="pie">
                <a:avLst/>
              </a:prstGeom>
              <a:solidFill>
                <a:srgbClr val="336600"/>
              </a:solidFill>
              <a:ln cap="rnd"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8" name="Freeform 340"/>
              <p:cNvSpPr/>
              <p:nvPr/>
            </p:nvSpPr>
            <p:spPr>
              <a:xfrm>
                <a:off x="6126840" y="3358440"/>
                <a:ext cx="3996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59" name="Freeform 341"/>
              <p:cNvSpPr/>
              <p:nvPr/>
            </p:nvSpPr>
            <p:spPr>
              <a:xfrm>
                <a:off x="6236640" y="3368880"/>
                <a:ext cx="18360" cy="21600"/>
              </a:xfrm>
              <a:prstGeom prst="pie">
                <a:avLst/>
              </a:prstGeom>
              <a:solidFill>
                <a:srgbClr val="336600"/>
              </a:solidFill>
              <a:ln cap="rnd" w="936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0" name="Freeform 342"/>
              <p:cNvSpPr/>
              <p:nvPr/>
            </p:nvSpPr>
            <p:spPr>
              <a:xfrm>
                <a:off x="6236640" y="3368880"/>
                <a:ext cx="24120" cy="30240"/>
              </a:xfrm>
              <a:prstGeom prst="pie">
                <a:avLst/>
              </a:prstGeom>
              <a:solidFill>
                <a:srgbClr val="336600"/>
              </a:solidFill>
              <a:ln cap="rnd" w="1260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1" name="Freeform 343"/>
              <p:cNvSpPr/>
              <p:nvPr/>
            </p:nvSpPr>
            <p:spPr>
              <a:xfrm>
                <a:off x="6268680" y="3419280"/>
                <a:ext cx="324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2" name="Freeform 344"/>
              <p:cNvSpPr/>
              <p:nvPr/>
            </p:nvSpPr>
            <p:spPr>
              <a:xfrm>
                <a:off x="6371640" y="3419280"/>
                <a:ext cx="3168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3" name="Line 345"/>
              <p:cNvSpPr/>
              <p:nvPr/>
            </p:nvSpPr>
            <p:spPr>
              <a:xfrm>
                <a:off x="6316200" y="3402000"/>
                <a:ext cx="9360" cy="0"/>
              </a:xfrm>
              <a:prstGeom prst="line">
                <a:avLst/>
              </a:prstGeom>
              <a:ln w="1260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4" name="Line 346"/>
              <p:cNvSpPr/>
              <p:nvPr/>
            </p:nvSpPr>
            <p:spPr>
              <a:xfrm flipV="1">
                <a:off x="5787360" y="3539520"/>
                <a:ext cx="23400" cy="29520"/>
              </a:xfrm>
              <a:prstGeom prst="line">
                <a:avLst/>
              </a:prstGeom>
              <a:ln w="12600">
                <a:solidFill>
                  <a:srgbClr val="ffffff"/>
                </a:solidFill>
                <a:miter/>
              </a:ln>
            </p:spPr>
            <p:style>
              <a:lnRef idx="0"/>
              <a:fillRef idx="0"/>
              <a:effectRef idx="0"/>
              <a:fontRef idx="minor"/>
            </p:style>
            <p:txBody>
              <a:bodyPr lIns="90000" rIns="90000" tIns="-17280" bIns="-17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5" name="Line 347"/>
              <p:cNvSpPr/>
              <p:nvPr/>
            </p:nvSpPr>
            <p:spPr>
              <a:xfrm flipV="1">
                <a:off x="6082560" y="4020480"/>
                <a:ext cx="0" cy="11160"/>
              </a:xfrm>
              <a:prstGeom prst="line">
                <a:avLst/>
              </a:prstGeom>
              <a:ln w="12600">
                <a:solidFill>
                  <a:srgbClr val="ffffff"/>
                </a:solidFill>
                <a:miter/>
              </a:ln>
            </p:spPr>
            <p:style>
              <a:lnRef idx="0"/>
              <a:fillRef idx="0"/>
              <a:effectRef idx="0"/>
              <a:fontRef idx="minor"/>
            </p:style>
            <p:txBody>
              <a:bodyPr lIns="90000" rIns="90000" tIns="-35640" bIns="-35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6" name="Freeform 348"/>
              <p:cNvSpPr/>
              <p:nvPr/>
            </p:nvSpPr>
            <p:spPr>
              <a:xfrm>
                <a:off x="7673040" y="4300920"/>
                <a:ext cx="16920" cy="14400"/>
              </a:xfrm>
              <a:prstGeom prst="pie">
                <a:avLst/>
              </a:prstGeom>
              <a:solidFill>
                <a:srgbClr val="336600"/>
              </a:solidFill>
              <a:ln cap="rnd" w="1260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7" name="Freeform 349"/>
              <p:cNvSpPr/>
              <p:nvPr/>
            </p:nvSpPr>
            <p:spPr>
              <a:xfrm>
                <a:off x="7664760" y="4762440"/>
                <a:ext cx="1620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8" name="Freeform 350"/>
              <p:cNvSpPr/>
              <p:nvPr/>
            </p:nvSpPr>
            <p:spPr>
              <a:xfrm>
                <a:off x="7719840" y="4862520"/>
                <a:ext cx="4140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69" name="Freeform 351"/>
              <p:cNvSpPr/>
              <p:nvPr/>
            </p:nvSpPr>
            <p:spPr>
              <a:xfrm>
                <a:off x="7719840" y="4862520"/>
                <a:ext cx="4860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0" name="Freeform 352"/>
              <p:cNvSpPr/>
              <p:nvPr/>
            </p:nvSpPr>
            <p:spPr>
              <a:xfrm>
                <a:off x="8083080" y="4742280"/>
                <a:ext cx="72360" cy="12168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1" name="Freeform 353"/>
              <p:cNvSpPr/>
              <p:nvPr/>
            </p:nvSpPr>
            <p:spPr>
              <a:xfrm>
                <a:off x="8083080" y="4742280"/>
                <a:ext cx="79200" cy="13032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2" name="Freeform 354"/>
              <p:cNvSpPr/>
              <p:nvPr/>
            </p:nvSpPr>
            <p:spPr>
              <a:xfrm>
                <a:off x="7932600" y="4852080"/>
                <a:ext cx="136080" cy="1130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3" name="Freeform 355"/>
              <p:cNvSpPr/>
              <p:nvPr/>
            </p:nvSpPr>
            <p:spPr>
              <a:xfrm>
                <a:off x="7932600" y="4852080"/>
                <a:ext cx="142920" cy="12096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4" name="Freeform 356"/>
              <p:cNvSpPr/>
              <p:nvPr/>
            </p:nvSpPr>
            <p:spPr>
              <a:xfrm>
                <a:off x="7222680" y="3979800"/>
                <a:ext cx="136440" cy="21312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5" name="Freeform 357"/>
              <p:cNvSpPr/>
              <p:nvPr/>
            </p:nvSpPr>
            <p:spPr>
              <a:xfrm>
                <a:off x="7222680" y="3979800"/>
                <a:ext cx="143280" cy="22104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6" name="Freeform 358"/>
              <p:cNvSpPr/>
              <p:nvPr/>
            </p:nvSpPr>
            <p:spPr>
              <a:xfrm>
                <a:off x="7522200" y="4260960"/>
                <a:ext cx="1836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7" name="Freeform 359"/>
              <p:cNvSpPr/>
              <p:nvPr/>
            </p:nvSpPr>
            <p:spPr>
              <a:xfrm>
                <a:off x="7522200" y="4260960"/>
                <a:ext cx="25200" cy="20520"/>
              </a:xfrm>
              <a:prstGeom prst="pie">
                <a:avLst/>
              </a:prstGeom>
              <a:solidFill>
                <a:srgbClr val="336600"/>
              </a:solidFill>
              <a:ln cap="rnd" w="1260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8" name="Freeform 360"/>
              <p:cNvSpPr/>
              <p:nvPr/>
            </p:nvSpPr>
            <p:spPr>
              <a:xfrm>
                <a:off x="7586280" y="4250520"/>
                <a:ext cx="41400" cy="22320"/>
              </a:xfrm>
              <a:prstGeom prst="pie">
                <a:avLst/>
              </a:prstGeom>
              <a:solidFill>
                <a:srgbClr val="336600"/>
              </a:solidFill>
              <a:ln cap="rnd" w="936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79" name="Freeform 361"/>
              <p:cNvSpPr/>
              <p:nvPr/>
            </p:nvSpPr>
            <p:spPr>
              <a:xfrm>
                <a:off x="7586280" y="4250520"/>
                <a:ext cx="48240" cy="30960"/>
              </a:xfrm>
              <a:prstGeom prst="pie">
                <a:avLst/>
              </a:prstGeom>
              <a:solidFill>
                <a:srgbClr val="336600"/>
              </a:solidFill>
              <a:ln cap="rnd" w="1260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0" name="Freeform 362"/>
              <p:cNvSpPr/>
              <p:nvPr/>
            </p:nvSpPr>
            <p:spPr>
              <a:xfrm>
                <a:off x="7349400" y="4119840"/>
                <a:ext cx="17640" cy="22680"/>
              </a:xfrm>
              <a:prstGeom prst="pie">
                <a:avLst/>
              </a:prstGeom>
              <a:solidFill>
                <a:srgbClr val="336600"/>
              </a:solidFill>
              <a:ln cap="rnd" w="936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1" name="Freeform 363"/>
              <p:cNvSpPr/>
              <p:nvPr/>
            </p:nvSpPr>
            <p:spPr>
              <a:xfrm>
                <a:off x="7349400" y="4119840"/>
                <a:ext cx="2412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2" name="Freeform 364"/>
              <p:cNvSpPr/>
              <p:nvPr/>
            </p:nvSpPr>
            <p:spPr>
              <a:xfrm>
                <a:off x="7380720" y="4140720"/>
                <a:ext cx="1692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3" name="Freeform 365"/>
              <p:cNvSpPr/>
              <p:nvPr/>
            </p:nvSpPr>
            <p:spPr>
              <a:xfrm>
                <a:off x="7467480" y="4240800"/>
                <a:ext cx="16920" cy="14760"/>
              </a:xfrm>
              <a:prstGeom prst="pie">
                <a:avLst/>
              </a:prstGeom>
              <a:solidFill>
                <a:srgbClr val="336600"/>
              </a:solidFill>
              <a:ln cap="rnd" w="1260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4" name="Freeform 366"/>
              <p:cNvSpPr/>
              <p:nvPr/>
            </p:nvSpPr>
            <p:spPr>
              <a:xfrm>
                <a:off x="7483680" y="4240800"/>
                <a:ext cx="1260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5" name="Freeform 367"/>
              <p:cNvSpPr/>
              <p:nvPr/>
            </p:nvSpPr>
            <p:spPr>
              <a:xfrm>
                <a:off x="7483680" y="4240800"/>
                <a:ext cx="1620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6" name="Freeform 368"/>
              <p:cNvSpPr/>
              <p:nvPr/>
            </p:nvSpPr>
            <p:spPr>
              <a:xfrm>
                <a:off x="7349400" y="4200120"/>
                <a:ext cx="11160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7" name="Freeform 369"/>
              <p:cNvSpPr/>
              <p:nvPr/>
            </p:nvSpPr>
            <p:spPr>
              <a:xfrm>
                <a:off x="7349400" y="4200120"/>
                <a:ext cx="11844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8" name="Freeform 370"/>
              <p:cNvSpPr/>
              <p:nvPr/>
            </p:nvSpPr>
            <p:spPr>
              <a:xfrm>
                <a:off x="7404480" y="3960000"/>
                <a:ext cx="128160" cy="19296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89" name="Freeform 371"/>
              <p:cNvSpPr/>
              <p:nvPr/>
            </p:nvSpPr>
            <p:spPr>
              <a:xfrm>
                <a:off x="7404480" y="3960000"/>
                <a:ext cx="133920" cy="2016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0" name="Freeform 372"/>
              <p:cNvSpPr/>
              <p:nvPr/>
            </p:nvSpPr>
            <p:spPr>
              <a:xfrm>
                <a:off x="7649280" y="4140720"/>
                <a:ext cx="33120" cy="14760"/>
              </a:xfrm>
              <a:prstGeom prst="pie">
                <a:avLst/>
              </a:prstGeom>
              <a:solidFill>
                <a:srgbClr val="336600"/>
              </a:solidFill>
              <a:ln cap="rnd" w="9360">
                <a:solidFill>
                  <a:srgbClr val="ffffff"/>
                </a:solidFill>
                <a:round/>
              </a:ln>
            </p:spPr>
            <p:style>
              <a:lnRef idx="0"/>
              <a:fillRef idx="0"/>
              <a:effectRef idx="0"/>
              <a:fontRef idx="minor"/>
            </p:style>
            <p:txBody>
              <a:bodyPr lIns="90000" rIns="90000" tIns="-31680" bIns="-31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1" name="Freeform 373"/>
              <p:cNvSpPr/>
              <p:nvPr/>
            </p:nvSpPr>
            <p:spPr>
              <a:xfrm>
                <a:off x="7649280" y="4140720"/>
                <a:ext cx="40680" cy="20880"/>
              </a:xfrm>
              <a:prstGeom prst="pie">
                <a:avLst/>
              </a:prstGeom>
              <a:solidFill>
                <a:srgbClr val="336600"/>
              </a:solidFill>
              <a:ln cap="rnd" w="1260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2" name="Freeform 374"/>
              <p:cNvSpPr/>
              <p:nvPr/>
            </p:nvSpPr>
            <p:spPr>
              <a:xfrm>
                <a:off x="7530480" y="4050360"/>
                <a:ext cx="73080" cy="13284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3" name="Freeform 375"/>
              <p:cNvSpPr/>
              <p:nvPr/>
            </p:nvSpPr>
            <p:spPr>
              <a:xfrm>
                <a:off x="7530480" y="4050360"/>
                <a:ext cx="79920" cy="14148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4" name="Freeform 376"/>
              <p:cNvSpPr/>
              <p:nvPr/>
            </p:nvSpPr>
            <p:spPr>
              <a:xfrm>
                <a:off x="7689240" y="4090320"/>
                <a:ext cx="246240" cy="192960"/>
              </a:xfrm>
              <a:prstGeom prst="pie">
                <a:avLst/>
              </a:prstGeom>
              <a:solidFill>
                <a:srgbClr val="336600"/>
              </a:solidFill>
              <a:ln cap="rnd" w="936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5" name="Freeform 377"/>
              <p:cNvSpPr/>
              <p:nvPr/>
            </p:nvSpPr>
            <p:spPr>
              <a:xfrm>
                <a:off x="7689240" y="4090320"/>
                <a:ext cx="252000" cy="2016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6" name="Freeform 378"/>
              <p:cNvSpPr/>
              <p:nvPr/>
            </p:nvSpPr>
            <p:spPr>
              <a:xfrm>
                <a:off x="7530480" y="3739680"/>
                <a:ext cx="57600" cy="92880"/>
              </a:xfrm>
              <a:prstGeom prst="pie">
                <a:avLst/>
              </a:prstGeom>
              <a:solidFill>
                <a:srgbClr val="336600"/>
              </a:solidFill>
              <a:ln cap="rnd" w="9360">
                <a:solidFill>
                  <a:srgbClr val="ffffff"/>
                </a:solidFill>
                <a:round/>
              </a:ln>
            </p:spPr>
            <p:style>
              <a:lnRef idx="0"/>
              <a:fillRef idx="0"/>
              <a:effectRef idx="0"/>
              <a:fontRef idx="minor"/>
            </p:style>
            <p:txBody>
              <a:bodyPr lIns="90000" rIns="90000" tIns="46440" bIns="46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7" name="Freeform 379"/>
              <p:cNvSpPr/>
              <p:nvPr/>
            </p:nvSpPr>
            <p:spPr>
              <a:xfrm>
                <a:off x="7530480" y="3739680"/>
                <a:ext cx="64080" cy="100800"/>
              </a:xfrm>
              <a:prstGeom prst="pie">
                <a:avLst/>
              </a:prstGeom>
              <a:solidFill>
                <a:srgbClr val="336600"/>
              </a:solidFill>
              <a:ln cap="rnd"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8" name="Freeform 380"/>
              <p:cNvSpPr/>
              <p:nvPr/>
            </p:nvSpPr>
            <p:spPr>
              <a:xfrm>
                <a:off x="7507440" y="3879720"/>
                <a:ext cx="25200" cy="42480"/>
              </a:xfrm>
              <a:prstGeom prst="pie">
                <a:avLst/>
              </a:prstGeom>
              <a:solidFill>
                <a:srgbClr val="336600"/>
              </a:solidFill>
              <a:ln cap="rnd" w="936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5999" name="Freeform 381"/>
              <p:cNvSpPr/>
              <p:nvPr/>
            </p:nvSpPr>
            <p:spPr>
              <a:xfrm>
                <a:off x="7507440" y="3879720"/>
                <a:ext cx="30960" cy="5112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0" name="Freeform 382"/>
              <p:cNvSpPr/>
              <p:nvPr/>
            </p:nvSpPr>
            <p:spPr>
              <a:xfrm>
                <a:off x="7538040" y="3829320"/>
                <a:ext cx="12600" cy="22680"/>
              </a:xfrm>
              <a:prstGeom prst="pie">
                <a:avLst/>
              </a:prstGeom>
              <a:solidFill>
                <a:srgbClr val="336600"/>
              </a:solidFill>
              <a:ln cap="rnd" w="9360">
                <a:solidFill>
                  <a:srgbClr val="ffffff"/>
                </a:solidFill>
                <a:round/>
              </a:ln>
            </p:spPr>
            <p:style>
              <a:lnRef idx="0"/>
              <a:fillRef idx="0"/>
              <a:effectRef idx="0"/>
              <a:fontRef idx="minor"/>
            </p:style>
            <p:txBody>
              <a:bodyPr lIns="90000" rIns="90000" tIns="-23760" bIns="-23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1" name="Freeform 383"/>
              <p:cNvSpPr/>
              <p:nvPr/>
            </p:nvSpPr>
            <p:spPr>
              <a:xfrm>
                <a:off x="7538040" y="3829320"/>
                <a:ext cx="17640" cy="3132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2" name="Freeform 384"/>
              <p:cNvSpPr/>
              <p:nvPr/>
            </p:nvSpPr>
            <p:spPr>
              <a:xfrm>
                <a:off x="7594200" y="3849480"/>
                <a:ext cx="12600" cy="32760"/>
              </a:xfrm>
              <a:prstGeom prst="pie">
                <a:avLst/>
              </a:prstGeom>
              <a:solidFill>
                <a:srgbClr val="336600"/>
              </a:solidFill>
              <a:ln cap="rnd" w="9360">
                <a:solidFill>
                  <a:srgbClr val="ffffff"/>
                </a:solidFill>
                <a:round/>
              </a:ln>
            </p:spPr>
            <p:style>
              <a:lnRef idx="0"/>
              <a:fillRef idx="0"/>
              <a:effectRef idx="0"/>
              <a:fontRef idx="minor"/>
            </p:style>
            <p:txBody>
              <a:bodyPr lIns="90000" rIns="90000" tIns="-13680" bIns="-13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3" name="Freeform 385"/>
              <p:cNvSpPr/>
              <p:nvPr/>
            </p:nvSpPr>
            <p:spPr>
              <a:xfrm>
                <a:off x="7594200" y="3849480"/>
                <a:ext cx="16200" cy="41760"/>
              </a:xfrm>
              <a:prstGeom prst="pie">
                <a:avLst/>
              </a:prstGeom>
              <a:solidFill>
                <a:srgbClr val="336600"/>
              </a:solidFill>
              <a:ln cap="rnd" w="12600">
                <a:solidFill>
                  <a:srgbClr val="ffffff"/>
                </a:solidFill>
                <a:round/>
              </a:ln>
            </p:spPr>
            <p:style>
              <a:lnRef idx="0"/>
              <a:fillRef idx="0"/>
              <a:effectRef idx="0"/>
              <a:fontRef idx="minor"/>
            </p:style>
            <p:txBody>
              <a:bodyPr lIns="90000" rIns="90000" tIns="-4680" bIns="-4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4" name="Freeform 386"/>
              <p:cNvSpPr/>
              <p:nvPr/>
            </p:nvSpPr>
            <p:spPr>
              <a:xfrm>
                <a:off x="7562520" y="3859920"/>
                <a:ext cx="33120" cy="52920"/>
              </a:xfrm>
              <a:prstGeom prst="pie">
                <a:avLst/>
              </a:prstGeom>
              <a:solidFill>
                <a:srgbClr val="336600"/>
              </a:solidFill>
              <a:ln cap="rnd" w="9360">
                <a:solidFill>
                  <a:srgbClr val="ffffff"/>
                </a:solidFill>
                <a:round/>
              </a:ln>
            </p:spPr>
            <p:style>
              <a:lnRef idx="0"/>
              <a:fillRef idx="0"/>
              <a:effectRef idx="0"/>
              <a:fontRef idx="minor"/>
            </p:style>
            <p:txBody>
              <a:bodyPr lIns="90000" rIns="90000" tIns="6480" bIns="6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5" name="Freeform 387"/>
              <p:cNvSpPr/>
              <p:nvPr/>
            </p:nvSpPr>
            <p:spPr>
              <a:xfrm>
                <a:off x="7562520" y="3859920"/>
                <a:ext cx="39960" cy="61560"/>
              </a:xfrm>
              <a:prstGeom prst="pie">
                <a:avLst/>
              </a:prstGeom>
              <a:solidFill>
                <a:srgbClr val="336600"/>
              </a:solidFill>
              <a:ln cap="rnd"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6" name="Freeform 388"/>
              <p:cNvSpPr/>
              <p:nvPr/>
            </p:nvSpPr>
            <p:spPr>
              <a:xfrm>
                <a:off x="7917120" y="4170600"/>
                <a:ext cx="48600" cy="33120"/>
              </a:xfrm>
              <a:prstGeom prst="pie">
                <a:avLst/>
              </a:prstGeom>
              <a:solidFill>
                <a:srgbClr val="336600"/>
              </a:solidFill>
              <a:ln cap="rnd"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7" name="Freeform 389"/>
              <p:cNvSpPr/>
              <p:nvPr/>
            </p:nvSpPr>
            <p:spPr>
              <a:xfrm>
                <a:off x="7917120" y="4170600"/>
                <a:ext cx="5616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8" name="Freeform 390"/>
              <p:cNvSpPr/>
              <p:nvPr/>
            </p:nvSpPr>
            <p:spPr>
              <a:xfrm>
                <a:off x="7956360" y="4140720"/>
                <a:ext cx="2520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09" name="Freeform 391"/>
              <p:cNvSpPr/>
              <p:nvPr/>
            </p:nvSpPr>
            <p:spPr>
              <a:xfrm>
                <a:off x="7956360" y="4140720"/>
                <a:ext cx="25200" cy="40680"/>
              </a:xfrm>
              <a:prstGeom prst="pie">
                <a:avLst/>
              </a:prstGeom>
              <a:solidFill>
                <a:srgbClr val="336600"/>
              </a:solidFill>
              <a:ln cap="rnd"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10" name="Freeform 392"/>
              <p:cNvSpPr/>
              <p:nvPr/>
            </p:nvSpPr>
            <p:spPr>
              <a:xfrm>
                <a:off x="8090640" y="4470480"/>
                <a:ext cx="26640" cy="33120"/>
              </a:xfrm>
              <a:prstGeom prst="pie">
                <a:avLst/>
              </a:prstGeom>
              <a:solidFill>
                <a:srgbClr val="336600"/>
              </a:solidFill>
              <a:ln cap="rnd" w="936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01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F951FF-F84B-43E5-AB6A-B808E2BB183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013" name="PlaceHolder 1"/>
          <p:cNvSpPr>
            <a:spLocks noGrp="1"/>
          </p:cNvSpPr>
          <p:nvPr>
            <p:ph type="title"/>
          </p:nvPr>
        </p:nvSpPr>
        <p:spPr>
          <a:xfrm>
            <a:off x="39672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ja-JP" sz="1600" spc="-1" strike="noStrike">
                <a:solidFill>
                  <a:srgbClr val="000000"/>
                </a:solidFill>
                <a:latin typeface="Arial"/>
                <a:ea typeface="ＭＳ Ｐゴシック"/>
              </a:rPr>
              <a:t>Map - Middle East</a:t>
            </a:r>
            <a:endParaRPr b="1" lang="en-US" sz="1600" spc="-1" strike="noStrike">
              <a:solidFill>
                <a:srgbClr val="000000"/>
              </a:solidFill>
              <a:latin typeface="Arial"/>
            </a:endParaRPr>
          </a:p>
        </p:txBody>
      </p:sp>
      <p:grpSp>
        <p:nvGrpSpPr>
          <p:cNvPr id="6014" name="Group 24"/>
          <p:cNvGrpSpPr/>
          <p:nvPr/>
        </p:nvGrpSpPr>
        <p:grpSpPr>
          <a:xfrm>
            <a:off x="1546200" y="1506600"/>
            <a:ext cx="6051600" cy="4657320"/>
            <a:chOff x="1546200" y="1506600"/>
            <a:chExt cx="6051600" cy="4657320"/>
          </a:xfrm>
        </p:grpSpPr>
        <p:sp>
          <p:nvSpPr>
            <p:cNvPr id="6015" name="Freeform 5"/>
            <p:cNvSpPr/>
            <p:nvPr/>
          </p:nvSpPr>
          <p:spPr>
            <a:xfrm>
              <a:off x="3530520" y="1524600"/>
              <a:ext cx="1086480" cy="90936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16" name="Freeform 6"/>
            <p:cNvSpPr/>
            <p:nvPr/>
          </p:nvSpPr>
          <p:spPr>
            <a:xfrm>
              <a:off x="3456360" y="1971360"/>
              <a:ext cx="244080" cy="30888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17" name="Freeform 7"/>
            <p:cNvSpPr/>
            <p:nvPr/>
          </p:nvSpPr>
          <p:spPr>
            <a:xfrm>
              <a:off x="3278880" y="2239920"/>
              <a:ext cx="265680" cy="69696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18" name="Freeform 8"/>
            <p:cNvSpPr/>
            <p:nvPr/>
          </p:nvSpPr>
          <p:spPr>
            <a:xfrm>
              <a:off x="3387600" y="2377080"/>
              <a:ext cx="121680" cy="21780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19" name="Freeform 9"/>
            <p:cNvSpPr/>
            <p:nvPr/>
          </p:nvSpPr>
          <p:spPr>
            <a:xfrm>
              <a:off x="3384000" y="2247840"/>
              <a:ext cx="746640" cy="77364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0" name="Freeform 10"/>
            <p:cNvSpPr/>
            <p:nvPr/>
          </p:nvSpPr>
          <p:spPr>
            <a:xfrm>
              <a:off x="4039560" y="1506600"/>
              <a:ext cx="1555560" cy="156744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021" name="Group 11"/>
            <p:cNvGrpSpPr/>
            <p:nvPr/>
          </p:nvGrpSpPr>
          <p:grpSpPr>
            <a:xfrm>
              <a:off x="4705920" y="2043720"/>
              <a:ext cx="130320" cy="384840"/>
              <a:chOff x="4705920" y="2043720"/>
              <a:chExt cx="130320" cy="384840"/>
            </a:xfrm>
          </p:grpSpPr>
          <p:sp>
            <p:nvSpPr>
              <p:cNvPr id="6022" name="Freeform 12"/>
              <p:cNvSpPr/>
              <p:nvPr/>
            </p:nvSpPr>
            <p:spPr>
              <a:xfrm>
                <a:off x="4705920" y="2043720"/>
                <a:ext cx="76320" cy="167760"/>
              </a:xfrm>
              <a:prstGeom prst="pie">
                <a:avLst/>
              </a:prstGeom>
              <a:solidFill>
                <a:srgbClr val="ffffff"/>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3" name="Freeform 13"/>
              <p:cNvSpPr/>
              <p:nvPr/>
            </p:nvSpPr>
            <p:spPr>
              <a:xfrm>
                <a:off x="4774320" y="2314800"/>
                <a:ext cx="61920" cy="113760"/>
              </a:xfrm>
              <a:prstGeom prst="pie">
                <a:avLst/>
              </a:prstGeom>
              <a:solidFill>
                <a:srgbClr val="ffffff"/>
              </a:solidFill>
              <a:ln w="6480">
                <a:solidFill>
                  <a:srgbClr val="ffffff"/>
                </a:solidFill>
                <a:round/>
              </a:ln>
            </p:spPr>
            <p:style>
              <a:lnRef idx="0"/>
              <a:fillRef idx="0"/>
              <a:effectRef idx="0"/>
              <a:fontRef idx="minor"/>
            </p:style>
            <p:txBody>
              <a:bodyPr lIns="72000" rIns="72000" tIns="42120" bIns="4212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024" name="Freeform 14"/>
            <p:cNvSpPr/>
            <p:nvPr/>
          </p:nvSpPr>
          <p:spPr>
            <a:xfrm>
              <a:off x="5273640" y="2873520"/>
              <a:ext cx="305280" cy="29808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5" name="Freeform 15"/>
            <p:cNvSpPr/>
            <p:nvPr/>
          </p:nvSpPr>
          <p:spPr>
            <a:xfrm>
              <a:off x="5934240" y="3574080"/>
              <a:ext cx="42480" cy="76680"/>
            </a:xfrm>
            <a:prstGeom prst="pie">
              <a:avLst/>
            </a:prstGeom>
            <a:solidFill>
              <a:srgbClr val="336600"/>
            </a:solidFill>
            <a:ln w="6480">
              <a:solidFill>
                <a:srgbClr val="ffffff"/>
              </a:solidFill>
              <a:round/>
            </a:ln>
          </p:spPr>
          <p:style>
            <a:lnRef idx="0"/>
            <a:fillRef idx="0"/>
            <a:effectRef idx="0"/>
            <a:fontRef idx="minor"/>
          </p:style>
          <p:txBody>
            <a:bodyPr lIns="72000" rIns="72000" tIns="5040" bIns="504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6" name="Freeform 16"/>
            <p:cNvSpPr/>
            <p:nvPr/>
          </p:nvSpPr>
          <p:spPr>
            <a:xfrm>
              <a:off x="6002280" y="3592440"/>
              <a:ext cx="132840" cy="29808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7" name="Freeform 17"/>
            <p:cNvSpPr/>
            <p:nvPr/>
          </p:nvSpPr>
          <p:spPr>
            <a:xfrm>
              <a:off x="6050880" y="3536280"/>
              <a:ext cx="903960" cy="66096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8" name="Freeform 18"/>
            <p:cNvSpPr/>
            <p:nvPr/>
          </p:nvSpPr>
          <p:spPr>
            <a:xfrm>
              <a:off x="6271560" y="3483720"/>
              <a:ext cx="1326240" cy="185940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29" name="Freeform 19"/>
            <p:cNvSpPr/>
            <p:nvPr/>
          </p:nvSpPr>
          <p:spPr>
            <a:xfrm>
              <a:off x="4606200" y="4912920"/>
              <a:ext cx="1889640" cy="125100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30" name="Freeform 20"/>
            <p:cNvSpPr/>
            <p:nvPr/>
          </p:nvSpPr>
          <p:spPr>
            <a:xfrm>
              <a:off x="3317040" y="2481120"/>
              <a:ext cx="3559320" cy="296424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31" name="Freeform 21"/>
            <p:cNvSpPr/>
            <p:nvPr/>
          </p:nvSpPr>
          <p:spPr>
            <a:xfrm>
              <a:off x="1546200" y="2364480"/>
              <a:ext cx="1892880" cy="2014200"/>
            </a:xfrm>
            <a:prstGeom prst="pie">
              <a:avLst/>
            </a:prstGeom>
            <a:solidFill>
              <a:srgbClr val="336600"/>
            </a:solidFill>
            <a:ln w="648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32" name="Freeform 22"/>
            <p:cNvSpPr/>
            <p:nvPr/>
          </p:nvSpPr>
          <p:spPr>
            <a:xfrm>
              <a:off x="6510240" y="3909600"/>
              <a:ext cx="37800" cy="24480"/>
            </a:xfrm>
            <a:prstGeom prst="pie">
              <a:avLst/>
            </a:prstGeom>
            <a:solidFill>
              <a:srgbClr val="336600"/>
            </a:solidFill>
            <a:ln w="6480">
              <a:solidFill>
                <a:srgbClr val="ffffff"/>
              </a:solidFill>
              <a:round/>
            </a:ln>
          </p:spPr>
          <p:style>
            <a:lnRef idx="0"/>
            <a:fillRef idx="0"/>
            <a:effectRef idx="0"/>
            <a:fontRef idx="minor"/>
          </p:style>
          <p:txBody>
            <a:bodyPr lIns="72000" rIns="72000" tIns="-47160" bIns="-4716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33" name="Freeform 23"/>
            <p:cNvSpPr/>
            <p:nvPr/>
          </p:nvSpPr>
          <p:spPr>
            <a:xfrm>
              <a:off x="6613200" y="3848040"/>
              <a:ext cx="27000" cy="27000"/>
            </a:xfrm>
            <a:prstGeom prst="pie">
              <a:avLst/>
            </a:prstGeom>
            <a:solidFill>
              <a:srgbClr val="336600"/>
            </a:solidFill>
            <a:ln w="6480">
              <a:solidFill>
                <a:srgbClr val="ffffff"/>
              </a:solidFill>
              <a:round/>
            </a:ln>
          </p:spPr>
          <p:style>
            <a:lnRef idx="0"/>
            <a:fillRef idx="0"/>
            <a:effectRef idx="0"/>
            <a:fontRef idx="minor"/>
          </p:style>
          <p:txBody>
            <a:bodyPr lIns="72000" rIns="72000" tIns="-44640" bIns="-4464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03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65383B5-F452-4E69-92C9-20BC31F0FC9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03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United States</a:t>
            </a:r>
            <a:endParaRPr b="1" lang="en-US" sz="1600" spc="-1" strike="noStrike">
              <a:solidFill>
                <a:srgbClr val="000000"/>
              </a:solidFill>
              <a:latin typeface="Arial"/>
            </a:endParaRPr>
          </a:p>
        </p:txBody>
      </p:sp>
      <p:grpSp>
        <p:nvGrpSpPr>
          <p:cNvPr id="6037" name="Group 3"/>
          <p:cNvGrpSpPr/>
          <p:nvPr/>
        </p:nvGrpSpPr>
        <p:grpSpPr>
          <a:xfrm>
            <a:off x="1622520" y="1860480"/>
            <a:ext cx="5941440" cy="3873240"/>
            <a:chOff x="1622520" y="1860480"/>
            <a:chExt cx="5941440" cy="3873240"/>
          </a:xfrm>
        </p:grpSpPr>
        <p:sp>
          <p:nvSpPr>
            <p:cNvPr id="6038" name="Freeform 4"/>
            <p:cNvSpPr/>
            <p:nvPr/>
          </p:nvSpPr>
          <p:spPr>
            <a:xfrm>
              <a:off x="7125840" y="1860480"/>
              <a:ext cx="438120" cy="7182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39" name="Freeform 5"/>
            <p:cNvSpPr/>
            <p:nvPr/>
          </p:nvSpPr>
          <p:spPr>
            <a:xfrm>
              <a:off x="3437280" y="4129560"/>
              <a:ext cx="1611720" cy="1604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0" name="Freeform 6"/>
            <p:cNvSpPr/>
            <p:nvPr/>
          </p:nvSpPr>
          <p:spPr>
            <a:xfrm>
              <a:off x="4880520" y="4062960"/>
              <a:ext cx="560880" cy="561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1" name="Freeform 7"/>
            <p:cNvSpPr/>
            <p:nvPr/>
          </p:nvSpPr>
          <p:spPr>
            <a:xfrm>
              <a:off x="4962960" y="4604040"/>
              <a:ext cx="684360" cy="5886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2" name="Freeform 8"/>
            <p:cNvSpPr/>
            <p:nvPr/>
          </p:nvSpPr>
          <p:spPr>
            <a:xfrm>
              <a:off x="4494960" y="2117880"/>
              <a:ext cx="761760" cy="923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3" name="Freeform 9"/>
            <p:cNvSpPr/>
            <p:nvPr/>
          </p:nvSpPr>
          <p:spPr>
            <a:xfrm>
              <a:off x="4987800" y="2435760"/>
              <a:ext cx="578520" cy="7275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4" name="Freeform 10"/>
            <p:cNvSpPr/>
            <p:nvPr/>
          </p:nvSpPr>
          <p:spPr>
            <a:xfrm>
              <a:off x="5214600" y="2333160"/>
              <a:ext cx="624960" cy="289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5" name="Freeform 11"/>
            <p:cNvSpPr/>
            <p:nvPr/>
          </p:nvSpPr>
          <p:spPr>
            <a:xfrm>
              <a:off x="5647680" y="2536920"/>
              <a:ext cx="445320" cy="649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6" name="Freeform 12"/>
            <p:cNvSpPr/>
            <p:nvPr/>
          </p:nvSpPr>
          <p:spPr>
            <a:xfrm>
              <a:off x="6214320" y="4091400"/>
              <a:ext cx="571680" cy="485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7" name="Freeform 13"/>
            <p:cNvSpPr/>
            <p:nvPr/>
          </p:nvSpPr>
          <p:spPr>
            <a:xfrm>
              <a:off x="6141960" y="3375000"/>
              <a:ext cx="860760" cy="575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8" name="Freeform 14"/>
            <p:cNvSpPr/>
            <p:nvPr/>
          </p:nvSpPr>
          <p:spPr>
            <a:xfrm>
              <a:off x="6309360" y="2908440"/>
              <a:ext cx="661680" cy="4665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49" name="Freeform 15"/>
            <p:cNvSpPr/>
            <p:nvPr/>
          </p:nvSpPr>
          <p:spPr>
            <a:xfrm>
              <a:off x="6472800" y="3279600"/>
              <a:ext cx="563040" cy="249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0" name="Freeform 16"/>
            <p:cNvSpPr/>
            <p:nvPr/>
          </p:nvSpPr>
          <p:spPr>
            <a:xfrm>
              <a:off x="2688840" y="2053080"/>
              <a:ext cx="1156320" cy="775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1" name="Freeform 17"/>
            <p:cNvSpPr/>
            <p:nvPr/>
          </p:nvSpPr>
          <p:spPr>
            <a:xfrm>
              <a:off x="4730760" y="3458880"/>
              <a:ext cx="766800" cy="6800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2" name="Freeform 18"/>
            <p:cNvSpPr/>
            <p:nvPr/>
          </p:nvSpPr>
          <p:spPr>
            <a:xfrm>
              <a:off x="5572080" y="3173400"/>
              <a:ext cx="374760" cy="6627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3" name="Freeform 19"/>
            <p:cNvSpPr/>
            <p:nvPr/>
          </p:nvSpPr>
          <p:spPr>
            <a:xfrm>
              <a:off x="5862240" y="3037680"/>
              <a:ext cx="482040" cy="598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4" name="Freeform 20"/>
            <p:cNvSpPr/>
            <p:nvPr/>
          </p:nvSpPr>
          <p:spPr>
            <a:xfrm>
              <a:off x="5434920" y="3579120"/>
              <a:ext cx="847800" cy="5065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5" name="Freeform 21"/>
            <p:cNvSpPr/>
            <p:nvPr/>
          </p:nvSpPr>
          <p:spPr>
            <a:xfrm>
              <a:off x="5376600" y="3904920"/>
              <a:ext cx="978480" cy="3848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6" name="Freeform 22"/>
            <p:cNvSpPr/>
            <p:nvPr/>
          </p:nvSpPr>
          <p:spPr>
            <a:xfrm>
              <a:off x="5807520" y="4787280"/>
              <a:ext cx="1070280" cy="7786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7" name="Freeform 23"/>
            <p:cNvSpPr/>
            <p:nvPr/>
          </p:nvSpPr>
          <p:spPr>
            <a:xfrm>
              <a:off x="6201720" y="3260520"/>
              <a:ext cx="489240" cy="548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8" name="Freeform 24"/>
            <p:cNvSpPr/>
            <p:nvPr/>
          </p:nvSpPr>
          <p:spPr>
            <a:xfrm>
              <a:off x="6937920" y="2346480"/>
              <a:ext cx="191520" cy="384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59" name="Freeform 25"/>
            <p:cNvSpPr/>
            <p:nvPr/>
          </p:nvSpPr>
          <p:spPr>
            <a:xfrm>
              <a:off x="7029360" y="2647080"/>
              <a:ext cx="411840" cy="201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0" name="Freeform 26"/>
            <p:cNvSpPr/>
            <p:nvPr/>
          </p:nvSpPr>
          <p:spPr>
            <a:xfrm>
              <a:off x="7076880" y="2271960"/>
              <a:ext cx="226800" cy="434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061" name="Group 27"/>
            <p:cNvGrpSpPr/>
            <p:nvPr/>
          </p:nvGrpSpPr>
          <p:grpSpPr>
            <a:xfrm>
              <a:off x="2043000" y="2176560"/>
              <a:ext cx="5270760" cy="2674440"/>
              <a:chOff x="2043000" y="2176560"/>
              <a:chExt cx="5270760" cy="2674440"/>
            </a:xfrm>
          </p:grpSpPr>
          <p:sp>
            <p:nvSpPr>
              <p:cNvPr id="6062" name="Freeform 28"/>
              <p:cNvSpPr/>
              <p:nvPr/>
            </p:nvSpPr>
            <p:spPr>
              <a:xfrm>
                <a:off x="2043000" y="3024360"/>
                <a:ext cx="739800" cy="1197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3" name="Freeform 29"/>
              <p:cNvSpPr/>
              <p:nvPr/>
            </p:nvSpPr>
            <p:spPr>
              <a:xfrm>
                <a:off x="2654640" y="3155760"/>
                <a:ext cx="617760" cy="855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4" name="Freeform 30"/>
              <p:cNvSpPr/>
              <p:nvPr/>
            </p:nvSpPr>
            <p:spPr>
              <a:xfrm>
                <a:off x="3045600" y="2736720"/>
                <a:ext cx="791280" cy="69480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5" name="Freeform 31"/>
              <p:cNvSpPr/>
              <p:nvPr/>
            </p:nvSpPr>
            <p:spPr>
              <a:xfrm>
                <a:off x="3206160" y="3386160"/>
                <a:ext cx="825480" cy="661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6" name="Freeform 32"/>
              <p:cNvSpPr/>
              <p:nvPr/>
            </p:nvSpPr>
            <p:spPr>
              <a:xfrm>
                <a:off x="2462400" y="3940920"/>
                <a:ext cx="749160" cy="893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7" name="Freeform 33"/>
              <p:cNvSpPr/>
              <p:nvPr/>
            </p:nvSpPr>
            <p:spPr>
              <a:xfrm>
                <a:off x="3116520" y="4003560"/>
                <a:ext cx="794880" cy="84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8" name="Freeform 34"/>
              <p:cNvSpPr/>
              <p:nvPr/>
            </p:nvSpPr>
            <p:spPr>
              <a:xfrm>
                <a:off x="3839400" y="2176560"/>
                <a:ext cx="776160" cy="4874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69" name="Freeform 35"/>
              <p:cNvSpPr/>
              <p:nvPr/>
            </p:nvSpPr>
            <p:spPr>
              <a:xfrm>
                <a:off x="3818160" y="2646720"/>
                <a:ext cx="816480" cy="571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0" name="Freeform 36"/>
              <p:cNvSpPr/>
              <p:nvPr/>
            </p:nvSpPr>
            <p:spPr>
              <a:xfrm>
                <a:off x="3807000" y="3121200"/>
                <a:ext cx="972360" cy="470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1" name="Freeform 37"/>
              <p:cNvSpPr/>
              <p:nvPr/>
            </p:nvSpPr>
            <p:spPr>
              <a:xfrm>
                <a:off x="4012920" y="3580560"/>
                <a:ext cx="856080" cy="4687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2" name="Freeform 38"/>
              <p:cNvSpPr/>
              <p:nvPr/>
            </p:nvSpPr>
            <p:spPr>
              <a:xfrm>
                <a:off x="3898440" y="4038120"/>
                <a:ext cx="997200" cy="514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3" name="Freeform 39"/>
              <p:cNvSpPr/>
              <p:nvPr/>
            </p:nvSpPr>
            <p:spPr>
              <a:xfrm>
                <a:off x="4615560" y="3011040"/>
                <a:ext cx="675000" cy="470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4" name="Freeform 40"/>
              <p:cNvSpPr/>
              <p:nvPr/>
            </p:nvSpPr>
            <p:spPr>
              <a:xfrm>
                <a:off x="5157000" y="3111840"/>
                <a:ext cx="482400" cy="858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5" name="Freeform 41"/>
              <p:cNvSpPr/>
              <p:nvPr/>
            </p:nvSpPr>
            <p:spPr>
              <a:xfrm>
                <a:off x="6903720" y="2961360"/>
                <a:ext cx="175320" cy="372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6" name="Freeform 42"/>
              <p:cNvSpPr/>
              <p:nvPr/>
            </p:nvSpPr>
            <p:spPr>
              <a:xfrm>
                <a:off x="7039080" y="2799360"/>
                <a:ext cx="215640" cy="1771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7" name="Freeform 43"/>
              <p:cNvSpPr/>
              <p:nvPr/>
            </p:nvSpPr>
            <p:spPr>
              <a:xfrm>
                <a:off x="7205400" y="2782440"/>
                <a:ext cx="108360" cy="964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078" name="Freeform 44"/>
            <p:cNvSpPr/>
            <p:nvPr/>
          </p:nvSpPr>
          <p:spPr>
            <a:xfrm>
              <a:off x="1874160" y="1913760"/>
              <a:ext cx="740520" cy="5842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79" name="Freeform 45"/>
            <p:cNvSpPr/>
            <p:nvPr/>
          </p:nvSpPr>
          <p:spPr>
            <a:xfrm>
              <a:off x="1698120" y="2336760"/>
              <a:ext cx="925560" cy="759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0" name="Freeform 46"/>
            <p:cNvSpPr/>
            <p:nvPr/>
          </p:nvSpPr>
          <p:spPr>
            <a:xfrm>
              <a:off x="1622520" y="2925360"/>
              <a:ext cx="977040" cy="16196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1" name="Freeform 47"/>
            <p:cNvSpPr/>
            <p:nvPr/>
          </p:nvSpPr>
          <p:spPr>
            <a:xfrm>
              <a:off x="2454840" y="2041200"/>
              <a:ext cx="666720" cy="11581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2" name="Freeform 48"/>
            <p:cNvSpPr/>
            <p:nvPr/>
          </p:nvSpPr>
          <p:spPr>
            <a:xfrm>
              <a:off x="5281560" y="4259160"/>
              <a:ext cx="399240" cy="75024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3" name="Freeform 49"/>
            <p:cNvSpPr/>
            <p:nvPr/>
          </p:nvSpPr>
          <p:spPr>
            <a:xfrm>
              <a:off x="5656320" y="4222800"/>
              <a:ext cx="452520" cy="758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4" name="Freeform 50"/>
            <p:cNvSpPr/>
            <p:nvPr/>
          </p:nvSpPr>
          <p:spPr>
            <a:xfrm>
              <a:off x="5950440" y="4185000"/>
              <a:ext cx="626400" cy="69732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5" name="Freeform 51"/>
            <p:cNvSpPr/>
            <p:nvPr/>
          </p:nvSpPr>
          <p:spPr>
            <a:xfrm>
              <a:off x="6101640" y="3758040"/>
              <a:ext cx="983520" cy="4629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6" name="Freeform 52"/>
            <p:cNvSpPr/>
            <p:nvPr/>
          </p:nvSpPr>
          <p:spPr>
            <a:xfrm>
              <a:off x="6897240" y="3270240"/>
              <a:ext cx="137160" cy="1828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7" name="Freeform 53"/>
            <p:cNvSpPr/>
            <p:nvPr/>
          </p:nvSpPr>
          <p:spPr>
            <a:xfrm>
              <a:off x="6365520" y="2382120"/>
              <a:ext cx="732240" cy="64008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8" name="Freeform 54"/>
            <p:cNvSpPr/>
            <p:nvPr/>
          </p:nvSpPr>
          <p:spPr>
            <a:xfrm>
              <a:off x="7080480" y="2919600"/>
              <a:ext cx="212400" cy="1371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89" name="Freeform 55"/>
            <p:cNvSpPr/>
            <p:nvPr/>
          </p:nvSpPr>
          <p:spPr>
            <a:xfrm>
              <a:off x="6976440" y="3518280"/>
              <a:ext cx="59400" cy="108360"/>
            </a:xfrm>
            <a:prstGeom prst="pie">
              <a:avLst/>
            </a:prstGeom>
            <a:solidFill>
              <a:srgbClr val="336600"/>
            </a:solidFill>
            <a:ln w="648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09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3FFAD6-4259-42E5-9872-AC84C1224E5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6092" name="Group 2"/>
          <p:cNvGrpSpPr/>
          <p:nvPr/>
        </p:nvGrpSpPr>
        <p:grpSpPr>
          <a:xfrm>
            <a:off x="3076560" y="1652760"/>
            <a:ext cx="2947680" cy="4296960"/>
            <a:chOff x="3076560" y="1652760"/>
            <a:chExt cx="2947680" cy="4296960"/>
          </a:xfrm>
        </p:grpSpPr>
        <p:sp>
          <p:nvSpPr>
            <p:cNvPr id="6093" name="Freeform 3"/>
            <p:cNvSpPr/>
            <p:nvPr/>
          </p:nvSpPr>
          <p:spPr>
            <a:xfrm>
              <a:off x="3556440" y="2086200"/>
              <a:ext cx="2467800" cy="238068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4" name="Freeform 4"/>
            <p:cNvSpPr/>
            <p:nvPr/>
          </p:nvSpPr>
          <p:spPr>
            <a:xfrm>
              <a:off x="3179880" y="1652760"/>
              <a:ext cx="803880" cy="100692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5" name="Freeform 5"/>
            <p:cNvSpPr/>
            <p:nvPr/>
          </p:nvSpPr>
          <p:spPr>
            <a:xfrm>
              <a:off x="3570480" y="1694880"/>
              <a:ext cx="886320" cy="64296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6" name="Freeform 6"/>
            <p:cNvSpPr/>
            <p:nvPr/>
          </p:nvSpPr>
          <p:spPr>
            <a:xfrm>
              <a:off x="4348440" y="1869480"/>
              <a:ext cx="334440" cy="46296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7" name="Freeform 7"/>
            <p:cNvSpPr/>
            <p:nvPr/>
          </p:nvSpPr>
          <p:spPr>
            <a:xfrm>
              <a:off x="3076560" y="2353680"/>
              <a:ext cx="358200" cy="39348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8" name="Freeform 8"/>
            <p:cNvSpPr/>
            <p:nvPr/>
          </p:nvSpPr>
          <p:spPr>
            <a:xfrm>
              <a:off x="3093480" y="2415960"/>
              <a:ext cx="819360" cy="113724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099" name="Freeform 9"/>
            <p:cNvSpPr/>
            <p:nvPr/>
          </p:nvSpPr>
          <p:spPr>
            <a:xfrm>
              <a:off x="3818880" y="2985480"/>
              <a:ext cx="764640" cy="83700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00" name="Freeform 10"/>
            <p:cNvSpPr/>
            <p:nvPr/>
          </p:nvSpPr>
          <p:spPr>
            <a:xfrm>
              <a:off x="4297680" y="3601800"/>
              <a:ext cx="510840" cy="52668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01" name="Freeform 11"/>
            <p:cNvSpPr/>
            <p:nvPr/>
          </p:nvSpPr>
          <p:spPr>
            <a:xfrm>
              <a:off x="3885840" y="3761640"/>
              <a:ext cx="947520" cy="210168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02" name="Freeform 12"/>
            <p:cNvSpPr/>
            <p:nvPr/>
          </p:nvSpPr>
          <p:spPr>
            <a:xfrm>
              <a:off x="4536720" y="4301280"/>
              <a:ext cx="318960" cy="31860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03" name="Freeform 13"/>
            <p:cNvSpPr/>
            <p:nvPr/>
          </p:nvSpPr>
          <p:spPr>
            <a:xfrm>
              <a:off x="3757680" y="3479760"/>
              <a:ext cx="446760" cy="246996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04" name="Freeform 14"/>
            <p:cNvSpPr/>
            <p:nvPr/>
          </p:nvSpPr>
          <p:spPr>
            <a:xfrm>
              <a:off x="4577400" y="2013840"/>
              <a:ext cx="257040" cy="27036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05" name="Freeform 15"/>
            <p:cNvSpPr/>
            <p:nvPr/>
          </p:nvSpPr>
          <p:spPr>
            <a:xfrm>
              <a:off x="4790160" y="2016360"/>
              <a:ext cx="187920" cy="260640"/>
            </a:xfrm>
            <a:prstGeom prst="pie">
              <a:avLst/>
            </a:prstGeom>
            <a:solidFill>
              <a:srgbClr val="336600"/>
            </a:solidFill>
            <a:ln w="1764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10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South America</a:t>
            </a:r>
            <a:endParaRPr b="1"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10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153308F-B152-421C-8167-F572D3ADAFB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10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Asia</a:t>
            </a:r>
            <a:endParaRPr b="1" lang="en-US" sz="1600" spc="-1" strike="noStrike">
              <a:solidFill>
                <a:srgbClr val="000000"/>
              </a:solidFill>
              <a:latin typeface="Arial"/>
            </a:endParaRPr>
          </a:p>
        </p:txBody>
      </p:sp>
      <p:grpSp>
        <p:nvGrpSpPr>
          <p:cNvPr id="6110" name="Group 3"/>
          <p:cNvGrpSpPr/>
          <p:nvPr/>
        </p:nvGrpSpPr>
        <p:grpSpPr>
          <a:xfrm>
            <a:off x="2701800" y="1557360"/>
            <a:ext cx="3887640" cy="4464000"/>
            <a:chOff x="2701800" y="1557360"/>
            <a:chExt cx="3887640" cy="4464000"/>
          </a:xfrm>
        </p:grpSpPr>
        <p:sp>
          <p:nvSpPr>
            <p:cNvPr id="6111" name="Freeform 4"/>
            <p:cNvSpPr/>
            <p:nvPr/>
          </p:nvSpPr>
          <p:spPr>
            <a:xfrm>
              <a:off x="3164400" y="3506760"/>
              <a:ext cx="153720" cy="84240"/>
            </a:xfrm>
            <a:prstGeom prst="pie">
              <a:avLst/>
            </a:prstGeom>
            <a:solidFill>
              <a:srgbClr val="336600"/>
            </a:solidFill>
            <a:ln w="792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2" name="Freeform 5"/>
            <p:cNvSpPr/>
            <p:nvPr/>
          </p:nvSpPr>
          <p:spPr>
            <a:xfrm>
              <a:off x="3164400" y="3506760"/>
              <a:ext cx="153720" cy="84240"/>
            </a:xfrm>
            <a:prstGeom prst="pie">
              <a:avLst/>
            </a:prstGeom>
            <a:solidFill>
              <a:srgbClr val="336600"/>
            </a:solidFill>
            <a:ln w="792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3" name="Freeform 6"/>
            <p:cNvSpPr/>
            <p:nvPr/>
          </p:nvSpPr>
          <p:spPr>
            <a:xfrm>
              <a:off x="3312360" y="3051000"/>
              <a:ext cx="933480" cy="554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4" name="Freeform 7"/>
            <p:cNvSpPr/>
            <p:nvPr/>
          </p:nvSpPr>
          <p:spPr>
            <a:xfrm>
              <a:off x="3312360" y="3051000"/>
              <a:ext cx="933480" cy="554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5" name="Freeform 8"/>
            <p:cNvSpPr/>
            <p:nvPr/>
          </p:nvSpPr>
          <p:spPr>
            <a:xfrm>
              <a:off x="3242160" y="3583080"/>
              <a:ext cx="73080" cy="81000"/>
            </a:xfrm>
            <a:prstGeom prst="pie">
              <a:avLst/>
            </a:prstGeom>
            <a:solidFill>
              <a:srgbClr val="336600"/>
            </a:solidFill>
            <a:ln w="792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6" name="Freeform 9"/>
            <p:cNvSpPr/>
            <p:nvPr/>
          </p:nvSpPr>
          <p:spPr>
            <a:xfrm>
              <a:off x="3242160" y="3583080"/>
              <a:ext cx="73080" cy="81000"/>
            </a:xfrm>
            <a:prstGeom prst="pie">
              <a:avLst/>
            </a:prstGeom>
            <a:solidFill>
              <a:srgbClr val="336600"/>
            </a:solidFill>
            <a:ln w="792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7" name="Freeform 10"/>
            <p:cNvSpPr/>
            <p:nvPr/>
          </p:nvSpPr>
          <p:spPr>
            <a:xfrm>
              <a:off x="3268440" y="3564000"/>
              <a:ext cx="133200" cy="115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8" name="Freeform 11"/>
            <p:cNvSpPr/>
            <p:nvPr/>
          </p:nvSpPr>
          <p:spPr>
            <a:xfrm>
              <a:off x="3280320" y="3564000"/>
              <a:ext cx="121320" cy="115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19" name="Freeform 12"/>
            <p:cNvSpPr/>
            <p:nvPr/>
          </p:nvSpPr>
          <p:spPr>
            <a:xfrm>
              <a:off x="3268440" y="3632040"/>
              <a:ext cx="36360" cy="32040"/>
            </a:xfrm>
            <a:prstGeom prst="pie">
              <a:avLst/>
            </a:prstGeom>
            <a:solidFill>
              <a:srgbClr val="336600"/>
            </a:solidFill>
            <a:ln w="792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0" name="Freeform 13"/>
            <p:cNvSpPr/>
            <p:nvPr/>
          </p:nvSpPr>
          <p:spPr>
            <a:xfrm>
              <a:off x="3530880" y="3436920"/>
              <a:ext cx="392760" cy="285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1" name="Freeform 14"/>
            <p:cNvSpPr/>
            <p:nvPr/>
          </p:nvSpPr>
          <p:spPr>
            <a:xfrm>
              <a:off x="3530880" y="3436920"/>
              <a:ext cx="392760" cy="285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2" name="Freeform 15"/>
            <p:cNvSpPr/>
            <p:nvPr/>
          </p:nvSpPr>
          <p:spPr>
            <a:xfrm>
              <a:off x="3450240" y="3535200"/>
              <a:ext cx="323640" cy="238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3" name="Freeform 16"/>
            <p:cNvSpPr/>
            <p:nvPr/>
          </p:nvSpPr>
          <p:spPr>
            <a:xfrm>
              <a:off x="3450240" y="3535200"/>
              <a:ext cx="323640" cy="238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4" name="Freeform 17"/>
            <p:cNvSpPr/>
            <p:nvPr/>
          </p:nvSpPr>
          <p:spPr>
            <a:xfrm>
              <a:off x="3834360" y="3519360"/>
              <a:ext cx="249120" cy="131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5" name="Freeform 18"/>
            <p:cNvSpPr/>
            <p:nvPr/>
          </p:nvSpPr>
          <p:spPr>
            <a:xfrm>
              <a:off x="3834360" y="3519360"/>
              <a:ext cx="249120" cy="131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6" name="Freeform 19"/>
            <p:cNvSpPr/>
            <p:nvPr/>
          </p:nvSpPr>
          <p:spPr>
            <a:xfrm>
              <a:off x="3791520" y="3591000"/>
              <a:ext cx="171360" cy="137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7" name="Freeform 20"/>
            <p:cNvSpPr/>
            <p:nvPr/>
          </p:nvSpPr>
          <p:spPr>
            <a:xfrm>
              <a:off x="3791520" y="3591000"/>
              <a:ext cx="171360" cy="137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8" name="Freeform 21"/>
            <p:cNvSpPr/>
            <p:nvPr/>
          </p:nvSpPr>
          <p:spPr>
            <a:xfrm>
              <a:off x="3629160" y="3678120"/>
              <a:ext cx="328320" cy="268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29" name="Freeform 22"/>
            <p:cNvSpPr/>
            <p:nvPr/>
          </p:nvSpPr>
          <p:spPr>
            <a:xfrm>
              <a:off x="3629160" y="3678120"/>
              <a:ext cx="328320" cy="268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0" name="Freeform 23"/>
            <p:cNvSpPr/>
            <p:nvPr/>
          </p:nvSpPr>
          <p:spPr>
            <a:xfrm>
              <a:off x="4258080" y="3193920"/>
              <a:ext cx="729720" cy="381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1" name="Freeform 24"/>
            <p:cNvSpPr/>
            <p:nvPr/>
          </p:nvSpPr>
          <p:spPr>
            <a:xfrm>
              <a:off x="4258080" y="3193920"/>
              <a:ext cx="729720" cy="381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2" name="Freeform 25"/>
            <p:cNvSpPr/>
            <p:nvPr/>
          </p:nvSpPr>
          <p:spPr>
            <a:xfrm>
              <a:off x="3639600" y="3720960"/>
              <a:ext cx="383760" cy="381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3" name="Freeform 26"/>
            <p:cNvSpPr/>
            <p:nvPr/>
          </p:nvSpPr>
          <p:spPr>
            <a:xfrm>
              <a:off x="3639600" y="3720960"/>
              <a:ext cx="383760" cy="381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4" name="Freeform 27"/>
            <p:cNvSpPr/>
            <p:nvPr/>
          </p:nvSpPr>
          <p:spPr>
            <a:xfrm>
              <a:off x="4080600" y="3916440"/>
              <a:ext cx="184680" cy="114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5" name="Freeform 28"/>
            <p:cNvSpPr/>
            <p:nvPr/>
          </p:nvSpPr>
          <p:spPr>
            <a:xfrm>
              <a:off x="4080600" y="3916440"/>
              <a:ext cx="184680" cy="114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6" name="Freeform 29"/>
            <p:cNvSpPr/>
            <p:nvPr/>
          </p:nvSpPr>
          <p:spPr>
            <a:xfrm>
              <a:off x="4278240" y="3978360"/>
              <a:ext cx="73440" cy="44280"/>
            </a:xfrm>
            <a:prstGeom prst="pie">
              <a:avLst/>
            </a:prstGeom>
            <a:solidFill>
              <a:srgbClr val="336600"/>
            </a:solidFill>
            <a:ln w="7920">
              <a:solidFill>
                <a:srgbClr val="ffffff"/>
              </a:solidFill>
              <a:round/>
            </a:ln>
          </p:spPr>
          <p:style>
            <a:lnRef idx="0"/>
            <a:fillRef idx="0"/>
            <a:effectRef idx="0"/>
            <a:fontRef idx="minor"/>
          </p:style>
          <p:txBody>
            <a:bodyPr lIns="90000" rIns="90000" tIns="-2160" bIns="-2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7" name="Freeform 30"/>
            <p:cNvSpPr/>
            <p:nvPr/>
          </p:nvSpPr>
          <p:spPr>
            <a:xfrm>
              <a:off x="4278240" y="3978360"/>
              <a:ext cx="73440" cy="44280"/>
            </a:xfrm>
            <a:prstGeom prst="pie">
              <a:avLst/>
            </a:prstGeom>
            <a:solidFill>
              <a:srgbClr val="336600"/>
            </a:solidFill>
            <a:ln w="7920">
              <a:solidFill>
                <a:srgbClr val="ffffff"/>
              </a:solidFill>
              <a:round/>
            </a:ln>
          </p:spPr>
          <p:style>
            <a:lnRef idx="0"/>
            <a:fillRef idx="0"/>
            <a:effectRef idx="0"/>
            <a:fontRef idx="minor"/>
          </p:style>
          <p:txBody>
            <a:bodyPr lIns="90000" rIns="90000" tIns="-2160" bIns="-2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8" name="Freeform 31"/>
            <p:cNvSpPr/>
            <p:nvPr/>
          </p:nvSpPr>
          <p:spPr>
            <a:xfrm>
              <a:off x="3932640" y="3133800"/>
              <a:ext cx="1396440" cy="1119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39" name="Freeform 32"/>
            <p:cNvSpPr/>
            <p:nvPr/>
          </p:nvSpPr>
          <p:spPr>
            <a:xfrm>
              <a:off x="4730040" y="4202280"/>
              <a:ext cx="54000" cy="50760"/>
            </a:xfrm>
            <a:prstGeom prst="pie">
              <a:avLst/>
            </a:prstGeom>
            <a:solidFill>
              <a:srgbClr val="336600"/>
            </a:solidFill>
            <a:ln w="792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0" name="Freeform 33"/>
            <p:cNvSpPr/>
            <p:nvPr/>
          </p:nvSpPr>
          <p:spPr>
            <a:xfrm>
              <a:off x="3932640" y="3133800"/>
              <a:ext cx="1396440" cy="10634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1" name="Freeform 34"/>
            <p:cNvSpPr/>
            <p:nvPr/>
          </p:nvSpPr>
          <p:spPr>
            <a:xfrm>
              <a:off x="4260600" y="4032360"/>
              <a:ext cx="105480" cy="1443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2" name="Freeform 35"/>
            <p:cNvSpPr/>
            <p:nvPr/>
          </p:nvSpPr>
          <p:spPr>
            <a:xfrm>
              <a:off x="4260600" y="4032360"/>
              <a:ext cx="105480" cy="1443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3" name="Freeform 36"/>
            <p:cNvSpPr/>
            <p:nvPr/>
          </p:nvSpPr>
          <p:spPr>
            <a:xfrm>
              <a:off x="3803760" y="3767040"/>
              <a:ext cx="670680" cy="743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4" name="Freeform 37"/>
            <p:cNvSpPr/>
            <p:nvPr/>
          </p:nvSpPr>
          <p:spPr>
            <a:xfrm>
              <a:off x="3803760" y="3767040"/>
              <a:ext cx="670680" cy="743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5" name="Freeform 38"/>
            <p:cNvSpPr/>
            <p:nvPr/>
          </p:nvSpPr>
          <p:spPr>
            <a:xfrm>
              <a:off x="4070160" y="4468680"/>
              <a:ext cx="49680" cy="939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6" name="Freeform 39"/>
            <p:cNvSpPr/>
            <p:nvPr/>
          </p:nvSpPr>
          <p:spPr>
            <a:xfrm>
              <a:off x="4070160" y="4468680"/>
              <a:ext cx="49680" cy="939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7" name="Freeform 40"/>
            <p:cNvSpPr/>
            <p:nvPr/>
          </p:nvSpPr>
          <p:spPr>
            <a:xfrm>
              <a:off x="5087520" y="3527280"/>
              <a:ext cx="143280" cy="177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8" name="Freeform 41"/>
            <p:cNvSpPr/>
            <p:nvPr/>
          </p:nvSpPr>
          <p:spPr>
            <a:xfrm>
              <a:off x="5087520" y="3527280"/>
              <a:ext cx="143280" cy="177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49" name="Freeform 42"/>
            <p:cNvSpPr/>
            <p:nvPr/>
          </p:nvSpPr>
          <p:spPr>
            <a:xfrm>
              <a:off x="4354560" y="3973680"/>
              <a:ext cx="203400" cy="4824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0" name="Freeform 43"/>
            <p:cNvSpPr/>
            <p:nvPr/>
          </p:nvSpPr>
          <p:spPr>
            <a:xfrm>
              <a:off x="4354560" y="3973680"/>
              <a:ext cx="203400" cy="4824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1" name="Freeform 44"/>
            <p:cNvSpPr/>
            <p:nvPr/>
          </p:nvSpPr>
          <p:spPr>
            <a:xfrm>
              <a:off x="4534920" y="4135320"/>
              <a:ext cx="169920" cy="2257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2" name="Freeform 45"/>
            <p:cNvSpPr/>
            <p:nvPr/>
          </p:nvSpPr>
          <p:spPr>
            <a:xfrm>
              <a:off x="4534920" y="4135320"/>
              <a:ext cx="169920" cy="2257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3" name="Freeform 46"/>
            <p:cNvSpPr/>
            <p:nvPr/>
          </p:nvSpPr>
          <p:spPr>
            <a:xfrm>
              <a:off x="5128200" y="3673440"/>
              <a:ext cx="80640" cy="130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4" name="Freeform 47"/>
            <p:cNvSpPr/>
            <p:nvPr/>
          </p:nvSpPr>
          <p:spPr>
            <a:xfrm>
              <a:off x="5128200" y="3673440"/>
              <a:ext cx="80640" cy="130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5" name="Freeform 48"/>
            <p:cNvSpPr/>
            <p:nvPr/>
          </p:nvSpPr>
          <p:spPr>
            <a:xfrm>
              <a:off x="4588920" y="4343400"/>
              <a:ext cx="117000" cy="1080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6" name="Freeform 49"/>
            <p:cNvSpPr/>
            <p:nvPr/>
          </p:nvSpPr>
          <p:spPr>
            <a:xfrm>
              <a:off x="4588920" y="4343400"/>
              <a:ext cx="117000" cy="1080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7" name="Freeform 50"/>
            <p:cNvSpPr/>
            <p:nvPr/>
          </p:nvSpPr>
          <p:spPr>
            <a:xfrm>
              <a:off x="4474800" y="4191120"/>
              <a:ext cx="185760" cy="380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8" name="Freeform 51"/>
            <p:cNvSpPr/>
            <p:nvPr/>
          </p:nvSpPr>
          <p:spPr>
            <a:xfrm>
              <a:off x="4474800" y="4191120"/>
              <a:ext cx="185760" cy="380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59" name="Freeform 52"/>
            <p:cNvSpPr/>
            <p:nvPr/>
          </p:nvSpPr>
          <p:spPr>
            <a:xfrm>
              <a:off x="4580280" y="4114800"/>
              <a:ext cx="167040" cy="3826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0" name="Freeform 53"/>
            <p:cNvSpPr/>
            <p:nvPr/>
          </p:nvSpPr>
          <p:spPr>
            <a:xfrm>
              <a:off x="4580280" y="4114800"/>
              <a:ext cx="167040" cy="3826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1" name="Freeform 54"/>
            <p:cNvSpPr/>
            <p:nvPr/>
          </p:nvSpPr>
          <p:spPr>
            <a:xfrm>
              <a:off x="5205960" y="3441600"/>
              <a:ext cx="367560" cy="462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2" name="Freeform 55"/>
            <p:cNvSpPr/>
            <p:nvPr/>
          </p:nvSpPr>
          <p:spPr>
            <a:xfrm>
              <a:off x="5238360" y="3578400"/>
              <a:ext cx="257760" cy="253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3" name="Freeform 56"/>
            <p:cNvSpPr/>
            <p:nvPr/>
          </p:nvSpPr>
          <p:spPr>
            <a:xfrm>
              <a:off x="5443560" y="3441600"/>
              <a:ext cx="130320" cy="142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4" name="Freeform 57"/>
            <p:cNvSpPr/>
            <p:nvPr/>
          </p:nvSpPr>
          <p:spPr>
            <a:xfrm>
              <a:off x="5205960" y="3821040"/>
              <a:ext cx="56880" cy="82800"/>
            </a:xfrm>
            <a:prstGeom prst="pie">
              <a:avLst/>
            </a:prstGeom>
            <a:solidFill>
              <a:srgbClr val="336600"/>
            </a:solidFill>
            <a:ln w="7920">
              <a:solidFill>
                <a:srgbClr val="ffffff"/>
              </a:solidFill>
              <a:round/>
            </a:ln>
          </p:spPr>
          <p:style>
            <a:lnRef idx="0"/>
            <a:fillRef idx="0"/>
            <a:effectRef idx="0"/>
            <a:fontRef idx="minor"/>
          </p:style>
          <p:txBody>
            <a:bodyPr lIns="90000" rIns="90000" tIns="36360" bIns="36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5" name="Freeform 58"/>
            <p:cNvSpPr/>
            <p:nvPr/>
          </p:nvSpPr>
          <p:spPr>
            <a:xfrm>
              <a:off x="5268960" y="3807000"/>
              <a:ext cx="56880" cy="47520"/>
            </a:xfrm>
            <a:prstGeom prst="pie">
              <a:avLst/>
            </a:prstGeom>
            <a:solidFill>
              <a:srgbClr val="336600"/>
            </a:solidFill>
            <a:ln w="792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6" name="Freeform 59"/>
            <p:cNvSpPr/>
            <p:nvPr/>
          </p:nvSpPr>
          <p:spPr>
            <a:xfrm>
              <a:off x="4992120" y="4065480"/>
              <a:ext cx="40680" cy="87480"/>
            </a:xfrm>
            <a:prstGeom prst="pie">
              <a:avLst/>
            </a:prstGeom>
            <a:solidFill>
              <a:srgbClr val="336600"/>
            </a:solidFill>
            <a:ln w="792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7" name="Freeform 60"/>
            <p:cNvSpPr/>
            <p:nvPr/>
          </p:nvSpPr>
          <p:spPr>
            <a:xfrm>
              <a:off x="4992120" y="4065480"/>
              <a:ext cx="40680" cy="87480"/>
            </a:xfrm>
            <a:prstGeom prst="pie">
              <a:avLst/>
            </a:prstGeom>
            <a:solidFill>
              <a:srgbClr val="336600"/>
            </a:solidFill>
            <a:ln w="792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8" name="Freeform 61"/>
            <p:cNvSpPr/>
            <p:nvPr/>
          </p:nvSpPr>
          <p:spPr>
            <a:xfrm>
              <a:off x="4537800" y="4537080"/>
              <a:ext cx="432360" cy="1540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69" name="Freeform 62"/>
            <p:cNvSpPr/>
            <p:nvPr/>
          </p:nvSpPr>
          <p:spPr>
            <a:xfrm>
              <a:off x="4537800" y="4549680"/>
              <a:ext cx="92160" cy="1256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0" name="Freeform 63"/>
            <p:cNvSpPr/>
            <p:nvPr/>
          </p:nvSpPr>
          <p:spPr>
            <a:xfrm>
              <a:off x="4751640" y="4537080"/>
              <a:ext cx="218160" cy="1540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1" name="Freeform 64"/>
            <p:cNvSpPr/>
            <p:nvPr/>
          </p:nvSpPr>
          <p:spPr>
            <a:xfrm>
              <a:off x="4857120" y="4584600"/>
              <a:ext cx="24840" cy="25560"/>
            </a:xfrm>
            <a:prstGeom prst="pie">
              <a:avLst/>
            </a:prstGeom>
            <a:solidFill>
              <a:srgbClr val="336600"/>
            </a:solidFill>
            <a:ln w="7920">
              <a:solidFill>
                <a:srgbClr val="ffffff"/>
              </a:solidFill>
              <a:round/>
            </a:ln>
          </p:spPr>
          <p:style>
            <a:lnRef idx="0"/>
            <a:fillRef idx="0"/>
            <a:effectRef idx="0"/>
            <a:fontRef idx="minor"/>
          </p:style>
          <p:txBody>
            <a:bodyPr lIns="90000" rIns="90000" tIns="-20880" bIns="-20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2" name="Freeform 65"/>
            <p:cNvSpPr/>
            <p:nvPr/>
          </p:nvSpPr>
          <p:spPr>
            <a:xfrm>
              <a:off x="4857120" y="4584600"/>
              <a:ext cx="24840" cy="25560"/>
            </a:xfrm>
            <a:prstGeom prst="pie">
              <a:avLst/>
            </a:prstGeom>
            <a:solidFill>
              <a:srgbClr val="336600"/>
            </a:solidFill>
            <a:ln w="7920">
              <a:solidFill>
                <a:srgbClr val="ffffff"/>
              </a:solidFill>
              <a:round/>
            </a:ln>
          </p:spPr>
          <p:style>
            <a:lnRef idx="0"/>
            <a:fillRef idx="0"/>
            <a:effectRef idx="0"/>
            <a:fontRef idx="minor"/>
          </p:style>
          <p:txBody>
            <a:bodyPr lIns="90000" rIns="90000" tIns="-20880" bIns="-20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3" name="Freeform 66"/>
            <p:cNvSpPr/>
            <p:nvPr/>
          </p:nvSpPr>
          <p:spPr>
            <a:xfrm>
              <a:off x="4927680" y="4240080"/>
              <a:ext cx="210960" cy="331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4" name="Freeform 67"/>
            <p:cNvSpPr/>
            <p:nvPr/>
          </p:nvSpPr>
          <p:spPr>
            <a:xfrm>
              <a:off x="4984920" y="4240080"/>
              <a:ext cx="95040" cy="146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5" name="Freeform 68"/>
            <p:cNvSpPr/>
            <p:nvPr/>
          </p:nvSpPr>
          <p:spPr>
            <a:xfrm>
              <a:off x="5034600" y="4465800"/>
              <a:ext cx="103680" cy="1062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6" name="Freeform 69"/>
            <p:cNvSpPr/>
            <p:nvPr/>
          </p:nvSpPr>
          <p:spPr>
            <a:xfrm>
              <a:off x="4927680" y="4462560"/>
              <a:ext cx="32040" cy="36360"/>
            </a:xfrm>
            <a:prstGeom prst="pie">
              <a:avLst/>
            </a:prstGeom>
            <a:solidFill>
              <a:srgbClr val="336600"/>
            </a:solidFill>
            <a:ln w="7920">
              <a:solidFill>
                <a:srgbClr val="ffffff"/>
              </a:solidFill>
              <a:round/>
            </a:ln>
          </p:spPr>
          <p:style>
            <a:lnRef idx="0"/>
            <a:fillRef idx="0"/>
            <a:effectRef idx="0"/>
            <a:fontRef idx="minor"/>
          </p:style>
          <p:txBody>
            <a:bodyPr lIns="90000" rIns="90000" tIns="-10080" bIns="-10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7" name="Freeform 70"/>
            <p:cNvSpPr/>
            <p:nvPr/>
          </p:nvSpPr>
          <p:spPr>
            <a:xfrm>
              <a:off x="5045040" y="4437000"/>
              <a:ext cx="23040" cy="46080"/>
            </a:xfrm>
            <a:prstGeom prst="pie">
              <a:avLst/>
            </a:prstGeom>
            <a:solidFill>
              <a:srgbClr val="336600"/>
            </a:solidFill>
            <a:ln w="792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8" name="Freeform 71"/>
            <p:cNvSpPr/>
            <p:nvPr/>
          </p:nvSpPr>
          <p:spPr>
            <a:xfrm>
              <a:off x="4962960" y="4429080"/>
              <a:ext cx="18720" cy="30240"/>
            </a:xfrm>
            <a:prstGeom prst="pie">
              <a:avLst/>
            </a:prstGeom>
            <a:solidFill>
              <a:srgbClr val="336600"/>
            </a:solidFill>
            <a:ln w="792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79" name="Freeform 72"/>
            <p:cNvSpPr/>
            <p:nvPr/>
          </p:nvSpPr>
          <p:spPr>
            <a:xfrm>
              <a:off x="5036040" y="4416480"/>
              <a:ext cx="23400" cy="31680"/>
            </a:xfrm>
            <a:prstGeom prst="pie">
              <a:avLst/>
            </a:prstGeom>
            <a:solidFill>
              <a:srgbClr val="336600"/>
            </a:solidFill>
            <a:ln w="792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0" name="Freeform 73"/>
            <p:cNvSpPr/>
            <p:nvPr/>
          </p:nvSpPr>
          <p:spPr>
            <a:xfrm>
              <a:off x="5090040" y="4395960"/>
              <a:ext cx="26280" cy="34920"/>
            </a:xfrm>
            <a:prstGeom prst="pie">
              <a:avLst/>
            </a:prstGeom>
            <a:solidFill>
              <a:srgbClr val="336600"/>
            </a:solidFill>
            <a:ln w="792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1" name="Freeform 74"/>
            <p:cNvSpPr/>
            <p:nvPr/>
          </p:nvSpPr>
          <p:spPr>
            <a:xfrm>
              <a:off x="4999320" y="4373640"/>
              <a:ext cx="23400" cy="30240"/>
            </a:xfrm>
            <a:prstGeom prst="pie">
              <a:avLst/>
            </a:prstGeom>
            <a:solidFill>
              <a:srgbClr val="336600"/>
            </a:solidFill>
            <a:ln w="792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2" name="Freeform 75"/>
            <p:cNvSpPr/>
            <p:nvPr/>
          </p:nvSpPr>
          <p:spPr>
            <a:xfrm>
              <a:off x="4424760" y="4570560"/>
              <a:ext cx="1046520" cy="3967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3" name="Freeform 76"/>
            <p:cNvSpPr/>
            <p:nvPr/>
          </p:nvSpPr>
          <p:spPr>
            <a:xfrm>
              <a:off x="5245560" y="4721400"/>
              <a:ext cx="225360" cy="218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4" name="Freeform 77"/>
            <p:cNvSpPr/>
            <p:nvPr/>
          </p:nvSpPr>
          <p:spPr>
            <a:xfrm>
              <a:off x="4962960" y="4667400"/>
              <a:ext cx="143280" cy="185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5" name="Freeform 78"/>
            <p:cNvSpPr/>
            <p:nvPr/>
          </p:nvSpPr>
          <p:spPr>
            <a:xfrm>
              <a:off x="4737240" y="4603680"/>
              <a:ext cx="226800" cy="211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6" name="Freeform 79"/>
            <p:cNvSpPr/>
            <p:nvPr/>
          </p:nvSpPr>
          <p:spPr>
            <a:xfrm>
              <a:off x="4967280" y="4944960"/>
              <a:ext cx="38160" cy="22320"/>
            </a:xfrm>
            <a:prstGeom prst="pie">
              <a:avLst/>
            </a:prstGeom>
            <a:solidFill>
              <a:srgbClr val="336600"/>
            </a:solidFill>
            <a:ln w="792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7" name="Freeform 80"/>
            <p:cNvSpPr/>
            <p:nvPr/>
          </p:nvSpPr>
          <p:spPr>
            <a:xfrm>
              <a:off x="5072400" y="4919760"/>
              <a:ext cx="82080" cy="47520"/>
            </a:xfrm>
            <a:prstGeom prst="pie">
              <a:avLst/>
            </a:prstGeom>
            <a:solidFill>
              <a:srgbClr val="336600"/>
            </a:solidFill>
            <a:ln w="792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8" name="Freeform 81"/>
            <p:cNvSpPr/>
            <p:nvPr/>
          </p:nvSpPr>
          <p:spPr>
            <a:xfrm>
              <a:off x="4652280" y="4857840"/>
              <a:ext cx="209160" cy="69840"/>
            </a:xfrm>
            <a:prstGeom prst="pie">
              <a:avLst/>
            </a:prstGeom>
            <a:solidFill>
              <a:srgbClr val="336600"/>
            </a:solidFill>
            <a:ln w="7920">
              <a:solidFill>
                <a:srgbClr val="ffffff"/>
              </a:solidFill>
              <a:round/>
            </a:ln>
          </p:spPr>
          <p:style>
            <a:lnRef idx="0"/>
            <a:fillRef idx="0"/>
            <a:effectRef idx="0"/>
            <a:fontRef idx="minor"/>
          </p:style>
          <p:txBody>
            <a:bodyPr lIns="90000" rIns="90000" tIns="23400" bIns="23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89" name="Freeform 82"/>
            <p:cNvSpPr/>
            <p:nvPr/>
          </p:nvSpPr>
          <p:spPr>
            <a:xfrm>
              <a:off x="4653360" y="4749840"/>
              <a:ext cx="33840" cy="38160"/>
            </a:xfrm>
            <a:prstGeom prst="pie">
              <a:avLst/>
            </a:prstGeom>
            <a:solidFill>
              <a:srgbClr val="336600"/>
            </a:solidFill>
            <a:ln w="7920">
              <a:solidFill>
                <a:srgbClr val="ffffff"/>
              </a:solidFill>
              <a:round/>
            </a:ln>
          </p:spPr>
          <p:style>
            <a:lnRef idx="0"/>
            <a:fillRef idx="0"/>
            <a:effectRef idx="0"/>
            <a:fontRef idx="minor"/>
          </p:style>
          <p:txBody>
            <a:bodyPr lIns="90000" rIns="90000" tIns="-8280" bIns="-8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0" name="Freeform 83"/>
            <p:cNvSpPr/>
            <p:nvPr/>
          </p:nvSpPr>
          <p:spPr>
            <a:xfrm>
              <a:off x="5162040" y="4662360"/>
              <a:ext cx="29520" cy="71640"/>
            </a:xfrm>
            <a:prstGeom prst="pie">
              <a:avLst/>
            </a:prstGeom>
            <a:solidFill>
              <a:srgbClr val="336600"/>
            </a:solidFill>
            <a:ln w="792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1" name="Freeform 84"/>
            <p:cNvSpPr/>
            <p:nvPr/>
          </p:nvSpPr>
          <p:spPr>
            <a:xfrm>
              <a:off x="4424760" y="4570560"/>
              <a:ext cx="246240" cy="2887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2" name="Freeform 85"/>
            <p:cNvSpPr/>
            <p:nvPr/>
          </p:nvSpPr>
          <p:spPr>
            <a:xfrm>
              <a:off x="4864320" y="4913280"/>
              <a:ext cx="24840" cy="14400"/>
            </a:xfrm>
            <a:prstGeom prst="pie">
              <a:avLst/>
            </a:prstGeom>
            <a:solidFill>
              <a:srgbClr val="336600"/>
            </a:solidFill>
            <a:ln w="792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3" name="Freeform 86"/>
            <p:cNvSpPr/>
            <p:nvPr/>
          </p:nvSpPr>
          <p:spPr>
            <a:xfrm>
              <a:off x="4916160" y="4911840"/>
              <a:ext cx="52200" cy="25200"/>
            </a:xfrm>
            <a:prstGeom prst="pie">
              <a:avLst/>
            </a:prstGeom>
            <a:solidFill>
              <a:srgbClr val="336600"/>
            </a:solidFill>
            <a:ln w="792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4" name="Freeform 87"/>
            <p:cNvSpPr/>
            <p:nvPr/>
          </p:nvSpPr>
          <p:spPr>
            <a:xfrm>
              <a:off x="4989240" y="4910040"/>
              <a:ext cx="7020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5" name="Freeform 88"/>
            <p:cNvSpPr/>
            <p:nvPr/>
          </p:nvSpPr>
          <p:spPr>
            <a:xfrm>
              <a:off x="5396400" y="4896000"/>
              <a:ext cx="27720" cy="25200"/>
            </a:xfrm>
            <a:prstGeom prst="pie">
              <a:avLst/>
            </a:prstGeom>
            <a:solidFill>
              <a:srgbClr val="336600"/>
            </a:solidFill>
            <a:ln w="792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6" name="Freeform 89"/>
            <p:cNvSpPr/>
            <p:nvPr/>
          </p:nvSpPr>
          <p:spPr>
            <a:xfrm>
              <a:off x="5129640" y="4789440"/>
              <a:ext cx="2628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7" name="Freeform 90"/>
            <p:cNvSpPr/>
            <p:nvPr/>
          </p:nvSpPr>
          <p:spPr>
            <a:xfrm>
              <a:off x="5176800" y="4782960"/>
              <a:ext cx="62640" cy="22320"/>
            </a:xfrm>
            <a:prstGeom prst="pie">
              <a:avLst/>
            </a:prstGeom>
            <a:solidFill>
              <a:srgbClr val="336600"/>
            </a:solidFill>
            <a:ln w="792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8" name="Freeform 91"/>
            <p:cNvSpPr/>
            <p:nvPr/>
          </p:nvSpPr>
          <p:spPr>
            <a:xfrm>
              <a:off x="5466960" y="4778280"/>
              <a:ext cx="263520" cy="1983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199" name="Freeform 92"/>
            <p:cNvSpPr/>
            <p:nvPr/>
          </p:nvSpPr>
          <p:spPr>
            <a:xfrm>
              <a:off x="5639760" y="4816440"/>
              <a:ext cx="90720" cy="50760"/>
            </a:xfrm>
            <a:prstGeom prst="pie">
              <a:avLst/>
            </a:prstGeom>
            <a:solidFill>
              <a:srgbClr val="336600"/>
            </a:solidFill>
            <a:ln w="792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0" name="Freeform 93"/>
            <p:cNvSpPr/>
            <p:nvPr/>
          </p:nvSpPr>
          <p:spPr>
            <a:xfrm>
              <a:off x="5466960" y="4778280"/>
              <a:ext cx="222480" cy="1983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1" name="Freeform 94"/>
            <p:cNvSpPr/>
            <p:nvPr/>
          </p:nvSpPr>
          <p:spPr>
            <a:xfrm>
              <a:off x="4834080" y="4981680"/>
              <a:ext cx="924480" cy="933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2" name="Freeform 95"/>
            <p:cNvSpPr/>
            <p:nvPr/>
          </p:nvSpPr>
          <p:spPr>
            <a:xfrm>
              <a:off x="5557680" y="5818320"/>
              <a:ext cx="82080" cy="96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3" name="Freeform 96"/>
            <p:cNvSpPr/>
            <p:nvPr/>
          </p:nvSpPr>
          <p:spPr>
            <a:xfrm>
              <a:off x="4834080" y="4981680"/>
              <a:ext cx="924480" cy="7840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4" name="Freeform 97"/>
            <p:cNvSpPr/>
            <p:nvPr/>
          </p:nvSpPr>
          <p:spPr>
            <a:xfrm>
              <a:off x="6054480" y="5621400"/>
              <a:ext cx="278280" cy="3999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5" name="Freeform 98"/>
            <p:cNvSpPr/>
            <p:nvPr/>
          </p:nvSpPr>
          <p:spPr>
            <a:xfrm>
              <a:off x="6195240" y="5621400"/>
              <a:ext cx="137880" cy="223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6" name="Freeform 99"/>
            <p:cNvSpPr/>
            <p:nvPr/>
          </p:nvSpPr>
          <p:spPr>
            <a:xfrm>
              <a:off x="6054480" y="5816520"/>
              <a:ext cx="178560" cy="204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7" name="Freeform 100"/>
            <p:cNvSpPr/>
            <p:nvPr/>
          </p:nvSpPr>
          <p:spPr>
            <a:xfrm>
              <a:off x="2701800" y="1557360"/>
              <a:ext cx="3657600" cy="20289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8" name="Freeform 101"/>
            <p:cNvSpPr/>
            <p:nvPr/>
          </p:nvSpPr>
          <p:spPr>
            <a:xfrm>
              <a:off x="2701800" y="3057480"/>
              <a:ext cx="68760" cy="39600"/>
            </a:xfrm>
            <a:prstGeom prst="pie">
              <a:avLst/>
            </a:prstGeom>
            <a:solidFill>
              <a:srgbClr val="336600"/>
            </a:solidFill>
            <a:ln w="792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09" name="Freeform 102"/>
            <p:cNvSpPr/>
            <p:nvPr/>
          </p:nvSpPr>
          <p:spPr>
            <a:xfrm>
              <a:off x="3425400" y="1982880"/>
              <a:ext cx="131760" cy="223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10" name="Freeform 103"/>
            <p:cNvSpPr/>
            <p:nvPr/>
          </p:nvSpPr>
          <p:spPr>
            <a:xfrm>
              <a:off x="3482640" y="1631880"/>
              <a:ext cx="341280" cy="346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11" name="Freeform 104"/>
            <p:cNvSpPr/>
            <p:nvPr/>
          </p:nvSpPr>
          <p:spPr>
            <a:xfrm>
              <a:off x="2872800" y="1557360"/>
              <a:ext cx="3486240" cy="20289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12" name="Freeform 105"/>
            <p:cNvSpPr/>
            <p:nvPr/>
          </p:nvSpPr>
          <p:spPr>
            <a:xfrm>
              <a:off x="5486040" y="3132000"/>
              <a:ext cx="67320" cy="292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13" name="Freeform 106"/>
            <p:cNvSpPr/>
            <p:nvPr/>
          </p:nvSpPr>
          <p:spPr>
            <a:xfrm>
              <a:off x="6359400" y="2319480"/>
              <a:ext cx="230040" cy="276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14" name="Freeform 107"/>
            <p:cNvSpPr/>
            <p:nvPr/>
          </p:nvSpPr>
          <p:spPr>
            <a:xfrm>
              <a:off x="6359400" y="2319480"/>
              <a:ext cx="230040" cy="276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15" name="Line 108"/>
            <p:cNvSpPr/>
            <p:nvPr/>
          </p:nvSpPr>
          <p:spPr>
            <a:xfrm>
              <a:off x="6359400" y="2319480"/>
              <a:ext cx="1440" cy="252360"/>
            </a:xfrm>
            <a:prstGeom prst="line">
              <a:avLst/>
            </a:prstGeom>
            <a:ln w="792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21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1042DF-CA1D-47C6-9940-CD584F7B4DD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21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India, overall view 1</a:t>
            </a:r>
            <a:endParaRPr b="1" lang="en-US" sz="1600" spc="-1" strike="noStrike">
              <a:solidFill>
                <a:srgbClr val="000000"/>
              </a:solidFill>
              <a:latin typeface="Arial"/>
            </a:endParaRPr>
          </a:p>
        </p:txBody>
      </p:sp>
      <p:sp>
        <p:nvSpPr>
          <p:cNvPr id="6219" name="Freeform 3"/>
          <p:cNvSpPr/>
          <p:nvPr/>
        </p:nvSpPr>
        <p:spPr>
          <a:xfrm>
            <a:off x="2665440" y="1585800"/>
            <a:ext cx="3978360" cy="4405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22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2CFF78-3362-4BA0-A02F-B9306E91BEE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2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India, overall view 2</a:t>
            </a:r>
            <a:endParaRPr b="1" lang="en-US" sz="1600" spc="-1" strike="noStrike">
              <a:solidFill>
                <a:srgbClr val="000000"/>
              </a:solidFill>
              <a:latin typeface="Arial"/>
            </a:endParaRPr>
          </a:p>
        </p:txBody>
      </p:sp>
      <p:grpSp>
        <p:nvGrpSpPr>
          <p:cNvPr id="6223" name="Group 4"/>
          <p:cNvGrpSpPr/>
          <p:nvPr/>
        </p:nvGrpSpPr>
        <p:grpSpPr>
          <a:xfrm>
            <a:off x="2556000" y="1438200"/>
            <a:ext cx="4054320" cy="4556160"/>
            <a:chOff x="2556000" y="1438200"/>
            <a:chExt cx="4054320" cy="4556160"/>
          </a:xfrm>
        </p:grpSpPr>
        <p:sp>
          <p:nvSpPr>
            <p:cNvPr id="6224" name="Freeform 5"/>
            <p:cNvSpPr/>
            <p:nvPr/>
          </p:nvSpPr>
          <p:spPr>
            <a:xfrm>
              <a:off x="3286080" y="1438200"/>
              <a:ext cx="1001880" cy="7689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25" name="Freeform 6"/>
            <p:cNvSpPr/>
            <p:nvPr/>
          </p:nvSpPr>
          <p:spPr>
            <a:xfrm>
              <a:off x="3655440" y="2066040"/>
              <a:ext cx="450000" cy="45432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26" name="Freeform 7"/>
            <p:cNvSpPr/>
            <p:nvPr/>
          </p:nvSpPr>
          <p:spPr>
            <a:xfrm>
              <a:off x="3402360" y="2164680"/>
              <a:ext cx="423000" cy="4485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27" name="Freeform 8"/>
            <p:cNvSpPr/>
            <p:nvPr/>
          </p:nvSpPr>
          <p:spPr>
            <a:xfrm>
              <a:off x="3912840" y="2339280"/>
              <a:ext cx="453240" cy="42624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28" name="Freeform 9"/>
            <p:cNvSpPr/>
            <p:nvPr/>
          </p:nvSpPr>
          <p:spPr>
            <a:xfrm>
              <a:off x="3486240" y="2440080"/>
              <a:ext cx="424080" cy="48672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29" name="Freeform 10"/>
            <p:cNvSpPr/>
            <p:nvPr/>
          </p:nvSpPr>
          <p:spPr>
            <a:xfrm>
              <a:off x="2793240" y="2535120"/>
              <a:ext cx="1200240" cy="109260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0" name="Freeform 11"/>
            <p:cNvSpPr/>
            <p:nvPr/>
          </p:nvSpPr>
          <p:spPr>
            <a:xfrm>
              <a:off x="2556000" y="3356640"/>
              <a:ext cx="887760" cy="70848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1" name="Freeform 12"/>
            <p:cNvSpPr/>
            <p:nvPr/>
          </p:nvSpPr>
          <p:spPr>
            <a:xfrm>
              <a:off x="3276000" y="4752720"/>
              <a:ext cx="100800" cy="14868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2" name="Freeform 13"/>
            <p:cNvSpPr/>
            <p:nvPr/>
          </p:nvSpPr>
          <p:spPr>
            <a:xfrm>
              <a:off x="3344040" y="4356360"/>
              <a:ext cx="670320" cy="106560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3" name="Freeform 14"/>
            <p:cNvSpPr/>
            <p:nvPr/>
          </p:nvSpPr>
          <p:spPr>
            <a:xfrm>
              <a:off x="3439440" y="5236200"/>
              <a:ext cx="382680" cy="72324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4" name="Freeform 15"/>
            <p:cNvSpPr/>
            <p:nvPr/>
          </p:nvSpPr>
          <p:spPr>
            <a:xfrm>
              <a:off x="3653280" y="5130000"/>
              <a:ext cx="630360" cy="8643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5" name="Freeform 16"/>
            <p:cNvSpPr/>
            <p:nvPr/>
          </p:nvSpPr>
          <p:spPr>
            <a:xfrm>
              <a:off x="3740400" y="4133880"/>
              <a:ext cx="1193400" cy="113940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6" name="Freeform 17"/>
            <p:cNvSpPr/>
            <p:nvPr/>
          </p:nvSpPr>
          <p:spPr>
            <a:xfrm>
              <a:off x="4267080" y="3479760"/>
              <a:ext cx="595080" cy="97848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7" name="Freeform 18"/>
            <p:cNvSpPr/>
            <p:nvPr/>
          </p:nvSpPr>
          <p:spPr>
            <a:xfrm>
              <a:off x="4441320" y="3710520"/>
              <a:ext cx="866520" cy="74088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8" name="Freeform 19"/>
            <p:cNvSpPr/>
            <p:nvPr/>
          </p:nvSpPr>
          <p:spPr>
            <a:xfrm>
              <a:off x="3814560" y="2519640"/>
              <a:ext cx="1065600" cy="100044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39" name="Freeform 20"/>
            <p:cNvSpPr/>
            <p:nvPr/>
          </p:nvSpPr>
          <p:spPr>
            <a:xfrm>
              <a:off x="4690080" y="2951640"/>
              <a:ext cx="689760" cy="49248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0" name="Freeform 21"/>
            <p:cNvSpPr/>
            <p:nvPr/>
          </p:nvSpPr>
          <p:spPr>
            <a:xfrm>
              <a:off x="4712400" y="3267360"/>
              <a:ext cx="631440" cy="53028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1" name="Freeform 22"/>
            <p:cNvSpPr/>
            <p:nvPr/>
          </p:nvSpPr>
          <p:spPr>
            <a:xfrm>
              <a:off x="5061600" y="2976120"/>
              <a:ext cx="539640" cy="8841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2" name="Freeform 23"/>
            <p:cNvSpPr/>
            <p:nvPr/>
          </p:nvSpPr>
          <p:spPr>
            <a:xfrm>
              <a:off x="5337000" y="2828520"/>
              <a:ext cx="122040" cy="1641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3" name="Freeform 24"/>
            <p:cNvSpPr/>
            <p:nvPr/>
          </p:nvSpPr>
          <p:spPr>
            <a:xfrm>
              <a:off x="5818680" y="2536200"/>
              <a:ext cx="791640" cy="4467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4" name="Freeform 25"/>
            <p:cNvSpPr/>
            <p:nvPr/>
          </p:nvSpPr>
          <p:spPr>
            <a:xfrm>
              <a:off x="5596920" y="3106080"/>
              <a:ext cx="416520" cy="16092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5" name="Freeform 26"/>
            <p:cNvSpPr/>
            <p:nvPr/>
          </p:nvSpPr>
          <p:spPr>
            <a:xfrm>
              <a:off x="5573520" y="2757960"/>
              <a:ext cx="852840" cy="64800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6" name="Freeform 27"/>
            <p:cNvSpPr/>
            <p:nvPr/>
          </p:nvSpPr>
          <p:spPr>
            <a:xfrm>
              <a:off x="6080760" y="2940480"/>
              <a:ext cx="261000" cy="27864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7" name="Freeform 28"/>
            <p:cNvSpPr/>
            <p:nvPr/>
          </p:nvSpPr>
          <p:spPr>
            <a:xfrm>
              <a:off x="6059160" y="3151800"/>
              <a:ext cx="231480" cy="28872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8" name="Freeform 29"/>
            <p:cNvSpPr/>
            <p:nvPr/>
          </p:nvSpPr>
          <p:spPr>
            <a:xfrm>
              <a:off x="5963040" y="3352320"/>
              <a:ext cx="173520" cy="41616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49" name="Freeform 30"/>
            <p:cNvSpPr/>
            <p:nvPr/>
          </p:nvSpPr>
          <p:spPr>
            <a:xfrm>
              <a:off x="5801760" y="3345480"/>
              <a:ext cx="167760" cy="26172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50" name="Freeform 31"/>
            <p:cNvSpPr/>
            <p:nvPr/>
          </p:nvSpPr>
          <p:spPr>
            <a:xfrm>
              <a:off x="3174120" y="3792240"/>
              <a:ext cx="1195560" cy="98604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51" name="Freeform 32"/>
            <p:cNvSpPr/>
            <p:nvPr/>
          </p:nvSpPr>
          <p:spPr>
            <a:xfrm>
              <a:off x="3348720" y="3056760"/>
              <a:ext cx="1278360" cy="886320"/>
            </a:xfrm>
            <a:prstGeom prst="pie">
              <a:avLst/>
            </a:prstGeom>
            <a:solidFill>
              <a:srgbClr val="336600"/>
            </a:solidFill>
            <a:ln w="12600">
              <a:solidFill>
                <a:srgbClr val="ffffff"/>
              </a:solidFill>
              <a:round/>
            </a:ln>
          </p:spPr>
          <p:style>
            <a:lnRef idx="0"/>
            <a:fillRef idx="0"/>
            <a:effectRef idx="0"/>
            <a:fontRef idx="minor"/>
          </p:style>
          <p:txBody>
            <a:bodyPr lIns="72000" rIns="72000" tIns="72000" bIns="72000" anchor="ctr" anchorCtr="1">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25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D4A2A2-58C1-468B-B4A2-932C1FD99D2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25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Thailand</a:t>
            </a:r>
            <a:endParaRPr b="1" lang="en-US" sz="1600" spc="-1" strike="noStrike">
              <a:solidFill>
                <a:srgbClr val="000000"/>
              </a:solidFill>
              <a:latin typeface="Arial"/>
            </a:endParaRPr>
          </a:p>
        </p:txBody>
      </p:sp>
      <p:sp>
        <p:nvSpPr>
          <p:cNvPr id="6255" name="Freeform 3"/>
          <p:cNvSpPr/>
          <p:nvPr/>
        </p:nvSpPr>
        <p:spPr>
          <a:xfrm>
            <a:off x="3594240" y="1628640"/>
            <a:ext cx="2108160" cy="43214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25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53EF77-A9C2-4334-A60F-65F66D9AE17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6258" name="Group 3"/>
          <p:cNvGrpSpPr/>
          <p:nvPr/>
        </p:nvGrpSpPr>
        <p:grpSpPr>
          <a:xfrm>
            <a:off x="4170240" y="1538280"/>
            <a:ext cx="4057920" cy="4500720"/>
            <a:chOff x="4170240" y="1538280"/>
            <a:chExt cx="4057920" cy="4500720"/>
          </a:xfrm>
        </p:grpSpPr>
        <p:sp>
          <p:nvSpPr>
            <p:cNvPr id="6259" name="Freeform 4"/>
            <p:cNvSpPr/>
            <p:nvPr/>
          </p:nvSpPr>
          <p:spPr>
            <a:xfrm>
              <a:off x="7114680" y="4164120"/>
              <a:ext cx="15120" cy="27000"/>
            </a:xfrm>
            <a:prstGeom prst="pie">
              <a:avLst/>
            </a:prstGeom>
            <a:solidFill>
              <a:srgbClr val="336600"/>
            </a:solidFill>
            <a:ln w="1260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0" name="Freeform 5"/>
            <p:cNvSpPr/>
            <p:nvPr/>
          </p:nvSpPr>
          <p:spPr>
            <a:xfrm>
              <a:off x="7229880" y="4243680"/>
              <a:ext cx="80640" cy="83520"/>
            </a:xfrm>
            <a:prstGeom prst="pie">
              <a:avLst/>
            </a:prstGeom>
            <a:solidFill>
              <a:srgbClr val="336600"/>
            </a:solidFill>
            <a:ln w="1260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261" name="Group 6"/>
            <p:cNvGrpSpPr/>
            <p:nvPr/>
          </p:nvGrpSpPr>
          <p:grpSpPr>
            <a:xfrm>
              <a:off x="6989760" y="3858120"/>
              <a:ext cx="446400" cy="620280"/>
              <a:chOff x="6989760" y="3858120"/>
              <a:chExt cx="446400" cy="620280"/>
            </a:xfrm>
          </p:grpSpPr>
          <p:sp>
            <p:nvSpPr>
              <p:cNvPr id="6262" name="Freeform 7"/>
              <p:cNvSpPr/>
              <p:nvPr/>
            </p:nvSpPr>
            <p:spPr>
              <a:xfrm>
                <a:off x="6989760" y="4190760"/>
                <a:ext cx="130320" cy="1850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3" name="Freeform 8"/>
              <p:cNvSpPr/>
              <p:nvPr/>
            </p:nvSpPr>
            <p:spPr>
              <a:xfrm>
                <a:off x="7126200" y="4123800"/>
                <a:ext cx="54000" cy="61560"/>
              </a:xfrm>
              <a:prstGeom prst="pie">
                <a:avLst/>
              </a:prstGeom>
              <a:solidFill>
                <a:srgbClr val="336600"/>
              </a:solidFill>
              <a:ln w="1260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4" name="Freeform 9"/>
              <p:cNvSpPr/>
              <p:nvPr/>
            </p:nvSpPr>
            <p:spPr>
              <a:xfrm>
                <a:off x="7302240" y="4062240"/>
                <a:ext cx="28800" cy="38160"/>
              </a:xfrm>
              <a:prstGeom prst="pie">
                <a:avLst/>
              </a:prstGeom>
              <a:solidFill>
                <a:srgbClr val="336600"/>
              </a:solidFill>
              <a:ln w="12600">
                <a:solidFill>
                  <a:srgbClr val="ffffff"/>
                </a:solidFill>
                <a:round/>
              </a:ln>
            </p:spPr>
            <p:style>
              <a:lnRef idx="0"/>
              <a:fillRef idx="0"/>
              <a:effectRef idx="0"/>
              <a:fontRef idx="minor"/>
            </p:style>
            <p:txBody>
              <a:bodyPr lIns="90000" rIns="90000" tIns="-8280" bIns="-8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5" name="Freeform 10"/>
              <p:cNvSpPr/>
              <p:nvPr/>
            </p:nvSpPr>
            <p:spPr>
              <a:xfrm>
                <a:off x="7313400" y="4134960"/>
                <a:ext cx="83160" cy="1339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6" name="Freeform 11"/>
              <p:cNvSpPr/>
              <p:nvPr/>
            </p:nvSpPr>
            <p:spPr>
              <a:xfrm>
                <a:off x="7194600" y="4151160"/>
                <a:ext cx="109800" cy="1299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7" name="Freeform 12"/>
              <p:cNvSpPr/>
              <p:nvPr/>
            </p:nvSpPr>
            <p:spPr>
              <a:xfrm>
                <a:off x="7076880" y="3858120"/>
                <a:ext cx="225000" cy="2768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8" name="Freeform 13"/>
              <p:cNvSpPr/>
              <p:nvPr/>
            </p:nvSpPr>
            <p:spPr>
              <a:xfrm>
                <a:off x="7381440" y="4225320"/>
                <a:ext cx="26640" cy="39240"/>
              </a:xfrm>
              <a:prstGeom prst="pie">
                <a:avLst/>
              </a:prstGeom>
              <a:solidFill>
                <a:srgbClr val="336600"/>
              </a:solidFill>
              <a:ln w="12600">
                <a:solidFill>
                  <a:srgbClr val="ffffff"/>
                </a:solidFill>
                <a:round/>
              </a:ln>
            </p:spPr>
            <p:style>
              <a:lnRef idx="0"/>
              <a:fillRef idx="0"/>
              <a:effectRef idx="0"/>
              <a:fontRef idx="minor"/>
            </p:style>
            <p:txBody>
              <a:bodyPr lIns="90000" rIns="90000" tIns="-7200" bIns="-7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69" name="Freeform 14"/>
              <p:cNvSpPr/>
              <p:nvPr/>
            </p:nvSpPr>
            <p:spPr>
              <a:xfrm>
                <a:off x="7412040" y="4249800"/>
                <a:ext cx="20160" cy="50400"/>
              </a:xfrm>
              <a:prstGeom prst="pie">
                <a:avLst/>
              </a:prstGeom>
              <a:solidFill>
                <a:srgbClr val="336600"/>
              </a:solidFill>
              <a:ln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0" name="Freeform 15"/>
              <p:cNvSpPr/>
              <p:nvPr/>
            </p:nvSpPr>
            <p:spPr>
              <a:xfrm>
                <a:off x="7212240" y="4281120"/>
                <a:ext cx="223920" cy="19728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271" name="Group 16"/>
            <p:cNvGrpSpPr/>
            <p:nvPr/>
          </p:nvGrpSpPr>
          <p:grpSpPr>
            <a:xfrm>
              <a:off x="6749280" y="1715040"/>
              <a:ext cx="462600" cy="1456200"/>
              <a:chOff x="6749280" y="1715040"/>
              <a:chExt cx="462600" cy="1456200"/>
            </a:xfrm>
          </p:grpSpPr>
          <p:sp>
            <p:nvSpPr>
              <p:cNvPr id="6272" name="Freeform 17"/>
              <p:cNvSpPr/>
              <p:nvPr/>
            </p:nvSpPr>
            <p:spPr>
              <a:xfrm>
                <a:off x="7028640" y="2823120"/>
                <a:ext cx="28800" cy="49320"/>
              </a:xfrm>
              <a:prstGeom prst="pie">
                <a:avLst/>
              </a:prstGeom>
              <a:solidFill>
                <a:srgbClr val="336600"/>
              </a:solidFill>
              <a:ln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273" name="Group 18"/>
              <p:cNvGrpSpPr/>
              <p:nvPr/>
            </p:nvGrpSpPr>
            <p:grpSpPr>
              <a:xfrm>
                <a:off x="6749280" y="1715040"/>
                <a:ext cx="462600" cy="1456200"/>
                <a:chOff x="6749280" y="1715040"/>
                <a:chExt cx="462600" cy="1456200"/>
              </a:xfrm>
            </p:grpSpPr>
            <p:sp>
              <p:nvSpPr>
                <p:cNvPr id="6274" name="Freeform 19"/>
                <p:cNvSpPr/>
                <p:nvPr/>
              </p:nvSpPr>
              <p:spPr>
                <a:xfrm>
                  <a:off x="6749280" y="1715040"/>
                  <a:ext cx="226440" cy="3150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5" name="Freeform 20"/>
                <p:cNvSpPr/>
                <p:nvPr/>
              </p:nvSpPr>
              <p:spPr>
                <a:xfrm>
                  <a:off x="6896880" y="1982160"/>
                  <a:ext cx="315000" cy="7110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6" name="Freeform 21"/>
                <p:cNvSpPr/>
                <p:nvPr/>
              </p:nvSpPr>
              <p:spPr>
                <a:xfrm>
                  <a:off x="7002000" y="2557440"/>
                  <a:ext cx="79560" cy="1382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7" name="Freeform 22"/>
                <p:cNvSpPr/>
                <p:nvPr/>
              </p:nvSpPr>
              <p:spPr>
                <a:xfrm>
                  <a:off x="6896880" y="2706840"/>
                  <a:ext cx="145800" cy="12708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8" name="Freeform 23"/>
                <p:cNvSpPr/>
                <p:nvPr/>
              </p:nvSpPr>
              <p:spPr>
                <a:xfrm>
                  <a:off x="6989400" y="2865600"/>
                  <a:ext cx="27720" cy="24840"/>
                </a:xfrm>
                <a:prstGeom prst="pie">
                  <a:avLst/>
                </a:prstGeom>
                <a:solidFill>
                  <a:srgbClr val="336600"/>
                </a:solidFill>
                <a:ln w="12600">
                  <a:solidFill>
                    <a:srgbClr val="ffffff"/>
                  </a:solidFill>
                  <a:round/>
                </a:ln>
              </p:spPr>
              <p:style>
                <a:lnRef idx="0"/>
                <a:fillRef idx="0"/>
                <a:effectRef idx="0"/>
                <a:fontRef idx="minor"/>
              </p:style>
              <p:txBody>
                <a:bodyPr lIns="90000" rIns="90000" tIns="-21600" bIns="-21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79" name="Freeform 24"/>
                <p:cNvSpPr/>
                <p:nvPr/>
              </p:nvSpPr>
              <p:spPr>
                <a:xfrm>
                  <a:off x="6987240" y="2938320"/>
                  <a:ext cx="114840" cy="12708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0" name="Freeform 25"/>
                <p:cNvSpPr/>
                <p:nvPr/>
              </p:nvSpPr>
              <p:spPr>
                <a:xfrm>
                  <a:off x="6978240" y="3119400"/>
                  <a:ext cx="56520" cy="51840"/>
                </a:xfrm>
                <a:prstGeom prst="pie">
                  <a:avLst/>
                </a:prstGeom>
                <a:solidFill>
                  <a:srgbClr val="336600"/>
                </a:solidFill>
                <a:ln w="1260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6281" name="Freeform 26"/>
            <p:cNvSpPr/>
            <p:nvPr/>
          </p:nvSpPr>
          <p:spPr>
            <a:xfrm>
              <a:off x="4784760" y="1971000"/>
              <a:ext cx="1950480" cy="17899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2" name="Freeform 27"/>
            <p:cNvSpPr/>
            <p:nvPr/>
          </p:nvSpPr>
          <p:spPr>
            <a:xfrm>
              <a:off x="6517800" y="1594440"/>
              <a:ext cx="187200" cy="15588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3" name="Freeform 28"/>
            <p:cNvSpPr/>
            <p:nvPr/>
          </p:nvSpPr>
          <p:spPr>
            <a:xfrm>
              <a:off x="6773400" y="3192120"/>
              <a:ext cx="88200" cy="2109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4" name="Freeform 29"/>
            <p:cNvSpPr/>
            <p:nvPr/>
          </p:nvSpPr>
          <p:spPr>
            <a:xfrm>
              <a:off x="6374880" y="3663720"/>
              <a:ext cx="119880" cy="1436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5" name="Freeform 30"/>
            <p:cNvSpPr/>
            <p:nvPr/>
          </p:nvSpPr>
          <p:spPr>
            <a:xfrm>
              <a:off x="6049440" y="3611880"/>
              <a:ext cx="468000" cy="7070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6" name="Freeform 31"/>
            <p:cNvSpPr/>
            <p:nvPr/>
          </p:nvSpPr>
          <p:spPr>
            <a:xfrm>
              <a:off x="6001560" y="3689640"/>
              <a:ext cx="392040" cy="3398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7" name="Freeform 32"/>
            <p:cNvSpPr/>
            <p:nvPr/>
          </p:nvSpPr>
          <p:spPr>
            <a:xfrm>
              <a:off x="6171120" y="3989880"/>
              <a:ext cx="262800" cy="2408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8" name="Freeform 33"/>
            <p:cNvSpPr/>
            <p:nvPr/>
          </p:nvSpPr>
          <p:spPr>
            <a:xfrm>
              <a:off x="5918040" y="3818520"/>
              <a:ext cx="398160" cy="6933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89" name="Freeform 34"/>
            <p:cNvSpPr/>
            <p:nvPr/>
          </p:nvSpPr>
          <p:spPr>
            <a:xfrm>
              <a:off x="5672520" y="3482640"/>
              <a:ext cx="393480" cy="8330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0" name="Freeform 35"/>
            <p:cNvSpPr/>
            <p:nvPr/>
          </p:nvSpPr>
          <p:spPr>
            <a:xfrm>
              <a:off x="6680880" y="2522160"/>
              <a:ext cx="129960" cy="1875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1" name="Freeform 36"/>
            <p:cNvSpPr/>
            <p:nvPr/>
          </p:nvSpPr>
          <p:spPr>
            <a:xfrm>
              <a:off x="6537960" y="2268360"/>
              <a:ext cx="197280" cy="3301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2" name="Freeform 37"/>
            <p:cNvSpPr/>
            <p:nvPr/>
          </p:nvSpPr>
          <p:spPr>
            <a:xfrm>
              <a:off x="5226120" y="2254680"/>
              <a:ext cx="960120" cy="5713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3" name="Freeform 38"/>
            <p:cNvSpPr/>
            <p:nvPr/>
          </p:nvSpPr>
          <p:spPr>
            <a:xfrm>
              <a:off x="5446440" y="3700800"/>
              <a:ext cx="258120" cy="2124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4" name="Freeform 39"/>
            <p:cNvSpPr/>
            <p:nvPr/>
          </p:nvSpPr>
          <p:spPr>
            <a:xfrm>
              <a:off x="5464080" y="3547080"/>
              <a:ext cx="127440" cy="1191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5" name="Freeform 40"/>
            <p:cNvSpPr/>
            <p:nvPr/>
          </p:nvSpPr>
          <p:spPr>
            <a:xfrm>
              <a:off x="5078160" y="3529440"/>
              <a:ext cx="341280" cy="1602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6" name="Freeform 41"/>
            <p:cNvSpPr/>
            <p:nvPr/>
          </p:nvSpPr>
          <p:spPr>
            <a:xfrm>
              <a:off x="4577400" y="3273120"/>
              <a:ext cx="1201320" cy="13363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7" name="Freeform 42"/>
            <p:cNvSpPr/>
            <p:nvPr/>
          </p:nvSpPr>
          <p:spPr>
            <a:xfrm>
              <a:off x="4170240" y="1538280"/>
              <a:ext cx="2552400" cy="17305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8" name="Freeform 43"/>
            <p:cNvSpPr/>
            <p:nvPr/>
          </p:nvSpPr>
          <p:spPr>
            <a:xfrm>
              <a:off x="4249440" y="3137400"/>
              <a:ext cx="573120" cy="4464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299" name="Freeform 44"/>
            <p:cNvSpPr/>
            <p:nvPr/>
          </p:nvSpPr>
          <p:spPr>
            <a:xfrm>
              <a:off x="4268880" y="3196080"/>
              <a:ext cx="723240" cy="6771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0" name="Freeform 45"/>
            <p:cNvSpPr/>
            <p:nvPr/>
          </p:nvSpPr>
          <p:spPr>
            <a:xfrm>
              <a:off x="4170240" y="3216960"/>
              <a:ext cx="171720" cy="54648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1" name="Freeform 46"/>
            <p:cNvSpPr/>
            <p:nvPr/>
          </p:nvSpPr>
          <p:spPr>
            <a:xfrm>
              <a:off x="5108760" y="4608000"/>
              <a:ext cx="135000" cy="2113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302" name="Group 47"/>
            <p:cNvGrpSpPr/>
            <p:nvPr/>
          </p:nvGrpSpPr>
          <p:grpSpPr>
            <a:xfrm>
              <a:off x="5704560" y="4213080"/>
              <a:ext cx="82800" cy="352080"/>
              <a:chOff x="5704560" y="4213080"/>
              <a:chExt cx="82800" cy="352080"/>
            </a:xfrm>
          </p:grpSpPr>
          <p:sp>
            <p:nvSpPr>
              <p:cNvPr id="6303" name="Freeform 48"/>
              <p:cNvSpPr/>
              <p:nvPr/>
            </p:nvSpPr>
            <p:spPr>
              <a:xfrm>
                <a:off x="5704560" y="4485600"/>
                <a:ext cx="70560" cy="79560"/>
              </a:xfrm>
              <a:prstGeom prst="pie">
                <a:avLst/>
              </a:prstGeom>
              <a:solidFill>
                <a:srgbClr val="336600"/>
              </a:solidFill>
              <a:ln w="12600">
                <a:solidFill>
                  <a:srgbClr val="ffffff"/>
                </a:solidFill>
                <a:round/>
              </a:ln>
            </p:spPr>
            <p:style>
              <a:lnRef idx="0"/>
              <a:fillRef idx="0"/>
              <a:effectRef idx="0"/>
              <a:fontRef idx="minor"/>
            </p:style>
            <p:txBody>
              <a:bodyPr lIns="90000" rIns="90000" tIns="33120" bIns="33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4" name="Freeform 49"/>
              <p:cNvSpPr/>
              <p:nvPr/>
            </p:nvSpPr>
            <p:spPr>
              <a:xfrm>
                <a:off x="5734800" y="4293720"/>
                <a:ext cx="43920" cy="86400"/>
              </a:xfrm>
              <a:prstGeom prst="pie">
                <a:avLst/>
              </a:prstGeom>
              <a:solidFill>
                <a:srgbClr val="336600"/>
              </a:solidFill>
              <a:ln w="1260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5" name="Freeform 50"/>
              <p:cNvSpPr/>
              <p:nvPr/>
            </p:nvSpPr>
            <p:spPr>
              <a:xfrm>
                <a:off x="5719680" y="4417200"/>
                <a:ext cx="47880" cy="64080"/>
              </a:xfrm>
              <a:prstGeom prst="pie">
                <a:avLst/>
              </a:prstGeom>
              <a:solidFill>
                <a:srgbClr val="336600"/>
              </a:solidFill>
              <a:ln w="12600">
                <a:solidFill>
                  <a:srgbClr val="ffffff"/>
                </a:solidFill>
                <a:round/>
              </a:ln>
            </p:spPr>
            <p:style>
              <a:lnRef idx="0"/>
              <a:fillRef idx="0"/>
              <a:effectRef idx="0"/>
              <a:fontRef idx="minor"/>
            </p:style>
            <p:txBody>
              <a:bodyPr lIns="90000" rIns="90000" tIns="17640" bIns="17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6" name="Freeform 51"/>
              <p:cNvSpPr/>
              <p:nvPr/>
            </p:nvSpPr>
            <p:spPr>
              <a:xfrm>
                <a:off x="5739840" y="4213080"/>
                <a:ext cx="47520" cy="73800"/>
              </a:xfrm>
              <a:prstGeom prst="pie">
                <a:avLst/>
              </a:prstGeom>
              <a:solidFill>
                <a:srgbClr val="336600"/>
              </a:solidFill>
              <a:ln w="1260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307" name="Freeform 52"/>
            <p:cNvSpPr/>
            <p:nvPr/>
          </p:nvSpPr>
          <p:spPr>
            <a:xfrm>
              <a:off x="6913800" y="5304600"/>
              <a:ext cx="1314360" cy="7344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08" name="Freeform 53"/>
            <p:cNvSpPr/>
            <p:nvPr/>
          </p:nvSpPr>
          <p:spPr>
            <a:xfrm>
              <a:off x="6168600" y="4475160"/>
              <a:ext cx="212400" cy="26136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309" name="Group 54"/>
            <p:cNvGrpSpPr/>
            <p:nvPr/>
          </p:nvGrpSpPr>
          <p:grpSpPr>
            <a:xfrm>
              <a:off x="5939640" y="4512240"/>
              <a:ext cx="2287800" cy="765720"/>
              <a:chOff x="5939640" y="4512240"/>
              <a:chExt cx="2287800" cy="765720"/>
            </a:xfrm>
          </p:grpSpPr>
          <p:sp>
            <p:nvSpPr>
              <p:cNvPr id="6310" name="Freeform 55"/>
              <p:cNvSpPr/>
              <p:nvPr/>
            </p:nvSpPr>
            <p:spPr>
              <a:xfrm>
                <a:off x="6177240" y="4978440"/>
                <a:ext cx="49320" cy="62640"/>
              </a:xfrm>
              <a:prstGeom prst="pie">
                <a:avLst/>
              </a:prstGeom>
              <a:solidFill>
                <a:srgbClr val="336600"/>
              </a:solidFill>
              <a:ln w="1260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1" name="Freeform 56"/>
              <p:cNvSpPr/>
              <p:nvPr/>
            </p:nvSpPr>
            <p:spPr>
              <a:xfrm>
                <a:off x="6081120" y="4876560"/>
                <a:ext cx="59040" cy="72720"/>
              </a:xfrm>
              <a:prstGeom prst="pie">
                <a:avLst/>
              </a:prstGeom>
              <a:solidFill>
                <a:srgbClr val="336600"/>
              </a:solidFill>
              <a:ln w="1260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2" name="Freeform 57"/>
              <p:cNvSpPr/>
              <p:nvPr/>
            </p:nvSpPr>
            <p:spPr>
              <a:xfrm>
                <a:off x="6021720" y="4768560"/>
                <a:ext cx="56520" cy="87480"/>
              </a:xfrm>
              <a:prstGeom prst="pie">
                <a:avLst/>
              </a:prstGeom>
              <a:solidFill>
                <a:srgbClr val="336600"/>
              </a:solidFill>
              <a:ln w="12600">
                <a:solidFill>
                  <a:srgbClr val="ffffff"/>
                </a:solidFill>
                <a:round/>
              </a:ln>
            </p:spPr>
            <p:style>
              <a:lnRef idx="0"/>
              <a:fillRef idx="0"/>
              <a:effectRef idx="0"/>
              <a:fontRef idx="minor"/>
            </p:style>
            <p:txBody>
              <a:bodyPr lIns="90000" rIns="90000" tIns="41040" bIns="41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3" name="Freeform 58"/>
              <p:cNvSpPr/>
              <p:nvPr/>
            </p:nvSpPr>
            <p:spPr>
              <a:xfrm>
                <a:off x="5974920" y="4669560"/>
                <a:ext cx="56520" cy="87840"/>
              </a:xfrm>
              <a:prstGeom prst="pie">
                <a:avLst/>
              </a:prstGeom>
              <a:solidFill>
                <a:srgbClr val="336600"/>
              </a:solidFill>
              <a:ln w="12600">
                <a:solidFill>
                  <a:srgbClr val="ffffff"/>
                </a:solidFill>
                <a:round/>
              </a:ln>
            </p:spPr>
            <p:style>
              <a:lnRef idx="0"/>
              <a:fillRef idx="0"/>
              <a:effectRef idx="0"/>
              <a:fontRef idx="minor"/>
            </p:style>
            <p:txBody>
              <a:bodyPr lIns="90000" rIns="90000" tIns="41400" bIns="41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4" name="Freeform 59"/>
              <p:cNvSpPr/>
              <p:nvPr/>
            </p:nvSpPr>
            <p:spPr>
              <a:xfrm>
                <a:off x="5939640" y="4512240"/>
                <a:ext cx="531000" cy="5850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5" name="Freeform 60"/>
              <p:cNvSpPr/>
              <p:nvPr/>
            </p:nvSpPr>
            <p:spPr>
              <a:xfrm>
                <a:off x="8115120" y="4854960"/>
                <a:ext cx="112320" cy="35892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6" name="Freeform 61"/>
              <p:cNvSpPr/>
              <p:nvPr/>
            </p:nvSpPr>
            <p:spPr>
              <a:xfrm>
                <a:off x="7683840" y="4736880"/>
                <a:ext cx="462960" cy="43308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7" name="Freeform 62"/>
              <p:cNvSpPr/>
              <p:nvPr/>
            </p:nvSpPr>
            <p:spPr>
              <a:xfrm>
                <a:off x="7694280" y="5015160"/>
                <a:ext cx="81720" cy="54360"/>
              </a:xfrm>
              <a:prstGeom prst="pie">
                <a:avLst/>
              </a:prstGeom>
              <a:solidFill>
                <a:srgbClr val="336600"/>
              </a:solidFill>
              <a:ln w="12600">
                <a:solidFill>
                  <a:srgbClr val="ffffff"/>
                </a:solidFill>
                <a:round/>
              </a:ln>
            </p:spPr>
            <p:style>
              <a:lnRef idx="0"/>
              <a:fillRef idx="0"/>
              <a:effectRef idx="0"/>
              <a:fontRef idx="minor"/>
            </p:style>
            <p:txBody>
              <a:bodyPr lIns="90000" rIns="90000" tIns="7920" bIns="7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8" name="Freeform 63"/>
              <p:cNvSpPr/>
              <p:nvPr/>
            </p:nvSpPr>
            <p:spPr>
              <a:xfrm>
                <a:off x="7782480" y="4957560"/>
                <a:ext cx="73080" cy="45360"/>
              </a:xfrm>
              <a:prstGeom prst="pie">
                <a:avLst/>
              </a:prstGeom>
              <a:solidFill>
                <a:srgbClr val="336600"/>
              </a:solidFill>
              <a:ln w="1260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19" name="Freeform 64"/>
              <p:cNvSpPr/>
              <p:nvPr/>
            </p:nvSpPr>
            <p:spPr>
              <a:xfrm>
                <a:off x="7663680" y="4935600"/>
                <a:ext cx="80640" cy="57240"/>
              </a:xfrm>
              <a:prstGeom prst="pie">
                <a:avLst/>
              </a:prstGeom>
              <a:solidFill>
                <a:srgbClr val="336600"/>
              </a:solidFill>
              <a:ln w="1260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0" name="Freeform 65"/>
              <p:cNvSpPr/>
              <p:nvPr/>
            </p:nvSpPr>
            <p:spPr>
              <a:xfrm>
                <a:off x="7274160" y="4852080"/>
                <a:ext cx="137520" cy="74880"/>
              </a:xfrm>
              <a:prstGeom prst="pie">
                <a:avLst/>
              </a:prstGeom>
              <a:solidFill>
                <a:srgbClr val="336600"/>
              </a:solidFill>
              <a:ln w="12600">
                <a:solidFill>
                  <a:srgbClr val="ffffff"/>
                </a:solidFill>
                <a:round/>
              </a:ln>
            </p:spPr>
            <p:style>
              <a:lnRef idx="0"/>
              <a:fillRef idx="0"/>
              <a:effectRef idx="0"/>
              <a:fontRef idx="minor"/>
            </p:style>
            <p:txBody>
              <a:bodyPr lIns="90000" rIns="90000" tIns="28440" bIns="28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1" name="Freeform 66"/>
              <p:cNvSpPr/>
              <p:nvPr/>
            </p:nvSpPr>
            <p:spPr>
              <a:xfrm>
                <a:off x="7180560" y="5115240"/>
                <a:ext cx="144000" cy="73800"/>
              </a:xfrm>
              <a:prstGeom prst="pie">
                <a:avLst/>
              </a:prstGeom>
              <a:solidFill>
                <a:srgbClr val="336600"/>
              </a:solidFill>
              <a:ln w="1260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2" name="Freeform 67"/>
              <p:cNvSpPr/>
              <p:nvPr/>
            </p:nvSpPr>
            <p:spPr>
              <a:xfrm>
                <a:off x="7363800" y="4776480"/>
                <a:ext cx="121320" cy="57600"/>
              </a:xfrm>
              <a:prstGeom prst="pie">
                <a:avLst/>
              </a:prstGeom>
              <a:solidFill>
                <a:srgbClr val="336600"/>
              </a:solidFill>
              <a:ln w="12600">
                <a:solidFill>
                  <a:srgbClr val="ffffff"/>
                </a:solidFill>
                <a:round/>
              </a:ln>
            </p:spPr>
            <p:style>
              <a:lnRef idx="0"/>
              <a:fillRef idx="0"/>
              <a:effectRef idx="0"/>
              <a:fontRef idx="minor"/>
            </p:style>
            <p:txBody>
              <a:bodyPr lIns="90000" rIns="90000" tIns="11160" bIns="11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3" name="Freeform 68"/>
              <p:cNvSpPr/>
              <p:nvPr/>
            </p:nvSpPr>
            <p:spPr>
              <a:xfrm>
                <a:off x="7136280" y="5189400"/>
                <a:ext cx="123840" cy="57240"/>
              </a:xfrm>
              <a:prstGeom prst="pie">
                <a:avLst/>
              </a:prstGeom>
              <a:solidFill>
                <a:srgbClr val="336600"/>
              </a:solidFill>
              <a:ln w="1260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4" name="Freeform 69"/>
              <p:cNvSpPr/>
              <p:nvPr/>
            </p:nvSpPr>
            <p:spPr>
              <a:xfrm>
                <a:off x="7438680" y="5130360"/>
                <a:ext cx="141480" cy="72720"/>
              </a:xfrm>
              <a:prstGeom prst="pie">
                <a:avLst/>
              </a:prstGeom>
              <a:solidFill>
                <a:srgbClr val="336600"/>
              </a:solidFill>
              <a:ln w="12600">
                <a:solidFill>
                  <a:srgbClr val="ffffff"/>
                </a:solidFill>
                <a:round/>
              </a:ln>
            </p:spPr>
            <p:style>
              <a:lnRef idx="0"/>
              <a:fillRef idx="0"/>
              <a:effectRef idx="0"/>
              <a:fontRef idx="minor"/>
            </p:style>
            <p:txBody>
              <a:bodyPr lIns="90000" rIns="90000" tIns="26280" bIns="26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5" name="Freeform 70"/>
              <p:cNvSpPr/>
              <p:nvPr/>
            </p:nvSpPr>
            <p:spPr>
              <a:xfrm>
                <a:off x="6921000" y="5101200"/>
                <a:ext cx="127800" cy="81000"/>
              </a:xfrm>
              <a:prstGeom prst="pie">
                <a:avLst/>
              </a:prstGeom>
              <a:solidFill>
                <a:srgbClr val="336600"/>
              </a:solidFill>
              <a:ln w="12600">
                <a:solidFill>
                  <a:srgbClr val="ffffff"/>
                </a:solidFill>
                <a:round/>
              </a:ln>
            </p:spPr>
            <p:style>
              <a:lnRef idx="0"/>
              <a:fillRef idx="0"/>
              <a:effectRef idx="0"/>
              <a:fontRef idx="minor"/>
            </p:style>
            <p:txBody>
              <a:bodyPr lIns="90000" rIns="90000" tIns="34560" bIns="34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6" name="Freeform 71"/>
              <p:cNvSpPr/>
              <p:nvPr/>
            </p:nvSpPr>
            <p:spPr>
              <a:xfrm>
                <a:off x="7615440" y="4659840"/>
                <a:ext cx="101160" cy="54720"/>
              </a:xfrm>
              <a:prstGeom prst="pie">
                <a:avLst/>
              </a:prstGeom>
              <a:solidFill>
                <a:srgbClr val="336600"/>
              </a:solidFill>
              <a:ln w="12600">
                <a:solidFill>
                  <a:srgbClr val="ffffff"/>
                </a:solidFill>
                <a:round/>
              </a:ln>
            </p:spPr>
            <p:style>
              <a:lnRef idx="0"/>
              <a:fillRef idx="0"/>
              <a:effectRef idx="0"/>
              <a:fontRef idx="minor"/>
            </p:style>
            <p:txBody>
              <a:bodyPr lIns="90000" rIns="90000" tIns="8280" bIns="8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7" name="Freeform 72"/>
              <p:cNvSpPr/>
              <p:nvPr/>
            </p:nvSpPr>
            <p:spPr>
              <a:xfrm>
                <a:off x="7004520" y="5220720"/>
                <a:ext cx="112680" cy="57240"/>
              </a:xfrm>
              <a:prstGeom prst="pie">
                <a:avLst/>
              </a:prstGeom>
              <a:solidFill>
                <a:srgbClr val="336600"/>
              </a:solidFill>
              <a:ln w="1260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8" name="Freeform 73"/>
              <p:cNvSpPr/>
              <p:nvPr/>
            </p:nvSpPr>
            <p:spPr>
              <a:xfrm>
                <a:off x="7297920" y="5178240"/>
                <a:ext cx="116280" cy="57600"/>
              </a:xfrm>
              <a:prstGeom prst="pie">
                <a:avLst/>
              </a:prstGeom>
              <a:solidFill>
                <a:srgbClr val="336600"/>
              </a:solidFill>
              <a:ln w="12600">
                <a:solidFill>
                  <a:srgbClr val="ffffff"/>
                </a:solidFill>
                <a:round/>
              </a:ln>
            </p:spPr>
            <p:style>
              <a:lnRef idx="0"/>
              <a:fillRef idx="0"/>
              <a:effectRef idx="0"/>
              <a:fontRef idx="minor"/>
            </p:style>
            <p:txBody>
              <a:bodyPr lIns="90000" rIns="90000" tIns="11160" bIns="11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29" name="Freeform 74"/>
              <p:cNvSpPr/>
              <p:nvPr/>
            </p:nvSpPr>
            <p:spPr>
              <a:xfrm>
                <a:off x="7426080" y="5193360"/>
                <a:ext cx="77040" cy="46440"/>
              </a:xfrm>
              <a:prstGeom prst="pie">
                <a:avLst/>
              </a:prstGeom>
              <a:solidFill>
                <a:srgbClr val="336600"/>
              </a:solidFill>
              <a:ln w="1260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0" name="Freeform 75"/>
              <p:cNvSpPr/>
              <p:nvPr/>
            </p:nvSpPr>
            <p:spPr>
              <a:xfrm>
                <a:off x="7342560" y="5109840"/>
                <a:ext cx="107280" cy="46440"/>
              </a:xfrm>
              <a:prstGeom prst="pie">
                <a:avLst/>
              </a:prstGeom>
              <a:solidFill>
                <a:srgbClr val="336600"/>
              </a:solidFill>
              <a:ln w="12600">
                <a:solidFill>
                  <a:srgbClr val="ffffff"/>
                </a:solidFill>
                <a:round/>
              </a:ln>
            </p:spPr>
            <p:style>
              <a:lnRef idx="0"/>
              <a:fillRef idx="0"/>
              <a:effectRef idx="0"/>
              <a:fontRef idx="minor"/>
            </p:style>
            <p:txBody>
              <a:bodyPr lIns="90000" rIns="9000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1" name="Freeform 76"/>
              <p:cNvSpPr/>
              <p:nvPr/>
            </p:nvSpPr>
            <p:spPr>
              <a:xfrm>
                <a:off x="7019640" y="5148000"/>
                <a:ext cx="129960" cy="65880"/>
              </a:xfrm>
              <a:prstGeom prst="pie">
                <a:avLst/>
              </a:prstGeom>
              <a:solidFill>
                <a:srgbClr val="336600"/>
              </a:solidFill>
              <a:ln w="1260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2" name="Freeform 77"/>
              <p:cNvSpPr/>
              <p:nvPr/>
            </p:nvSpPr>
            <p:spPr>
              <a:xfrm>
                <a:off x="6446880" y="5083560"/>
                <a:ext cx="548640" cy="1944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3" name="Freeform 78"/>
              <p:cNvSpPr/>
              <p:nvPr/>
            </p:nvSpPr>
            <p:spPr>
              <a:xfrm>
                <a:off x="7049160" y="4647960"/>
                <a:ext cx="332280" cy="39564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4" name="Freeform 79"/>
              <p:cNvSpPr/>
              <p:nvPr/>
            </p:nvSpPr>
            <p:spPr>
              <a:xfrm>
                <a:off x="7447320" y="4838400"/>
                <a:ext cx="150120" cy="84600"/>
              </a:xfrm>
              <a:prstGeom prst="pie">
                <a:avLst/>
              </a:prstGeom>
              <a:solidFill>
                <a:srgbClr val="336600"/>
              </a:solidFill>
              <a:ln w="12600">
                <a:solidFill>
                  <a:srgbClr val="ffffff"/>
                </a:solidFill>
                <a:round/>
              </a:ln>
            </p:spPr>
            <p:style>
              <a:lnRef idx="0"/>
              <a:fillRef idx="0"/>
              <a:effectRef idx="0"/>
              <a:fontRef idx="minor"/>
            </p:style>
            <p:txBody>
              <a:bodyPr lIns="90000" rIns="90000" tIns="38160" bIns="38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335" name="Group 80"/>
            <p:cNvGrpSpPr/>
            <p:nvPr/>
          </p:nvGrpSpPr>
          <p:grpSpPr>
            <a:xfrm>
              <a:off x="4755600" y="4819320"/>
              <a:ext cx="156600" cy="543240"/>
              <a:chOff x="4755600" y="4819320"/>
              <a:chExt cx="156600" cy="543240"/>
            </a:xfrm>
          </p:grpSpPr>
          <p:sp>
            <p:nvSpPr>
              <p:cNvPr id="6336" name="Freeform 81"/>
              <p:cNvSpPr/>
              <p:nvPr/>
            </p:nvSpPr>
            <p:spPr>
              <a:xfrm>
                <a:off x="4771800" y="5010840"/>
                <a:ext cx="36360" cy="47880"/>
              </a:xfrm>
              <a:prstGeom prst="pie">
                <a:avLst/>
              </a:prstGeom>
              <a:solidFill>
                <a:srgbClr val="336600"/>
              </a:solidFill>
              <a:ln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7" name="Freeform 82"/>
              <p:cNvSpPr/>
              <p:nvPr/>
            </p:nvSpPr>
            <p:spPr>
              <a:xfrm>
                <a:off x="4867560" y="4866840"/>
                <a:ext cx="37800" cy="49320"/>
              </a:xfrm>
              <a:prstGeom prst="pie">
                <a:avLst/>
              </a:prstGeom>
              <a:solidFill>
                <a:srgbClr val="336600"/>
              </a:solidFill>
              <a:ln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8" name="Freeform 83"/>
              <p:cNvSpPr/>
              <p:nvPr/>
            </p:nvSpPr>
            <p:spPr>
              <a:xfrm>
                <a:off x="4777920" y="5069520"/>
                <a:ext cx="37800" cy="50400"/>
              </a:xfrm>
              <a:prstGeom prst="pie">
                <a:avLst/>
              </a:prstGeom>
              <a:solidFill>
                <a:srgbClr val="336600"/>
              </a:solidFill>
              <a:ln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39" name="Freeform 84"/>
              <p:cNvSpPr/>
              <p:nvPr/>
            </p:nvSpPr>
            <p:spPr>
              <a:xfrm>
                <a:off x="4789440" y="5314680"/>
                <a:ext cx="36360" cy="47880"/>
              </a:xfrm>
              <a:prstGeom prst="pie">
                <a:avLst/>
              </a:prstGeom>
              <a:solidFill>
                <a:srgbClr val="336600"/>
              </a:solidFill>
              <a:ln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0" name="Freeform 85"/>
              <p:cNvSpPr/>
              <p:nvPr/>
            </p:nvSpPr>
            <p:spPr>
              <a:xfrm>
                <a:off x="4758120" y="4819320"/>
                <a:ext cx="50400" cy="50400"/>
              </a:xfrm>
              <a:prstGeom prst="pie">
                <a:avLst/>
              </a:prstGeom>
              <a:solidFill>
                <a:srgbClr val="336600"/>
              </a:solidFill>
              <a:ln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1" name="Freeform 86"/>
              <p:cNvSpPr/>
              <p:nvPr/>
            </p:nvSpPr>
            <p:spPr>
              <a:xfrm>
                <a:off x="4755600" y="5159880"/>
                <a:ext cx="48960" cy="68400"/>
              </a:xfrm>
              <a:prstGeom prst="pie">
                <a:avLst/>
              </a:prstGeom>
              <a:solidFill>
                <a:srgbClr val="336600"/>
              </a:solidFill>
              <a:ln w="1260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2" name="Freeform 87"/>
              <p:cNvSpPr/>
              <p:nvPr/>
            </p:nvSpPr>
            <p:spPr>
              <a:xfrm>
                <a:off x="4817160" y="5243400"/>
                <a:ext cx="41400" cy="68400"/>
              </a:xfrm>
              <a:prstGeom prst="pie">
                <a:avLst/>
              </a:prstGeom>
              <a:solidFill>
                <a:srgbClr val="336600"/>
              </a:solidFill>
              <a:ln w="1260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3" name="Freeform 88"/>
              <p:cNvSpPr/>
              <p:nvPr/>
            </p:nvSpPr>
            <p:spPr>
              <a:xfrm>
                <a:off x="4850280" y="5029920"/>
                <a:ext cx="37800" cy="49320"/>
              </a:xfrm>
              <a:prstGeom prst="pie">
                <a:avLst/>
              </a:prstGeom>
              <a:solidFill>
                <a:srgbClr val="336600"/>
              </a:solidFill>
              <a:ln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4" name="Freeform 89"/>
              <p:cNvSpPr/>
              <p:nvPr/>
            </p:nvSpPr>
            <p:spPr>
              <a:xfrm>
                <a:off x="4762800" y="5231160"/>
                <a:ext cx="36360" cy="47880"/>
              </a:xfrm>
              <a:prstGeom prst="pie">
                <a:avLst/>
              </a:prstGeom>
              <a:solidFill>
                <a:srgbClr val="336600"/>
              </a:solidFill>
              <a:ln w="1260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5" name="Freeform 90"/>
              <p:cNvSpPr/>
              <p:nvPr/>
            </p:nvSpPr>
            <p:spPr>
              <a:xfrm>
                <a:off x="4841280" y="5155920"/>
                <a:ext cx="37800" cy="47520"/>
              </a:xfrm>
              <a:prstGeom prst="pie">
                <a:avLst/>
              </a:prstGeom>
              <a:solidFill>
                <a:srgbClr val="336600"/>
              </a:solidFill>
              <a:ln w="1260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6" name="Freeform 91"/>
              <p:cNvSpPr/>
              <p:nvPr/>
            </p:nvSpPr>
            <p:spPr>
              <a:xfrm>
                <a:off x="4811040" y="4927320"/>
                <a:ext cx="37800" cy="68400"/>
              </a:xfrm>
              <a:prstGeom prst="pie">
                <a:avLst/>
              </a:prstGeom>
              <a:solidFill>
                <a:srgbClr val="336600"/>
              </a:solidFill>
              <a:ln w="1260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7" name="Freeform 92"/>
              <p:cNvSpPr/>
              <p:nvPr/>
            </p:nvSpPr>
            <p:spPr>
              <a:xfrm>
                <a:off x="4799520" y="5169600"/>
                <a:ext cx="35280" cy="33840"/>
              </a:xfrm>
              <a:prstGeom prst="pie">
                <a:avLst/>
              </a:prstGeom>
              <a:solidFill>
                <a:srgbClr val="336600"/>
              </a:solidFill>
              <a:ln w="12600">
                <a:solidFill>
                  <a:srgbClr val="ffffff"/>
                </a:solidFill>
                <a:round/>
              </a:ln>
            </p:spPr>
            <p:style>
              <a:lnRef idx="0"/>
              <a:fillRef idx="0"/>
              <a:effectRef idx="0"/>
              <a:fontRef idx="minor"/>
            </p:style>
            <p:txBody>
              <a:bodyPr lIns="90000" rIns="90000" tIns="-12600" bIns="-12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8" name="Freeform 93"/>
              <p:cNvSpPr/>
              <p:nvPr/>
            </p:nvSpPr>
            <p:spPr>
              <a:xfrm>
                <a:off x="4826160" y="5064120"/>
                <a:ext cx="34920" cy="41040"/>
              </a:xfrm>
              <a:prstGeom prst="pie">
                <a:avLst/>
              </a:prstGeom>
              <a:solidFill>
                <a:srgbClr val="336600"/>
              </a:solidFill>
              <a:ln w="1260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49" name="Freeform 94"/>
              <p:cNvSpPr/>
              <p:nvPr/>
            </p:nvSpPr>
            <p:spPr>
              <a:xfrm>
                <a:off x="4822560" y="4827240"/>
                <a:ext cx="32400" cy="42480"/>
              </a:xfrm>
              <a:prstGeom prst="pie">
                <a:avLst/>
              </a:prstGeom>
              <a:solidFill>
                <a:srgbClr val="336600"/>
              </a:solidFill>
              <a:ln w="12600">
                <a:solidFill>
                  <a:srgbClr val="ffffff"/>
                </a:solidFill>
                <a:round/>
              </a:ln>
            </p:spPr>
            <p:style>
              <a:lnRef idx="0"/>
              <a:fillRef idx="0"/>
              <a:effectRef idx="0"/>
              <a:fontRef idx="minor"/>
            </p:style>
            <p:txBody>
              <a:bodyPr lIns="90000" rIns="90000" tIns="-3960" bIns="-3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50" name="Freeform 95"/>
              <p:cNvSpPr/>
              <p:nvPr/>
            </p:nvSpPr>
            <p:spPr>
              <a:xfrm>
                <a:off x="4872960" y="4924800"/>
                <a:ext cx="39240" cy="43560"/>
              </a:xfrm>
              <a:prstGeom prst="pie">
                <a:avLst/>
              </a:prstGeom>
              <a:solidFill>
                <a:srgbClr val="336600"/>
              </a:solidFill>
              <a:ln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51" name="Freeform 96"/>
              <p:cNvSpPr/>
              <p:nvPr/>
            </p:nvSpPr>
            <p:spPr>
              <a:xfrm>
                <a:off x="4848840" y="5202720"/>
                <a:ext cx="39240" cy="43560"/>
              </a:xfrm>
              <a:prstGeom prst="pie">
                <a:avLst/>
              </a:prstGeom>
              <a:solidFill>
                <a:srgbClr val="336600"/>
              </a:solidFill>
              <a:ln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52" name="Freeform 97"/>
              <p:cNvSpPr/>
              <p:nvPr/>
            </p:nvSpPr>
            <p:spPr>
              <a:xfrm>
                <a:off x="4766760" y="4935600"/>
                <a:ext cx="37800" cy="43560"/>
              </a:xfrm>
              <a:prstGeom prst="pie">
                <a:avLst/>
              </a:prstGeom>
              <a:solidFill>
                <a:srgbClr val="336600"/>
              </a:solidFill>
              <a:ln w="1260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353" name="Group 98"/>
            <p:cNvGrpSpPr/>
            <p:nvPr/>
          </p:nvGrpSpPr>
          <p:grpSpPr>
            <a:xfrm>
              <a:off x="6588720" y="4421880"/>
              <a:ext cx="513000" cy="546120"/>
              <a:chOff x="6588720" y="4421880"/>
              <a:chExt cx="513000" cy="546120"/>
            </a:xfrm>
          </p:grpSpPr>
          <p:sp>
            <p:nvSpPr>
              <p:cNvPr id="6354" name="Freeform 99"/>
              <p:cNvSpPr/>
              <p:nvPr/>
            </p:nvSpPr>
            <p:spPr>
              <a:xfrm>
                <a:off x="6612480" y="4421880"/>
                <a:ext cx="489240" cy="3312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55" name="Freeform 100"/>
              <p:cNvSpPr/>
              <p:nvPr/>
            </p:nvSpPr>
            <p:spPr>
              <a:xfrm>
                <a:off x="6588720" y="4550400"/>
                <a:ext cx="501840" cy="417600"/>
              </a:xfrm>
              <a:prstGeom prst="pie">
                <a:avLst/>
              </a:prstGeom>
              <a:solidFill>
                <a:srgbClr val="3366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56" name="Freeform 101"/>
              <p:cNvSpPr/>
              <p:nvPr/>
            </p:nvSpPr>
            <p:spPr>
              <a:xfrm>
                <a:off x="6773040" y="4521600"/>
                <a:ext cx="83160" cy="72360"/>
              </a:xfrm>
              <a:prstGeom prst="pie">
                <a:avLst/>
              </a:prstGeom>
              <a:solidFill>
                <a:srgbClr val="336600"/>
              </a:solidFill>
              <a:ln w="1260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357" name="Freeform 102"/>
            <p:cNvSpPr/>
            <p:nvPr/>
          </p:nvSpPr>
          <p:spPr>
            <a:xfrm>
              <a:off x="6384960" y="4749480"/>
              <a:ext cx="31320" cy="40680"/>
            </a:xfrm>
            <a:prstGeom prst="pie">
              <a:avLst/>
            </a:prstGeom>
            <a:solidFill>
              <a:srgbClr val="336600"/>
            </a:solidFill>
            <a:ln w="12600">
              <a:solidFill>
                <a:srgbClr val="ffffff"/>
              </a:solidFill>
              <a:round/>
            </a:ln>
          </p:spPr>
          <p:style>
            <a:lnRef idx="0"/>
            <a:fillRef idx="0"/>
            <a:effectRef idx="0"/>
            <a:fontRef idx="minor"/>
          </p:style>
          <p:txBody>
            <a:bodyPr lIns="90000" rIns="90000" tIns="-5760" bIns="-5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358" name="Group 103"/>
          <p:cNvGrpSpPr/>
          <p:nvPr/>
        </p:nvGrpSpPr>
        <p:grpSpPr>
          <a:xfrm>
            <a:off x="885960" y="2755800"/>
            <a:ext cx="2190600" cy="2094120"/>
            <a:chOff x="885960" y="2755800"/>
            <a:chExt cx="2190600" cy="2094120"/>
          </a:xfrm>
        </p:grpSpPr>
        <p:sp>
          <p:nvSpPr>
            <p:cNvPr id="6359" name="Freeform 104"/>
            <p:cNvSpPr/>
            <p:nvPr/>
          </p:nvSpPr>
          <p:spPr>
            <a:xfrm>
              <a:off x="885960" y="2860560"/>
              <a:ext cx="2190600" cy="1717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0" name="Freeform 105"/>
            <p:cNvSpPr/>
            <p:nvPr/>
          </p:nvSpPr>
          <p:spPr>
            <a:xfrm>
              <a:off x="2339280" y="4567320"/>
              <a:ext cx="62640" cy="55440"/>
            </a:xfrm>
            <a:prstGeom prst="pie">
              <a:avLst/>
            </a:prstGeom>
            <a:solidFill>
              <a:srgbClr val="336600"/>
            </a:solidFill>
            <a:ln w="7920">
              <a:solidFill>
                <a:srgbClr val="ffffff"/>
              </a:solidFill>
              <a:round/>
            </a:ln>
          </p:spPr>
          <p:style>
            <a:lnRef idx="0"/>
            <a:fillRef idx="0"/>
            <a:effectRef idx="0"/>
            <a:fontRef idx="minor"/>
          </p:style>
          <p:txBody>
            <a:bodyPr lIns="90000" rIns="90000" tIns="9000" bIns="9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1" name="Freeform 106"/>
            <p:cNvSpPr/>
            <p:nvPr/>
          </p:nvSpPr>
          <p:spPr>
            <a:xfrm>
              <a:off x="2462400" y="4594320"/>
              <a:ext cx="357480" cy="2556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2" name="Freeform 107"/>
            <p:cNvSpPr/>
            <p:nvPr/>
          </p:nvSpPr>
          <p:spPr>
            <a:xfrm>
              <a:off x="2806560" y="4513320"/>
              <a:ext cx="63000" cy="46080"/>
            </a:xfrm>
            <a:prstGeom prst="pie">
              <a:avLst/>
            </a:prstGeom>
            <a:solidFill>
              <a:srgbClr val="336600"/>
            </a:solidFill>
            <a:ln w="792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3" name="Freeform 108"/>
            <p:cNvSpPr/>
            <p:nvPr/>
          </p:nvSpPr>
          <p:spPr>
            <a:xfrm>
              <a:off x="2214720" y="3032280"/>
              <a:ext cx="68760" cy="60120"/>
            </a:xfrm>
            <a:prstGeom prst="pie">
              <a:avLst/>
            </a:prstGeom>
            <a:solidFill>
              <a:srgbClr val="336600"/>
            </a:solidFill>
            <a:ln w="7920">
              <a:solidFill>
                <a:srgbClr val="ffffff"/>
              </a:solidFill>
              <a:round/>
            </a:ln>
          </p:spPr>
          <p:style>
            <a:lnRef idx="0"/>
            <a:fillRef idx="0"/>
            <a:effectRef idx="0"/>
            <a:fontRef idx="minor"/>
          </p:style>
          <p:txBody>
            <a:bodyPr lIns="90000" rIns="90000" tIns="13680" bIns="13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4" name="Freeform 109"/>
            <p:cNvSpPr/>
            <p:nvPr/>
          </p:nvSpPr>
          <p:spPr>
            <a:xfrm>
              <a:off x="2250000" y="2932200"/>
              <a:ext cx="69840" cy="57240"/>
            </a:xfrm>
            <a:prstGeom prst="pie">
              <a:avLst/>
            </a:prstGeom>
            <a:solidFill>
              <a:srgbClr val="336600"/>
            </a:solidFill>
            <a:ln w="792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5" name="Freeform 110"/>
            <p:cNvSpPr/>
            <p:nvPr/>
          </p:nvSpPr>
          <p:spPr>
            <a:xfrm>
              <a:off x="2115000" y="2816280"/>
              <a:ext cx="55800" cy="61920"/>
            </a:xfrm>
            <a:prstGeom prst="pie">
              <a:avLst/>
            </a:prstGeom>
            <a:solidFill>
              <a:srgbClr val="336600"/>
            </a:solidFill>
            <a:ln w="792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6" name="Freeform 111"/>
            <p:cNvSpPr/>
            <p:nvPr/>
          </p:nvSpPr>
          <p:spPr>
            <a:xfrm>
              <a:off x="2192760" y="2803680"/>
              <a:ext cx="42480" cy="60120"/>
            </a:xfrm>
            <a:prstGeom prst="pie">
              <a:avLst/>
            </a:prstGeom>
            <a:solidFill>
              <a:srgbClr val="336600"/>
            </a:solidFill>
            <a:ln w="7920">
              <a:solidFill>
                <a:srgbClr val="ffffff"/>
              </a:solidFill>
              <a:round/>
            </a:ln>
          </p:spPr>
          <p:style>
            <a:lnRef idx="0"/>
            <a:fillRef idx="0"/>
            <a:effectRef idx="0"/>
            <a:fontRef idx="minor"/>
          </p:style>
          <p:txBody>
            <a:bodyPr lIns="90000" rIns="90000" tIns="13680" bIns="13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7" name="Freeform 112"/>
            <p:cNvSpPr/>
            <p:nvPr/>
          </p:nvSpPr>
          <p:spPr>
            <a:xfrm>
              <a:off x="2235600" y="2755800"/>
              <a:ext cx="47880" cy="74880"/>
            </a:xfrm>
            <a:prstGeom prst="pie">
              <a:avLst/>
            </a:prstGeom>
            <a:solidFill>
              <a:srgbClr val="336600"/>
            </a:solidFill>
            <a:ln w="7920">
              <a:solidFill>
                <a:srgbClr val="ffffff"/>
              </a:solidFill>
              <a:round/>
            </a:ln>
          </p:spPr>
          <p:style>
            <a:lnRef idx="0"/>
            <a:fillRef idx="0"/>
            <a:effectRef idx="0"/>
            <a:fontRef idx="minor"/>
          </p:style>
          <p:txBody>
            <a:bodyPr lIns="90000" rIns="90000" tIns="28080" bIns="28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8" name="Freeform 113"/>
            <p:cNvSpPr/>
            <p:nvPr/>
          </p:nvSpPr>
          <p:spPr>
            <a:xfrm>
              <a:off x="1848240" y="2857680"/>
              <a:ext cx="55800" cy="48960"/>
            </a:xfrm>
            <a:prstGeom prst="pie">
              <a:avLst/>
            </a:prstGeom>
            <a:solidFill>
              <a:srgbClr val="336600"/>
            </a:solidFill>
            <a:ln w="7920">
              <a:solidFill>
                <a:srgbClr val="ffffff"/>
              </a:solidFill>
              <a:round/>
            </a:ln>
          </p:spPr>
          <p:style>
            <a:lnRef idx="0"/>
            <a:fillRef idx="0"/>
            <a:effectRef idx="0"/>
            <a:fontRef idx="minor"/>
          </p:style>
          <p:txBody>
            <a:bodyPr lIns="90000" rIns="90000" tIns="2520" bIns="2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69" name="Freeform 114"/>
            <p:cNvSpPr/>
            <p:nvPr/>
          </p:nvSpPr>
          <p:spPr>
            <a:xfrm>
              <a:off x="1798920" y="2898720"/>
              <a:ext cx="49320" cy="49320"/>
            </a:xfrm>
            <a:prstGeom prst="pie">
              <a:avLst/>
            </a:prstGeom>
            <a:solidFill>
              <a:srgbClr val="336600"/>
            </a:solidFill>
            <a:ln w="792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370" name="PlaceHolder 1"/>
          <p:cNvSpPr>
            <a:spLocks noGrp="1"/>
          </p:cNvSpPr>
          <p:nvPr>
            <p:ph type="title"/>
          </p:nvPr>
        </p:nvSpPr>
        <p:spPr>
          <a:xfrm>
            <a:off x="399960" y="507600"/>
            <a:ext cx="848376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Australia and Pacific Rim</a:t>
            </a:r>
            <a:endParaRPr b="1"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37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934A17E-EAC7-4D42-97A0-C0F9A5791DF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37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Japan, overall view 1</a:t>
            </a:r>
            <a:endParaRPr b="1" lang="en-US" sz="1600" spc="-1" strike="noStrike">
              <a:solidFill>
                <a:srgbClr val="000000"/>
              </a:solidFill>
              <a:latin typeface="Arial"/>
            </a:endParaRPr>
          </a:p>
        </p:txBody>
      </p:sp>
      <p:grpSp>
        <p:nvGrpSpPr>
          <p:cNvPr id="6374" name="Group 114"/>
          <p:cNvGrpSpPr/>
          <p:nvPr/>
        </p:nvGrpSpPr>
        <p:grpSpPr>
          <a:xfrm>
            <a:off x="2976480" y="1577880"/>
            <a:ext cx="3338640" cy="4276800"/>
            <a:chOff x="2976480" y="1577880"/>
            <a:chExt cx="3338640" cy="4276800"/>
          </a:xfrm>
        </p:grpSpPr>
        <p:sp>
          <p:nvSpPr>
            <p:cNvPr id="6375" name="Freeform 4"/>
            <p:cNvSpPr/>
            <p:nvPr/>
          </p:nvSpPr>
          <p:spPr>
            <a:xfrm>
              <a:off x="2976480" y="4148280"/>
              <a:ext cx="50760" cy="64800"/>
            </a:xfrm>
            <a:prstGeom prst="pie">
              <a:avLst/>
            </a:prstGeom>
            <a:solidFill>
              <a:srgbClr val="336600"/>
            </a:solidFill>
            <a:ln w="792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76" name="Freeform 5"/>
            <p:cNvSpPr/>
            <p:nvPr/>
          </p:nvSpPr>
          <p:spPr>
            <a:xfrm>
              <a:off x="3303720" y="3890880"/>
              <a:ext cx="33120" cy="55800"/>
            </a:xfrm>
            <a:prstGeom prst="pie">
              <a:avLst/>
            </a:prstGeom>
            <a:solidFill>
              <a:srgbClr val="336600"/>
            </a:solidFill>
            <a:ln w="7920">
              <a:solidFill>
                <a:srgbClr val="ffffff"/>
              </a:solidFill>
              <a:round/>
            </a:ln>
          </p:spPr>
          <p:style>
            <a:lnRef idx="0"/>
            <a:fillRef idx="0"/>
            <a:effectRef idx="0"/>
            <a:fontRef idx="minor"/>
          </p:style>
          <p:txBody>
            <a:bodyPr lIns="90000" rIns="90000" tIns="9360" bIns="9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77" name="Freeform 6"/>
            <p:cNvSpPr/>
            <p:nvPr/>
          </p:nvSpPr>
          <p:spPr>
            <a:xfrm>
              <a:off x="3219480" y="3900600"/>
              <a:ext cx="25200" cy="41040"/>
            </a:xfrm>
            <a:prstGeom prst="pie">
              <a:avLst/>
            </a:prstGeom>
            <a:solidFill>
              <a:srgbClr val="336600"/>
            </a:solidFill>
            <a:ln w="792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78" name="Freeform 7"/>
            <p:cNvSpPr/>
            <p:nvPr/>
          </p:nvSpPr>
          <p:spPr>
            <a:xfrm>
              <a:off x="3083040" y="3965400"/>
              <a:ext cx="7920" cy="12960"/>
            </a:xfrm>
            <a:prstGeom prst="pie">
              <a:avLst/>
            </a:prstGeom>
            <a:solidFill>
              <a:srgbClr val="336600"/>
            </a:solidFill>
            <a:ln w="792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79" name="Freeform 8"/>
            <p:cNvSpPr/>
            <p:nvPr/>
          </p:nvSpPr>
          <p:spPr>
            <a:xfrm>
              <a:off x="3876840" y="3914640"/>
              <a:ext cx="222120" cy="173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0" name="Freeform 9"/>
            <p:cNvSpPr/>
            <p:nvPr/>
          </p:nvSpPr>
          <p:spPr>
            <a:xfrm>
              <a:off x="3876840" y="3914640"/>
              <a:ext cx="222120" cy="173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1" name="Freeform 10"/>
            <p:cNvSpPr/>
            <p:nvPr/>
          </p:nvSpPr>
          <p:spPr>
            <a:xfrm>
              <a:off x="6049800" y="1577880"/>
              <a:ext cx="265320" cy="276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2" name="Freeform 11"/>
            <p:cNvSpPr/>
            <p:nvPr/>
          </p:nvSpPr>
          <p:spPr>
            <a:xfrm>
              <a:off x="5218200" y="1687680"/>
              <a:ext cx="936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3" name="Freeform 12"/>
            <p:cNvSpPr/>
            <p:nvPr/>
          </p:nvSpPr>
          <p:spPr>
            <a:xfrm>
              <a:off x="5238720" y="1730520"/>
              <a:ext cx="22320" cy="28440"/>
            </a:xfrm>
            <a:prstGeom prst="pie">
              <a:avLst/>
            </a:prstGeom>
            <a:solidFill>
              <a:srgbClr val="336600"/>
            </a:solidFill>
            <a:ln w="792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4" name="Freeform 13"/>
            <p:cNvSpPr/>
            <p:nvPr/>
          </p:nvSpPr>
          <p:spPr>
            <a:xfrm>
              <a:off x="5862600" y="1835280"/>
              <a:ext cx="152280" cy="1886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5" name="Freeform 14"/>
            <p:cNvSpPr/>
            <p:nvPr/>
          </p:nvSpPr>
          <p:spPr>
            <a:xfrm>
              <a:off x="6031080" y="1963800"/>
              <a:ext cx="45720" cy="39600"/>
            </a:xfrm>
            <a:prstGeom prst="pie">
              <a:avLst/>
            </a:prstGeom>
            <a:solidFill>
              <a:srgbClr val="336600"/>
            </a:solidFill>
            <a:ln w="792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6" name="Freeform 15"/>
            <p:cNvSpPr/>
            <p:nvPr/>
          </p:nvSpPr>
          <p:spPr>
            <a:xfrm>
              <a:off x="5964120" y="2046240"/>
              <a:ext cx="1440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7" name="Freeform 16"/>
            <p:cNvSpPr/>
            <p:nvPr/>
          </p:nvSpPr>
          <p:spPr>
            <a:xfrm>
              <a:off x="5010120" y="2390760"/>
              <a:ext cx="17640" cy="36360"/>
            </a:xfrm>
            <a:prstGeom prst="pie">
              <a:avLst/>
            </a:prstGeom>
            <a:solidFill>
              <a:srgbClr val="336600"/>
            </a:solidFill>
            <a:ln w="7920">
              <a:solidFill>
                <a:srgbClr val="ffffff"/>
              </a:solidFill>
              <a:round/>
            </a:ln>
          </p:spPr>
          <p:style>
            <a:lnRef idx="0"/>
            <a:fillRef idx="0"/>
            <a:effectRef idx="0"/>
            <a:fontRef idx="minor"/>
          </p:style>
          <p:txBody>
            <a:bodyPr lIns="90000" rIns="90000" tIns="-10080" bIns="-10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8" name="Freeform 17"/>
            <p:cNvSpPr/>
            <p:nvPr/>
          </p:nvSpPr>
          <p:spPr>
            <a:xfrm>
              <a:off x="5086440" y="2536920"/>
              <a:ext cx="279360" cy="280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89" name="Freeform 18"/>
            <p:cNvSpPr/>
            <p:nvPr/>
          </p:nvSpPr>
          <p:spPr>
            <a:xfrm>
              <a:off x="5067360" y="2759040"/>
              <a:ext cx="198360" cy="344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0" name="Freeform 19"/>
            <p:cNvSpPr/>
            <p:nvPr/>
          </p:nvSpPr>
          <p:spPr>
            <a:xfrm>
              <a:off x="5178600" y="3083040"/>
              <a:ext cx="174600" cy="253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1" name="Freeform 20"/>
            <p:cNvSpPr/>
            <p:nvPr/>
          </p:nvSpPr>
          <p:spPr>
            <a:xfrm>
              <a:off x="5048280" y="3049560"/>
              <a:ext cx="173160" cy="303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2" name="Freeform 21"/>
            <p:cNvSpPr/>
            <p:nvPr/>
          </p:nvSpPr>
          <p:spPr>
            <a:xfrm>
              <a:off x="4765680" y="3176640"/>
              <a:ext cx="349200" cy="388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3" name="Freeform 22"/>
            <p:cNvSpPr/>
            <p:nvPr/>
          </p:nvSpPr>
          <p:spPr>
            <a:xfrm>
              <a:off x="4997520" y="3305160"/>
              <a:ext cx="285840" cy="238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4" name="Freeform 23"/>
            <p:cNvSpPr/>
            <p:nvPr/>
          </p:nvSpPr>
          <p:spPr>
            <a:xfrm>
              <a:off x="5097600" y="3525840"/>
              <a:ext cx="152280" cy="227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5" name="Freeform 24"/>
            <p:cNvSpPr/>
            <p:nvPr/>
          </p:nvSpPr>
          <p:spPr>
            <a:xfrm>
              <a:off x="5037120" y="3478320"/>
              <a:ext cx="146160" cy="204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6" name="Freeform 25"/>
            <p:cNvSpPr/>
            <p:nvPr/>
          </p:nvSpPr>
          <p:spPr>
            <a:xfrm>
              <a:off x="4892760" y="3510000"/>
              <a:ext cx="204840" cy="218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7" name="Freeform 26"/>
            <p:cNvSpPr/>
            <p:nvPr/>
          </p:nvSpPr>
          <p:spPr>
            <a:xfrm>
              <a:off x="4727520" y="3510000"/>
              <a:ext cx="219240" cy="384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8" name="Freeform 27"/>
            <p:cNvSpPr/>
            <p:nvPr/>
          </p:nvSpPr>
          <p:spPr>
            <a:xfrm>
              <a:off x="4637160" y="3511440"/>
              <a:ext cx="147600" cy="157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399" name="Freeform 28"/>
            <p:cNvSpPr/>
            <p:nvPr/>
          </p:nvSpPr>
          <p:spPr>
            <a:xfrm>
              <a:off x="4551480" y="3402000"/>
              <a:ext cx="161640" cy="311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0" name="Freeform 29"/>
            <p:cNvSpPr/>
            <p:nvPr/>
          </p:nvSpPr>
          <p:spPr>
            <a:xfrm>
              <a:off x="4430880" y="3656160"/>
              <a:ext cx="210960" cy="209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1" name="Freeform 30"/>
            <p:cNvSpPr/>
            <p:nvPr/>
          </p:nvSpPr>
          <p:spPr>
            <a:xfrm>
              <a:off x="4557600" y="3633840"/>
              <a:ext cx="211320" cy="277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2" name="Freeform 31"/>
            <p:cNvSpPr/>
            <p:nvPr/>
          </p:nvSpPr>
          <p:spPr>
            <a:xfrm>
              <a:off x="4944960" y="3666960"/>
              <a:ext cx="177840" cy="105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3" name="Freeform 32"/>
            <p:cNvSpPr/>
            <p:nvPr/>
          </p:nvSpPr>
          <p:spPr>
            <a:xfrm>
              <a:off x="4975200" y="3757680"/>
              <a:ext cx="155520" cy="65160"/>
            </a:xfrm>
            <a:prstGeom prst="pie">
              <a:avLst/>
            </a:prstGeom>
            <a:solidFill>
              <a:srgbClr val="336600"/>
            </a:solidFill>
            <a:ln w="792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4" name="Freeform 33"/>
            <p:cNvSpPr/>
            <p:nvPr/>
          </p:nvSpPr>
          <p:spPr>
            <a:xfrm>
              <a:off x="4978440" y="3794040"/>
              <a:ext cx="119160" cy="111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5" name="Freeform 34"/>
            <p:cNvSpPr/>
            <p:nvPr/>
          </p:nvSpPr>
          <p:spPr>
            <a:xfrm>
              <a:off x="5106960" y="3718080"/>
              <a:ext cx="160200" cy="2286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6" name="Freeform 35"/>
            <p:cNvSpPr/>
            <p:nvPr/>
          </p:nvSpPr>
          <p:spPr>
            <a:xfrm>
              <a:off x="4611600" y="3860640"/>
              <a:ext cx="187560" cy="1666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7" name="Freeform 36"/>
            <p:cNvSpPr/>
            <p:nvPr/>
          </p:nvSpPr>
          <p:spPr>
            <a:xfrm>
              <a:off x="4862520" y="3735360"/>
              <a:ext cx="149040" cy="1666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8" name="Freeform 37"/>
            <p:cNvSpPr/>
            <p:nvPr/>
          </p:nvSpPr>
          <p:spPr>
            <a:xfrm>
              <a:off x="4741920" y="3813120"/>
              <a:ext cx="260280" cy="2034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09" name="Freeform 38"/>
            <p:cNvSpPr/>
            <p:nvPr/>
          </p:nvSpPr>
          <p:spPr>
            <a:xfrm>
              <a:off x="4741920" y="3813120"/>
              <a:ext cx="260280" cy="2034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0" name="Freeform 39"/>
            <p:cNvSpPr/>
            <p:nvPr/>
          </p:nvSpPr>
          <p:spPr>
            <a:xfrm>
              <a:off x="4487760" y="3898800"/>
              <a:ext cx="152640" cy="304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1" name="Freeform 40"/>
            <p:cNvSpPr/>
            <p:nvPr/>
          </p:nvSpPr>
          <p:spPr>
            <a:xfrm>
              <a:off x="4473720" y="3800520"/>
              <a:ext cx="128520" cy="196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2" name="Freeform 41"/>
            <p:cNvSpPr/>
            <p:nvPr/>
          </p:nvSpPr>
          <p:spPr>
            <a:xfrm>
              <a:off x="4489560" y="3838680"/>
              <a:ext cx="44280" cy="75960"/>
            </a:xfrm>
            <a:prstGeom prst="pie">
              <a:avLst/>
            </a:prstGeom>
            <a:solidFill>
              <a:srgbClr val="336600"/>
            </a:solidFill>
            <a:ln w="792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3" name="Freeform 42"/>
            <p:cNvSpPr/>
            <p:nvPr/>
          </p:nvSpPr>
          <p:spPr>
            <a:xfrm>
              <a:off x="4489560" y="3838680"/>
              <a:ext cx="44280" cy="75960"/>
            </a:xfrm>
            <a:prstGeom prst="pie">
              <a:avLst/>
            </a:prstGeom>
            <a:solidFill>
              <a:srgbClr val="336600"/>
            </a:solidFill>
            <a:ln w="792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4" name="Freeform 43"/>
            <p:cNvSpPr/>
            <p:nvPr/>
          </p:nvSpPr>
          <p:spPr>
            <a:xfrm>
              <a:off x="4334040" y="3772080"/>
              <a:ext cx="177480" cy="236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5" name="Freeform 44"/>
            <p:cNvSpPr/>
            <p:nvPr/>
          </p:nvSpPr>
          <p:spPr>
            <a:xfrm>
              <a:off x="4438800" y="3997440"/>
              <a:ext cx="107640" cy="182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6" name="Freeform 45"/>
            <p:cNvSpPr/>
            <p:nvPr/>
          </p:nvSpPr>
          <p:spPr>
            <a:xfrm>
              <a:off x="4351320" y="4070520"/>
              <a:ext cx="149400" cy="196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7" name="Freeform 46"/>
            <p:cNvSpPr/>
            <p:nvPr/>
          </p:nvSpPr>
          <p:spPr>
            <a:xfrm>
              <a:off x="4349880" y="3930480"/>
              <a:ext cx="114120" cy="1666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8" name="Freeform 47"/>
            <p:cNvSpPr/>
            <p:nvPr/>
          </p:nvSpPr>
          <p:spPr>
            <a:xfrm>
              <a:off x="4233960" y="3798720"/>
              <a:ext cx="187200" cy="214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19" name="Freeform 48"/>
            <p:cNvSpPr/>
            <p:nvPr/>
          </p:nvSpPr>
          <p:spPr>
            <a:xfrm>
              <a:off x="4056120" y="3801960"/>
              <a:ext cx="218880" cy="119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0" name="Freeform 49"/>
            <p:cNvSpPr/>
            <p:nvPr/>
          </p:nvSpPr>
          <p:spPr>
            <a:xfrm>
              <a:off x="4078440" y="3860640"/>
              <a:ext cx="179280" cy="185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1" name="Freeform 50"/>
            <p:cNvSpPr/>
            <p:nvPr/>
          </p:nvSpPr>
          <p:spPr>
            <a:xfrm>
              <a:off x="3822840" y="3805200"/>
              <a:ext cx="260280" cy="258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2" name="Freeform 51"/>
            <p:cNvSpPr/>
            <p:nvPr/>
          </p:nvSpPr>
          <p:spPr>
            <a:xfrm>
              <a:off x="3673440" y="3984480"/>
              <a:ext cx="222120" cy="169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3" name="Freeform 52"/>
            <p:cNvSpPr/>
            <p:nvPr/>
          </p:nvSpPr>
          <p:spPr>
            <a:xfrm>
              <a:off x="3898800" y="4110120"/>
              <a:ext cx="235080" cy="263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4" name="Freeform 53"/>
            <p:cNvSpPr/>
            <p:nvPr/>
          </p:nvSpPr>
          <p:spPr>
            <a:xfrm>
              <a:off x="4111560" y="4062240"/>
              <a:ext cx="146160" cy="82800"/>
            </a:xfrm>
            <a:prstGeom prst="pie">
              <a:avLst/>
            </a:prstGeom>
            <a:solidFill>
              <a:srgbClr val="336600"/>
            </a:solidFill>
            <a:ln w="792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5" name="Freeform 54"/>
            <p:cNvSpPr/>
            <p:nvPr/>
          </p:nvSpPr>
          <p:spPr>
            <a:xfrm>
              <a:off x="4130640" y="4095720"/>
              <a:ext cx="160200" cy="146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6" name="Freeform 55"/>
            <p:cNvSpPr/>
            <p:nvPr/>
          </p:nvSpPr>
          <p:spPr>
            <a:xfrm>
              <a:off x="3949560" y="4170240"/>
              <a:ext cx="273240" cy="236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7" name="Freeform 56"/>
            <p:cNvSpPr/>
            <p:nvPr/>
          </p:nvSpPr>
          <p:spPr>
            <a:xfrm>
              <a:off x="3543480" y="4133880"/>
              <a:ext cx="188640" cy="196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8" name="Freeform 57"/>
            <p:cNvSpPr/>
            <p:nvPr/>
          </p:nvSpPr>
          <p:spPr>
            <a:xfrm>
              <a:off x="3494160" y="4211640"/>
              <a:ext cx="128520" cy="1224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29" name="Freeform 58"/>
            <p:cNvSpPr/>
            <p:nvPr/>
          </p:nvSpPr>
          <p:spPr>
            <a:xfrm>
              <a:off x="3456000" y="4249800"/>
              <a:ext cx="122400" cy="155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0" name="Freeform 59"/>
            <p:cNvSpPr/>
            <p:nvPr/>
          </p:nvSpPr>
          <p:spPr>
            <a:xfrm>
              <a:off x="3673440" y="4195800"/>
              <a:ext cx="171360" cy="200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1" name="Freeform 60"/>
            <p:cNvSpPr/>
            <p:nvPr/>
          </p:nvSpPr>
          <p:spPr>
            <a:xfrm>
              <a:off x="3573360" y="4295880"/>
              <a:ext cx="163440" cy="2379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2" name="Freeform 61"/>
            <p:cNvSpPr/>
            <p:nvPr/>
          </p:nvSpPr>
          <p:spPr>
            <a:xfrm>
              <a:off x="3638520" y="4375080"/>
              <a:ext cx="192240" cy="300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3" name="Freeform 62"/>
            <p:cNvSpPr/>
            <p:nvPr/>
          </p:nvSpPr>
          <p:spPr>
            <a:xfrm>
              <a:off x="3533760" y="4495680"/>
              <a:ext cx="174600" cy="2476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4" name="Freeform 63"/>
            <p:cNvSpPr/>
            <p:nvPr/>
          </p:nvSpPr>
          <p:spPr>
            <a:xfrm>
              <a:off x="3325680" y="5272200"/>
              <a:ext cx="85680" cy="71280"/>
            </a:xfrm>
            <a:prstGeom prst="pie">
              <a:avLst/>
            </a:prstGeom>
            <a:solidFill>
              <a:srgbClr val="336600"/>
            </a:solidFill>
            <a:ln w="792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5" name="Freeform 64"/>
            <p:cNvSpPr/>
            <p:nvPr/>
          </p:nvSpPr>
          <p:spPr>
            <a:xfrm>
              <a:off x="3446640" y="5308560"/>
              <a:ext cx="1584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6" name="Freeform 65"/>
            <p:cNvSpPr/>
            <p:nvPr/>
          </p:nvSpPr>
          <p:spPr>
            <a:xfrm>
              <a:off x="3322800" y="5340240"/>
              <a:ext cx="1260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7" name="Freeform 66"/>
            <p:cNvSpPr/>
            <p:nvPr/>
          </p:nvSpPr>
          <p:spPr>
            <a:xfrm>
              <a:off x="3263760" y="5392800"/>
              <a:ext cx="20880" cy="42840"/>
            </a:xfrm>
            <a:prstGeom prst="pie">
              <a:avLst/>
            </a:prstGeom>
            <a:solidFill>
              <a:srgbClr val="336600"/>
            </a:solidFill>
            <a:ln w="792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8" name="Freeform 67"/>
            <p:cNvSpPr/>
            <p:nvPr/>
          </p:nvSpPr>
          <p:spPr>
            <a:xfrm>
              <a:off x="3192480" y="5494320"/>
              <a:ext cx="12600" cy="12600"/>
            </a:xfrm>
            <a:prstGeom prst="pie">
              <a:avLst/>
            </a:prstGeom>
            <a:solidFill>
              <a:srgbClr val="336600"/>
            </a:solidFill>
            <a:ln w="792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39" name="Freeform 68"/>
            <p:cNvSpPr/>
            <p:nvPr/>
          </p:nvSpPr>
          <p:spPr>
            <a:xfrm>
              <a:off x="3019320" y="5607000"/>
              <a:ext cx="123840" cy="150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0" name="Freeform 69"/>
            <p:cNvSpPr/>
            <p:nvPr/>
          </p:nvSpPr>
          <p:spPr>
            <a:xfrm>
              <a:off x="3484440" y="4138560"/>
              <a:ext cx="1296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1" name="Freeform 70"/>
            <p:cNvSpPr/>
            <p:nvPr/>
          </p:nvSpPr>
          <p:spPr>
            <a:xfrm>
              <a:off x="3433680" y="4241880"/>
              <a:ext cx="12960" cy="30240"/>
            </a:xfrm>
            <a:prstGeom prst="pie">
              <a:avLst/>
            </a:prstGeom>
            <a:solidFill>
              <a:srgbClr val="336600"/>
            </a:solidFill>
            <a:ln w="792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2" name="Freeform 71"/>
            <p:cNvSpPr/>
            <p:nvPr/>
          </p:nvSpPr>
          <p:spPr>
            <a:xfrm>
              <a:off x="3433680" y="4241880"/>
              <a:ext cx="12960" cy="30240"/>
            </a:xfrm>
            <a:prstGeom prst="pie">
              <a:avLst/>
            </a:prstGeom>
            <a:solidFill>
              <a:srgbClr val="336600"/>
            </a:solidFill>
            <a:ln w="792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3" name="Freeform 72"/>
            <p:cNvSpPr/>
            <p:nvPr/>
          </p:nvSpPr>
          <p:spPr>
            <a:xfrm>
              <a:off x="3359160" y="4303800"/>
              <a:ext cx="20520" cy="25200"/>
            </a:xfrm>
            <a:prstGeom prst="pie">
              <a:avLst/>
            </a:prstGeom>
            <a:solidFill>
              <a:srgbClr val="336600"/>
            </a:solidFill>
            <a:ln w="792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4" name="Freeform 73"/>
            <p:cNvSpPr/>
            <p:nvPr/>
          </p:nvSpPr>
          <p:spPr>
            <a:xfrm>
              <a:off x="3463920" y="4303800"/>
              <a:ext cx="23760" cy="55440"/>
            </a:xfrm>
            <a:prstGeom prst="pie">
              <a:avLst/>
            </a:prstGeom>
            <a:solidFill>
              <a:srgbClr val="336600"/>
            </a:solidFill>
            <a:ln w="7920">
              <a:solidFill>
                <a:srgbClr val="ffffff"/>
              </a:solidFill>
              <a:round/>
            </a:ln>
          </p:spPr>
          <p:style>
            <a:lnRef idx="0"/>
            <a:fillRef idx="0"/>
            <a:effectRef idx="0"/>
            <a:fontRef idx="minor"/>
          </p:style>
          <p:txBody>
            <a:bodyPr lIns="90000" rIns="90000" tIns="9000" bIns="9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5" name="Freeform 74"/>
            <p:cNvSpPr/>
            <p:nvPr/>
          </p:nvSpPr>
          <p:spPr>
            <a:xfrm>
              <a:off x="3292560" y="4349880"/>
              <a:ext cx="36360" cy="39600"/>
            </a:xfrm>
            <a:prstGeom prst="pie">
              <a:avLst/>
            </a:prstGeom>
            <a:solidFill>
              <a:srgbClr val="336600"/>
            </a:solidFill>
            <a:ln w="7920">
              <a:solidFill>
                <a:srgbClr val="ffffff"/>
              </a:solidFill>
              <a:round/>
            </a:ln>
          </p:spPr>
          <p:style>
            <a:lnRef idx="0"/>
            <a:fillRef idx="0"/>
            <a:effectRef idx="0"/>
            <a:fontRef idx="minor"/>
          </p:style>
          <p:txBody>
            <a:bodyPr lIns="90000" rIns="90000" tIns="-6840" bIns="-6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6" name="Freeform 75"/>
            <p:cNvSpPr/>
            <p:nvPr/>
          </p:nvSpPr>
          <p:spPr>
            <a:xfrm>
              <a:off x="3508200" y="4421160"/>
              <a:ext cx="35280" cy="65160"/>
            </a:xfrm>
            <a:prstGeom prst="pie">
              <a:avLst/>
            </a:prstGeom>
            <a:solidFill>
              <a:srgbClr val="336600"/>
            </a:solidFill>
            <a:ln w="7920">
              <a:solidFill>
                <a:srgbClr val="ffffff"/>
              </a:solidFill>
              <a:round/>
            </a:ln>
          </p:spPr>
          <p:style>
            <a:lnRef idx="0"/>
            <a:fillRef idx="0"/>
            <a:effectRef idx="0"/>
            <a:fontRef idx="minor"/>
          </p:style>
          <p:txBody>
            <a:bodyPr lIns="90000" rIns="90000" tIns="18720" bIns="18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7" name="Freeform 76"/>
            <p:cNvSpPr/>
            <p:nvPr/>
          </p:nvSpPr>
          <p:spPr>
            <a:xfrm>
              <a:off x="3551400" y="4427640"/>
              <a:ext cx="28440" cy="21960"/>
            </a:xfrm>
            <a:prstGeom prst="pie">
              <a:avLst/>
            </a:prstGeom>
            <a:solidFill>
              <a:srgbClr val="336600"/>
            </a:solidFill>
            <a:ln w="792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8" name="Freeform 77"/>
            <p:cNvSpPr/>
            <p:nvPr/>
          </p:nvSpPr>
          <p:spPr>
            <a:xfrm>
              <a:off x="3629160" y="4795920"/>
              <a:ext cx="41040" cy="95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49" name="Freeform 78"/>
            <p:cNvSpPr/>
            <p:nvPr/>
          </p:nvSpPr>
          <p:spPr>
            <a:xfrm>
              <a:off x="3551400" y="4867200"/>
              <a:ext cx="42840" cy="41400"/>
            </a:xfrm>
            <a:prstGeom prst="pie">
              <a:avLst/>
            </a:prstGeom>
            <a:solidFill>
              <a:srgbClr val="336600"/>
            </a:solidFill>
            <a:ln w="7920">
              <a:solidFill>
                <a:srgbClr val="ffffff"/>
              </a:solidFill>
              <a:round/>
            </a:ln>
          </p:spPr>
          <p:style>
            <a:lnRef idx="0"/>
            <a:fillRef idx="0"/>
            <a:effectRef idx="0"/>
            <a:fontRef idx="minor"/>
          </p:style>
          <p:txBody>
            <a:bodyPr lIns="90000" rIns="90000" tIns="-5040" bIns="-5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0" name="Freeform 79"/>
            <p:cNvSpPr/>
            <p:nvPr/>
          </p:nvSpPr>
          <p:spPr>
            <a:xfrm>
              <a:off x="4062240" y="3645000"/>
              <a:ext cx="28800" cy="31680"/>
            </a:xfrm>
            <a:prstGeom prst="pie">
              <a:avLst/>
            </a:prstGeom>
            <a:solidFill>
              <a:srgbClr val="336600"/>
            </a:solidFill>
            <a:ln w="792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1" name="Freeform 80"/>
            <p:cNvSpPr/>
            <p:nvPr/>
          </p:nvSpPr>
          <p:spPr>
            <a:xfrm>
              <a:off x="4030560" y="3691080"/>
              <a:ext cx="15840" cy="14040"/>
            </a:xfrm>
            <a:prstGeom prst="pie">
              <a:avLst/>
            </a:prstGeom>
            <a:solidFill>
              <a:srgbClr val="336600"/>
            </a:solidFill>
            <a:ln w="7920">
              <a:solidFill>
                <a:srgbClr val="ffffff"/>
              </a:solidFill>
              <a:round/>
            </a:ln>
          </p:spPr>
          <p:style>
            <a:lnRef idx="0"/>
            <a:fillRef idx="0"/>
            <a:effectRef idx="0"/>
            <a:fontRef idx="minor"/>
          </p:style>
          <p:txBody>
            <a:bodyPr lIns="90000" rIns="90000" tIns="-32400" bIns="-32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2" name="Freeform 81"/>
            <p:cNvSpPr/>
            <p:nvPr/>
          </p:nvSpPr>
          <p:spPr>
            <a:xfrm>
              <a:off x="4284720" y="4030560"/>
              <a:ext cx="50760" cy="71640"/>
            </a:xfrm>
            <a:prstGeom prst="pie">
              <a:avLst/>
            </a:prstGeom>
            <a:solidFill>
              <a:srgbClr val="336600"/>
            </a:solidFill>
            <a:ln w="792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3" name="Freeform 82"/>
            <p:cNvSpPr/>
            <p:nvPr/>
          </p:nvSpPr>
          <p:spPr>
            <a:xfrm>
              <a:off x="4040280" y="4065480"/>
              <a:ext cx="9360" cy="12960"/>
            </a:xfrm>
            <a:prstGeom prst="pie">
              <a:avLst/>
            </a:prstGeom>
            <a:solidFill>
              <a:srgbClr val="336600"/>
            </a:solidFill>
            <a:ln w="792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4" name="Freeform 83"/>
            <p:cNvSpPr/>
            <p:nvPr/>
          </p:nvSpPr>
          <p:spPr>
            <a:xfrm>
              <a:off x="4011480" y="4076640"/>
              <a:ext cx="14400" cy="12600"/>
            </a:xfrm>
            <a:prstGeom prst="pie">
              <a:avLst/>
            </a:prstGeom>
            <a:solidFill>
              <a:srgbClr val="336600"/>
            </a:solidFill>
            <a:ln w="792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5" name="Freeform 84"/>
            <p:cNvSpPr/>
            <p:nvPr/>
          </p:nvSpPr>
          <p:spPr>
            <a:xfrm>
              <a:off x="3933720" y="4094280"/>
              <a:ext cx="11160" cy="14040"/>
            </a:xfrm>
            <a:prstGeom prst="pie">
              <a:avLst/>
            </a:prstGeom>
            <a:solidFill>
              <a:srgbClr val="336600"/>
            </a:solidFill>
            <a:ln w="7920">
              <a:solidFill>
                <a:srgbClr val="ffffff"/>
              </a:solidFill>
              <a:round/>
            </a:ln>
          </p:spPr>
          <p:style>
            <a:lnRef idx="0"/>
            <a:fillRef idx="0"/>
            <a:effectRef idx="0"/>
            <a:fontRef idx="minor"/>
          </p:style>
          <p:txBody>
            <a:bodyPr lIns="90000" rIns="90000" tIns="-32400" bIns="-32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6" name="Freeform 85"/>
            <p:cNvSpPr/>
            <p:nvPr/>
          </p:nvSpPr>
          <p:spPr>
            <a:xfrm>
              <a:off x="3889440" y="4143240"/>
              <a:ext cx="12600" cy="12960"/>
            </a:xfrm>
            <a:prstGeom prst="pie">
              <a:avLst/>
            </a:prstGeom>
            <a:solidFill>
              <a:srgbClr val="336600"/>
            </a:solidFill>
            <a:ln w="792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7" name="Freeform 86"/>
            <p:cNvSpPr/>
            <p:nvPr/>
          </p:nvSpPr>
          <p:spPr>
            <a:xfrm>
              <a:off x="5067360" y="4118040"/>
              <a:ext cx="9360" cy="12600"/>
            </a:xfrm>
            <a:prstGeom prst="pie">
              <a:avLst/>
            </a:prstGeom>
            <a:solidFill>
              <a:srgbClr val="336600"/>
            </a:solidFill>
            <a:ln w="792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8" name="Freeform 87"/>
            <p:cNvSpPr/>
            <p:nvPr/>
          </p:nvSpPr>
          <p:spPr>
            <a:xfrm>
              <a:off x="4854600" y="3224160"/>
              <a:ext cx="47520" cy="114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59" name="Freeform 88"/>
            <p:cNvSpPr/>
            <p:nvPr/>
          </p:nvSpPr>
          <p:spPr>
            <a:xfrm>
              <a:off x="3419640" y="3957480"/>
              <a:ext cx="39600" cy="68400"/>
            </a:xfrm>
            <a:prstGeom prst="pie">
              <a:avLst/>
            </a:prstGeom>
            <a:solidFill>
              <a:srgbClr val="336600"/>
            </a:solidFill>
            <a:ln w="792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0" name="Freeform 89"/>
            <p:cNvSpPr/>
            <p:nvPr/>
          </p:nvSpPr>
          <p:spPr>
            <a:xfrm>
              <a:off x="3409920" y="4037040"/>
              <a:ext cx="17640" cy="36360"/>
            </a:xfrm>
            <a:prstGeom prst="pie">
              <a:avLst/>
            </a:prstGeom>
            <a:solidFill>
              <a:srgbClr val="336600"/>
            </a:solidFill>
            <a:ln w="7920">
              <a:solidFill>
                <a:srgbClr val="ffffff"/>
              </a:solidFill>
              <a:round/>
            </a:ln>
          </p:spPr>
          <p:style>
            <a:lnRef idx="0"/>
            <a:fillRef idx="0"/>
            <a:effectRef idx="0"/>
            <a:fontRef idx="minor"/>
          </p:style>
          <p:txBody>
            <a:bodyPr lIns="90000" rIns="90000" tIns="-10080" bIns="-10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1" name="Freeform 90"/>
            <p:cNvSpPr/>
            <p:nvPr/>
          </p:nvSpPr>
          <p:spPr>
            <a:xfrm>
              <a:off x="5067360" y="1668600"/>
              <a:ext cx="853920" cy="893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2" name="Freeform 91"/>
            <p:cNvSpPr/>
            <p:nvPr/>
          </p:nvSpPr>
          <p:spPr>
            <a:xfrm>
              <a:off x="5222880" y="2771640"/>
              <a:ext cx="201600" cy="349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3" name="Freeform 92"/>
            <p:cNvSpPr/>
            <p:nvPr/>
          </p:nvSpPr>
          <p:spPr>
            <a:xfrm>
              <a:off x="3997440" y="5684760"/>
              <a:ext cx="29880" cy="20880"/>
            </a:xfrm>
            <a:prstGeom prst="pie">
              <a:avLst/>
            </a:prstGeom>
            <a:solidFill>
              <a:srgbClr val="336600"/>
            </a:solidFill>
            <a:ln w="7920">
              <a:solidFill>
                <a:srgbClr val="ffffff"/>
              </a:solidFill>
              <a:round/>
            </a:ln>
          </p:spPr>
          <p:style>
            <a:lnRef idx="0"/>
            <a:fillRef idx="0"/>
            <a:effectRef idx="0"/>
            <a:fontRef idx="minor"/>
          </p:style>
          <p:txBody>
            <a:bodyPr lIns="90000" rIns="90000" tIns="-25560" bIns="-25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4" name="Freeform 93"/>
            <p:cNvSpPr/>
            <p:nvPr/>
          </p:nvSpPr>
          <p:spPr>
            <a:xfrm>
              <a:off x="4054320" y="5664240"/>
              <a:ext cx="24120" cy="34920"/>
            </a:xfrm>
            <a:prstGeom prst="pie">
              <a:avLst/>
            </a:prstGeom>
            <a:solidFill>
              <a:srgbClr val="336600"/>
            </a:solidFill>
            <a:ln w="792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5" name="Freeform 94"/>
            <p:cNvSpPr/>
            <p:nvPr/>
          </p:nvSpPr>
          <p:spPr>
            <a:xfrm>
              <a:off x="4210200" y="5618160"/>
              <a:ext cx="1908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6" name="Freeform 95"/>
            <p:cNvSpPr/>
            <p:nvPr/>
          </p:nvSpPr>
          <p:spPr>
            <a:xfrm>
              <a:off x="4525920" y="5295960"/>
              <a:ext cx="90360" cy="123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7" name="Rectangle 96"/>
            <p:cNvSpPr/>
            <p:nvPr/>
          </p:nvSpPr>
          <p:spPr>
            <a:xfrm>
              <a:off x="3917880" y="5232240"/>
              <a:ext cx="785880" cy="568440"/>
            </a:xfrm>
            <a:prstGeom prst="rect">
              <a:avLst/>
            </a:prstGeom>
            <a:noFill/>
            <a:ln w="7920">
              <a:solidFill>
                <a:srgbClr val="003399"/>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8" name="Freeform 97"/>
            <p:cNvSpPr/>
            <p:nvPr/>
          </p:nvSpPr>
          <p:spPr>
            <a:xfrm>
              <a:off x="5057640" y="5405400"/>
              <a:ext cx="9720" cy="14400"/>
            </a:xfrm>
            <a:prstGeom prst="pie">
              <a:avLst/>
            </a:prstGeom>
            <a:solidFill>
              <a:srgbClr val="336600"/>
            </a:solidFill>
            <a:ln w="7920">
              <a:solidFill>
                <a:srgbClr val="ffffff"/>
              </a:solidFill>
              <a:round/>
            </a:ln>
          </p:spPr>
          <p:style>
            <a:lnRef idx="0"/>
            <a:fillRef idx="0"/>
            <a:effectRef idx="0"/>
            <a:fontRef idx="minor"/>
          </p:style>
          <p:txBody>
            <a:bodyPr lIns="90000" rIns="90000" tIns="-32040" bIns="-320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69" name="Freeform 98"/>
            <p:cNvSpPr/>
            <p:nvPr/>
          </p:nvSpPr>
          <p:spPr>
            <a:xfrm>
              <a:off x="5072040" y="5433840"/>
              <a:ext cx="11160" cy="9720"/>
            </a:xfrm>
            <a:prstGeom prst="pie">
              <a:avLst/>
            </a:prstGeom>
            <a:solidFill>
              <a:srgbClr val="336600"/>
            </a:solidFill>
            <a:ln w="792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0" name="Freeform 99"/>
            <p:cNvSpPr/>
            <p:nvPr/>
          </p:nvSpPr>
          <p:spPr>
            <a:xfrm>
              <a:off x="5070600" y="5351400"/>
              <a:ext cx="11160" cy="9720"/>
            </a:xfrm>
            <a:prstGeom prst="pie">
              <a:avLst/>
            </a:prstGeom>
            <a:solidFill>
              <a:srgbClr val="336600"/>
            </a:solidFill>
            <a:ln w="792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1" name="Freeform 100"/>
            <p:cNvSpPr/>
            <p:nvPr/>
          </p:nvSpPr>
          <p:spPr>
            <a:xfrm>
              <a:off x="5057640" y="5329080"/>
              <a:ext cx="9720" cy="12960"/>
            </a:xfrm>
            <a:prstGeom prst="pie">
              <a:avLst/>
            </a:prstGeom>
            <a:solidFill>
              <a:srgbClr val="336600"/>
            </a:solidFill>
            <a:ln w="792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2" name="Freeform 101"/>
            <p:cNvSpPr/>
            <p:nvPr/>
          </p:nvSpPr>
          <p:spPr>
            <a:xfrm>
              <a:off x="5070600" y="5318280"/>
              <a:ext cx="11160" cy="14040"/>
            </a:xfrm>
            <a:prstGeom prst="pie">
              <a:avLst/>
            </a:prstGeom>
            <a:solidFill>
              <a:srgbClr val="336600"/>
            </a:solidFill>
            <a:ln w="7920">
              <a:solidFill>
                <a:srgbClr val="ffffff"/>
              </a:solidFill>
              <a:round/>
            </a:ln>
          </p:spPr>
          <p:style>
            <a:lnRef idx="0"/>
            <a:fillRef idx="0"/>
            <a:effectRef idx="0"/>
            <a:fontRef idx="minor"/>
          </p:style>
          <p:txBody>
            <a:bodyPr lIns="90000" rIns="90000" tIns="-32400" bIns="-32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3" name="Freeform 102"/>
            <p:cNvSpPr/>
            <p:nvPr/>
          </p:nvSpPr>
          <p:spPr>
            <a:xfrm>
              <a:off x="5067360" y="5268960"/>
              <a:ext cx="15840" cy="7920"/>
            </a:xfrm>
            <a:prstGeom prst="pie">
              <a:avLst/>
            </a:prstGeom>
            <a:solidFill>
              <a:srgbClr val="336600"/>
            </a:solidFill>
            <a:ln w="792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4" name="Freeform 103"/>
            <p:cNvSpPr/>
            <p:nvPr/>
          </p:nvSpPr>
          <p:spPr>
            <a:xfrm>
              <a:off x="5065560" y="5248440"/>
              <a:ext cx="11160" cy="10800"/>
            </a:xfrm>
            <a:prstGeom prst="pie">
              <a:avLst/>
            </a:prstGeom>
            <a:solidFill>
              <a:srgbClr val="336600"/>
            </a:solidFill>
            <a:ln w="792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5" name="Freeform 104"/>
            <p:cNvSpPr/>
            <p:nvPr/>
          </p:nvSpPr>
          <p:spPr>
            <a:xfrm>
              <a:off x="5052960" y="5221440"/>
              <a:ext cx="12600" cy="18720"/>
            </a:xfrm>
            <a:prstGeom prst="pie">
              <a:avLst/>
            </a:prstGeom>
            <a:solidFill>
              <a:srgbClr val="336600"/>
            </a:solidFill>
            <a:ln w="7920">
              <a:solidFill>
                <a:srgbClr val="ffffff"/>
              </a:solidFill>
              <a:round/>
            </a:ln>
          </p:spPr>
          <p:style>
            <a:lnRef idx="0"/>
            <a:fillRef idx="0"/>
            <a:effectRef idx="0"/>
            <a:fontRef idx="minor"/>
          </p:style>
          <p:txBody>
            <a:bodyPr lIns="90000" rIns="90000" tIns="-27720" bIns="-27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6" name="Rectangle 105"/>
            <p:cNvSpPr/>
            <p:nvPr/>
          </p:nvSpPr>
          <p:spPr>
            <a:xfrm>
              <a:off x="4784760" y="5162400"/>
              <a:ext cx="490680" cy="319320"/>
            </a:xfrm>
            <a:prstGeom prst="rect">
              <a:avLst/>
            </a:prstGeom>
            <a:noFill/>
            <a:ln w="7920">
              <a:solidFill>
                <a:srgbClr val="003399"/>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7" name="Freeform 106"/>
            <p:cNvSpPr/>
            <p:nvPr/>
          </p:nvSpPr>
          <p:spPr>
            <a:xfrm>
              <a:off x="4975200" y="5796000"/>
              <a:ext cx="11160" cy="3240"/>
            </a:xfrm>
            <a:prstGeom prst="pie">
              <a:avLst/>
            </a:prstGeom>
            <a:solidFill>
              <a:srgbClr val="336600"/>
            </a:solidFill>
            <a:ln w="7920">
              <a:solidFill>
                <a:srgbClr val="ffffff"/>
              </a:solidFill>
              <a:round/>
            </a:ln>
          </p:spPr>
          <p:style>
            <a:lnRef idx="0"/>
            <a:fillRef idx="0"/>
            <a:effectRef idx="0"/>
            <a:fontRef idx="minor"/>
          </p:style>
          <p:txBody>
            <a:bodyPr lIns="90000" rIns="90000" tIns="-43200" bIns="-43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8" name="Freeform 107"/>
            <p:cNvSpPr/>
            <p:nvPr/>
          </p:nvSpPr>
          <p:spPr>
            <a:xfrm>
              <a:off x="4938840" y="5719680"/>
              <a:ext cx="11160" cy="9720"/>
            </a:xfrm>
            <a:prstGeom prst="pie">
              <a:avLst/>
            </a:prstGeom>
            <a:solidFill>
              <a:srgbClr val="336600"/>
            </a:solidFill>
            <a:ln w="792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79" name="Freeform 108"/>
            <p:cNvSpPr/>
            <p:nvPr/>
          </p:nvSpPr>
          <p:spPr>
            <a:xfrm>
              <a:off x="4946760" y="5703840"/>
              <a:ext cx="11160" cy="9720"/>
            </a:xfrm>
            <a:prstGeom prst="pie">
              <a:avLst/>
            </a:prstGeom>
            <a:solidFill>
              <a:srgbClr val="336600"/>
            </a:solidFill>
            <a:ln w="792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80" name="Freeform 109"/>
            <p:cNvSpPr/>
            <p:nvPr/>
          </p:nvSpPr>
          <p:spPr>
            <a:xfrm>
              <a:off x="4944960" y="5616720"/>
              <a:ext cx="7920" cy="10800"/>
            </a:xfrm>
            <a:prstGeom prst="pie">
              <a:avLst/>
            </a:prstGeom>
            <a:solidFill>
              <a:srgbClr val="336600"/>
            </a:solidFill>
            <a:ln w="792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81" name="Freeform 110"/>
            <p:cNvSpPr/>
            <p:nvPr/>
          </p:nvSpPr>
          <p:spPr>
            <a:xfrm>
              <a:off x="4950000" y="5589720"/>
              <a:ext cx="6120" cy="11160"/>
            </a:xfrm>
            <a:prstGeom prst="pie">
              <a:avLst/>
            </a:prstGeom>
            <a:solidFill>
              <a:srgbClr val="336600"/>
            </a:solidFill>
            <a:ln w="792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82" name="Rectangle 111"/>
            <p:cNvSpPr/>
            <p:nvPr/>
          </p:nvSpPr>
          <p:spPr>
            <a:xfrm>
              <a:off x="4784760" y="5535720"/>
              <a:ext cx="490680" cy="318960"/>
            </a:xfrm>
            <a:prstGeom prst="rect">
              <a:avLst/>
            </a:prstGeom>
            <a:noFill/>
            <a:ln w="7920">
              <a:solidFill>
                <a:srgbClr val="003399"/>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48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224A4B5-CF32-4F43-B536-C75C7B998FD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48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Japan, overall view 2</a:t>
            </a:r>
            <a:endParaRPr b="1" lang="en-US" sz="1600" spc="-1" strike="noStrike">
              <a:solidFill>
                <a:srgbClr val="000000"/>
              </a:solidFill>
              <a:latin typeface="Arial"/>
            </a:endParaRPr>
          </a:p>
        </p:txBody>
      </p:sp>
      <p:grpSp>
        <p:nvGrpSpPr>
          <p:cNvPr id="6486" name="Group 3"/>
          <p:cNvGrpSpPr/>
          <p:nvPr/>
        </p:nvGrpSpPr>
        <p:grpSpPr>
          <a:xfrm>
            <a:off x="2906640" y="1614600"/>
            <a:ext cx="3468600" cy="4346640"/>
            <a:chOff x="2906640" y="1614600"/>
            <a:chExt cx="3468600" cy="4346640"/>
          </a:xfrm>
        </p:grpSpPr>
        <p:sp>
          <p:nvSpPr>
            <p:cNvPr id="6487" name="Freeform 4"/>
            <p:cNvSpPr/>
            <p:nvPr/>
          </p:nvSpPr>
          <p:spPr>
            <a:xfrm>
              <a:off x="3218400" y="2901960"/>
              <a:ext cx="2412000" cy="23842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88" name="Freeform 5"/>
            <p:cNvSpPr/>
            <p:nvPr/>
          </p:nvSpPr>
          <p:spPr>
            <a:xfrm>
              <a:off x="5139720" y="1614600"/>
              <a:ext cx="1235520" cy="1339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89" name="Freeform 6"/>
            <p:cNvSpPr/>
            <p:nvPr/>
          </p:nvSpPr>
          <p:spPr>
            <a:xfrm>
              <a:off x="2906640" y="5186520"/>
              <a:ext cx="537480" cy="7747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90" name="Freeform 7"/>
            <p:cNvSpPr/>
            <p:nvPr/>
          </p:nvSpPr>
          <p:spPr>
            <a:xfrm>
              <a:off x="3507120" y="5046840"/>
              <a:ext cx="534600" cy="4600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49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1F1F75-92C3-4E5C-83F6-55ACAD1F841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49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Japan, overall view 3</a:t>
            </a:r>
            <a:endParaRPr b="1" lang="en-US" sz="1600" spc="-1" strike="noStrike">
              <a:solidFill>
                <a:srgbClr val="000000"/>
              </a:solidFill>
              <a:latin typeface="Arial"/>
            </a:endParaRPr>
          </a:p>
        </p:txBody>
      </p:sp>
      <p:grpSp>
        <p:nvGrpSpPr>
          <p:cNvPr id="6494" name="Group 3"/>
          <p:cNvGrpSpPr/>
          <p:nvPr/>
        </p:nvGrpSpPr>
        <p:grpSpPr>
          <a:xfrm>
            <a:off x="2338560" y="1562040"/>
            <a:ext cx="4887360" cy="4469040"/>
            <a:chOff x="2338560" y="1562040"/>
            <a:chExt cx="4887360" cy="4469040"/>
          </a:xfrm>
        </p:grpSpPr>
        <p:sp>
          <p:nvSpPr>
            <p:cNvPr id="6495" name="Freeform 4"/>
            <p:cNvSpPr/>
            <p:nvPr/>
          </p:nvSpPr>
          <p:spPr>
            <a:xfrm>
              <a:off x="3589920" y="3635280"/>
              <a:ext cx="571320" cy="536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96" name="Freeform 5"/>
            <p:cNvSpPr/>
            <p:nvPr/>
          </p:nvSpPr>
          <p:spPr>
            <a:xfrm>
              <a:off x="3827520" y="4064040"/>
              <a:ext cx="17280" cy="33120"/>
            </a:xfrm>
            <a:prstGeom prst="pie">
              <a:avLst/>
            </a:prstGeom>
            <a:solidFill>
              <a:srgbClr val="336600"/>
            </a:solidFill>
            <a:ln w="7920">
              <a:solidFill>
                <a:srgbClr val="ffffff"/>
              </a:solidFill>
              <a:round/>
            </a:ln>
          </p:spPr>
          <p:style>
            <a:lnRef idx="0"/>
            <a:fillRef idx="0"/>
            <a:effectRef idx="0"/>
            <a:fontRef idx="minor"/>
          </p:style>
          <p:txBody>
            <a:bodyPr lIns="90000" rIns="90000" tIns="-13320" bIns="-13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97" name="Freeform 6"/>
            <p:cNvSpPr/>
            <p:nvPr/>
          </p:nvSpPr>
          <p:spPr>
            <a:xfrm>
              <a:off x="3795120" y="4132440"/>
              <a:ext cx="42480" cy="20520"/>
            </a:xfrm>
            <a:prstGeom prst="pie">
              <a:avLst/>
            </a:prstGeom>
            <a:solidFill>
              <a:srgbClr val="336600"/>
            </a:solidFill>
            <a:ln w="792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98" name="Freeform 7"/>
            <p:cNvSpPr/>
            <p:nvPr/>
          </p:nvSpPr>
          <p:spPr>
            <a:xfrm>
              <a:off x="3952080" y="3635280"/>
              <a:ext cx="32040" cy="38160"/>
            </a:xfrm>
            <a:prstGeom prst="pie">
              <a:avLst/>
            </a:prstGeom>
            <a:solidFill>
              <a:srgbClr val="336600"/>
            </a:solidFill>
            <a:ln w="7920">
              <a:solidFill>
                <a:srgbClr val="ffffff"/>
              </a:solidFill>
              <a:round/>
            </a:ln>
          </p:spPr>
          <p:style>
            <a:lnRef idx="0"/>
            <a:fillRef idx="0"/>
            <a:effectRef idx="0"/>
            <a:fontRef idx="minor"/>
          </p:style>
          <p:txBody>
            <a:bodyPr lIns="90000" rIns="90000" tIns="-8280" bIns="-8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499" name="Freeform 8"/>
            <p:cNvSpPr/>
            <p:nvPr/>
          </p:nvSpPr>
          <p:spPr>
            <a:xfrm>
              <a:off x="3589920" y="3789360"/>
              <a:ext cx="571320" cy="3794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0" name="Freeform 9"/>
            <p:cNvSpPr/>
            <p:nvPr/>
          </p:nvSpPr>
          <p:spPr>
            <a:xfrm>
              <a:off x="3915360" y="3678120"/>
              <a:ext cx="21600" cy="19080"/>
            </a:xfrm>
            <a:prstGeom prst="pie">
              <a:avLst/>
            </a:prstGeom>
            <a:solidFill>
              <a:srgbClr val="336600"/>
            </a:solidFill>
            <a:ln w="792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1" name="Freeform 10"/>
            <p:cNvSpPr/>
            <p:nvPr/>
          </p:nvSpPr>
          <p:spPr>
            <a:xfrm>
              <a:off x="3935880" y="3683160"/>
              <a:ext cx="8640" cy="17280"/>
            </a:xfrm>
            <a:prstGeom prst="pie">
              <a:avLst/>
            </a:prstGeom>
            <a:solidFill>
              <a:srgbClr val="336600"/>
            </a:solidFill>
            <a:ln w="792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2" name="Freeform 11"/>
            <p:cNvSpPr/>
            <p:nvPr/>
          </p:nvSpPr>
          <p:spPr>
            <a:xfrm>
              <a:off x="3795120" y="4164120"/>
              <a:ext cx="14400" cy="7920"/>
            </a:xfrm>
            <a:prstGeom prst="pie">
              <a:avLst/>
            </a:prstGeom>
            <a:solidFill>
              <a:srgbClr val="336600"/>
            </a:solidFill>
            <a:ln w="792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3" name="Freeform 12"/>
            <p:cNvSpPr/>
            <p:nvPr/>
          </p:nvSpPr>
          <p:spPr>
            <a:xfrm>
              <a:off x="3837600" y="4084560"/>
              <a:ext cx="2052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4" name="Freeform 13"/>
            <p:cNvSpPr/>
            <p:nvPr/>
          </p:nvSpPr>
          <p:spPr>
            <a:xfrm>
              <a:off x="3925800" y="3700440"/>
              <a:ext cx="10080" cy="6480"/>
            </a:xfrm>
            <a:prstGeom prst="pie">
              <a:avLst/>
            </a:prstGeom>
            <a:solidFill>
              <a:srgbClr val="336600"/>
            </a:solidFill>
            <a:ln w="792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5" name="Freeform 14"/>
            <p:cNvSpPr/>
            <p:nvPr/>
          </p:nvSpPr>
          <p:spPr>
            <a:xfrm>
              <a:off x="4306680" y="3381480"/>
              <a:ext cx="2919240" cy="2641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6" name="Freeform 15"/>
            <p:cNvSpPr/>
            <p:nvPr/>
          </p:nvSpPr>
          <p:spPr>
            <a:xfrm>
              <a:off x="4985280" y="4295880"/>
              <a:ext cx="2052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7" name="Freeform 16"/>
            <p:cNvSpPr/>
            <p:nvPr/>
          </p:nvSpPr>
          <p:spPr>
            <a:xfrm>
              <a:off x="5367960" y="5389560"/>
              <a:ext cx="5400" cy="4680"/>
            </a:xfrm>
            <a:prstGeom prst="pie">
              <a:avLst/>
            </a:prstGeom>
            <a:solidFill>
              <a:srgbClr val="336600"/>
            </a:solidFill>
            <a:ln w="7920">
              <a:solidFill>
                <a:srgbClr val="ffffff"/>
              </a:solidFill>
              <a:round/>
            </a:ln>
          </p:spPr>
          <p:style>
            <a:lnRef idx="0"/>
            <a:fillRef idx="0"/>
            <a:effectRef idx="0"/>
            <a:fontRef idx="minor"/>
          </p:style>
          <p:txBody>
            <a:bodyPr lIns="90000" rIns="90000" tIns="-41760" bIns="-41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8" name="Freeform 17"/>
            <p:cNvSpPr/>
            <p:nvPr/>
          </p:nvSpPr>
          <p:spPr>
            <a:xfrm>
              <a:off x="4925160" y="3959280"/>
              <a:ext cx="1620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09" name="Freeform 18"/>
            <p:cNvSpPr/>
            <p:nvPr/>
          </p:nvSpPr>
          <p:spPr>
            <a:xfrm>
              <a:off x="5228640" y="5927760"/>
              <a:ext cx="12960" cy="12600"/>
            </a:xfrm>
            <a:prstGeom prst="pie">
              <a:avLst/>
            </a:prstGeom>
            <a:solidFill>
              <a:srgbClr val="336600"/>
            </a:solidFill>
            <a:ln w="7920">
              <a:solidFill>
                <a:srgbClr val="ffffff"/>
              </a:solidFill>
              <a:round/>
            </a:ln>
          </p:spPr>
          <p:style>
            <a:lnRef idx="0"/>
            <a:fillRef idx="0"/>
            <a:effectRef idx="0"/>
            <a:fontRef idx="minor"/>
          </p:style>
          <p:txBody>
            <a:bodyPr lIns="90000" rIns="90000" tIns="-33840" bIns="-33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0" name="Freeform 19"/>
            <p:cNvSpPr/>
            <p:nvPr/>
          </p:nvSpPr>
          <p:spPr>
            <a:xfrm>
              <a:off x="4539600" y="3459240"/>
              <a:ext cx="23400" cy="14040"/>
            </a:xfrm>
            <a:prstGeom prst="pie">
              <a:avLst/>
            </a:prstGeom>
            <a:solidFill>
              <a:srgbClr val="336600"/>
            </a:solidFill>
            <a:ln w="7920">
              <a:solidFill>
                <a:srgbClr val="ffffff"/>
              </a:solidFill>
              <a:round/>
            </a:ln>
          </p:spPr>
          <p:style>
            <a:lnRef idx="0"/>
            <a:fillRef idx="0"/>
            <a:effectRef idx="0"/>
            <a:fontRef idx="minor"/>
          </p:style>
          <p:txBody>
            <a:bodyPr lIns="90000" rIns="90000" tIns="-32400" bIns="-32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1" name="Freeform 20"/>
            <p:cNvSpPr/>
            <p:nvPr/>
          </p:nvSpPr>
          <p:spPr>
            <a:xfrm>
              <a:off x="4909320" y="4035600"/>
              <a:ext cx="7200" cy="20520"/>
            </a:xfrm>
            <a:prstGeom prst="pie">
              <a:avLst/>
            </a:prstGeom>
            <a:solidFill>
              <a:srgbClr val="336600"/>
            </a:solidFill>
            <a:ln w="792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2" name="Freeform 21"/>
            <p:cNvSpPr/>
            <p:nvPr/>
          </p:nvSpPr>
          <p:spPr>
            <a:xfrm>
              <a:off x="5225760" y="5803920"/>
              <a:ext cx="5760" cy="6480"/>
            </a:xfrm>
            <a:prstGeom prst="pie">
              <a:avLst/>
            </a:prstGeom>
            <a:solidFill>
              <a:srgbClr val="336600"/>
            </a:solidFill>
            <a:ln w="792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3" name="Freeform 22"/>
            <p:cNvSpPr/>
            <p:nvPr/>
          </p:nvSpPr>
          <p:spPr>
            <a:xfrm>
              <a:off x="5353200" y="5369040"/>
              <a:ext cx="2880" cy="3240"/>
            </a:xfrm>
            <a:prstGeom prst="pie">
              <a:avLst/>
            </a:prstGeom>
            <a:solidFill>
              <a:srgbClr val="336600"/>
            </a:solidFill>
            <a:ln w="7920">
              <a:solidFill>
                <a:srgbClr val="ffffff"/>
              </a:solidFill>
              <a:round/>
            </a:ln>
          </p:spPr>
          <p:style>
            <a:lnRef idx="0"/>
            <a:fillRef idx="0"/>
            <a:effectRef idx="0"/>
            <a:fontRef idx="minor"/>
          </p:style>
          <p:txBody>
            <a:bodyPr lIns="90000" rIns="90000" tIns="-43200" bIns="-43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4" name="Freeform 23"/>
            <p:cNvSpPr/>
            <p:nvPr/>
          </p:nvSpPr>
          <p:spPr>
            <a:xfrm>
              <a:off x="7223400" y="6016680"/>
              <a:ext cx="2520" cy="6120"/>
            </a:xfrm>
            <a:prstGeom prst="pie">
              <a:avLst/>
            </a:prstGeom>
            <a:solidFill>
              <a:srgbClr val="336600"/>
            </a:solidFill>
            <a:ln w="7920">
              <a:solidFill>
                <a:srgbClr val="ffffff"/>
              </a:solidFill>
              <a:round/>
            </a:ln>
          </p:spPr>
          <p:style>
            <a:lnRef idx="0"/>
            <a:fillRef idx="0"/>
            <a:effectRef idx="0"/>
            <a:fontRef idx="minor"/>
          </p:style>
          <p:txBody>
            <a:bodyPr lIns="90000" rIns="90000" tIns="-40320" bIns="-40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5" name="Freeform 24"/>
            <p:cNvSpPr/>
            <p:nvPr/>
          </p:nvSpPr>
          <p:spPr>
            <a:xfrm>
              <a:off x="4945680" y="4098960"/>
              <a:ext cx="1440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6" name="Freeform 25"/>
            <p:cNvSpPr/>
            <p:nvPr/>
          </p:nvSpPr>
          <p:spPr>
            <a:xfrm>
              <a:off x="5162400" y="5462640"/>
              <a:ext cx="2880" cy="4680"/>
            </a:xfrm>
            <a:prstGeom prst="pie">
              <a:avLst/>
            </a:prstGeom>
            <a:solidFill>
              <a:srgbClr val="336600"/>
            </a:solidFill>
            <a:ln w="7920">
              <a:solidFill>
                <a:srgbClr val="ffffff"/>
              </a:solidFill>
              <a:round/>
            </a:ln>
          </p:spPr>
          <p:style>
            <a:lnRef idx="0"/>
            <a:fillRef idx="0"/>
            <a:effectRef idx="0"/>
            <a:fontRef idx="minor"/>
          </p:style>
          <p:txBody>
            <a:bodyPr lIns="90000" rIns="90000" tIns="-41760" bIns="-41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7" name="Freeform 26"/>
            <p:cNvSpPr/>
            <p:nvPr/>
          </p:nvSpPr>
          <p:spPr>
            <a:xfrm>
              <a:off x="5369040" y="5473800"/>
              <a:ext cx="4320" cy="7920"/>
            </a:xfrm>
            <a:prstGeom prst="pie">
              <a:avLst/>
            </a:prstGeom>
            <a:solidFill>
              <a:srgbClr val="336600"/>
            </a:solidFill>
            <a:ln w="792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8" name="Freeform 27"/>
            <p:cNvSpPr/>
            <p:nvPr/>
          </p:nvSpPr>
          <p:spPr>
            <a:xfrm>
              <a:off x="4306680" y="3381480"/>
              <a:ext cx="586080" cy="623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19" name="Freeform 28"/>
            <p:cNvSpPr/>
            <p:nvPr/>
          </p:nvSpPr>
          <p:spPr>
            <a:xfrm>
              <a:off x="5369040" y="5491080"/>
              <a:ext cx="10080" cy="12960"/>
            </a:xfrm>
            <a:prstGeom prst="pie">
              <a:avLst/>
            </a:prstGeom>
            <a:solidFill>
              <a:srgbClr val="336600"/>
            </a:solidFill>
            <a:ln w="792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0" name="Freeform 29"/>
            <p:cNvSpPr/>
            <p:nvPr/>
          </p:nvSpPr>
          <p:spPr>
            <a:xfrm>
              <a:off x="5358960" y="5564160"/>
              <a:ext cx="10080" cy="19080"/>
            </a:xfrm>
            <a:prstGeom prst="pie">
              <a:avLst/>
            </a:prstGeom>
            <a:solidFill>
              <a:srgbClr val="336600"/>
            </a:solidFill>
            <a:ln w="7920">
              <a:solidFill>
                <a:srgbClr val="ffffff"/>
              </a:solidFill>
              <a:round/>
            </a:ln>
          </p:spPr>
          <p:style>
            <a:lnRef idx="0"/>
            <a:fillRef idx="0"/>
            <a:effectRef idx="0"/>
            <a:fontRef idx="minor"/>
          </p:style>
          <p:txBody>
            <a:bodyPr lIns="90000" rIns="90000" tIns="-27360" bIns="-27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1" name="Freeform 30"/>
            <p:cNvSpPr/>
            <p:nvPr/>
          </p:nvSpPr>
          <p:spPr>
            <a:xfrm>
              <a:off x="5073120" y="4830840"/>
              <a:ext cx="5760" cy="4680"/>
            </a:xfrm>
            <a:prstGeom prst="pie">
              <a:avLst/>
            </a:prstGeom>
            <a:solidFill>
              <a:srgbClr val="336600"/>
            </a:solidFill>
            <a:ln w="7920">
              <a:solidFill>
                <a:srgbClr val="ffffff"/>
              </a:solidFill>
              <a:round/>
            </a:ln>
          </p:spPr>
          <p:style>
            <a:lnRef idx="0"/>
            <a:fillRef idx="0"/>
            <a:effectRef idx="0"/>
            <a:fontRef idx="minor"/>
          </p:style>
          <p:txBody>
            <a:bodyPr lIns="90000" rIns="90000" tIns="-41760" bIns="-41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2" name="Freeform 31"/>
            <p:cNvSpPr/>
            <p:nvPr/>
          </p:nvSpPr>
          <p:spPr>
            <a:xfrm>
              <a:off x="4960440" y="4145040"/>
              <a:ext cx="7200" cy="11160"/>
            </a:xfrm>
            <a:prstGeom prst="pie">
              <a:avLst/>
            </a:prstGeom>
            <a:solidFill>
              <a:srgbClr val="336600"/>
            </a:solidFill>
            <a:ln w="792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3" name="Freeform 32"/>
            <p:cNvSpPr/>
            <p:nvPr/>
          </p:nvSpPr>
          <p:spPr>
            <a:xfrm>
              <a:off x="5026320" y="4538520"/>
              <a:ext cx="4320" cy="3240"/>
            </a:xfrm>
            <a:prstGeom prst="pie">
              <a:avLst/>
            </a:prstGeom>
            <a:solidFill>
              <a:srgbClr val="336600"/>
            </a:solidFill>
            <a:ln w="7920">
              <a:solidFill>
                <a:srgbClr val="ffffff"/>
              </a:solidFill>
              <a:round/>
            </a:ln>
          </p:spPr>
          <p:style>
            <a:lnRef idx="0"/>
            <a:fillRef idx="0"/>
            <a:effectRef idx="0"/>
            <a:fontRef idx="minor"/>
          </p:style>
          <p:txBody>
            <a:bodyPr lIns="90000" rIns="90000" tIns="-43200" bIns="-43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4" name="Freeform 33"/>
            <p:cNvSpPr/>
            <p:nvPr/>
          </p:nvSpPr>
          <p:spPr>
            <a:xfrm>
              <a:off x="4934160" y="1562040"/>
              <a:ext cx="1009440" cy="961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5" name="Freeform 34"/>
            <p:cNvSpPr/>
            <p:nvPr/>
          </p:nvSpPr>
          <p:spPr>
            <a:xfrm>
              <a:off x="5178600" y="1566720"/>
              <a:ext cx="17280" cy="47880"/>
            </a:xfrm>
            <a:prstGeom prst="pie">
              <a:avLst/>
            </a:prstGeom>
            <a:solidFill>
              <a:srgbClr val="336600"/>
            </a:solidFill>
            <a:ln w="7920">
              <a:solidFill>
                <a:srgbClr val="ffffff"/>
              </a:solidFill>
              <a:round/>
            </a:ln>
          </p:spPr>
          <p:style>
            <a:lnRef idx="0"/>
            <a:fillRef idx="0"/>
            <a:effectRef idx="0"/>
            <a:fontRef idx="minor"/>
          </p:style>
          <p:txBody>
            <a:bodyPr lIns="90000" rIns="90000" tIns="1440" bIns="1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6" name="Freeform 35"/>
            <p:cNvSpPr/>
            <p:nvPr/>
          </p:nvSpPr>
          <p:spPr>
            <a:xfrm>
              <a:off x="4934160" y="2330280"/>
              <a:ext cx="23040" cy="44640"/>
            </a:xfrm>
            <a:prstGeom prst="pie">
              <a:avLst/>
            </a:prstGeom>
            <a:solidFill>
              <a:srgbClr val="336600"/>
            </a:solidFill>
            <a:ln w="7920">
              <a:solidFill>
                <a:srgbClr val="ffffff"/>
              </a:solidFill>
              <a:round/>
            </a:ln>
          </p:spPr>
          <p:style>
            <a:lnRef idx="0"/>
            <a:fillRef idx="0"/>
            <a:effectRef idx="0"/>
            <a:fontRef idx="minor"/>
          </p:style>
          <p:txBody>
            <a:bodyPr lIns="90000" rIns="90000" tIns="-1800" bIns="-1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7" name="Freeform 36"/>
            <p:cNvSpPr/>
            <p:nvPr/>
          </p:nvSpPr>
          <p:spPr>
            <a:xfrm>
              <a:off x="5627160" y="1878120"/>
              <a:ext cx="24840" cy="7920"/>
            </a:xfrm>
            <a:prstGeom prst="pie">
              <a:avLst/>
            </a:prstGeom>
            <a:solidFill>
              <a:srgbClr val="336600"/>
            </a:solidFill>
            <a:ln w="792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8" name="Freeform 37"/>
            <p:cNvSpPr/>
            <p:nvPr/>
          </p:nvSpPr>
          <p:spPr>
            <a:xfrm>
              <a:off x="4989600" y="1562040"/>
              <a:ext cx="954000" cy="961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29" name="Freeform 38"/>
            <p:cNvSpPr/>
            <p:nvPr/>
          </p:nvSpPr>
          <p:spPr>
            <a:xfrm>
              <a:off x="5204880" y="1619280"/>
              <a:ext cx="32040" cy="36360"/>
            </a:xfrm>
            <a:prstGeom prst="pie">
              <a:avLst/>
            </a:prstGeom>
            <a:solidFill>
              <a:srgbClr val="336600"/>
            </a:solidFill>
            <a:ln w="7920">
              <a:solidFill>
                <a:srgbClr val="ffffff"/>
              </a:solidFill>
              <a:round/>
            </a:ln>
          </p:spPr>
          <p:style>
            <a:lnRef idx="0"/>
            <a:fillRef idx="0"/>
            <a:effectRef idx="0"/>
            <a:fontRef idx="minor"/>
          </p:style>
          <p:txBody>
            <a:bodyPr lIns="90000" rIns="90000" tIns="-10080" bIns="-10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0" name="Freeform 39"/>
            <p:cNvSpPr/>
            <p:nvPr/>
          </p:nvSpPr>
          <p:spPr>
            <a:xfrm>
              <a:off x="4120560" y="3754440"/>
              <a:ext cx="420480" cy="479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1" name="Freeform 40"/>
            <p:cNvSpPr/>
            <p:nvPr/>
          </p:nvSpPr>
          <p:spPr>
            <a:xfrm>
              <a:off x="4185000" y="3998880"/>
              <a:ext cx="58680" cy="84240"/>
            </a:xfrm>
            <a:prstGeom prst="pie">
              <a:avLst/>
            </a:prstGeom>
            <a:solidFill>
              <a:srgbClr val="336600"/>
            </a:solidFill>
            <a:ln w="792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2" name="Freeform 41"/>
            <p:cNvSpPr/>
            <p:nvPr/>
          </p:nvSpPr>
          <p:spPr>
            <a:xfrm>
              <a:off x="4120560" y="3754440"/>
              <a:ext cx="420480" cy="479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3" name="Freeform 42"/>
            <p:cNvSpPr/>
            <p:nvPr/>
          </p:nvSpPr>
          <p:spPr>
            <a:xfrm>
              <a:off x="4770000" y="3462480"/>
              <a:ext cx="386640" cy="474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4" name="Freeform 43"/>
            <p:cNvSpPr/>
            <p:nvPr/>
          </p:nvSpPr>
          <p:spPr>
            <a:xfrm>
              <a:off x="4770000" y="3462480"/>
              <a:ext cx="386640" cy="474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5" name="Freeform 44"/>
            <p:cNvSpPr/>
            <p:nvPr/>
          </p:nvSpPr>
          <p:spPr>
            <a:xfrm>
              <a:off x="3217680" y="3978360"/>
              <a:ext cx="546480" cy="14652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6" name="Freeform 45"/>
            <p:cNvSpPr/>
            <p:nvPr/>
          </p:nvSpPr>
          <p:spPr>
            <a:xfrm>
              <a:off x="3483000" y="4422600"/>
              <a:ext cx="38160" cy="32040"/>
            </a:xfrm>
            <a:prstGeom prst="pie">
              <a:avLst/>
            </a:prstGeom>
            <a:solidFill>
              <a:srgbClr val="336600"/>
            </a:solidFill>
            <a:ln w="792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7" name="Freeform 46"/>
            <p:cNvSpPr/>
            <p:nvPr/>
          </p:nvSpPr>
          <p:spPr>
            <a:xfrm>
              <a:off x="3399480" y="4570560"/>
              <a:ext cx="20160" cy="31680"/>
            </a:xfrm>
            <a:prstGeom prst="pie">
              <a:avLst/>
            </a:prstGeom>
            <a:solidFill>
              <a:srgbClr val="336600"/>
            </a:solidFill>
            <a:ln w="7920">
              <a:solidFill>
                <a:srgbClr val="ffffff"/>
              </a:solidFill>
              <a:round/>
            </a:ln>
          </p:spPr>
          <p:style>
            <a:lnRef idx="0"/>
            <a:fillRef idx="0"/>
            <a:effectRef idx="0"/>
            <a:fontRef idx="minor"/>
          </p:style>
          <p:txBody>
            <a:bodyPr lIns="90000" rIns="90000" tIns="-14760" bIns="-14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8" name="Freeform 47"/>
            <p:cNvSpPr/>
            <p:nvPr/>
          </p:nvSpPr>
          <p:spPr>
            <a:xfrm>
              <a:off x="3381840" y="4133880"/>
              <a:ext cx="382320" cy="5954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39" name="Freeform 48"/>
            <p:cNvSpPr/>
            <p:nvPr/>
          </p:nvSpPr>
          <p:spPr>
            <a:xfrm>
              <a:off x="3294000" y="4297320"/>
              <a:ext cx="27720" cy="66600"/>
            </a:xfrm>
            <a:prstGeom prst="pie">
              <a:avLst/>
            </a:prstGeom>
            <a:solidFill>
              <a:srgbClr val="336600"/>
            </a:solidFill>
            <a:ln w="792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0" name="Freeform 49"/>
            <p:cNvSpPr/>
            <p:nvPr/>
          </p:nvSpPr>
          <p:spPr>
            <a:xfrm>
              <a:off x="3315960" y="5221440"/>
              <a:ext cx="90720" cy="72720"/>
            </a:xfrm>
            <a:prstGeom prst="pie">
              <a:avLst/>
            </a:prstGeom>
            <a:solidFill>
              <a:srgbClr val="336600"/>
            </a:solidFill>
            <a:ln w="7920">
              <a:solidFill>
                <a:srgbClr val="ffffff"/>
              </a:solidFill>
              <a:round/>
            </a:ln>
          </p:spPr>
          <p:style>
            <a:lnRef idx="0"/>
            <a:fillRef idx="0"/>
            <a:effectRef idx="0"/>
            <a:fontRef idx="minor"/>
          </p:style>
          <p:txBody>
            <a:bodyPr lIns="90000" rIns="90000" tIns="25920" bIns="25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1" name="Freeform 50"/>
            <p:cNvSpPr/>
            <p:nvPr/>
          </p:nvSpPr>
          <p:spPr>
            <a:xfrm>
              <a:off x="3330360" y="3978360"/>
              <a:ext cx="42480" cy="82440"/>
            </a:xfrm>
            <a:prstGeom prst="pie">
              <a:avLst/>
            </a:prstGeom>
            <a:solidFill>
              <a:srgbClr val="336600"/>
            </a:solidFill>
            <a:ln w="7920">
              <a:solidFill>
                <a:srgbClr val="ffffff"/>
              </a:solidFill>
              <a:round/>
            </a:ln>
          </p:spPr>
          <p:style>
            <a:lnRef idx="0"/>
            <a:fillRef idx="0"/>
            <a:effectRef idx="0"/>
            <a:fontRef idx="minor"/>
          </p:style>
          <p:txBody>
            <a:bodyPr lIns="90000" rIns="90000" tIns="36000" bIns="36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2" name="Freeform 51"/>
            <p:cNvSpPr/>
            <p:nvPr/>
          </p:nvSpPr>
          <p:spPr>
            <a:xfrm>
              <a:off x="3321720" y="5280120"/>
              <a:ext cx="27720" cy="21960"/>
            </a:xfrm>
            <a:prstGeom prst="pie">
              <a:avLst/>
            </a:prstGeom>
            <a:solidFill>
              <a:srgbClr val="336600"/>
            </a:solidFill>
            <a:ln w="792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3" name="Freeform 52"/>
            <p:cNvSpPr/>
            <p:nvPr/>
          </p:nvSpPr>
          <p:spPr>
            <a:xfrm>
              <a:off x="3437640" y="5246640"/>
              <a:ext cx="1908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4" name="Freeform 53"/>
            <p:cNvSpPr/>
            <p:nvPr/>
          </p:nvSpPr>
          <p:spPr>
            <a:xfrm>
              <a:off x="3427200" y="4951440"/>
              <a:ext cx="11880" cy="11160"/>
            </a:xfrm>
            <a:prstGeom prst="pie">
              <a:avLst/>
            </a:prstGeom>
            <a:solidFill>
              <a:srgbClr val="336600"/>
            </a:solidFill>
            <a:ln w="792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5" name="Freeform 54"/>
            <p:cNvSpPr/>
            <p:nvPr/>
          </p:nvSpPr>
          <p:spPr>
            <a:xfrm>
              <a:off x="3349800" y="4246560"/>
              <a:ext cx="33480" cy="46080"/>
            </a:xfrm>
            <a:prstGeom prst="pie">
              <a:avLst/>
            </a:prstGeom>
            <a:solidFill>
              <a:srgbClr val="336600"/>
            </a:solidFill>
            <a:ln w="792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6" name="Freeform 55"/>
            <p:cNvSpPr/>
            <p:nvPr/>
          </p:nvSpPr>
          <p:spPr>
            <a:xfrm>
              <a:off x="3217680" y="5425920"/>
              <a:ext cx="23040" cy="17640"/>
            </a:xfrm>
            <a:prstGeom prst="pie">
              <a:avLst/>
            </a:prstGeom>
            <a:solidFill>
              <a:srgbClr val="336600"/>
            </a:solidFill>
            <a:ln w="792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7" name="Freeform 56"/>
            <p:cNvSpPr/>
            <p:nvPr/>
          </p:nvSpPr>
          <p:spPr>
            <a:xfrm>
              <a:off x="3405240" y="4992840"/>
              <a:ext cx="7200" cy="10800"/>
            </a:xfrm>
            <a:prstGeom prst="pie">
              <a:avLst/>
            </a:prstGeom>
            <a:solidFill>
              <a:srgbClr val="336600"/>
            </a:solidFill>
            <a:ln w="7920">
              <a:solidFill>
                <a:srgbClr val="ffffff"/>
              </a:solidFill>
              <a:round/>
            </a:ln>
          </p:spPr>
          <p:style>
            <a:lnRef idx="0"/>
            <a:fillRef idx="0"/>
            <a:effectRef idx="0"/>
            <a:fontRef idx="minor"/>
          </p:style>
          <p:txBody>
            <a:bodyPr lIns="90000" rIns="90000" tIns="-35640" bIns="-356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8" name="Freeform 57"/>
            <p:cNvSpPr/>
            <p:nvPr/>
          </p:nvSpPr>
          <p:spPr>
            <a:xfrm>
              <a:off x="3230640" y="4368960"/>
              <a:ext cx="47160" cy="41040"/>
            </a:xfrm>
            <a:prstGeom prst="pie">
              <a:avLst/>
            </a:prstGeom>
            <a:solidFill>
              <a:srgbClr val="336600"/>
            </a:solidFill>
            <a:ln w="7920">
              <a:solidFill>
                <a:srgbClr val="ffffff"/>
              </a:solidFill>
              <a:round/>
            </a:ln>
          </p:spPr>
          <p:style>
            <a:lnRef idx="0"/>
            <a:fillRef idx="0"/>
            <a:effectRef idx="0"/>
            <a:fontRef idx="minor"/>
          </p:style>
          <p:txBody>
            <a:bodyPr lIns="90000" rIns="90000" tIns="-5400" bIns="-5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49" name="Freeform 58"/>
            <p:cNvSpPr/>
            <p:nvPr/>
          </p:nvSpPr>
          <p:spPr>
            <a:xfrm>
              <a:off x="3511080" y="4835520"/>
              <a:ext cx="45000" cy="44280"/>
            </a:xfrm>
            <a:prstGeom prst="pie">
              <a:avLst/>
            </a:prstGeom>
            <a:solidFill>
              <a:srgbClr val="336600"/>
            </a:solidFill>
            <a:ln w="7920">
              <a:solidFill>
                <a:srgbClr val="ffffff"/>
              </a:solidFill>
              <a:round/>
            </a:ln>
          </p:spPr>
          <p:style>
            <a:lnRef idx="0"/>
            <a:fillRef idx="0"/>
            <a:effectRef idx="0"/>
            <a:fontRef idx="minor"/>
          </p:style>
          <p:txBody>
            <a:bodyPr lIns="90000" rIns="90000" tIns="-2160" bIns="-2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0" name="Freeform 59"/>
            <p:cNvSpPr/>
            <p:nvPr/>
          </p:nvSpPr>
          <p:spPr>
            <a:xfrm>
              <a:off x="3274920" y="5335560"/>
              <a:ext cx="23040" cy="44640"/>
            </a:xfrm>
            <a:prstGeom prst="pie">
              <a:avLst/>
            </a:prstGeom>
            <a:solidFill>
              <a:srgbClr val="336600"/>
            </a:solidFill>
            <a:ln w="7920">
              <a:solidFill>
                <a:srgbClr val="ffffff"/>
              </a:solidFill>
              <a:round/>
            </a:ln>
          </p:spPr>
          <p:style>
            <a:lnRef idx="0"/>
            <a:fillRef idx="0"/>
            <a:effectRef idx="0"/>
            <a:fontRef idx="minor"/>
          </p:style>
          <p:txBody>
            <a:bodyPr lIns="90000" rIns="90000" tIns="-1800" bIns="-1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1" name="Freeform 60"/>
            <p:cNvSpPr/>
            <p:nvPr/>
          </p:nvSpPr>
          <p:spPr>
            <a:xfrm>
              <a:off x="3587040" y="4761000"/>
              <a:ext cx="34920" cy="96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2" name="Freeform 61"/>
            <p:cNvSpPr/>
            <p:nvPr/>
          </p:nvSpPr>
          <p:spPr>
            <a:xfrm>
              <a:off x="3321720" y="4056120"/>
              <a:ext cx="25920" cy="50760"/>
            </a:xfrm>
            <a:prstGeom prst="pie">
              <a:avLst/>
            </a:prstGeom>
            <a:solidFill>
              <a:srgbClr val="336600"/>
            </a:solidFill>
            <a:ln w="792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3" name="Freeform 62"/>
            <p:cNvSpPr/>
            <p:nvPr/>
          </p:nvSpPr>
          <p:spPr>
            <a:xfrm>
              <a:off x="3439080" y="4927680"/>
              <a:ext cx="7200" cy="7920"/>
            </a:xfrm>
            <a:prstGeom prst="pie">
              <a:avLst/>
            </a:prstGeom>
            <a:solidFill>
              <a:srgbClr val="336600"/>
            </a:solidFill>
            <a:ln w="792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4" name="Freeform 63"/>
            <p:cNvSpPr/>
            <p:nvPr/>
          </p:nvSpPr>
          <p:spPr>
            <a:xfrm>
              <a:off x="3468240" y="4484520"/>
              <a:ext cx="12960" cy="22320"/>
            </a:xfrm>
            <a:prstGeom prst="pie">
              <a:avLst/>
            </a:prstGeom>
            <a:solidFill>
              <a:srgbClr val="336600"/>
            </a:solidFill>
            <a:ln w="792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5" name="Freeform 64"/>
            <p:cNvSpPr/>
            <p:nvPr/>
          </p:nvSpPr>
          <p:spPr>
            <a:xfrm>
              <a:off x="3396600" y="4151160"/>
              <a:ext cx="21600" cy="32040"/>
            </a:xfrm>
            <a:prstGeom prst="pie">
              <a:avLst/>
            </a:prstGeom>
            <a:solidFill>
              <a:srgbClr val="336600"/>
            </a:solidFill>
            <a:ln w="792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6" name="Freeform 65"/>
            <p:cNvSpPr/>
            <p:nvPr/>
          </p:nvSpPr>
          <p:spPr>
            <a:xfrm>
              <a:off x="3443400" y="4419720"/>
              <a:ext cx="40680" cy="71280"/>
            </a:xfrm>
            <a:prstGeom prst="pie">
              <a:avLst/>
            </a:prstGeom>
            <a:solidFill>
              <a:srgbClr val="336600"/>
            </a:solidFill>
            <a:ln w="7920">
              <a:solidFill>
                <a:srgbClr val="ffffff"/>
              </a:solidFill>
              <a:round/>
            </a:ln>
          </p:spPr>
          <p:style>
            <a:lnRef idx="0"/>
            <a:fillRef idx="0"/>
            <a:effectRef idx="0"/>
            <a:fontRef idx="minor"/>
          </p:style>
          <p:txBody>
            <a:bodyPr lIns="90000" rIns="90000" tIns="24840" bIns="248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7" name="Freeform 66"/>
            <p:cNvSpPr/>
            <p:nvPr/>
          </p:nvSpPr>
          <p:spPr>
            <a:xfrm>
              <a:off x="2338560" y="5537160"/>
              <a:ext cx="1312920" cy="493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8" name="Freeform 67"/>
            <p:cNvSpPr/>
            <p:nvPr/>
          </p:nvSpPr>
          <p:spPr>
            <a:xfrm>
              <a:off x="2517120" y="5967360"/>
              <a:ext cx="40680" cy="49320"/>
            </a:xfrm>
            <a:prstGeom prst="pie">
              <a:avLst/>
            </a:prstGeom>
            <a:solidFill>
              <a:srgbClr val="336600"/>
            </a:solidFill>
            <a:ln w="7920">
              <a:solidFill>
                <a:srgbClr val="ffffff"/>
              </a:solidFill>
              <a:round/>
            </a:ln>
          </p:spPr>
          <p:style>
            <a:lnRef idx="0"/>
            <a:fillRef idx="0"/>
            <a:effectRef idx="0"/>
            <a:fontRef idx="minor"/>
          </p:style>
          <p:txBody>
            <a:bodyPr lIns="90000" rIns="90000" tIns="2880" bIns="2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59" name="Freeform 68"/>
            <p:cNvSpPr/>
            <p:nvPr/>
          </p:nvSpPr>
          <p:spPr>
            <a:xfrm>
              <a:off x="3641400" y="5724360"/>
              <a:ext cx="10080" cy="11160"/>
            </a:xfrm>
            <a:prstGeom prst="pie">
              <a:avLst/>
            </a:prstGeom>
            <a:solidFill>
              <a:srgbClr val="336600"/>
            </a:solidFill>
            <a:ln w="792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0" name="Freeform 69"/>
            <p:cNvSpPr/>
            <p:nvPr/>
          </p:nvSpPr>
          <p:spPr>
            <a:xfrm>
              <a:off x="3079800" y="5537160"/>
              <a:ext cx="108360" cy="1476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1" name="Freeform 70"/>
            <p:cNvSpPr/>
            <p:nvPr/>
          </p:nvSpPr>
          <p:spPr>
            <a:xfrm>
              <a:off x="2928960" y="5626080"/>
              <a:ext cx="18720" cy="17640"/>
            </a:xfrm>
            <a:prstGeom prst="pie">
              <a:avLst/>
            </a:prstGeom>
            <a:solidFill>
              <a:srgbClr val="336600"/>
            </a:solidFill>
            <a:ln w="7920">
              <a:solidFill>
                <a:srgbClr val="ffffff"/>
              </a:solidFill>
              <a:round/>
            </a:ln>
          </p:spPr>
          <p:style>
            <a:lnRef idx="0"/>
            <a:fillRef idx="0"/>
            <a:effectRef idx="0"/>
            <a:fontRef idx="minor"/>
          </p:style>
          <p:txBody>
            <a:bodyPr lIns="90000" rIns="90000" tIns="-28800" bIns="-28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2" name="Freeform 71"/>
            <p:cNvSpPr/>
            <p:nvPr/>
          </p:nvSpPr>
          <p:spPr>
            <a:xfrm>
              <a:off x="2703240" y="5911920"/>
              <a:ext cx="30600" cy="30240"/>
            </a:xfrm>
            <a:prstGeom prst="pie">
              <a:avLst/>
            </a:prstGeom>
            <a:solidFill>
              <a:srgbClr val="336600"/>
            </a:solidFill>
            <a:ln w="792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3" name="Freeform 72"/>
            <p:cNvSpPr/>
            <p:nvPr/>
          </p:nvSpPr>
          <p:spPr>
            <a:xfrm>
              <a:off x="2455560" y="5999040"/>
              <a:ext cx="39240" cy="32040"/>
            </a:xfrm>
            <a:prstGeom prst="pie">
              <a:avLst/>
            </a:prstGeom>
            <a:solidFill>
              <a:srgbClr val="336600"/>
            </a:solidFill>
            <a:ln w="7920">
              <a:solidFill>
                <a:srgbClr val="ffffff"/>
              </a:solidFill>
              <a:round/>
            </a:ln>
          </p:spPr>
          <p:style>
            <a:lnRef idx="0"/>
            <a:fillRef idx="0"/>
            <a:effectRef idx="0"/>
            <a:fontRef idx="minor"/>
          </p:style>
          <p:txBody>
            <a:bodyPr lIns="90000" rIns="90000" tIns="-14400" bIns="-144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4" name="Freeform 73"/>
            <p:cNvSpPr/>
            <p:nvPr/>
          </p:nvSpPr>
          <p:spPr>
            <a:xfrm>
              <a:off x="2338560" y="5989680"/>
              <a:ext cx="11520" cy="6480"/>
            </a:xfrm>
            <a:prstGeom prst="pie">
              <a:avLst/>
            </a:prstGeom>
            <a:solidFill>
              <a:srgbClr val="336600"/>
            </a:solidFill>
            <a:ln w="7920">
              <a:solidFill>
                <a:srgbClr val="ffffff"/>
              </a:solidFill>
              <a:round/>
            </a:ln>
          </p:spPr>
          <p:style>
            <a:lnRef idx="0"/>
            <a:fillRef idx="0"/>
            <a:effectRef idx="0"/>
            <a:fontRef idx="minor"/>
          </p:style>
          <p:txBody>
            <a:bodyPr lIns="90000" rIns="90000" tIns="-39960" bIns="-39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5" name="Freeform 74"/>
            <p:cNvSpPr/>
            <p:nvPr/>
          </p:nvSpPr>
          <p:spPr>
            <a:xfrm>
              <a:off x="3645720" y="5986440"/>
              <a:ext cx="5760" cy="4680"/>
            </a:xfrm>
            <a:prstGeom prst="pie">
              <a:avLst/>
            </a:prstGeom>
            <a:solidFill>
              <a:srgbClr val="336600"/>
            </a:solidFill>
            <a:ln w="7920">
              <a:solidFill>
                <a:srgbClr val="ffffff"/>
              </a:solidFill>
              <a:round/>
            </a:ln>
          </p:spPr>
          <p:style>
            <a:lnRef idx="0"/>
            <a:fillRef idx="0"/>
            <a:effectRef idx="0"/>
            <a:fontRef idx="minor"/>
          </p:style>
          <p:txBody>
            <a:bodyPr lIns="90000" rIns="90000" tIns="-41760" bIns="-41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6" name="Freeform 75"/>
            <p:cNvSpPr/>
            <p:nvPr/>
          </p:nvSpPr>
          <p:spPr>
            <a:xfrm>
              <a:off x="3768840" y="4008600"/>
              <a:ext cx="430560" cy="371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7" name="Freeform 76"/>
            <p:cNvSpPr/>
            <p:nvPr/>
          </p:nvSpPr>
          <p:spPr>
            <a:xfrm>
              <a:off x="3915360" y="4060800"/>
              <a:ext cx="17280" cy="22320"/>
            </a:xfrm>
            <a:prstGeom prst="pie">
              <a:avLst/>
            </a:prstGeom>
            <a:solidFill>
              <a:srgbClr val="336600"/>
            </a:solidFill>
            <a:ln w="7920">
              <a:solidFill>
                <a:srgbClr val="ffffff"/>
              </a:solidFill>
              <a:round/>
            </a:ln>
          </p:spPr>
          <p:style>
            <a:lnRef idx="0"/>
            <a:fillRef idx="0"/>
            <a:effectRef idx="0"/>
            <a:fontRef idx="minor"/>
          </p:style>
          <p:txBody>
            <a:bodyPr lIns="90000" rIns="90000" tIns="-24120" bIns="-24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8" name="Freeform 77"/>
            <p:cNvSpPr/>
            <p:nvPr/>
          </p:nvSpPr>
          <p:spPr>
            <a:xfrm>
              <a:off x="3768840" y="4041720"/>
              <a:ext cx="430560" cy="3380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69" name="Freeform 78"/>
            <p:cNvSpPr/>
            <p:nvPr/>
          </p:nvSpPr>
          <p:spPr>
            <a:xfrm>
              <a:off x="4111920" y="4008600"/>
              <a:ext cx="27360" cy="25200"/>
            </a:xfrm>
            <a:prstGeom prst="pie">
              <a:avLst/>
            </a:prstGeom>
            <a:solidFill>
              <a:srgbClr val="336600"/>
            </a:solidFill>
            <a:ln w="7920">
              <a:solidFill>
                <a:srgbClr val="ffffff"/>
              </a:solidFill>
              <a:round/>
            </a:ln>
          </p:spPr>
          <p:style>
            <a:lnRef idx="0"/>
            <a:fillRef idx="0"/>
            <a:effectRef idx="0"/>
            <a:fontRef idx="minor"/>
          </p:style>
          <p:txBody>
            <a:bodyPr lIns="90000" rIns="90000" tIns="-21240" bIns="-21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70" name="Freeform 79"/>
            <p:cNvSpPr/>
            <p:nvPr/>
          </p:nvSpPr>
          <p:spPr>
            <a:xfrm>
              <a:off x="4650840" y="2494080"/>
              <a:ext cx="702000" cy="1055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71" name="Freeform 80"/>
            <p:cNvSpPr/>
            <p:nvPr/>
          </p:nvSpPr>
          <p:spPr>
            <a:xfrm>
              <a:off x="4745160" y="3206880"/>
              <a:ext cx="58320" cy="1159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72" name="Freeform 81"/>
            <p:cNvSpPr/>
            <p:nvPr/>
          </p:nvSpPr>
          <p:spPr>
            <a:xfrm>
              <a:off x="4650840" y="2494080"/>
              <a:ext cx="702000" cy="10555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57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DA4530-276E-438F-B157-3C18CEE16A4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57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Japan, Region 1</a:t>
            </a:r>
            <a:endParaRPr b="1" lang="en-US" sz="1600" spc="-1" strike="noStrike">
              <a:solidFill>
                <a:srgbClr val="000000"/>
              </a:solidFill>
              <a:latin typeface="Arial"/>
            </a:endParaRPr>
          </a:p>
        </p:txBody>
      </p:sp>
      <p:sp>
        <p:nvSpPr>
          <p:cNvPr id="6576" name="Rectangle 3"/>
          <p:cNvSpPr/>
          <p:nvPr/>
        </p:nvSpPr>
        <p:spPr>
          <a:xfrm>
            <a:off x="1995480" y="225900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北海道</a:t>
            </a:r>
            <a:endParaRPr b="1" lang="en-US" sz="1100" spc="-1" strike="noStrike">
              <a:solidFill>
                <a:srgbClr val="000000"/>
              </a:solidFill>
              <a:latin typeface="Arial"/>
            </a:endParaRPr>
          </a:p>
        </p:txBody>
      </p:sp>
      <p:sp>
        <p:nvSpPr>
          <p:cNvPr id="6577" name="Rectangle 4"/>
          <p:cNvSpPr/>
          <p:nvPr/>
        </p:nvSpPr>
        <p:spPr>
          <a:xfrm>
            <a:off x="4270320" y="225900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東北</a:t>
            </a:r>
            <a:endParaRPr b="1" lang="en-US" sz="1100" spc="-1" strike="noStrike">
              <a:solidFill>
                <a:srgbClr val="000000"/>
              </a:solidFill>
              <a:latin typeface="Arial"/>
            </a:endParaRPr>
          </a:p>
        </p:txBody>
      </p:sp>
      <p:sp>
        <p:nvSpPr>
          <p:cNvPr id="6578" name="Rectangle 5"/>
          <p:cNvSpPr/>
          <p:nvPr/>
        </p:nvSpPr>
        <p:spPr>
          <a:xfrm>
            <a:off x="6483240" y="2259000"/>
            <a:ext cx="74628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関東</a:t>
            </a:r>
            <a:endParaRPr b="1" lang="en-US" sz="1100" spc="-1" strike="noStrike">
              <a:solidFill>
                <a:srgbClr val="000000"/>
              </a:solidFill>
              <a:latin typeface="Arial"/>
            </a:endParaRPr>
          </a:p>
        </p:txBody>
      </p:sp>
      <p:grpSp>
        <p:nvGrpSpPr>
          <p:cNvPr id="6579" name="Group 6"/>
          <p:cNvGrpSpPr/>
          <p:nvPr/>
        </p:nvGrpSpPr>
        <p:grpSpPr>
          <a:xfrm>
            <a:off x="1760400" y="2765520"/>
            <a:ext cx="1395720" cy="1328760"/>
            <a:chOff x="1760400" y="2765520"/>
            <a:chExt cx="1395720" cy="1328760"/>
          </a:xfrm>
        </p:grpSpPr>
        <p:sp>
          <p:nvSpPr>
            <p:cNvPr id="6580" name="Freeform 7"/>
            <p:cNvSpPr/>
            <p:nvPr/>
          </p:nvSpPr>
          <p:spPr>
            <a:xfrm>
              <a:off x="1760400" y="2765520"/>
              <a:ext cx="1395720" cy="1328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1" name="Freeform 8"/>
            <p:cNvSpPr/>
            <p:nvPr/>
          </p:nvSpPr>
          <p:spPr>
            <a:xfrm>
              <a:off x="2099880" y="2771640"/>
              <a:ext cx="23400" cy="68400"/>
            </a:xfrm>
            <a:prstGeom prst="pie">
              <a:avLst/>
            </a:prstGeom>
            <a:solidFill>
              <a:srgbClr val="336600"/>
            </a:solidFill>
            <a:ln w="7920">
              <a:solidFill>
                <a:srgbClr val="ffffff"/>
              </a:solidFill>
              <a:round/>
            </a:ln>
          </p:spPr>
          <p:style>
            <a:lnRef idx="0"/>
            <a:fillRef idx="0"/>
            <a:effectRef idx="0"/>
            <a:fontRef idx="minor"/>
          </p:style>
          <p:txBody>
            <a:bodyPr lIns="90000" rIns="90000" tIns="21960" bIns="21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2" name="Freeform 9"/>
            <p:cNvSpPr/>
            <p:nvPr/>
          </p:nvSpPr>
          <p:spPr>
            <a:xfrm>
              <a:off x="1760400" y="3827520"/>
              <a:ext cx="33840" cy="60120"/>
            </a:xfrm>
            <a:prstGeom prst="pie">
              <a:avLst/>
            </a:prstGeom>
            <a:solidFill>
              <a:srgbClr val="336600"/>
            </a:solidFill>
            <a:ln w="7920">
              <a:solidFill>
                <a:srgbClr val="ffffff"/>
              </a:solidFill>
              <a:round/>
            </a:ln>
          </p:spPr>
          <p:style>
            <a:lnRef idx="0"/>
            <a:fillRef idx="0"/>
            <a:effectRef idx="0"/>
            <a:fontRef idx="minor"/>
          </p:style>
          <p:txBody>
            <a:bodyPr lIns="90000" rIns="90000" tIns="13680" bIns="13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3" name="Freeform 10"/>
            <p:cNvSpPr/>
            <p:nvPr/>
          </p:nvSpPr>
          <p:spPr>
            <a:xfrm>
              <a:off x="2719440" y="3201840"/>
              <a:ext cx="33840" cy="11160"/>
            </a:xfrm>
            <a:prstGeom prst="pie">
              <a:avLst/>
            </a:prstGeom>
            <a:solidFill>
              <a:srgbClr val="336600"/>
            </a:solidFill>
            <a:ln w="792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4" name="Freeform 11"/>
            <p:cNvSpPr/>
            <p:nvPr/>
          </p:nvSpPr>
          <p:spPr>
            <a:xfrm>
              <a:off x="1839240" y="2765520"/>
              <a:ext cx="1316520" cy="13287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5" name="Freeform 12"/>
            <p:cNvSpPr/>
            <p:nvPr/>
          </p:nvSpPr>
          <p:spPr>
            <a:xfrm>
              <a:off x="2133720" y="2844720"/>
              <a:ext cx="46800" cy="50760"/>
            </a:xfrm>
            <a:prstGeom prst="pie">
              <a:avLst/>
            </a:prstGeom>
            <a:solidFill>
              <a:srgbClr val="336600"/>
            </a:solidFill>
            <a:ln w="792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586" name="Group 13"/>
          <p:cNvGrpSpPr/>
          <p:nvPr/>
        </p:nvGrpSpPr>
        <p:grpSpPr>
          <a:xfrm>
            <a:off x="4146480" y="2698920"/>
            <a:ext cx="968400" cy="1460160"/>
            <a:chOff x="4146480" y="2698920"/>
            <a:chExt cx="968400" cy="1460160"/>
          </a:xfrm>
        </p:grpSpPr>
        <p:sp>
          <p:nvSpPr>
            <p:cNvPr id="6587" name="Freeform 14"/>
            <p:cNvSpPr/>
            <p:nvPr/>
          </p:nvSpPr>
          <p:spPr>
            <a:xfrm>
              <a:off x="4146480" y="2698920"/>
              <a:ext cx="968400" cy="1460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8" name="Freeform 15"/>
            <p:cNvSpPr/>
            <p:nvPr/>
          </p:nvSpPr>
          <p:spPr>
            <a:xfrm>
              <a:off x="4275360" y="3686040"/>
              <a:ext cx="80280" cy="1573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89" name="Freeform 16"/>
            <p:cNvSpPr/>
            <p:nvPr/>
          </p:nvSpPr>
          <p:spPr>
            <a:xfrm>
              <a:off x="4146480" y="2698920"/>
              <a:ext cx="968400" cy="14601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590" name="Freeform 17"/>
          <p:cNvSpPr/>
          <p:nvPr/>
        </p:nvSpPr>
        <p:spPr>
          <a:xfrm>
            <a:off x="6580080" y="3100320"/>
            <a:ext cx="534960" cy="6573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591" name="Freeform 18"/>
          <p:cNvSpPr/>
          <p:nvPr/>
        </p:nvSpPr>
        <p:spPr>
          <a:xfrm>
            <a:off x="6580080" y="3100320"/>
            <a:ext cx="534960" cy="657360"/>
          </a:xfrm>
          <a:prstGeom prst="pie">
            <a:avLst/>
          </a:prstGeom>
          <a:noFill/>
          <a:ln cap="rnd" w="0">
            <a:solidFill>
              <a:srgbClr val="ffffff"/>
            </a:solid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59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6F1652-4EFB-48C0-B025-6139EA4DBDB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59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Japan, Region 2</a:t>
            </a:r>
            <a:endParaRPr b="1" lang="en-US" sz="1600" spc="-1" strike="noStrike">
              <a:solidFill>
                <a:srgbClr val="000000"/>
              </a:solidFill>
              <a:latin typeface="Arial"/>
            </a:endParaRPr>
          </a:p>
        </p:txBody>
      </p:sp>
      <p:sp>
        <p:nvSpPr>
          <p:cNvPr id="6595" name="Rectangle 3"/>
          <p:cNvSpPr/>
          <p:nvPr/>
        </p:nvSpPr>
        <p:spPr>
          <a:xfrm>
            <a:off x="1820880" y="231768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中部</a:t>
            </a:r>
            <a:endParaRPr b="1" lang="en-US" sz="1100" spc="-1" strike="noStrike">
              <a:solidFill>
                <a:srgbClr val="000000"/>
              </a:solidFill>
              <a:latin typeface="Arial"/>
            </a:endParaRPr>
          </a:p>
        </p:txBody>
      </p:sp>
      <p:sp>
        <p:nvSpPr>
          <p:cNvPr id="6596" name="Rectangle 4"/>
          <p:cNvSpPr/>
          <p:nvPr/>
        </p:nvSpPr>
        <p:spPr>
          <a:xfrm>
            <a:off x="4222800" y="225900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近畿</a:t>
            </a:r>
            <a:endParaRPr b="1" lang="en-US" sz="1100" spc="-1" strike="noStrike">
              <a:solidFill>
                <a:srgbClr val="000000"/>
              </a:solidFill>
              <a:latin typeface="Arial"/>
            </a:endParaRPr>
          </a:p>
        </p:txBody>
      </p:sp>
      <p:sp>
        <p:nvSpPr>
          <p:cNvPr id="6597" name="Rectangle 5"/>
          <p:cNvSpPr/>
          <p:nvPr/>
        </p:nvSpPr>
        <p:spPr>
          <a:xfrm>
            <a:off x="6435720" y="225900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中国</a:t>
            </a:r>
            <a:endParaRPr b="1" lang="en-US" sz="1100" spc="-1" strike="noStrike">
              <a:solidFill>
                <a:srgbClr val="000000"/>
              </a:solidFill>
              <a:latin typeface="Arial"/>
            </a:endParaRPr>
          </a:p>
        </p:txBody>
      </p:sp>
      <p:grpSp>
        <p:nvGrpSpPr>
          <p:cNvPr id="6598" name="Group 6"/>
          <p:cNvGrpSpPr/>
          <p:nvPr/>
        </p:nvGrpSpPr>
        <p:grpSpPr>
          <a:xfrm>
            <a:off x="6423120" y="2970360"/>
            <a:ext cx="790560" cy="739800"/>
            <a:chOff x="6423120" y="2970360"/>
            <a:chExt cx="790560" cy="739800"/>
          </a:xfrm>
        </p:grpSpPr>
        <p:sp>
          <p:nvSpPr>
            <p:cNvPr id="6599" name="Freeform 7"/>
            <p:cNvSpPr/>
            <p:nvPr/>
          </p:nvSpPr>
          <p:spPr>
            <a:xfrm>
              <a:off x="6423120" y="2970360"/>
              <a:ext cx="790560" cy="739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0" name="Freeform 8"/>
            <p:cNvSpPr/>
            <p:nvPr/>
          </p:nvSpPr>
          <p:spPr>
            <a:xfrm>
              <a:off x="6751080" y="3560760"/>
              <a:ext cx="24840" cy="47520"/>
            </a:xfrm>
            <a:prstGeom prst="pie">
              <a:avLst/>
            </a:prstGeom>
            <a:solidFill>
              <a:srgbClr val="336600"/>
            </a:solidFill>
            <a:ln w="7920">
              <a:solidFill>
                <a:srgbClr val="ffffff"/>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1" name="Freeform 9"/>
            <p:cNvSpPr/>
            <p:nvPr/>
          </p:nvSpPr>
          <p:spPr>
            <a:xfrm>
              <a:off x="6706800" y="3656160"/>
              <a:ext cx="58680" cy="27000"/>
            </a:xfrm>
            <a:prstGeom prst="pie">
              <a:avLst/>
            </a:prstGeom>
            <a:solidFill>
              <a:srgbClr val="336600"/>
            </a:solidFill>
            <a:ln w="792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2" name="Freeform 10"/>
            <p:cNvSpPr/>
            <p:nvPr/>
          </p:nvSpPr>
          <p:spPr>
            <a:xfrm>
              <a:off x="6923520" y="2970360"/>
              <a:ext cx="45360" cy="50760"/>
            </a:xfrm>
            <a:prstGeom prst="pie">
              <a:avLst/>
            </a:prstGeom>
            <a:solidFill>
              <a:srgbClr val="336600"/>
            </a:solidFill>
            <a:ln w="7920">
              <a:solidFill>
                <a:srgbClr val="ffffff"/>
              </a:solidFill>
              <a:round/>
            </a:ln>
          </p:spPr>
          <p:style>
            <a:lnRef idx="0"/>
            <a:fillRef idx="0"/>
            <a:effectRef idx="0"/>
            <a:fontRef idx="minor"/>
          </p:style>
          <p:txBody>
            <a:bodyPr lIns="90000" rIns="90000" tIns="4320" bIns="4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3" name="Freeform 11"/>
            <p:cNvSpPr/>
            <p:nvPr/>
          </p:nvSpPr>
          <p:spPr>
            <a:xfrm>
              <a:off x="6423120" y="3181320"/>
              <a:ext cx="790560" cy="523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4" name="Freeform 12"/>
            <p:cNvSpPr/>
            <p:nvPr/>
          </p:nvSpPr>
          <p:spPr>
            <a:xfrm>
              <a:off x="6873840" y="3029040"/>
              <a:ext cx="30600" cy="27000"/>
            </a:xfrm>
            <a:prstGeom prst="pie">
              <a:avLst/>
            </a:prstGeom>
            <a:solidFill>
              <a:srgbClr val="336600"/>
            </a:solidFill>
            <a:ln w="7920">
              <a:solidFill>
                <a:srgbClr val="ffffff"/>
              </a:solidFill>
              <a:round/>
            </a:ln>
          </p:spPr>
          <p:style>
            <a:lnRef idx="0"/>
            <a:fillRef idx="0"/>
            <a:effectRef idx="0"/>
            <a:fontRef idx="minor"/>
          </p:style>
          <p:txBody>
            <a:bodyPr lIns="90000" rIns="90000" tIns="-19440" bIns="-19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5" name="Freeform 13"/>
            <p:cNvSpPr/>
            <p:nvPr/>
          </p:nvSpPr>
          <p:spPr>
            <a:xfrm>
              <a:off x="6901920" y="3035160"/>
              <a:ext cx="11520" cy="24120"/>
            </a:xfrm>
            <a:prstGeom prst="pie">
              <a:avLst/>
            </a:prstGeom>
            <a:solidFill>
              <a:srgbClr val="336600"/>
            </a:solidFill>
            <a:ln w="7920">
              <a:solidFill>
                <a:srgbClr val="ffffff"/>
              </a:solidFill>
              <a:round/>
            </a:ln>
          </p:spPr>
          <p:style>
            <a:lnRef idx="0"/>
            <a:fillRef idx="0"/>
            <a:effectRef idx="0"/>
            <a:fontRef idx="minor"/>
          </p:style>
          <p:txBody>
            <a:bodyPr lIns="90000" rIns="90000" tIns="-22320" bIns="-22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6" name="Freeform 14"/>
            <p:cNvSpPr/>
            <p:nvPr/>
          </p:nvSpPr>
          <p:spPr>
            <a:xfrm>
              <a:off x="6706800" y="3699000"/>
              <a:ext cx="20520" cy="11160"/>
            </a:xfrm>
            <a:prstGeom prst="pie">
              <a:avLst/>
            </a:prstGeom>
            <a:solidFill>
              <a:srgbClr val="336600"/>
            </a:solidFill>
            <a:ln w="7920">
              <a:solidFill>
                <a:srgbClr val="ffffff"/>
              </a:solidFill>
              <a:round/>
            </a:ln>
          </p:spPr>
          <p:style>
            <a:lnRef idx="0"/>
            <a:fillRef idx="0"/>
            <a:effectRef idx="0"/>
            <a:fontRef idx="minor"/>
          </p:style>
          <p:txBody>
            <a:bodyPr lIns="90000" rIns="90000" tIns="-35280" bIns="-352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7" name="Freeform 15"/>
            <p:cNvSpPr/>
            <p:nvPr/>
          </p:nvSpPr>
          <p:spPr>
            <a:xfrm>
              <a:off x="6766920" y="3589200"/>
              <a:ext cx="27720" cy="34920"/>
            </a:xfrm>
            <a:prstGeom prst="pie">
              <a:avLst/>
            </a:prstGeom>
            <a:solidFill>
              <a:srgbClr val="336600"/>
            </a:solidFill>
            <a:ln w="792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08" name="Freeform 16"/>
            <p:cNvSpPr/>
            <p:nvPr/>
          </p:nvSpPr>
          <p:spPr>
            <a:xfrm>
              <a:off x="6887160" y="3059280"/>
              <a:ext cx="14400" cy="9360"/>
            </a:xfrm>
            <a:prstGeom prst="pie">
              <a:avLst/>
            </a:prstGeom>
            <a:solidFill>
              <a:srgbClr val="336600"/>
            </a:solidFill>
            <a:ln w="7920">
              <a:solidFill>
                <a:srgbClr val="ffffff"/>
              </a:solidFill>
              <a:round/>
            </a:ln>
          </p:spPr>
          <p:style>
            <a:lnRef idx="0"/>
            <a:fillRef idx="0"/>
            <a:effectRef idx="0"/>
            <a:fontRef idx="minor"/>
          </p:style>
          <p:txBody>
            <a:bodyPr lIns="90000" rIns="90000" tIns="-37080" bIns="-37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609" name="Group 17"/>
          <p:cNvGrpSpPr/>
          <p:nvPr/>
        </p:nvGrpSpPr>
        <p:grpSpPr>
          <a:xfrm>
            <a:off x="4371840" y="3102120"/>
            <a:ext cx="581040" cy="660240"/>
            <a:chOff x="4371840" y="3102120"/>
            <a:chExt cx="581040" cy="660240"/>
          </a:xfrm>
        </p:grpSpPr>
        <p:sp>
          <p:nvSpPr>
            <p:cNvPr id="6610" name="Freeform 18"/>
            <p:cNvSpPr/>
            <p:nvPr/>
          </p:nvSpPr>
          <p:spPr>
            <a:xfrm>
              <a:off x="4371840" y="3102120"/>
              <a:ext cx="581040" cy="660240"/>
            </a:xfrm>
            <a:prstGeom prst="pie">
              <a:avLst/>
            </a:prstGeom>
            <a:solidFill>
              <a:srgbClr val="336600"/>
            </a:solidFill>
            <a:ln w="7920">
              <a:solidFill>
                <a:srgbClr val="091d5d"/>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1" name="Freeform 19"/>
            <p:cNvSpPr/>
            <p:nvPr/>
          </p:nvSpPr>
          <p:spPr>
            <a:xfrm>
              <a:off x="4460760" y="3438360"/>
              <a:ext cx="80280" cy="1177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2" name="Freeform 20"/>
            <p:cNvSpPr/>
            <p:nvPr/>
          </p:nvSpPr>
          <p:spPr>
            <a:xfrm>
              <a:off x="4371840" y="3102120"/>
              <a:ext cx="581040" cy="6602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613" name="Group 40"/>
          <p:cNvGrpSpPr/>
          <p:nvPr/>
        </p:nvGrpSpPr>
        <p:grpSpPr>
          <a:xfrm>
            <a:off x="1773360" y="2846520"/>
            <a:ext cx="4033800" cy="3647880"/>
            <a:chOff x="1773360" y="2846520"/>
            <a:chExt cx="4033800" cy="3647880"/>
          </a:xfrm>
        </p:grpSpPr>
        <p:sp>
          <p:nvSpPr>
            <p:cNvPr id="6614" name="Freeform 22"/>
            <p:cNvSpPr/>
            <p:nvPr/>
          </p:nvSpPr>
          <p:spPr>
            <a:xfrm>
              <a:off x="1773360" y="2846520"/>
              <a:ext cx="4033800" cy="3647880"/>
            </a:xfrm>
            <a:prstGeom prst="pie">
              <a:avLst/>
            </a:prstGeom>
            <a:solidFill>
              <a:srgbClr val="336600"/>
            </a:solidFill>
            <a:ln w="7920">
              <a:solidFill>
                <a:srgbClr val="091d5d"/>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5" name="Freeform 23"/>
            <p:cNvSpPr/>
            <p:nvPr/>
          </p:nvSpPr>
          <p:spPr>
            <a:xfrm>
              <a:off x="2711520" y="4111560"/>
              <a:ext cx="27000" cy="31320"/>
            </a:xfrm>
            <a:prstGeom prst="pie">
              <a:avLst/>
            </a:prstGeom>
            <a:solidFill>
              <a:srgbClr val="336600"/>
            </a:solidFill>
            <a:ln w="7920">
              <a:solidFill>
                <a:srgbClr val="ffffff"/>
              </a:solidFill>
              <a:round/>
            </a:ln>
          </p:spPr>
          <p:style>
            <a:lnRef idx="0"/>
            <a:fillRef idx="0"/>
            <a:effectRef idx="0"/>
            <a:fontRef idx="minor"/>
          </p:style>
          <p:txBody>
            <a:bodyPr lIns="90000" rIns="90000" tIns="-15120" bIns="-15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6" name="Freeform 24"/>
            <p:cNvSpPr/>
            <p:nvPr/>
          </p:nvSpPr>
          <p:spPr>
            <a:xfrm>
              <a:off x="2627280" y="3644640"/>
              <a:ext cx="22320" cy="34560"/>
            </a:xfrm>
            <a:prstGeom prst="pie">
              <a:avLst/>
            </a:prstGeom>
            <a:solidFill>
              <a:srgbClr val="336600"/>
            </a:solidFill>
            <a:ln w="792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7" name="Freeform 25"/>
            <p:cNvSpPr/>
            <p:nvPr/>
          </p:nvSpPr>
          <p:spPr>
            <a:xfrm>
              <a:off x="3046320" y="6364080"/>
              <a:ext cx="17640" cy="17280"/>
            </a:xfrm>
            <a:prstGeom prst="pie">
              <a:avLst/>
            </a:prstGeom>
            <a:solidFill>
              <a:srgbClr val="336600"/>
            </a:solidFill>
            <a:ln w="792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8" name="Freeform 26"/>
            <p:cNvSpPr/>
            <p:nvPr/>
          </p:nvSpPr>
          <p:spPr>
            <a:xfrm>
              <a:off x="2093760" y="2955960"/>
              <a:ext cx="33480" cy="18720"/>
            </a:xfrm>
            <a:prstGeom prst="pie">
              <a:avLst/>
            </a:prstGeom>
            <a:solidFill>
              <a:srgbClr val="336600"/>
            </a:solidFill>
            <a:ln w="7920">
              <a:solidFill>
                <a:srgbClr val="ffffff"/>
              </a:solidFill>
              <a:round/>
            </a:ln>
          </p:spPr>
          <p:style>
            <a:lnRef idx="0"/>
            <a:fillRef idx="0"/>
            <a:effectRef idx="0"/>
            <a:fontRef idx="minor"/>
          </p:style>
          <p:txBody>
            <a:bodyPr lIns="90000" rIns="90000" tIns="-27720" bIns="-27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19" name="Freeform 27"/>
            <p:cNvSpPr/>
            <p:nvPr/>
          </p:nvSpPr>
          <p:spPr>
            <a:xfrm>
              <a:off x="2604960" y="3751200"/>
              <a:ext cx="11160" cy="28080"/>
            </a:xfrm>
            <a:prstGeom prst="pie">
              <a:avLst/>
            </a:prstGeom>
            <a:solidFill>
              <a:srgbClr val="336600"/>
            </a:solidFill>
            <a:ln w="7920">
              <a:solidFill>
                <a:srgbClr val="ffffff"/>
              </a:solidFill>
              <a:round/>
            </a:ln>
          </p:spPr>
          <p:style>
            <a:lnRef idx="0"/>
            <a:fillRef idx="0"/>
            <a:effectRef idx="0"/>
            <a:fontRef idx="minor"/>
          </p:style>
          <p:txBody>
            <a:bodyPr lIns="90000" rIns="90000" tIns="-18360" bIns="-18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0" name="Freeform 28"/>
            <p:cNvSpPr/>
            <p:nvPr/>
          </p:nvSpPr>
          <p:spPr>
            <a:xfrm>
              <a:off x="3043080" y="6192720"/>
              <a:ext cx="7920" cy="9000"/>
            </a:xfrm>
            <a:prstGeom prst="pie">
              <a:avLst/>
            </a:prstGeom>
            <a:solidFill>
              <a:srgbClr val="336600"/>
            </a:solidFill>
            <a:ln w="7920">
              <a:solidFill>
                <a:srgbClr val="ffffff"/>
              </a:solidFill>
              <a:round/>
            </a:ln>
          </p:spPr>
          <p:style>
            <a:lnRef idx="0"/>
            <a:fillRef idx="0"/>
            <a:effectRef idx="0"/>
            <a:fontRef idx="minor"/>
          </p:style>
          <p:txBody>
            <a:bodyPr lIns="90000" rIns="90000" tIns="-37440" bIns="-374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1" name="Freeform 29"/>
            <p:cNvSpPr/>
            <p:nvPr/>
          </p:nvSpPr>
          <p:spPr>
            <a:xfrm>
              <a:off x="3217680" y="5592600"/>
              <a:ext cx="5040" cy="4320"/>
            </a:xfrm>
            <a:prstGeom prst="pie">
              <a:avLst/>
            </a:prstGeom>
            <a:solidFill>
              <a:srgbClr val="336600"/>
            </a:solidFill>
            <a:ln w="7920">
              <a:solidFill>
                <a:srgbClr val="ffffff"/>
              </a:solidFill>
              <a:round/>
            </a:ln>
          </p:spPr>
          <p:style>
            <a:lnRef idx="0"/>
            <a:fillRef idx="0"/>
            <a:effectRef idx="0"/>
            <a:fontRef idx="minor"/>
          </p:style>
          <p:txBody>
            <a:bodyPr lIns="90000" rIns="90000" tIns="-42120" bIns="-421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2" name="Freeform 30"/>
            <p:cNvSpPr/>
            <p:nvPr/>
          </p:nvSpPr>
          <p:spPr>
            <a:xfrm>
              <a:off x="5800680" y="6486480"/>
              <a:ext cx="6480" cy="7560"/>
            </a:xfrm>
            <a:prstGeom prst="pie">
              <a:avLst/>
            </a:prstGeom>
            <a:solidFill>
              <a:srgbClr val="336600"/>
            </a:solidFill>
            <a:ln w="7920">
              <a:solidFill>
                <a:srgbClr val="ffffff"/>
              </a:solidFill>
              <a:round/>
            </a:ln>
          </p:spPr>
          <p:style>
            <a:lnRef idx="0"/>
            <a:fillRef idx="0"/>
            <a:effectRef idx="0"/>
            <a:fontRef idx="minor"/>
          </p:style>
          <p:txBody>
            <a:bodyPr lIns="90000" rIns="90000" tIns="-38880" bIns="-38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3" name="Freeform 31"/>
            <p:cNvSpPr/>
            <p:nvPr/>
          </p:nvSpPr>
          <p:spPr>
            <a:xfrm>
              <a:off x="2655720" y="3838320"/>
              <a:ext cx="19080" cy="21960"/>
            </a:xfrm>
            <a:prstGeom prst="pie">
              <a:avLst/>
            </a:prstGeom>
            <a:solidFill>
              <a:srgbClr val="336600"/>
            </a:solidFill>
            <a:ln w="7920">
              <a:solidFill>
                <a:srgbClr val="ffffff"/>
              </a:solidFill>
              <a:round/>
            </a:ln>
          </p:spPr>
          <p:style>
            <a:lnRef idx="0"/>
            <a:fillRef idx="0"/>
            <a:effectRef idx="0"/>
            <a:fontRef idx="minor"/>
          </p:style>
          <p:txBody>
            <a:bodyPr lIns="90000" rIns="90000" tIns="-24480" bIns="-24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4" name="Freeform 32"/>
            <p:cNvSpPr/>
            <p:nvPr/>
          </p:nvSpPr>
          <p:spPr>
            <a:xfrm>
              <a:off x="2954160" y="5722920"/>
              <a:ext cx="5040" cy="5760"/>
            </a:xfrm>
            <a:prstGeom prst="pie">
              <a:avLst/>
            </a:prstGeom>
            <a:solidFill>
              <a:srgbClr val="336600"/>
            </a:solidFill>
            <a:ln w="7920">
              <a:solidFill>
                <a:srgbClr val="ffffff"/>
              </a:solidFill>
              <a:round/>
            </a:ln>
          </p:spPr>
          <p:style>
            <a:lnRef idx="0"/>
            <a:fillRef idx="0"/>
            <a:effectRef idx="0"/>
            <a:fontRef idx="minor"/>
          </p:style>
          <p:txBody>
            <a:bodyPr lIns="90000" rIns="90000" tIns="-40680" bIns="-40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5" name="Freeform 33"/>
            <p:cNvSpPr/>
            <p:nvPr/>
          </p:nvSpPr>
          <p:spPr>
            <a:xfrm>
              <a:off x="3241800" y="5735520"/>
              <a:ext cx="4680" cy="12240"/>
            </a:xfrm>
            <a:prstGeom prst="pie">
              <a:avLst/>
            </a:prstGeom>
            <a:solidFill>
              <a:srgbClr val="336600"/>
            </a:solidFill>
            <a:ln w="7920">
              <a:solidFill>
                <a:srgbClr val="ffffff"/>
              </a:solidFill>
              <a:round/>
            </a:ln>
          </p:spPr>
          <p:style>
            <a:lnRef idx="0"/>
            <a:fillRef idx="0"/>
            <a:effectRef idx="0"/>
            <a:fontRef idx="minor"/>
          </p:style>
          <p:txBody>
            <a:bodyPr lIns="90000" rIns="90000" tIns="-34200" bIns="-34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6" name="Freeform 34"/>
            <p:cNvSpPr/>
            <p:nvPr/>
          </p:nvSpPr>
          <p:spPr>
            <a:xfrm>
              <a:off x="1773360" y="2846520"/>
              <a:ext cx="809640" cy="861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7" name="Freeform 35"/>
            <p:cNvSpPr/>
            <p:nvPr/>
          </p:nvSpPr>
          <p:spPr>
            <a:xfrm>
              <a:off x="3240000" y="5761080"/>
              <a:ext cx="14400" cy="16920"/>
            </a:xfrm>
            <a:prstGeom prst="pie">
              <a:avLst/>
            </a:prstGeom>
            <a:solidFill>
              <a:srgbClr val="336600"/>
            </a:solidFill>
            <a:ln w="7920">
              <a:solidFill>
                <a:srgbClr val="ffffff"/>
              </a:solidFill>
              <a:round/>
            </a:ln>
          </p:spPr>
          <p:style>
            <a:lnRef idx="0"/>
            <a:fillRef idx="0"/>
            <a:effectRef idx="0"/>
            <a:fontRef idx="minor"/>
          </p:style>
          <p:txBody>
            <a:bodyPr lIns="90000" rIns="90000" tIns="-29520" bIns="-29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8" name="Freeform 36"/>
            <p:cNvSpPr/>
            <p:nvPr/>
          </p:nvSpPr>
          <p:spPr>
            <a:xfrm>
              <a:off x="3227400" y="5860800"/>
              <a:ext cx="14400" cy="28440"/>
            </a:xfrm>
            <a:prstGeom prst="pie">
              <a:avLst/>
            </a:prstGeom>
            <a:solidFill>
              <a:srgbClr val="336600"/>
            </a:solidFill>
            <a:ln w="792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29" name="Freeform 37"/>
            <p:cNvSpPr/>
            <p:nvPr/>
          </p:nvSpPr>
          <p:spPr>
            <a:xfrm>
              <a:off x="2833560" y="4849560"/>
              <a:ext cx="6480" cy="6120"/>
            </a:xfrm>
            <a:prstGeom prst="pie">
              <a:avLst/>
            </a:prstGeom>
            <a:solidFill>
              <a:srgbClr val="336600"/>
            </a:solidFill>
            <a:ln w="7920">
              <a:solidFill>
                <a:srgbClr val="ffffff"/>
              </a:solidFill>
              <a:round/>
            </a:ln>
          </p:spPr>
          <p:style>
            <a:lnRef idx="0"/>
            <a:fillRef idx="0"/>
            <a:effectRef idx="0"/>
            <a:fontRef idx="minor"/>
          </p:style>
          <p:txBody>
            <a:bodyPr lIns="90000" rIns="90000" tIns="-40320" bIns="-40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30" name="Freeform 38"/>
            <p:cNvSpPr/>
            <p:nvPr/>
          </p:nvSpPr>
          <p:spPr>
            <a:xfrm>
              <a:off x="2676600" y="3902040"/>
              <a:ext cx="9360" cy="15480"/>
            </a:xfrm>
            <a:prstGeom prst="pie">
              <a:avLst/>
            </a:prstGeom>
            <a:solidFill>
              <a:srgbClr val="336600"/>
            </a:solidFill>
            <a:ln w="7920">
              <a:solidFill>
                <a:srgbClr val="ffffff"/>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31" name="Freeform 39"/>
            <p:cNvSpPr/>
            <p:nvPr/>
          </p:nvSpPr>
          <p:spPr>
            <a:xfrm>
              <a:off x="2766960" y="4446360"/>
              <a:ext cx="7920" cy="4680"/>
            </a:xfrm>
            <a:prstGeom prst="pie">
              <a:avLst/>
            </a:prstGeom>
            <a:solidFill>
              <a:srgbClr val="336600"/>
            </a:solidFill>
            <a:ln w="7920">
              <a:solidFill>
                <a:srgbClr val="ffffff"/>
              </a:solidFill>
              <a:round/>
            </a:ln>
          </p:spPr>
          <p:style>
            <a:lnRef idx="0"/>
            <a:fillRef idx="0"/>
            <a:effectRef idx="0"/>
            <a:fontRef idx="minor"/>
          </p:style>
          <p:txBody>
            <a:bodyPr lIns="90000" rIns="90000" tIns="-41760" bIns="-41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63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F635020-F92A-4365-ADA3-6E1779B86DA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63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Maps - </a:t>
            </a:r>
            <a:r>
              <a:rPr b="1" lang="en-US" sz="1600" spc="-1" strike="noStrike">
                <a:solidFill>
                  <a:srgbClr val="000000"/>
                </a:solidFill>
                <a:latin typeface="Arial"/>
                <a:ea typeface="ＭＳ Ｐゴシック"/>
              </a:rPr>
              <a:t>Japan, Region 3</a:t>
            </a:r>
            <a:endParaRPr b="1" lang="en-US" sz="1600" spc="-1" strike="noStrike">
              <a:solidFill>
                <a:srgbClr val="000000"/>
              </a:solidFill>
              <a:latin typeface="Arial"/>
            </a:endParaRPr>
          </a:p>
        </p:txBody>
      </p:sp>
      <p:sp>
        <p:nvSpPr>
          <p:cNvPr id="6635" name="Rectangle 3"/>
          <p:cNvSpPr/>
          <p:nvPr/>
        </p:nvSpPr>
        <p:spPr>
          <a:xfrm>
            <a:off x="1995480" y="225900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四国</a:t>
            </a:r>
            <a:endParaRPr b="1" lang="en-US" sz="1100" spc="-1" strike="noStrike">
              <a:solidFill>
                <a:srgbClr val="000000"/>
              </a:solidFill>
              <a:latin typeface="Arial"/>
            </a:endParaRPr>
          </a:p>
        </p:txBody>
      </p:sp>
      <p:sp>
        <p:nvSpPr>
          <p:cNvPr id="6636" name="Rectangle 4"/>
          <p:cNvSpPr/>
          <p:nvPr/>
        </p:nvSpPr>
        <p:spPr>
          <a:xfrm>
            <a:off x="4270320" y="2259000"/>
            <a:ext cx="74772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九州</a:t>
            </a:r>
            <a:endParaRPr b="1" lang="en-US" sz="1100" spc="-1" strike="noStrike">
              <a:solidFill>
                <a:srgbClr val="000000"/>
              </a:solidFill>
              <a:latin typeface="Arial"/>
            </a:endParaRPr>
          </a:p>
        </p:txBody>
      </p:sp>
      <p:sp>
        <p:nvSpPr>
          <p:cNvPr id="6637" name="Rectangle 5"/>
          <p:cNvSpPr/>
          <p:nvPr/>
        </p:nvSpPr>
        <p:spPr>
          <a:xfrm>
            <a:off x="6483240" y="2259000"/>
            <a:ext cx="746280" cy="270000"/>
          </a:xfrm>
          <a:prstGeom prst="rect">
            <a:avLst/>
          </a:prstGeom>
          <a:noFill/>
          <a:ln w="0">
            <a:noFill/>
          </a:ln>
        </p:spPr>
        <p:style>
          <a:lnRef idx="0"/>
          <a:fillRef idx="0"/>
          <a:effectRef idx="0"/>
          <a:fontRef idx="minor"/>
        </p:style>
        <p:txBody>
          <a:bodyPr lIns="0" rIns="0" tIns="0" bIns="0" anchor="t">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100" spc="-1" strike="noStrike">
                <a:solidFill>
                  <a:srgbClr val="000000"/>
                </a:solidFill>
                <a:latin typeface="Arial"/>
              </a:rPr>
              <a:t>沖縄</a:t>
            </a:r>
            <a:endParaRPr b="1" lang="en-US" sz="1100" spc="-1" strike="noStrike">
              <a:solidFill>
                <a:srgbClr val="000000"/>
              </a:solidFill>
              <a:latin typeface="Arial"/>
            </a:endParaRPr>
          </a:p>
        </p:txBody>
      </p:sp>
      <p:grpSp>
        <p:nvGrpSpPr>
          <p:cNvPr id="6638" name="Group 6"/>
          <p:cNvGrpSpPr/>
          <p:nvPr/>
        </p:nvGrpSpPr>
        <p:grpSpPr>
          <a:xfrm>
            <a:off x="2092320" y="3171960"/>
            <a:ext cx="596880" cy="514080"/>
            <a:chOff x="2092320" y="3171960"/>
            <a:chExt cx="596880" cy="514080"/>
          </a:xfrm>
        </p:grpSpPr>
        <p:sp>
          <p:nvSpPr>
            <p:cNvPr id="6639" name="Freeform 7"/>
            <p:cNvSpPr/>
            <p:nvPr/>
          </p:nvSpPr>
          <p:spPr>
            <a:xfrm>
              <a:off x="2092320" y="3171960"/>
              <a:ext cx="596880" cy="5140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0" name="Freeform 8"/>
            <p:cNvSpPr/>
            <p:nvPr/>
          </p:nvSpPr>
          <p:spPr>
            <a:xfrm>
              <a:off x="2296080" y="3246480"/>
              <a:ext cx="23400" cy="30240"/>
            </a:xfrm>
            <a:prstGeom prst="pie">
              <a:avLst/>
            </a:prstGeom>
            <a:solidFill>
              <a:srgbClr val="336600"/>
            </a:solidFill>
            <a:ln w="7920">
              <a:solidFill>
                <a:srgbClr val="ffffff"/>
              </a:solidFill>
              <a:round/>
            </a:ln>
          </p:spPr>
          <p:style>
            <a:lnRef idx="0"/>
            <a:fillRef idx="0"/>
            <a:effectRef idx="0"/>
            <a:fontRef idx="minor"/>
          </p:style>
          <p:txBody>
            <a:bodyPr lIns="90000" rIns="90000" tIns="-16200" bIns="-16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1" name="Freeform 9"/>
            <p:cNvSpPr/>
            <p:nvPr/>
          </p:nvSpPr>
          <p:spPr>
            <a:xfrm>
              <a:off x="2092320" y="3219480"/>
              <a:ext cx="596880" cy="46656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2" name="Freeform 10"/>
            <p:cNvSpPr/>
            <p:nvPr/>
          </p:nvSpPr>
          <p:spPr>
            <a:xfrm>
              <a:off x="2567160" y="3171960"/>
              <a:ext cx="37800" cy="34920"/>
            </a:xfrm>
            <a:prstGeom prst="pie">
              <a:avLst/>
            </a:prstGeom>
            <a:solidFill>
              <a:srgbClr val="336600"/>
            </a:solidFill>
            <a:ln w="7920">
              <a:solidFill>
                <a:srgbClr val="ffffff"/>
              </a:solidFill>
              <a:round/>
            </a:ln>
          </p:spPr>
          <p:style>
            <a:lnRef idx="0"/>
            <a:fillRef idx="0"/>
            <a:effectRef idx="0"/>
            <a:fontRef idx="minor"/>
          </p:style>
          <p:txBody>
            <a:bodyPr lIns="90000" rIns="90000" tIns="-11880" bIns="-11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643" name="Group 11"/>
          <p:cNvGrpSpPr/>
          <p:nvPr/>
        </p:nvGrpSpPr>
        <p:grpSpPr>
          <a:xfrm>
            <a:off x="4260960" y="2903400"/>
            <a:ext cx="755640" cy="2022480"/>
            <a:chOff x="4260960" y="2903400"/>
            <a:chExt cx="755640" cy="2022480"/>
          </a:xfrm>
        </p:grpSpPr>
        <p:sp>
          <p:nvSpPr>
            <p:cNvPr id="6644" name="Freeform 12"/>
            <p:cNvSpPr/>
            <p:nvPr/>
          </p:nvSpPr>
          <p:spPr>
            <a:xfrm>
              <a:off x="4260960" y="2903400"/>
              <a:ext cx="755640" cy="2022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5" name="Freeform 13"/>
            <p:cNvSpPr/>
            <p:nvPr/>
          </p:nvSpPr>
          <p:spPr>
            <a:xfrm>
              <a:off x="4629240" y="3517920"/>
              <a:ext cx="51480" cy="42840"/>
            </a:xfrm>
            <a:prstGeom prst="pie">
              <a:avLst/>
            </a:prstGeom>
            <a:solidFill>
              <a:srgbClr val="336600"/>
            </a:solidFill>
            <a:ln w="792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6" name="Freeform 14"/>
            <p:cNvSpPr/>
            <p:nvPr/>
          </p:nvSpPr>
          <p:spPr>
            <a:xfrm>
              <a:off x="4511880" y="3720960"/>
              <a:ext cx="27360" cy="44640"/>
            </a:xfrm>
            <a:prstGeom prst="pie">
              <a:avLst/>
            </a:prstGeom>
            <a:solidFill>
              <a:srgbClr val="336600"/>
            </a:solidFill>
            <a:ln w="7920">
              <a:solidFill>
                <a:srgbClr val="ffffff"/>
              </a:solidFill>
              <a:round/>
            </a:ln>
          </p:spPr>
          <p:style>
            <a:lnRef idx="0"/>
            <a:fillRef idx="0"/>
            <a:effectRef idx="0"/>
            <a:fontRef idx="minor"/>
          </p:style>
          <p:txBody>
            <a:bodyPr lIns="90000" rIns="90000" tIns="-1800" bIns="-1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7" name="Freeform 15"/>
            <p:cNvSpPr/>
            <p:nvPr/>
          </p:nvSpPr>
          <p:spPr>
            <a:xfrm>
              <a:off x="4488480" y="3119400"/>
              <a:ext cx="527760" cy="8208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8" name="Freeform 16"/>
            <p:cNvSpPr/>
            <p:nvPr/>
          </p:nvSpPr>
          <p:spPr>
            <a:xfrm>
              <a:off x="4366440" y="3343320"/>
              <a:ext cx="38160" cy="92160"/>
            </a:xfrm>
            <a:prstGeom prst="pie">
              <a:avLst/>
            </a:prstGeom>
            <a:solidFill>
              <a:srgbClr val="336600"/>
            </a:solidFill>
            <a:ln w="7920">
              <a:solidFill>
                <a:srgbClr val="ffffff"/>
              </a:solidFill>
              <a:round/>
            </a:ln>
          </p:spPr>
          <p:style>
            <a:lnRef idx="0"/>
            <a:fillRef idx="0"/>
            <a:effectRef idx="0"/>
            <a:fontRef idx="minor"/>
          </p:style>
          <p:txBody>
            <a:bodyPr lIns="90000" rIns="90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49" name="Freeform 17"/>
            <p:cNvSpPr/>
            <p:nvPr/>
          </p:nvSpPr>
          <p:spPr>
            <a:xfrm>
              <a:off x="4395960" y="4619520"/>
              <a:ext cx="126000" cy="1018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0" name="Freeform 18"/>
            <p:cNvSpPr/>
            <p:nvPr/>
          </p:nvSpPr>
          <p:spPr>
            <a:xfrm>
              <a:off x="4417920" y="2903400"/>
              <a:ext cx="56880" cy="1144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1" name="Freeform 19"/>
            <p:cNvSpPr/>
            <p:nvPr/>
          </p:nvSpPr>
          <p:spPr>
            <a:xfrm>
              <a:off x="4406040" y="4702320"/>
              <a:ext cx="36360" cy="29880"/>
            </a:xfrm>
            <a:prstGeom prst="pie">
              <a:avLst/>
            </a:prstGeom>
            <a:solidFill>
              <a:srgbClr val="336600"/>
            </a:solidFill>
            <a:ln w="7920">
              <a:solidFill>
                <a:srgbClr val="ffffff"/>
              </a:solidFill>
              <a:round/>
            </a:ln>
          </p:spPr>
          <p:style>
            <a:lnRef idx="0"/>
            <a:fillRef idx="0"/>
            <a:effectRef idx="0"/>
            <a:fontRef idx="minor"/>
          </p:style>
          <p:txBody>
            <a:bodyPr lIns="90000" rIns="90000" tIns="-16560" bIns="-16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2" name="Freeform 20"/>
            <p:cNvSpPr/>
            <p:nvPr/>
          </p:nvSpPr>
          <p:spPr>
            <a:xfrm>
              <a:off x="4564440" y="4654440"/>
              <a:ext cx="2628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3" name="Freeform 21"/>
            <p:cNvSpPr/>
            <p:nvPr/>
          </p:nvSpPr>
          <p:spPr>
            <a:xfrm>
              <a:off x="4551480" y="4246560"/>
              <a:ext cx="1440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4" name="Freeform 22"/>
            <p:cNvSpPr/>
            <p:nvPr/>
          </p:nvSpPr>
          <p:spPr>
            <a:xfrm>
              <a:off x="4444560" y="3273480"/>
              <a:ext cx="45000" cy="63360"/>
            </a:xfrm>
            <a:prstGeom prst="pie">
              <a:avLst/>
            </a:prstGeom>
            <a:solidFill>
              <a:srgbClr val="336600"/>
            </a:solidFill>
            <a:ln w="7920">
              <a:solidFill>
                <a:srgbClr val="ffffff"/>
              </a:solidFill>
              <a:round/>
            </a:ln>
          </p:spPr>
          <p:style>
            <a:lnRef idx="0"/>
            <a:fillRef idx="0"/>
            <a:effectRef idx="0"/>
            <a:fontRef idx="minor"/>
          </p:style>
          <p:txBody>
            <a:bodyPr lIns="90000" rIns="90000" tIns="16920" bIns="169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5" name="Freeform 23"/>
            <p:cNvSpPr/>
            <p:nvPr/>
          </p:nvSpPr>
          <p:spPr>
            <a:xfrm>
              <a:off x="4260960" y="4902120"/>
              <a:ext cx="3204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6" name="Freeform 24"/>
            <p:cNvSpPr/>
            <p:nvPr/>
          </p:nvSpPr>
          <p:spPr>
            <a:xfrm>
              <a:off x="4519440" y="4305240"/>
              <a:ext cx="972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7" name="Freeform 25"/>
            <p:cNvSpPr/>
            <p:nvPr/>
          </p:nvSpPr>
          <p:spPr>
            <a:xfrm>
              <a:off x="4278240" y="3441600"/>
              <a:ext cx="65880" cy="57240"/>
            </a:xfrm>
            <a:prstGeom prst="pie">
              <a:avLst/>
            </a:prstGeom>
            <a:solidFill>
              <a:srgbClr val="336600"/>
            </a:solidFill>
            <a:ln w="7920">
              <a:solidFill>
                <a:srgbClr val="ffffff"/>
              </a:solidFill>
              <a:round/>
            </a:ln>
          </p:spPr>
          <p:style>
            <a:lnRef idx="0"/>
            <a:fillRef idx="0"/>
            <a:effectRef idx="0"/>
            <a:fontRef idx="minor"/>
          </p:style>
          <p:txBody>
            <a:bodyPr lIns="90000" rIns="90000" tIns="10800" bIns="10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8" name="Freeform 26"/>
            <p:cNvSpPr/>
            <p:nvPr/>
          </p:nvSpPr>
          <p:spPr>
            <a:xfrm>
              <a:off x="4665960" y="4087800"/>
              <a:ext cx="64440" cy="61920"/>
            </a:xfrm>
            <a:prstGeom prst="pie">
              <a:avLst/>
            </a:prstGeom>
            <a:solidFill>
              <a:srgbClr val="336600"/>
            </a:solidFill>
            <a:ln w="792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59" name="Freeform 27"/>
            <p:cNvSpPr/>
            <p:nvPr/>
          </p:nvSpPr>
          <p:spPr>
            <a:xfrm>
              <a:off x="4338720" y="4776840"/>
              <a:ext cx="32040" cy="61920"/>
            </a:xfrm>
            <a:prstGeom prst="pie">
              <a:avLst/>
            </a:prstGeom>
            <a:solidFill>
              <a:srgbClr val="336600"/>
            </a:solidFill>
            <a:ln w="7920">
              <a:solidFill>
                <a:srgbClr val="ffffff"/>
              </a:solidFill>
              <a:round/>
            </a:ln>
          </p:spPr>
          <p:style>
            <a:lnRef idx="0"/>
            <a:fillRef idx="0"/>
            <a:effectRef idx="0"/>
            <a:fontRef idx="minor"/>
          </p:style>
          <p:txBody>
            <a:bodyPr lIns="90000" rIns="90000" tIns="15480" bIns="15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0" name="Freeform 28"/>
            <p:cNvSpPr/>
            <p:nvPr/>
          </p:nvSpPr>
          <p:spPr>
            <a:xfrm>
              <a:off x="4771440" y="3983040"/>
              <a:ext cx="48240" cy="13320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1" name="Freeform 29"/>
            <p:cNvSpPr/>
            <p:nvPr/>
          </p:nvSpPr>
          <p:spPr>
            <a:xfrm>
              <a:off x="4404960" y="3008160"/>
              <a:ext cx="36360" cy="71640"/>
            </a:xfrm>
            <a:prstGeom prst="pie">
              <a:avLst/>
            </a:prstGeom>
            <a:solidFill>
              <a:srgbClr val="336600"/>
            </a:solidFill>
            <a:ln w="7920">
              <a:solidFill>
                <a:srgbClr val="ffffff"/>
              </a:solidFill>
              <a:round/>
            </a:ln>
          </p:spPr>
          <p:style>
            <a:lnRef idx="0"/>
            <a:fillRef idx="0"/>
            <a:effectRef idx="0"/>
            <a:fontRef idx="minor"/>
          </p:style>
          <p:txBody>
            <a:bodyPr lIns="90000" rIns="90000" tIns="25200" bIns="252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2" name="Freeform 30"/>
            <p:cNvSpPr/>
            <p:nvPr/>
          </p:nvSpPr>
          <p:spPr>
            <a:xfrm>
              <a:off x="4566240" y="4213080"/>
              <a:ext cx="10080" cy="12960"/>
            </a:xfrm>
            <a:prstGeom prst="pie">
              <a:avLst/>
            </a:prstGeom>
            <a:solidFill>
              <a:srgbClr val="336600"/>
            </a:solidFill>
            <a:ln w="7920">
              <a:solidFill>
                <a:srgbClr val="ffffff"/>
              </a:solidFill>
              <a:round/>
            </a:ln>
          </p:spPr>
          <p:style>
            <a:lnRef idx="0"/>
            <a:fillRef idx="0"/>
            <a:effectRef idx="0"/>
            <a:fontRef idx="minor"/>
          </p:style>
          <p:txBody>
            <a:bodyPr lIns="90000" rIns="90000" tIns="-33480" bIns="-334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3" name="Freeform 31"/>
            <p:cNvSpPr/>
            <p:nvPr/>
          </p:nvSpPr>
          <p:spPr>
            <a:xfrm>
              <a:off x="4607280" y="3603600"/>
              <a:ext cx="18720" cy="28440"/>
            </a:xfrm>
            <a:prstGeom prst="pie">
              <a:avLst/>
            </a:prstGeom>
            <a:solidFill>
              <a:srgbClr val="336600"/>
            </a:solidFill>
            <a:ln w="7920">
              <a:solidFill>
                <a:srgbClr val="ffffff"/>
              </a:solidFill>
              <a:round/>
            </a:ln>
          </p:spPr>
          <p:style>
            <a:lnRef idx="0"/>
            <a:fillRef idx="0"/>
            <a:effectRef idx="0"/>
            <a:fontRef idx="minor"/>
          </p:style>
          <p:txBody>
            <a:bodyPr lIns="90000" rIns="90000" tIns="-18000" bIns="-18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4" name="Freeform 32"/>
            <p:cNvSpPr/>
            <p:nvPr/>
          </p:nvSpPr>
          <p:spPr>
            <a:xfrm>
              <a:off x="4509000" y="3141720"/>
              <a:ext cx="29160" cy="46080"/>
            </a:xfrm>
            <a:prstGeom prst="pie">
              <a:avLst/>
            </a:prstGeom>
            <a:solidFill>
              <a:srgbClr val="336600"/>
            </a:solidFill>
            <a:ln w="7920">
              <a:solidFill>
                <a:srgbClr val="ffffff"/>
              </a:solidFill>
              <a:round/>
            </a:ln>
          </p:spPr>
          <p:style>
            <a:lnRef idx="0"/>
            <a:fillRef idx="0"/>
            <a:effectRef idx="0"/>
            <a:fontRef idx="minor"/>
          </p:style>
          <p:txBody>
            <a:bodyPr lIns="90000" rIns="90000" tIns="-360" bIns="-3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5" name="Freeform 33"/>
            <p:cNvSpPr/>
            <p:nvPr/>
          </p:nvSpPr>
          <p:spPr>
            <a:xfrm>
              <a:off x="4573440" y="3511440"/>
              <a:ext cx="55440" cy="10008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666" name="Group 34"/>
          <p:cNvGrpSpPr/>
          <p:nvPr/>
        </p:nvGrpSpPr>
        <p:grpSpPr>
          <a:xfrm>
            <a:off x="5808600" y="3089160"/>
            <a:ext cx="1816200" cy="681120"/>
            <a:chOff x="5808600" y="3089160"/>
            <a:chExt cx="1816200" cy="681120"/>
          </a:xfrm>
        </p:grpSpPr>
        <p:sp>
          <p:nvSpPr>
            <p:cNvPr id="6667" name="Freeform 35"/>
            <p:cNvSpPr/>
            <p:nvPr/>
          </p:nvSpPr>
          <p:spPr>
            <a:xfrm>
              <a:off x="5808600" y="3089160"/>
              <a:ext cx="1816200" cy="68112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8" name="Freeform 36"/>
            <p:cNvSpPr/>
            <p:nvPr/>
          </p:nvSpPr>
          <p:spPr>
            <a:xfrm>
              <a:off x="6057720" y="3683160"/>
              <a:ext cx="54000" cy="66600"/>
            </a:xfrm>
            <a:prstGeom prst="pie">
              <a:avLst/>
            </a:prstGeom>
            <a:solidFill>
              <a:srgbClr val="336600"/>
            </a:solidFill>
            <a:ln w="7920">
              <a:solidFill>
                <a:srgbClr val="ffffff"/>
              </a:solidFill>
              <a:round/>
            </a:ln>
          </p:spPr>
          <p:style>
            <a:lnRef idx="0"/>
            <a:fillRef idx="0"/>
            <a:effectRef idx="0"/>
            <a:fontRef idx="minor"/>
          </p:style>
          <p:txBody>
            <a:bodyPr lIns="90000" rIns="90000" tIns="20160" bIns="201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69" name="Freeform 37"/>
            <p:cNvSpPr/>
            <p:nvPr/>
          </p:nvSpPr>
          <p:spPr>
            <a:xfrm>
              <a:off x="7610040" y="3348000"/>
              <a:ext cx="14400" cy="15840"/>
            </a:xfrm>
            <a:prstGeom prst="pie">
              <a:avLst/>
            </a:prstGeom>
            <a:solidFill>
              <a:srgbClr val="336600"/>
            </a:solidFill>
            <a:ln w="792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70" name="Freeform 38"/>
            <p:cNvSpPr/>
            <p:nvPr/>
          </p:nvSpPr>
          <p:spPr>
            <a:xfrm>
              <a:off x="6832800" y="3089160"/>
              <a:ext cx="151200" cy="204840"/>
            </a:xfrm>
            <a:prstGeom prst="pie">
              <a:avLst/>
            </a:prstGeom>
            <a:solidFill>
              <a:srgbClr val="336600"/>
            </a:solidFill>
            <a:ln w="792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71" name="Freeform 39"/>
            <p:cNvSpPr/>
            <p:nvPr/>
          </p:nvSpPr>
          <p:spPr>
            <a:xfrm>
              <a:off x="6626520" y="3213000"/>
              <a:ext cx="25920" cy="23760"/>
            </a:xfrm>
            <a:prstGeom prst="pie">
              <a:avLst/>
            </a:prstGeom>
            <a:solidFill>
              <a:srgbClr val="336600"/>
            </a:solidFill>
            <a:ln w="7920">
              <a:solidFill>
                <a:srgbClr val="ffffff"/>
              </a:solidFill>
              <a:round/>
            </a:ln>
          </p:spPr>
          <p:style>
            <a:lnRef idx="0"/>
            <a:fillRef idx="0"/>
            <a:effectRef idx="0"/>
            <a:fontRef idx="minor"/>
          </p:style>
          <p:txBody>
            <a:bodyPr lIns="90000" rIns="90000" tIns="-22680" bIns="-226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72" name="Freeform 40"/>
            <p:cNvSpPr/>
            <p:nvPr/>
          </p:nvSpPr>
          <p:spPr>
            <a:xfrm>
              <a:off x="6312600" y="3606840"/>
              <a:ext cx="43560" cy="42840"/>
            </a:xfrm>
            <a:prstGeom prst="pie">
              <a:avLst/>
            </a:prstGeom>
            <a:solidFill>
              <a:srgbClr val="336600"/>
            </a:solidFill>
            <a:ln w="792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73" name="Freeform 41"/>
            <p:cNvSpPr/>
            <p:nvPr/>
          </p:nvSpPr>
          <p:spPr>
            <a:xfrm>
              <a:off x="5970960" y="3727440"/>
              <a:ext cx="55800" cy="42840"/>
            </a:xfrm>
            <a:prstGeom prst="pie">
              <a:avLst/>
            </a:prstGeom>
            <a:solidFill>
              <a:srgbClr val="336600"/>
            </a:solidFill>
            <a:ln w="7920">
              <a:solidFill>
                <a:srgbClr val="ffffff"/>
              </a:solidFill>
              <a:round/>
            </a:ln>
          </p:spPr>
          <p:style>
            <a:lnRef idx="0"/>
            <a:fillRef idx="0"/>
            <a:effectRef idx="0"/>
            <a:fontRef idx="minor"/>
          </p:style>
          <p:txBody>
            <a:bodyPr lIns="90000" rIns="90000" tIns="-3600" bIns="-3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74" name="Freeform 42"/>
            <p:cNvSpPr/>
            <p:nvPr/>
          </p:nvSpPr>
          <p:spPr>
            <a:xfrm>
              <a:off x="5808600" y="3713040"/>
              <a:ext cx="17280" cy="9720"/>
            </a:xfrm>
            <a:prstGeom prst="pie">
              <a:avLst/>
            </a:prstGeom>
            <a:solidFill>
              <a:srgbClr val="336600"/>
            </a:solidFill>
            <a:ln w="7920">
              <a:solidFill>
                <a:srgbClr val="ffffff"/>
              </a:solidFill>
              <a:round/>
            </a:ln>
          </p:spPr>
          <p:style>
            <a:lnRef idx="0"/>
            <a:fillRef idx="0"/>
            <a:effectRef idx="0"/>
            <a:fontRef idx="minor"/>
          </p:style>
          <p:txBody>
            <a:bodyPr lIns="90000" rIns="90000" tIns="-36720" bIns="-367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675" name="Freeform 43"/>
            <p:cNvSpPr/>
            <p:nvPr/>
          </p:nvSpPr>
          <p:spPr>
            <a:xfrm>
              <a:off x="7617240" y="3710160"/>
              <a:ext cx="7200" cy="7920"/>
            </a:xfrm>
            <a:prstGeom prst="pie">
              <a:avLst/>
            </a:prstGeom>
            <a:solidFill>
              <a:srgbClr val="336600"/>
            </a:solidFill>
            <a:ln w="7920">
              <a:solidFill>
                <a:srgbClr val="ffffff"/>
              </a:solidFill>
              <a:round/>
            </a:ln>
          </p:spPr>
          <p:style>
            <a:lnRef idx="0"/>
            <a:fillRef idx="0"/>
            <a:effectRef idx="0"/>
            <a:fontRef idx="minor"/>
          </p:style>
          <p:txBody>
            <a:bodyPr lIns="90000" rIns="90000" tIns="-38520" bIns="-38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67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2492A7-0245-4CCA-A035-994AA8F70F3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67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Flags</a:t>
            </a:r>
            <a:endParaRPr b="1" lang="en-US" sz="1600" spc="-1" strike="noStrike">
              <a:solidFill>
                <a:srgbClr val="000000"/>
              </a:solidFill>
              <a:latin typeface="Arial"/>
            </a:endParaRPr>
          </a:p>
        </p:txBody>
      </p:sp>
      <p:pic>
        <p:nvPicPr>
          <p:cNvPr id="6679" name="Picture 4" descr="au"/>
          <p:cNvPicPr/>
          <p:nvPr/>
        </p:nvPicPr>
        <p:blipFill>
          <a:blip r:embed="rId1"/>
          <a:stretch/>
        </p:blipFill>
        <p:spPr>
          <a:xfrm>
            <a:off x="2033640" y="1504800"/>
            <a:ext cx="539640" cy="360360"/>
          </a:xfrm>
          <a:prstGeom prst="rect">
            <a:avLst/>
          </a:prstGeom>
          <a:ln w="0">
            <a:noFill/>
          </a:ln>
        </p:spPr>
      </p:pic>
      <p:pic>
        <p:nvPicPr>
          <p:cNvPr id="6680" name="Picture 5" descr="ca"/>
          <p:cNvPicPr/>
          <p:nvPr/>
        </p:nvPicPr>
        <p:blipFill>
          <a:blip r:embed="rId2"/>
          <a:stretch/>
        </p:blipFill>
        <p:spPr>
          <a:xfrm>
            <a:off x="2033640" y="2077920"/>
            <a:ext cx="539640" cy="360360"/>
          </a:xfrm>
          <a:prstGeom prst="rect">
            <a:avLst/>
          </a:prstGeom>
          <a:ln w="0">
            <a:noFill/>
          </a:ln>
        </p:spPr>
      </p:pic>
      <p:pic>
        <p:nvPicPr>
          <p:cNvPr id="6681" name="Picture 6" descr="cn"/>
          <p:cNvPicPr/>
          <p:nvPr/>
        </p:nvPicPr>
        <p:blipFill>
          <a:blip r:embed="rId3"/>
          <a:stretch/>
        </p:blipFill>
        <p:spPr>
          <a:xfrm>
            <a:off x="2033640" y="2651040"/>
            <a:ext cx="539640" cy="360360"/>
          </a:xfrm>
          <a:prstGeom prst="rect">
            <a:avLst/>
          </a:prstGeom>
          <a:ln w="0">
            <a:noFill/>
          </a:ln>
        </p:spPr>
      </p:pic>
      <p:pic>
        <p:nvPicPr>
          <p:cNvPr id="6682" name="Picture 7" descr="dk"/>
          <p:cNvPicPr/>
          <p:nvPr/>
        </p:nvPicPr>
        <p:blipFill>
          <a:blip r:embed="rId4"/>
          <a:stretch/>
        </p:blipFill>
        <p:spPr>
          <a:xfrm>
            <a:off x="2033640" y="3224160"/>
            <a:ext cx="539640" cy="360360"/>
          </a:xfrm>
          <a:prstGeom prst="rect">
            <a:avLst/>
          </a:prstGeom>
          <a:ln w="0">
            <a:noFill/>
          </a:ln>
        </p:spPr>
      </p:pic>
      <p:pic>
        <p:nvPicPr>
          <p:cNvPr id="6683" name="Picture 8" descr="fr"/>
          <p:cNvPicPr/>
          <p:nvPr/>
        </p:nvPicPr>
        <p:blipFill>
          <a:blip r:embed="rId5"/>
          <a:stretch/>
        </p:blipFill>
        <p:spPr>
          <a:xfrm>
            <a:off x="2033640" y="3797280"/>
            <a:ext cx="539640" cy="360360"/>
          </a:xfrm>
          <a:prstGeom prst="rect">
            <a:avLst/>
          </a:prstGeom>
          <a:ln w="0">
            <a:noFill/>
          </a:ln>
        </p:spPr>
      </p:pic>
      <p:sp>
        <p:nvSpPr>
          <p:cNvPr id="6684" name="Rectangle 21"/>
          <p:cNvSpPr/>
          <p:nvPr/>
        </p:nvSpPr>
        <p:spPr>
          <a:xfrm>
            <a:off x="882720" y="161280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Australia</a:t>
            </a:r>
            <a:endParaRPr b="1" lang="en-US" sz="1000" spc="-1" strike="noStrike">
              <a:solidFill>
                <a:srgbClr val="000000"/>
              </a:solidFill>
              <a:latin typeface="Arial"/>
            </a:endParaRPr>
          </a:p>
        </p:txBody>
      </p:sp>
      <p:sp>
        <p:nvSpPr>
          <p:cNvPr id="6685" name="Rectangle 22"/>
          <p:cNvSpPr/>
          <p:nvPr/>
        </p:nvSpPr>
        <p:spPr>
          <a:xfrm>
            <a:off x="882720" y="218592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Canada</a:t>
            </a:r>
            <a:endParaRPr b="1" lang="en-US" sz="1000" spc="-1" strike="noStrike">
              <a:solidFill>
                <a:srgbClr val="000000"/>
              </a:solidFill>
              <a:latin typeface="Arial"/>
            </a:endParaRPr>
          </a:p>
        </p:txBody>
      </p:sp>
      <p:sp>
        <p:nvSpPr>
          <p:cNvPr id="6686" name="Rectangle 23"/>
          <p:cNvSpPr/>
          <p:nvPr/>
        </p:nvSpPr>
        <p:spPr>
          <a:xfrm>
            <a:off x="882720" y="276084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China</a:t>
            </a:r>
            <a:endParaRPr b="1" lang="en-US" sz="1000" spc="-1" strike="noStrike">
              <a:solidFill>
                <a:srgbClr val="000000"/>
              </a:solidFill>
              <a:latin typeface="Arial"/>
            </a:endParaRPr>
          </a:p>
        </p:txBody>
      </p:sp>
      <p:sp>
        <p:nvSpPr>
          <p:cNvPr id="6687" name="Rectangle 24"/>
          <p:cNvSpPr/>
          <p:nvPr/>
        </p:nvSpPr>
        <p:spPr>
          <a:xfrm>
            <a:off x="882720" y="332280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Denmark</a:t>
            </a:r>
            <a:endParaRPr b="1" lang="en-US" sz="1000" spc="-1" strike="noStrike">
              <a:solidFill>
                <a:srgbClr val="000000"/>
              </a:solidFill>
              <a:latin typeface="Arial"/>
            </a:endParaRPr>
          </a:p>
        </p:txBody>
      </p:sp>
      <p:sp>
        <p:nvSpPr>
          <p:cNvPr id="6688" name="Rectangle 25"/>
          <p:cNvSpPr/>
          <p:nvPr/>
        </p:nvSpPr>
        <p:spPr>
          <a:xfrm>
            <a:off x="882720" y="390852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France</a:t>
            </a:r>
            <a:endParaRPr b="1" lang="en-US" sz="1000" spc="-1" strike="noStrike">
              <a:solidFill>
                <a:srgbClr val="000000"/>
              </a:solidFill>
              <a:latin typeface="Arial"/>
            </a:endParaRPr>
          </a:p>
        </p:txBody>
      </p:sp>
      <p:pic>
        <p:nvPicPr>
          <p:cNvPr id="6689" name="Picture 9" descr="de"/>
          <p:cNvPicPr/>
          <p:nvPr/>
        </p:nvPicPr>
        <p:blipFill>
          <a:blip r:embed="rId6"/>
          <a:stretch/>
        </p:blipFill>
        <p:spPr>
          <a:xfrm>
            <a:off x="2033640" y="4371840"/>
            <a:ext cx="539640" cy="360360"/>
          </a:xfrm>
          <a:prstGeom prst="rect">
            <a:avLst/>
          </a:prstGeom>
          <a:ln w="0">
            <a:noFill/>
          </a:ln>
        </p:spPr>
      </p:pic>
      <p:sp>
        <p:nvSpPr>
          <p:cNvPr id="6690" name="Rectangle 26"/>
          <p:cNvSpPr/>
          <p:nvPr/>
        </p:nvSpPr>
        <p:spPr>
          <a:xfrm>
            <a:off x="882720" y="453060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Germany</a:t>
            </a:r>
            <a:endParaRPr b="1" lang="en-US" sz="1000" spc="-1" strike="noStrike">
              <a:solidFill>
                <a:srgbClr val="000000"/>
              </a:solidFill>
              <a:latin typeface="Arial"/>
            </a:endParaRPr>
          </a:p>
        </p:txBody>
      </p:sp>
      <p:pic>
        <p:nvPicPr>
          <p:cNvPr id="6691" name="Picture 10" descr="it"/>
          <p:cNvPicPr/>
          <p:nvPr/>
        </p:nvPicPr>
        <p:blipFill>
          <a:blip r:embed="rId7"/>
          <a:stretch/>
        </p:blipFill>
        <p:spPr>
          <a:xfrm>
            <a:off x="4700520" y="2077920"/>
            <a:ext cx="539640" cy="360360"/>
          </a:xfrm>
          <a:prstGeom prst="rect">
            <a:avLst/>
          </a:prstGeom>
          <a:ln w="0">
            <a:noFill/>
          </a:ln>
        </p:spPr>
      </p:pic>
      <p:pic>
        <p:nvPicPr>
          <p:cNvPr id="6692" name="Picture 11" descr="ie75"/>
          <p:cNvPicPr/>
          <p:nvPr/>
        </p:nvPicPr>
        <p:blipFill>
          <a:blip r:embed="rId8"/>
          <a:stretch/>
        </p:blipFill>
        <p:spPr>
          <a:xfrm>
            <a:off x="4700520" y="1504800"/>
            <a:ext cx="539640" cy="360360"/>
          </a:xfrm>
          <a:prstGeom prst="rect">
            <a:avLst/>
          </a:prstGeom>
          <a:ln w="0">
            <a:noFill/>
          </a:ln>
        </p:spPr>
      </p:pic>
      <p:pic>
        <p:nvPicPr>
          <p:cNvPr id="6693" name="Picture 12" descr="jp"/>
          <p:cNvPicPr/>
          <p:nvPr/>
        </p:nvPicPr>
        <p:blipFill>
          <a:blip r:embed="rId9"/>
          <a:stretch/>
        </p:blipFill>
        <p:spPr>
          <a:xfrm>
            <a:off x="4700520" y="2651040"/>
            <a:ext cx="539640" cy="360360"/>
          </a:xfrm>
          <a:prstGeom prst="rect">
            <a:avLst/>
          </a:prstGeom>
          <a:ln w="9360">
            <a:solidFill>
              <a:srgbClr val="000000"/>
            </a:solidFill>
            <a:miter/>
          </a:ln>
        </p:spPr>
      </p:pic>
      <p:pic>
        <p:nvPicPr>
          <p:cNvPr id="6694" name="Picture 13" descr="lu"/>
          <p:cNvPicPr/>
          <p:nvPr/>
        </p:nvPicPr>
        <p:blipFill>
          <a:blip r:embed="rId10"/>
          <a:stretch/>
        </p:blipFill>
        <p:spPr>
          <a:xfrm>
            <a:off x="4700520" y="3225960"/>
            <a:ext cx="539640" cy="360360"/>
          </a:xfrm>
          <a:prstGeom prst="rect">
            <a:avLst/>
          </a:prstGeom>
          <a:ln w="0">
            <a:noFill/>
          </a:ln>
        </p:spPr>
      </p:pic>
      <p:pic>
        <p:nvPicPr>
          <p:cNvPr id="6695" name="Picture 14" descr="mx"/>
          <p:cNvPicPr/>
          <p:nvPr/>
        </p:nvPicPr>
        <p:blipFill>
          <a:blip r:embed="rId11"/>
          <a:stretch/>
        </p:blipFill>
        <p:spPr>
          <a:xfrm>
            <a:off x="4700520" y="3798720"/>
            <a:ext cx="539640" cy="360360"/>
          </a:xfrm>
          <a:prstGeom prst="rect">
            <a:avLst/>
          </a:prstGeom>
          <a:ln w="0">
            <a:noFill/>
          </a:ln>
        </p:spPr>
      </p:pic>
      <p:sp>
        <p:nvSpPr>
          <p:cNvPr id="6696" name="Rectangle 27"/>
          <p:cNvSpPr/>
          <p:nvPr/>
        </p:nvSpPr>
        <p:spPr>
          <a:xfrm>
            <a:off x="3549600" y="161280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Ireland</a:t>
            </a:r>
            <a:endParaRPr b="1" lang="en-US" sz="1000" spc="-1" strike="noStrike">
              <a:solidFill>
                <a:srgbClr val="000000"/>
              </a:solidFill>
              <a:latin typeface="Arial"/>
            </a:endParaRPr>
          </a:p>
        </p:txBody>
      </p:sp>
      <p:sp>
        <p:nvSpPr>
          <p:cNvPr id="6697" name="Rectangle 28"/>
          <p:cNvSpPr/>
          <p:nvPr/>
        </p:nvSpPr>
        <p:spPr>
          <a:xfrm>
            <a:off x="3549600" y="218592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Italy</a:t>
            </a:r>
            <a:endParaRPr b="1" lang="en-US" sz="1000" spc="-1" strike="noStrike">
              <a:solidFill>
                <a:srgbClr val="000000"/>
              </a:solidFill>
              <a:latin typeface="Arial"/>
            </a:endParaRPr>
          </a:p>
        </p:txBody>
      </p:sp>
      <p:sp>
        <p:nvSpPr>
          <p:cNvPr id="6698" name="Rectangle 29"/>
          <p:cNvSpPr/>
          <p:nvPr/>
        </p:nvSpPr>
        <p:spPr>
          <a:xfrm>
            <a:off x="3549600" y="2760840"/>
            <a:ext cx="83664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Japan</a:t>
            </a:r>
            <a:endParaRPr b="1" lang="en-US" sz="1000" spc="-1" strike="noStrike">
              <a:solidFill>
                <a:srgbClr val="000000"/>
              </a:solidFill>
              <a:latin typeface="Arial"/>
            </a:endParaRPr>
          </a:p>
        </p:txBody>
      </p:sp>
      <p:sp>
        <p:nvSpPr>
          <p:cNvPr id="6699" name="Rectangle 30"/>
          <p:cNvSpPr/>
          <p:nvPr/>
        </p:nvSpPr>
        <p:spPr>
          <a:xfrm>
            <a:off x="3573360" y="3321000"/>
            <a:ext cx="89388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Luxembourg</a:t>
            </a:r>
            <a:endParaRPr b="1" lang="en-US" sz="1000" spc="-1" strike="noStrike">
              <a:solidFill>
                <a:srgbClr val="000000"/>
              </a:solidFill>
              <a:latin typeface="Arial"/>
            </a:endParaRPr>
          </a:p>
        </p:txBody>
      </p:sp>
      <p:sp>
        <p:nvSpPr>
          <p:cNvPr id="6700" name="Rectangle 31"/>
          <p:cNvSpPr/>
          <p:nvPr/>
        </p:nvSpPr>
        <p:spPr>
          <a:xfrm>
            <a:off x="3573360" y="3906720"/>
            <a:ext cx="89388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Mexico</a:t>
            </a:r>
            <a:endParaRPr b="1" lang="en-US" sz="1000" spc="-1" strike="noStrike">
              <a:solidFill>
                <a:srgbClr val="000000"/>
              </a:solidFill>
              <a:latin typeface="Arial"/>
            </a:endParaRPr>
          </a:p>
        </p:txBody>
      </p:sp>
      <p:pic>
        <p:nvPicPr>
          <p:cNvPr id="6701" name="Picture 15" descr="nl"/>
          <p:cNvPicPr/>
          <p:nvPr/>
        </p:nvPicPr>
        <p:blipFill>
          <a:blip r:embed="rId12"/>
          <a:stretch/>
        </p:blipFill>
        <p:spPr>
          <a:xfrm>
            <a:off x="4700520" y="4373640"/>
            <a:ext cx="539640" cy="360360"/>
          </a:xfrm>
          <a:prstGeom prst="rect">
            <a:avLst/>
          </a:prstGeom>
          <a:ln w="0">
            <a:noFill/>
          </a:ln>
        </p:spPr>
      </p:pic>
      <p:sp>
        <p:nvSpPr>
          <p:cNvPr id="6702" name="Rectangle 32"/>
          <p:cNvSpPr/>
          <p:nvPr/>
        </p:nvSpPr>
        <p:spPr>
          <a:xfrm>
            <a:off x="3573360" y="4481640"/>
            <a:ext cx="89388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Netherlands</a:t>
            </a:r>
            <a:endParaRPr b="1" lang="en-US" sz="1000" spc="-1" strike="noStrike">
              <a:solidFill>
                <a:srgbClr val="000000"/>
              </a:solidFill>
              <a:latin typeface="Arial"/>
            </a:endParaRPr>
          </a:p>
        </p:txBody>
      </p:sp>
      <p:pic>
        <p:nvPicPr>
          <p:cNvPr id="6703" name="Picture 16" descr="sg"/>
          <p:cNvPicPr/>
          <p:nvPr/>
        </p:nvPicPr>
        <p:blipFill>
          <a:blip r:embed="rId13"/>
          <a:stretch/>
        </p:blipFill>
        <p:spPr>
          <a:xfrm>
            <a:off x="7389720" y="1504800"/>
            <a:ext cx="540000" cy="360360"/>
          </a:xfrm>
          <a:prstGeom prst="rect">
            <a:avLst/>
          </a:prstGeom>
          <a:ln w="9360">
            <a:solidFill>
              <a:srgbClr val="000000"/>
            </a:solidFill>
            <a:miter/>
          </a:ln>
        </p:spPr>
      </p:pic>
      <p:pic>
        <p:nvPicPr>
          <p:cNvPr id="6704" name="Picture 17" descr="es"/>
          <p:cNvPicPr/>
          <p:nvPr/>
        </p:nvPicPr>
        <p:blipFill>
          <a:blip r:embed="rId14"/>
          <a:stretch/>
        </p:blipFill>
        <p:spPr>
          <a:xfrm>
            <a:off x="7389720" y="2077920"/>
            <a:ext cx="540000" cy="360360"/>
          </a:xfrm>
          <a:prstGeom prst="rect">
            <a:avLst/>
          </a:prstGeom>
          <a:ln w="0">
            <a:noFill/>
          </a:ln>
        </p:spPr>
      </p:pic>
      <p:pic>
        <p:nvPicPr>
          <p:cNvPr id="6705" name="Picture 18" descr="za"/>
          <p:cNvPicPr/>
          <p:nvPr/>
        </p:nvPicPr>
        <p:blipFill>
          <a:blip r:embed="rId15"/>
          <a:stretch/>
        </p:blipFill>
        <p:spPr>
          <a:xfrm>
            <a:off x="7389720" y="2652840"/>
            <a:ext cx="540000" cy="360360"/>
          </a:xfrm>
          <a:prstGeom prst="rect">
            <a:avLst/>
          </a:prstGeom>
          <a:ln w="0">
            <a:noFill/>
          </a:ln>
        </p:spPr>
      </p:pic>
      <p:pic>
        <p:nvPicPr>
          <p:cNvPr id="6706" name="Picture 19" descr="gb"/>
          <p:cNvPicPr/>
          <p:nvPr/>
        </p:nvPicPr>
        <p:blipFill>
          <a:blip r:embed="rId16"/>
          <a:stretch/>
        </p:blipFill>
        <p:spPr>
          <a:xfrm>
            <a:off x="7389720" y="3225960"/>
            <a:ext cx="540000" cy="360360"/>
          </a:xfrm>
          <a:prstGeom prst="rect">
            <a:avLst/>
          </a:prstGeom>
          <a:ln w="0">
            <a:noFill/>
          </a:ln>
        </p:spPr>
      </p:pic>
      <p:pic>
        <p:nvPicPr>
          <p:cNvPr id="6707" name="Picture 20" descr="us"/>
          <p:cNvPicPr/>
          <p:nvPr/>
        </p:nvPicPr>
        <p:blipFill>
          <a:blip r:embed="rId17"/>
          <a:stretch/>
        </p:blipFill>
        <p:spPr>
          <a:xfrm>
            <a:off x="7389720" y="3800520"/>
            <a:ext cx="540000" cy="360360"/>
          </a:xfrm>
          <a:prstGeom prst="rect">
            <a:avLst/>
          </a:prstGeom>
          <a:ln w="0">
            <a:noFill/>
          </a:ln>
        </p:spPr>
      </p:pic>
      <p:sp>
        <p:nvSpPr>
          <p:cNvPr id="6708" name="Rectangle 33"/>
          <p:cNvSpPr/>
          <p:nvPr/>
        </p:nvSpPr>
        <p:spPr>
          <a:xfrm>
            <a:off x="6216480" y="1612800"/>
            <a:ext cx="93996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Singapore</a:t>
            </a:r>
            <a:endParaRPr b="1" lang="en-US" sz="1000" spc="-1" strike="noStrike">
              <a:solidFill>
                <a:srgbClr val="000000"/>
              </a:solidFill>
              <a:latin typeface="Arial"/>
            </a:endParaRPr>
          </a:p>
        </p:txBody>
      </p:sp>
      <p:sp>
        <p:nvSpPr>
          <p:cNvPr id="6709" name="Rectangle 34"/>
          <p:cNvSpPr/>
          <p:nvPr/>
        </p:nvSpPr>
        <p:spPr>
          <a:xfrm>
            <a:off x="6216480" y="2185920"/>
            <a:ext cx="93996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Spain</a:t>
            </a:r>
            <a:endParaRPr b="1" lang="en-US" sz="1000" spc="-1" strike="noStrike">
              <a:solidFill>
                <a:srgbClr val="000000"/>
              </a:solidFill>
              <a:latin typeface="Arial"/>
            </a:endParaRPr>
          </a:p>
        </p:txBody>
      </p:sp>
      <p:sp>
        <p:nvSpPr>
          <p:cNvPr id="6710" name="Rectangle 35"/>
          <p:cNvSpPr/>
          <p:nvPr/>
        </p:nvSpPr>
        <p:spPr>
          <a:xfrm>
            <a:off x="6216480" y="2759040"/>
            <a:ext cx="93996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South Africa</a:t>
            </a:r>
            <a:endParaRPr b="1" lang="en-US" sz="1000" spc="-1" strike="noStrike">
              <a:solidFill>
                <a:srgbClr val="000000"/>
              </a:solidFill>
              <a:latin typeface="Arial"/>
            </a:endParaRPr>
          </a:p>
        </p:txBody>
      </p:sp>
      <p:sp>
        <p:nvSpPr>
          <p:cNvPr id="6711" name="Rectangle 36"/>
          <p:cNvSpPr/>
          <p:nvPr/>
        </p:nvSpPr>
        <p:spPr>
          <a:xfrm>
            <a:off x="6216480" y="3322800"/>
            <a:ext cx="93996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United Kingdom</a:t>
            </a:r>
            <a:endParaRPr b="1" lang="en-US" sz="1000" spc="-1" strike="noStrike">
              <a:solidFill>
                <a:srgbClr val="000000"/>
              </a:solidFill>
              <a:latin typeface="Arial"/>
            </a:endParaRPr>
          </a:p>
        </p:txBody>
      </p:sp>
      <p:sp>
        <p:nvSpPr>
          <p:cNvPr id="6712" name="Rectangle 37"/>
          <p:cNvSpPr/>
          <p:nvPr/>
        </p:nvSpPr>
        <p:spPr>
          <a:xfrm>
            <a:off x="6216480" y="3906720"/>
            <a:ext cx="939960" cy="145440"/>
          </a:xfrm>
          <a:prstGeom prst="rect">
            <a:avLst/>
          </a:prstGeom>
          <a:noFill/>
          <a:ln w="0">
            <a:noFill/>
          </a:ln>
        </p:spPr>
        <p:style>
          <a:lnRef idx="0"/>
          <a:fillRef idx="0"/>
          <a:effectRef idx="0"/>
          <a:fontRef idx="minor"/>
        </p:style>
        <p:txBody>
          <a:bodyPr lIns="0" rIns="0" tIns="0" bIns="0" anchor="t">
            <a:spAutoFit/>
          </a:bodyPr>
          <a:p>
            <a:pPr algn="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United States</a:t>
            </a:r>
            <a:endParaRPr b="1" lang="en-US" sz="1000" spc="-1" strike="noStrike">
              <a:solidFill>
                <a:srgbClr val="000000"/>
              </a:solidFill>
              <a:latin typeface="Arial"/>
            </a:endParaRPr>
          </a:p>
        </p:txBody>
      </p:sp>
      <p:sp>
        <p:nvSpPr>
          <p:cNvPr id="6713" name="Rectangle 47"/>
          <p:cNvSpPr/>
          <p:nvPr/>
        </p:nvSpPr>
        <p:spPr>
          <a:xfrm>
            <a:off x="5487840" y="250920"/>
            <a:ext cx="333864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 タテ・ヨコの比率は国連が使用している</a:t>
            </a:r>
            <a:r>
              <a:rPr b="0" lang="en-US" sz="1000" spc="-1" strike="noStrike">
                <a:solidFill>
                  <a:srgbClr val="ff3300"/>
                </a:solidFill>
                <a:latin typeface="Arial"/>
              </a:rPr>
              <a:t>2</a:t>
            </a:r>
            <a:r>
              <a:rPr b="0" lang="ja-JP" sz="1000" spc="-1" strike="noStrike">
                <a:solidFill>
                  <a:srgbClr val="ff3300"/>
                </a:solidFill>
                <a:latin typeface="Arial"/>
              </a:rPr>
              <a:t>：</a:t>
            </a:r>
            <a:r>
              <a:rPr b="0" lang="en-US" sz="1000" spc="-1" strike="noStrike">
                <a:solidFill>
                  <a:srgbClr val="ff3300"/>
                </a:solidFill>
                <a:latin typeface="Arial"/>
              </a:rPr>
              <a:t>3</a:t>
            </a:r>
            <a:r>
              <a:rPr b="0" lang="ja-JP" sz="1000" spc="-1" strike="noStrike">
                <a:solidFill>
                  <a:srgbClr val="ff3300"/>
                </a:solidFill>
                <a:latin typeface="Arial"/>
              </a:rPr>
              <a:t>になっています。比率を変更せずに、そのまま使用してください。</a:t>
            </a:r>
            <a:endParaRPr b="1" lang="en-US" sz="1000" spc="-1" strike="noStrike">
              <a:solidFill>
                <a:srgbClr val="000000"/>
              </a:solidFill>
              <a:latin typeface="Arial"/>
            </a:endParaRPr>
          </a:p>
        </p:txBody>
      </p:sp>
      <p:sp>
        <p:nvSpPr>
          <p:cNvPr id="6714" name="Rectangle 48"/>
          <p:cNvSpPr/>
          <p:nvPr/>
        </p:nvSpPr>
        <p:spPr>
          <a:xfrm>
            <a:off x="1212840" y="5432400"/>
            <a:ext cx="4291200" cy="319320"/>
          </a:xfrm>
          <a:prstGeom prst="rect">
            <a:avLst/>
          </a:prstGeom>
          <a:noFill/>
          <a:ln w="0">
            <a:noFill/>
          </a:ln>
        </p:spPr>
        <p:style>
          <a:lnRef idx="0"/>
          <a:fillRef idx="0"/>
          <a:effectRef idx="0"/>
          <a:fontRef idx="minor"/>
        </p:style>
        <p:txBody>
          <a:bodyPr lIns="0" rIns="0" tIns="0" bIns="0" anchor="t">
            <a:spAutoFit/>
          </a:bodyPr>
          <a:p>
            <a:pPr marL="533520" indent="-533520">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ja-JP" sz="1000" spc="-1" strike="noStrike">
                <a:solidFill>
                  <a:srgbClr val="000000"/>
                </a:solidFill>
                <a:latin typeface="Arial"/>
              </a:rPr>
              <a:t>その他：　外務省ホームページ</a:t>
            </a:r>
            <a:br>
              <a:rPr sz="1000"/>
            </a:br>
            <a:r>
              <a:rPr b="0" lang="en-US" sz="1200" spc="-1" strike="noStrike">
                <a:solidFill>
                  <a:srgbClr val="000000"/>
                </a:solidFill>
                <a:latin typeface="Arial"/>
              </a:rPr>
              <a:t>http://www.mofa.go.jp/mofaj/world/kokki/index.html</a:t>
            </a: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71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9A4D06-0EA4-4338-BE98-8FD4387BBFF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717" name="AutoShape 2"/>
          <p:cNvSpPr/>
          <p:nvPr/>
        </p:nvSpPr>
        <p:spPr>
          <a:xfrm>
            <a:off x="2428920" y="4740120"/>
            <a:ext cx="3722760" cy="505080"/>
          </a:xfrm>
          <a:prstGeom prst="roundRect">
            <a:avLst>
              <a:gd name="adj" fmla="val 16667"/>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18" name="PlaceHolder 1"/>
          <p:cNvSpPr>
            <a:spLocks noGrp="1"/>
          </p:cNvSpPr>
          <p:nvPr>
            <p:ph type="title"/>
          </p:nvPr>
        </p:nvSpPr>
        <p:spPr>
          <a:xfrm>
            <a:off x="458280" y="496440"/>
            <a:ext cx="82393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6719" name="PlaceHolder 2"/>
          <p:cNvSpPr>
            <a:spLocks noGrp="1"/>
          </p:cNvSpPr>
          <p:nvPr>
            <p:ph/>
          </p:nvPr>
        </p:nvSpPr>
        <p:spPr>
          <a:xfrm>
            <a:off x="2651040" y="1730520"/>
            <a:ext cx="5362560" cy="3814560"/>
          </a:xfrm>
          <a:prstGeom prst="rect">
            <a:avLst/>
          </a:prstGeom>
          <a:noFill/>
          <a:ln w="0">
            <a:noFill/>
          </a:ln>
        </p:spPr>
        <p:txBody>
          <a:bodyPr lIns="92160" rIns="92160" tIns="46080" bIns="46080" anchor="t">
            <a:normAutofit fontScale="80011"/>
          </a:bodyPr>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0" lang="en-US" sz="1100" spc="-1" strike="noStrike">
              <a:solidFill>
                <a:srgbClr val="000000"/>
              </a:solidFill>
              <a:latin typeface="Arial"/>
            </a:endParaRPr>
          </a:p>
          <a:p>
            <a:pPr lvl="1" marL="1036800" indent="0">
              <a:lnSpc>
                <a:spcPct val="106000"/>
              </a:lnSpc>
              <a:spcBef>
                <a:spcPts val="1100"/>
              </a:spcBef>
              <a:buNone/>
              <a:tabLst>
                <a:tab algn="l" pos="5715000"/>
                <a:tab algn="l" pos="6400800"/>
                <a:tab algn="l" pos="7315200"/>
                <a:tab algn="l" pos="8229600"/>
                <a:tab algn="l" pos="9144000"/>
                <a:tab algn="l" pos="10058400"/>
              </a:tabLst>
            </a:pPr>
            <a:endParaRPr b="0"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72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4299E4-C40C-4C20-A7C6-321527E4A57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7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Table with moons</a:t>
            </a:r>
            <a:endParaRPr b="1" lang="en-US" sz="1600" spc="-1" strike="noStrike">
              <a:solidFill>
                <a:srgbClr val="000000"/>
              </a:solidFill>
              <a:latin typeface="Arial"/>
            </a:endParaRPr>
          </a:p>
        </p:txBody>
      </p:sp>
      <p:graphicFrame>
        <p:nvGraphicFramePr>
          <p:cNvPr id="6723" name=""/>
          <p:cNvGraphicFramePr/>
          <p:nvPr/>
        </p:nvGraphicFramePr>
        <p:xfrm>
          <a:off x="919080" y="1647720"/>
          <a:ext cx="7242120" cy="4314960"/>
        </p:xfrm>
        <a:graphic>
          <a:graphicData uri="http://schemas.openxmlformats.org/drawingml/2006/table">
            <a:tbl>
              <a:tblPr/>
              <a:tblGrid>
                <a:gridCol w="1728720"/>
                <a:gridCol w="919440"/>
                <a:gridCol w="922320"/>
                <a:gridCol w="917640"/>
                <a:gridCol w="915840"/>
                <a:gridCol w="919080"/>
                <a:gridCol w="919080"/>
              </a:tblGrid>
              <a:tr h="663840">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9360">
                      <a:solidFill>
                        <a:srgbClr val="ffffff"/>
                      </a:solidFill>
                      <a:prstDash val="solid"/>
                    </a:lnT>
                    <a:lnB w="5760">
                      <a:solidFill>
                        <a:srgbClr val="8099cc"/>
                      </a:solidFill>
                      <a:prstDash val="solid"/>
                    </a:lnB>
                    <a:no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5760">
                      <a:solidFill>
                        <a:srgbClr val="8099cc"/>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5760">
                      <a:solidFill>
                        <a:srgbClr val="8099cc"/>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
        <p:nvSpPr>
          <p:cNvPr id="6724" name="Oval 76"/>
          <p:cNvSpPr/>
          <p:nvPr/>
        </p:nvSpPr>
        <p:spPr>
          <a:xfrm>
            <a:off x="2975040" y="250668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25" name="Oval 77"/>
          <p:cNvSpPr/>
          <p:nvPr/>
        </p:nvSpPr>
        <p:spPr>
          <a:xfrm>
            <a:off x="2975040" y="542124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26" name="Group 78"/>
          <p:cNvGrpSpPr/>
          <p:nvPr/>
        </p:nvGrpSpPr>
        <p:grpSpPr>
          <a:xfrm>
            <a:off x="2970000" y="3965400"/>
            <a:ext cx="296640" cy="308160"/>
            <a:chOff x="2970000" y="3965400"/>
            <a:chExt cx="296640" cy="308160"/>
          </a:xfrm>
        </p:grpSpPr>
        <p:sp>
          <p:nvSpPr>
            <p:cNvPr id="6727" name="Oval 79"/>
            <p:cNvSpPr/>
            <p:nvPr/>
          </p:nvSpPr>
          <p:spPr>
            <a:xfrm flipH="1">
              <a:off x="2969640" y="3967200"/>
              <a:ext cx="28908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28" name="Arc 80"/>
            <p:cNvSpPr/>
            <p:nvPr/>
          </p:nvSpPr>
          <p:spPr>
            <a:xfrm flipH="1">
              <a:off x="3114720" y="3965400"/>
              <a:ext cx="15192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29" name="Group 81"/>
          <p:cNvGrpSpPr/>
          <p:nvPr/>
        </p:nvGrpSpPr>
        <p:grpSpPr>
          <a:xfrm>
            <a:off x="2967120" y="3235320"/>
            <a:ext cx="301680" cy="311040"/>
            <a:chOff x="2967120" y="3235320"/>
            <a:chExt cx="301680" cy="311040"/>
          </a:xfrm>
        </p:grpSpPr>
        <p:sp>
          <p:nvSpPr>
            <p:cNvPr id="6730" name="Oval 82"/>
            <p:cNvSpPr/>
            <p:nvPr/>
          </p:nvSpPr>
          <p:spPr>
            <a:xfrm flipH="1">
              <a:off x="2969280" y="3236760"/>
              <a:ext cx="28980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31" name="Arc 83"/>
            <p:cNvSpPr/>
            <p:nvPr/>
          </p:nvSpPr>
          <p:spPr>
            <a:xfrm flipH="1">
              <a:off x="2967120" y="3235320"/>
              <a:ext cx="30168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32" name="Group 84"/>
          <p:cNvGrpSpPr/>
          <p:nvPr/>
        </p:nvGrpSpPr>
        <p:grpSpPr>
          <a:xfrm>
            <a:off x="2970000" y="4691160"/>
            <a:ext cx="293760" cy="311040"/>
            <a:chOff x="2970000" y="4691160"/>
            <a:chExt cx="293760" cy="311040"/>
          </a:xfrm>
        </p:grpSpPr>
        <p:sp>
          <p:nvSpPr>
            <p:cNvPr id="6733" name="Oval 85"/>
            <p:cNvSpPr/>
            <p:nvPr/>
          </p:nvSpPr>
          <p:spPr>
            <a:xfrm flipH="1">
              <a:off x="2969640" y="4692600"/>
              <a:ext cx="29052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34" name="Arc 86"/>
            <p:cNvSpPr/>
            <p:nvPr/>
          </p:nvSpPr>
          <p:spPr>
            <a:xfrm flipH="1">
              <a:off x="3112560" y="4691160"/>
              <a:ext cx="15120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735" name="Oval 87"/>
          <p:cNvSpPr/>
          <p:nvPr/>
        </p:nvSpPr>
        <p:spPr>
          <a:xfrm>
            <a:off x="7153200" y="1174680"/>
            <a:ext cx="230400" cy="2509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36" name="Text Box 88"/>
          <p:cNvSpPr/>
          <p:nvPr/>
        </p:nvSpPr>
        <p:spPr>
          <a:xfrm>
            <a:off x="7395480" y="1174680"/>
            <a:ext cx="5695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strong</a:t>
            </a:r>
            <a:endParaRPr b="1" lang="en-US" sz="1100" spc="-1" strike="noStrike">
              <a:solidFill>
                <a:srgbClr val="000000"/>
              </a:solidFill>
              <a:latin typeface="Arial"/>
            </a:endParaRPr>
          </a:p>
        </p:txBody>
      </p:sp>
      <p:sp>
        <p:nvSpPr>
          <p:cNvPr id="6737" name="Oval 89"/>
          <p:cNvSpPr/>
          <p:nvPr/>
        </p:nvSpPr>
        <p:spPr>
          <a:xfrm>
            <a:off x="8029440" y="1174680"/>
            <a:ext cx="231840" cy="250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38" name="Text Box 90"/>
          <p:cNvSpPr/>
          <p:nvPr/>
        </p:nvSpPr>
        <p:spPr>
          <a:xfrm>
            <a:off x="8247600" y="1174680"/>
            <a:ext cx="50688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weak</a:t>
            </a:r>
            <a:endParaRPr b="1" lang="en-US" sz="1100" spc="-1" strike="noStrike">
              <a:solidFill>
                <a:srgbClr val="000000"/>
              </a:solidFill>
              <a:latin typeface="Arial"/>
            </a:endParaRPr>
          </a:p>
        </p:txBody>
      </p:sp>
      <p:sp>
        <p:nvSpPr>
          <p:cNvPr id="6739" name="Oval 91"/>
          <p:cNvSpPr/>
          <p:nvPr/>
        </p:nvSpPr>
        <p:spPr>
          <a:xfrm>
            <a:off x="3895560" y="2506680"/>
            <a:ext cx="28584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40" name="Oval 92"/>
          <p:cNvSpPr/>
          <p:nvPr/>
        </p:nvSpPr>
        <p:spPr>
          <a:xfrm>
            <a:off x="3895560" y="5421240"/>
            <a:ext cx="28584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41" name="Group 93"/>
          <p:cNvGrpSpPr/>
          <p:nvPr/>
        </p:nvGrpSpPr>
        <p:grpSpPr>
          <a:xfrm>
            <a:off x="3890880" y="3965400"/>
            <a:ext cx="296280" cy="308160"/>
            <a:chOff x="3890880" y="3965400"/>
            <a:chExt cx="296280" cy="308160"/>
          </a:xfrm>
        </p:grpSpPr>
        <p:sp>
          <p:nvSpPr>
            <p:cNvPr id="6742" name="Oval 94"/>
            <p:cNvSpPr/>
            <p:nvPr/>
          </p:nvSpPr>
          <p:spPr>
            <a:xfrm flipH="1">
              <a:off x="3890880" y="3967200"/>
              <a:ext cx="28944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43" name="Arc 95"/>
            <p:cNvSpPr/>
            <p:nvPr/>
          </p:nvSpPr>
          <p:spPr>
            <a:xfrm flipH="1">
              <a:off x="4034520" y="3965400"/>
              <a:ext cx="15228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44" name="Group 96"/>
          <p:cNvGrpSpPr/>
          <p:nvPr/>
        </p:nvGrpSpPr>
        <p:grpSpPr>
          <a:xfrm>
            <a:off x="3887640" y="3235320"/>
            <a:ext cx="301680" cy="311040"/>
            <a:chOff x="3887640" y="3235320"/>
            <a:chExt cx="301680" cy="311040"/>
          </a:xfrm>
        </p:grpSpPr>
        <p:sp>
          <p:nvSpPr>
            <p:cNvPr id="6745" name="Oval 97"/>
            <p:cNvSpPr/>
            <p:nvPr/>
          </p:nvSpPr>
          <p:spPr>
            <a:xfrm flipH="1">
              <a:off x="3889800" y="3236760"/>
              <a:ext cx="289800" cy="309600"/>
            </a:xfrm>
            <a:prstGeom prst="ellipse">
              <a:avLst/>
            </a:prstGeom>
            <a:solidFill>
              <a:srgbClr val="ffffff"/>
            </a:solidFill>
            <a:ln cap="rnd"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46" name="Arc 98"/>
            <p:cNvSpPr/>
            <p:nvPr/>
          </p:nvSpPr>
          <p:spPr>
            <a:xfrm flipH="1">
              <a:off x="3887640" y="3235320"/>
              <a:ext cx="30168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47" name="Group 99"/>
          <p:cNvGrpSpPr/>
          <p:nvPr/>
        </p:nvGrpSpPr>
        <p:grpSpPr>
          <a:xfrm>
            <a:off x="3890520" y="4691160"/>
            <a:ext cx="292680" cy="311040"/>
            <a:chOff x="3890520" y="4691160"/>
            <a:chExt cx="292680" cy="311040"/>
          </a:xfrm>
        </p:grpSpPr>
        <p:sp>
          <p:nvSpPr>
            <p:cNvPr id="6748" name="Oval 100"/>
            <p:cNvSpPr/>
            <p:nvPr/>
          </p:nvSpPr>
          <p:spPr>
            <a:xfrm flipH="1">
              <a:off x="3890160" y="4692600"/>
              <a:ext cx="28908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49" name="Arc 101"/>
            <p:cNvSpPr/>
            <p:nvPr/>
          </p:nvSpPr>
          <p:spPr>
            <a:xfrm flipH="1">
              <a:off x="4032720" y="4691160"/>
              <a:ext cx="15048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750" name="Oval 102"/>
          <p:cNvSpPr/>
          <p:nvPr/>
        </p:nvSpPr>
        <p:spPr>
          <a:xfrm>
            <a:off x="4813200" y="250668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51" name="Oval 103"/>
          <p:cNvSpPr/>
          <p:nvPr/>
        </p:nvSpPr>
        <p:spPr>
          <a:xfrm>
            <a:off x="4813200" y="542124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52" name="Group 104"/>
          <p:cNvGrpSpPr/>
          <p:nvPr/>
        </p:nvGrpSpPr>
        <p:grpSpPr>
          <a:xfrm>
            <a:off x="4809960" y="3965400"/>
            <a:ext cx="296280" cy="308160"/>
            <a:chOff x="4809960" y="3965400"/>
            <a:chExt cx="296280" cy="308160"/>
          </a:xfrm>
        </p:grpSpPr>
        <p:sp>
          <p:nvSpPr>
            <p:cNvPr id="6753" name="Oval 105"/>
            <p:cNvSpPr/>
            <p:nvPr/>
          </p:nvSpPr>
          <p:spPr>
            <a:xfrm flipH="1">
              <a:off x="4809960" y="3967200"/>
              <a:ext cx="28944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54" name="Arc 106"/>
            <p:cNvSpPr/>
            <p:nvPr/>
          </p:nvSpPr>
          <p:spPr>
            <a:xfrm flipH="1">
              <a:off x="4953600" y="3965400"/>
              <a:ext cx="15228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55" name="Group 107"/>
          <p:cNvGrpSpPr/>
          <p:nvPr/>
        </p:nvGrpSpPr>
        <p:grpSpPr>
          <a:xfrm>
            <a:off x="4806720" y="3235320"/>
            <a:ext cx="301320" cy="311040"/>
            <a:chOff x="4806720" y="3235320"/>
            <a:chExt cx="301320" cy="311040"/>
          </a:xfrm>
        </p:grpSpPr>
        <p:sp>
          <p:nvSpPr>
            <p:cNvPr id="6756" name="Oval 108"/>
            <p:cNvSpPr/>
            <p:nvPr/>
          </p:nvSpPr>
          <p:spPr>
            <a:xfrm flipH="1">
              <a:off x="4809960" y="3236760"/>
              <a:ext cx="28944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57" name="Arc 109"/>
            <p:cNvSpPr/>
            <p:nvPr/>
          </p:nvSpPr>
          <p:spPr>
            <a:xfrm flipH="1">
              <a:off x="4806360" y="3235320"/>
              <a:ext cx="3013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58" name="Group 110"/>
          <p:cNvGrpSpPr/>
          <p:nvPr/>
        </p:nvGrpSpPr>
        <p:grpSpPr>
          <a:xfrm>
            <a:off x="4809600" y="4691160"/>
            <a:ext cx="292320" cy="311040"/>
            <a:chOff x="4809600" y="4691160"/>
            <a:chExt cx="292320" cy="311040"/>
          </a:xfrm>
        </p:grpSpPr>
        <p:sp>
          <p:nvSpPr>
            <p:cNvPr id="6759" name="Oval 111"/>
            <p:cNvSpPr/>
            <p:nvPr/>
          </p:nvSpPr>
          <p:spPr>
            <a:xfrm flipH="1">
              <a:off x="4809240" y="4692600"/>
              <a:ext cx="28908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60" name="Arc 112"/>
            <p:cNvSpPr/>
            <p:nvPr/>
          </p:nvSpPr>
          <p:spPr>
            <a:xfrm flipH="1">
              <a:off x="4951440" y="4691160"/>
              <a:ext cx="15048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761" name="Oval 113"/>
          <p:cNvSpPr/>
          <p:nvPr/>
        </p:nvSpPr>
        <p:spPr>
          <a:xfrm>
            <a:off x="5734080" y="250668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62" name="Oval 114"/>
          <p:cNvSpPr/>
          <p:nvPr/>
        </p:nvSpPr>
        <p:spPr>
          <a:xfrm>
            <a:off x="5734080" y="542124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63" name="Group 115"/>
          <p:cNvGrpSpPr/>
          <p:nvPr/>
        </p:nvGrpSpPr>
        <p:grpSpPr>
          <a:xfrm>
            <a:off x="5729400" y="3965400"/>
            <a:ext cx="298080" cy="308160"/>
            <a:chOff x="5729400" y="3965400"/>
            <a:chExt cx="298080" cy="308160"/>
          </a:xfrm>
        </p:grpSpPr>
        <p:sp>
          <p:nvSpPr>
            <p:cNvPr id="6764" name="Oval 116"/>
            <p:cNvSpPr/>
            <p:nvPr/>
          </p:nvSpPr>
          <p:spPr>
            <a:xfrm flipH="1">
              <a:off x="5729400" y="3967200"/>
              <a:ext cx="29088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65" name="Arc 117"/>
            <p:cNvSpPr/>
            <p:nvPr/>
          </p:nvSpPr>
          <p:spPr>
            <a:xfrm flipH="1">
              <a:off x="5874840" y="3965400"/>
              <a:ext cx="15264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66" name="Group 118"/>
          <p:cNvGrpSpPr/>
          <p:nvPr/>
        </p:nvGrpSpPr>
        <p:grpSpPr>
          <a:xfrm>
            <a:off x="5726160" y="3235320"/>
            <a:ext cx="303120" cy="311040"/>
            <a:chOff x="5726160" y="3235320"/>
            <a:chExt cx="303120" cy="311040"/>
          </a:xfrm>
        </p:grpSpPr>
        <p:sp>
          <p:nvSpPr>
            <p:cNvPr id="6767" name="Oval 119"/>
            <p:cNvSpPr/>
            <p:nvPr/>
          </p:nvSpPr>
          <p:spPr>
            <a:xfrm flipH="1">
              <a:off x="5729040" y="3236760"/>
              <a:ext cx="29088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68" name="Arc 120"/>
            <p:cNvSpPr/>
            <p:nvPr/>
          </p:nvSpPr>
          <p:spPr>
            <a:xfrm flipH="1">
              <a:off x="5726160" y="3235320"/>
              <a:ext cx="3031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69" name="Group 121"/>
          <p:cNvGrpSpPr/>
          <p:nvPr/>
        </p:nvGrpSpPr>
        <p:grpSpPr>
          <a:xfrm>
            <a:off x="5729400" y="4691160"/>
            <a:ext cx="292680" cy="311040"/>
            <a:chOff x="5729400" y="4691160"/>
            <a:chExt cx="292680" cy="311040"/>
          </a:xfrm>
        </p:grpSpPr>
        <p:sp>
          <p:nvSpPr>
            <p:cNvPr id="6770" name="Oval 122"/>
            <p:cNvSpPr/>
            <p:nvPr/>
          </p:nvSpPr>
          <p:spPr>
            <a:xfrm flipH="1">
              <a:off x="5729400" y="4692600"/>
              <a:ext cx="29016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71" name="Arc 123"/>
            <p:cNvSpPr/>
            <p:nvPr/>
          </p:nvSpPr>
          <p:spPr>
            <a:xfrm flipH="1">
              <a:off x="5870880" y="4691160"/>
              <a:ext cx="15084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772" name="Oval 124"/>
          <p:cNvSpPr/>
          <p:nvPr/>
        </p:nvSpPr>
        <p:spPr>
          <a:xfrm>
            <a:off x="6667560" y="250668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73" name="Oval 125"/>
          <p:cNvSpPr/>
          <p:nvPr/>
        </p:nvSpPr>
        <p:spPr>
          <a:xfrm>
            <a:off x="6667560" y="542124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74" name="Oval 126"/>
          <p:cNvSpPr/>
          <p:nvPr/>
        </p:nvSpPr>
        <p:spPr>
          <a:xfrm flipH="1">
            <a:off x="6662160" y="3967200"/>
            <a:ext cx="29052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75" name="Arc 127"/>
          <p:cNvSpPr/>
          <p:nvPr/>
        </p:nvSpPr>
        <p:spPr>
          <a:xfrm flipH="1">
            <a:off x="6808680" y="3965400"/>
            <a:ext cx="152640" cy="30672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76" name="Group 128"/>
          <p:cNvGrpSpPr/>
          <p:nvPr/>
        </p:nvGrpSpPr>
        <p:grpSpPr>
          <a:xfrm>
            <a:off x="6659640" y="3235320"/>
            <a:ext cx="303120" cy="311040"/>
            <a:chOff x="6659640" y="3235320"/>
            <a:chExt cx="303120" cy="311040"/>
          </a:xfrm>
        </p:grpSpPr>
        <p:sp>
          <p:nvSpPr>
            <p:cNvPr id="6777" name="Oval 129"/>
            <p:cNvSpPr/>
            <p:nvPr/>
          </p:nvSpPr>
          <p:spPr>
            <a:xfrm flipH="1">
              <a:off x="6662520" y="3236760"/>
              <a:ext cx="29088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78" name="Arc 130"/>
            <p:cNvSpPr/>
            <p:nvPr/>
          </p:nvSpPr>
          <p:spPr>
            <a:xfrm flipH="1">
              <a:off x="6659640" y="3235320"/>
              <a:ext cx="3031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79" name="Group 131"/>
          <p:cNvGrpSpPr/>
          <p:nvPr/>
        </p:nvGrpSpPr>
        <p:grpSpPr>
          <a:xfrm>
            <a:off x="6662880" y="4691160"/>
            <a:ext cx="292680" cy="311040"/>
            <a:chOff x="6662880" y="4691160"/>
            <a:chExt cx="292680" cy="311040"/>
          </a:xfrm>
        </p:grpSpPr>
        <p:sp>
          <p:nvSpPr>
            <p:cNvPr id="6780" name="Oval 132"/>
            <p:cNvSpPr/>
            <p:nvPr/>
          </p:nvSpPr>
          <p:spPr>
            <a:xfrm flipH="1">
              <a:off x="6662880" y="4692600"/>
              <a:ext cx="29016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81" name="Arc 133"/>
            <p:cNvSpPr/>
            <p:nvPr/>
          </p:nvSpPr>
          <p:spPr>
            <a:xfrm flipH="1">
              <a:off x="6804360" y="4691160"/>
              <a:ext cx="15084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782" name="Oval 134"/>
          <p:cNvSpPr/>
          <p:nvPr/>
        </p:nvSpPr>
        <p:spPr>
          <a:xfrm>
            <a:off x="7556400" y="2506680"/>
            <a:ext cx="287280" cy="31104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83" name="Oval 135"/>
          <p:cNvSpPr/>
          <p:nvPr/>
        </p:nvSpPr>
        <p:spPr>
          <a:xfrm>
            <a:off x="7556400" y="5421240"/>
            <a:ext cx="287280" cy="3049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84" name="Group 136"/>
          <p:cNvGrpSpPr/>
          <p:nvPr/>
        </p:nvGrpSpPr>
        <p:grpSpPr>
          <a:xfrm>
            <a:off x="7553160" y="3965400"/>
            <a:ext cx="296280" cy="308160"/>
            <a:chOff x="7553160" y="3965400"/>
            <a:chExt cx="296280" cy="308160"/>
          </a:xfrm>
        </p:grpSpPr>
        <p:sp>
          <p:nvSpPr>
            <p:cNvPr id="6785" name="Oval 137"/>
            <p:cNvSpPr/>
            <p:nvPr/>
          </p:nvSpPr>
          <p:spPr>
            <a:xfrm flipH="1">
              <a:off x="7553160" y="3967200"/>
              <a:ext cx="289440" cy="3063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86" name="Arc 138"/>
            <p:cNvSpPr/>
            <p:nvPr/>
          </p:nvSpPr>
          <p:spPr>
            <a:xfrm flipH="1">
              <a:off x="7696800" y="3965400"/>
              <a:ext cx="152280" cy="3063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87" name="Group 139"/>
          <p:cNvGrpSpPr/>
          <p:nvPr/>
        </p:nvGrpSpPr>
        <p:grpSpPr>
          <a:xfrm>
            <a:off x="7549920" y="3235320"/>
            <a:ext cx="301320" cy="311040"/>
            <a:chOff x="7549920" y="3235320"/>
            <a:chExt cx="301320" cy="311040"/>
          </a:xfrm>
        </p:grpSpPr>
        <p:sp>
          <p:nvSpPr>
            <p:cNvPr id="6788" name="Oval 140"/>
            <p:cNvSpPr/>
            <p:nvPr/>
          </p:nvSpPr>
          <p:spPr>
            <a:xfrm flipH="1">
              <a:off x="7553160" y="3236760"/>
              <a:ext cx="28944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89" name="Arc 141"/>
            <p:cNvSpPr/>
            <p:nvPr/>
          </p:nvSpPr>
          <p:spPr>
            <a:xfrm flipH="1">
              <a:off x="7549560" y="3235320"/>
              <a:ext cx="301320" cy="30960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790" name="Group 142"/>
          <p:cNvGrpSpPr/>
          <p:nvPr/>
        </p:nvGrpSpPr>
        <p:grpSpPr>
          <a:xfrm>
            <a:off x="7552800" y="4691160"/>
            <a:ext cx="292320" cy="311040"/>
            <a:chOff x="7552800" y="4691160"/>
            <a:chExt cx="292320" cy="311040"/>
          </a:xfrm>
        </p:grpSpPr>
        <p:sp>
          <p:nvSpPr>
            <p:cNvPr id="6791" name="Oval 143"/>
            <p:cNvSpPr/>
            <p:nvPr/>
          </p:nvSpPr>
          <p:spPr>
            <a:xfrm flipH="1">
              <a:off x="7552440" y="4692600"/>
              <a:ext cx="289080" cy="309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792" name="Arc 144"/>
            <p:cNvSpPr/>
            <p:nvPr/>
          </p:nvSpPr>
          <p:spPr>
            <a:xfrm flipH="1">
              <a:off x="7694640" y="4691160"/>
              <a:ext cx="150480" cy="158760"/>
            </a:xfrm>
            <a:prstGeom prst="pie">
              <a:avLst/>
            </a:prstGeom>
            <a:solidFill>
              <a:srgbClr val="80cccc"/>
            </a:solid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793" name="Rectangle 145"/>
          <p:cNvSpPr/>
          <p:nvPr/>
        </p:nvSpPr>
        <p:spPr>
          <a:xfrm>
            <a:off x="4772160" y="260280"/>
            <a:ext cx="405432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ヒント：列数・行数を追加・削除をし、使用してください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列や行の大きさをそろえるために、ツールバーの「列の幅をそろえる」と「行の高さをそろえる」を使用してください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679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A105A12-52FB-4F60-9A22-69B0D7E57BB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679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ＭＳ Ｐゴシック"/>
              </a:rPr>
              <a:t>More moons (a.k.a. Harvey Balls)</a:t>
            </a:r>
            <a:endParaRPr b="1" lang="en-US" sz="1600" spc="-1" strike="noStrike">
              <a:solidFill>
                <a:srgbClr val="000000"/>
              </a:solidFill>
              <a:latin typeface="Arial"/>
            </a:endParaRPr>
          </a:p>
        </p:txBody>
      </p:sp>
      <p:sp>
        <p:nvSpPr>
          <p:cNvPr id="6797" name="Rectangle 3"/>
          <p:cNvSpPr/>
          <p:nvPr/>
        </p:nvSpPr>
        <p:spPr>
          <a:xfrm>
            <a:off x="1297080" y="3787920"/>
            <a:ext cx="6514920" cy="225108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798" name="Group 4"/>
          <p:cNvGrpSpPr/>
          <p:nvPr/>
        </p:nvGrpSpPr>
        <p:grpSpPr>
          <a:xfrm>
            <a:off x="2473200" y="3014640"/>
            <a:ext cx="77760" cy="77760"/>
            <a:chOff x="2473200" y="3014640"/>
            <a:chExt cx="77760" cy="77760"/>
          </a:xfrm>
        </p:grpSpPr>
        <p:grpSp>
          <p:nvGrpSpPr>
            <p:cNvPr id="6799" name="Group 5"/>
            <p:cNvGrpSpPr/>
            <p:nvPr/>
          </p:nvGrpSpPr>
          <p:grpSpPr>
            <a:xfrm>
              <a:off x="2473200" y="3014640"/>
              <a:ext cx="77760" cy="77760"/>
              <a:chOff x="2473200" y="3014640"/>
              <a:chExt cx="77760" cy="77760"/>
            </a:xfrm>
          </p:grpSpPr>
          <p:sp>
            <p:nvSpPr>
              <p:cNvPr id="6800" name="Freeform 6"/>
              <p:cNvSpPr/>
              <p:nvPr/>
            </p:nvSpPr>
            <p:spPr>
              <a:xfrm>
                <a:off x="2473200" y="3014640"/>
                <a:ext cx="77760" cy="77760"/>
              </a:xfrm>
              <a:prstGeom prst="pie">
                <a:avLst/>
              </a:prstGeom>
              <a:solidFill>
                <a:srgbClr val="000000"/>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01" name="Freeform 7"/>
              <p:cNvSpPr/>
              <p:nvPr/>
            </p:nvSpPr>
            <p:spPr>
              <a:xfrm>
                <a:off x="2473200" y="3014640"/>
                <a:ext cx="77760" cy="77760"/>
              </a:xfrm>
              <a:prstGeom prst="pie">
                <a:avLst/>
              </a:prstGeom>
              <a:solidFill>
                <a:srgbClr val="8099cc"/>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02" name="Group 8"/>
            <p:cNvGrpSpPr/>
            <p:nvPr/>
          </p:nvGrpSpPr>
          <p:grpSpPr>
            <a:xfrm>
              <a:off x="2473200" y="3014640"/>
              <a:ext cx="39600" cy="38880"/>
              <a:chOff x="2473200" y="3014640"/>
              <a:chExt cx="39600" cy="38880"/>
            </a:xfrm>
          </p:grpSpPr>
          <p:sp>
            <p:nvSpPr>
              <p:cNvPr id="6803" name="Freeform 9"/>
              <p:cNvSpPr/>
              <p:nvPr/>
            </p:nvSpPr>
            <p:spPr>
              <a:xfrm>
                <a:off x="2473200" y="3014640"/>
                <a:ext cx="39600" cy="38880"/>
              </a:xfrm>
              <a:prstGeom prst="pie">
                <a:avLst/>
              </a:prstGeom>
              <a:solidFill>
                <a:srgbClr val="ffffff"/>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04" name="Freeform 10"/>
              <p:cNvSpPr/>
              <p:nvPr/>
            </p:nvSpPr>
            <p:spPr>
              <a:xfrm>
                <a:off x="2473200" y="3014640"/>
                <a:ext cx="39600" cy="38880"/>
              </a:xfrm>
              <a:prstGeom prst="pie">
                <a:avLst/>
              </a:prstGeom>
              <a:solidFill>
                <a:srgbClr val="ffffff"/>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05" name="Group 11"/>
          <p:cNvGrpSpPr/>
          <p:nvPr/>
        </p:nvGrpSpPr>
        <p:grpSpPr>
          <a:xfrm>
            <a:off x="4287960" y="2978280"/>
            <a:ext cx="153720" cy="153720"/>
            <a:chOff x="4287960" y="2978280"/>
            <a:chExt cx="153720" cy="153720"/>
          </a:xfrm>
        </p:grpSpPr>
        <p:grpSp>
          <p:nvGrpSpPr>
            <p:cNvPr id="6806" name="Group 12"/>
            <p:cNvGrpSpPr/>
            <p:nvPr/>
          </p:nvGrpSpPr>
          <p:grpSpPr>
            <a:xfrm>
              <a:off x="4287960" y="2978280"/>
              <a:ext cx="153720" cy="153720"/>
              <a:chOff x="4287960" y="2978280"/>
              <a:chExt cx="153720" cy="153720"/>
            </a:xfrm>
          </p:grpSpPr>
          <p:sp>
            <p:nvSpPr>
              <p:cNvPr id="6807" name="Freeform 13"/>
              <p:cNvSpPr/>
              <p:nvPr/>
            </p:nvSpPr>
            <p:spPr>
              <a:xfrm>
                <a:off x="4287960" y="2978280"/>
                <a:ext cx="153720" cy="15372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08" name="Freeform 14"/>
              <p:cNvSpPr/>
              <p:nvPr/>
            </p:nvSpPr>
            <p:spPr>
              <a:xfrm>
                <a:off x="4287960" y="2978280"/>
                <a:ext cx="153720" cy="1537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09" name="Group 15"/>
            <p:cNvGrpSpPr/>
            <p:nvPr/>
          </p:nvGrpSpPr>
          <p:grpSpPr>
            <a:xfrm>
              <a:off x="4287960" y="2978280"/>
              <a:ext cx="77400" cy="77400"/>
              <a:chOff x="4287960" y="2978280"/>
              <a:chExt cx="77400" cy="77400"/>
            </a:xfrm>
          </p:grpSpPr>
          <p:sp>
            <p:nvSpPr>
              <p:cNvPr id="6810" name="Freeform 16"/>
              <p:cNvSpPr/>
              <p:nvPr/>
            </p:nvSpPr>
            <p:spPr>
              <a:xfrm>
                <a:off x="4287960" y="2978280"/>
                <a:ext cx="77400" cy="77400"/>
              </a:xfrm>
              <a:prstGeom prst="pie">
                <a:avLst/>
              </a:prstGeom>
              <a:solidFill>
                <a:srgbClr val="ffffff"/>
              </a:solidFill>
              <a:ln w="12600">
                <a:solidFill>
                  <a:srgbClr val="003399"/>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11" name="Freeform 17"/>
              <p:cNvSpPr/>
              <p:nvPr/>
            </p:nvSpPr>
            <p:spPr>
              <a:xfrm>
                <a:off x="4287960" y="2978280"/>
                <a:ext cx="77040" cy="77040"/>
              </a:xfrm>
              <a:prstGeom prst="pie">
                <a:avLst/>
              </a:prstGeom>
              <a:solidFill>
                <a:srgbClr val="ffffff"/>
              </a:solidFill>
              <a:ln w="12600">
                <a:solidFill>
                  <a:srgbClr val="003399"/>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12" name="Group 18"/>
          <p:cNvGrpSpPr/>
          <p:nvPr/>
        </p:nvGrpSpPr>
        <p:grpSpPr>
          <a:xfrm>
            <a:off x="6256440" y="2938320"/>
            <a:ext cx="230040" cy="231840"/>
            <a:chOff x="6256440" y="2938320"/>
            <a:chExt cx="230040" cy="231840"/>
          </a:xfrm>
        </p:grpSpPr>
        <p:grpSp>
          <p:nvGrpSpPr>
            <p:cNvPr id="6813" name="Group 19"/>
            <p:cNvGrpSpPr/>
            <p:nvPr/>
          </p:nvGrpSpPr>
          <p:grpSpPr>
            <a:xfrm>
              <a:off x="6256440" y="2938320"/>
              <a:ext cx="230040" cy="231840"/>
              <a:chOff x="6256440" y="2938320"/>
              <a:chExt cx="230040" cy="231840"/>
            </a:xfrm>
          </p:grpSpPr>
          <p:sp>
            <p:nvSpPr>
              <p:cNvPr id="6814" name="Freeform 20"/>
              <p:cNvSpPr/>
              <p:nvPr/>
            </p:nvSpPr>
            <p:spPr>
              <a:xfrm>
                <a:off x="6256440" y="2938320"/>
                <a:ext cx="230040" cy="23184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15" name="Freeform 21"/>
              <p:cNvSpPr/>
              <p:nvPr/>
            </p:nvSpPr>
            <p:spPr>
              <a:xfrm>
                <a:off x="6256440" y="2938320"/>
                <a:ext cx="230040" cy="2318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16" name="Group 22"/>
            <p:cNvGrpSpPr/>
            <p:nvPr/>
          </p:nvGrpSpPr>
          <p:grpSpPr>
            <a:xfrm>
              <a:off x="6256440" y="2938320"/>
              <a:ext cx="115560" cy="116280"/>
              <a:chOff x="6256440" y="2938320"/>
              <a:chExt cx="115560" cy="116280"/>
            </a:xfrm>
          </p:grpSpPr>
          <p:sp>
            <p:nvSpPr>
              <p:cNvPr id="6817" name="Freeform 23"/>
              <p:cNvSpPr/>
              <p:nvPr/>
            </p:nvSpPr>
            <p:spPr>
              <a:xfrm>
                <a:off x="6256440" y="2938320"/>
                <a:ext cx="115560" cy="1162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18" name="Freeform 24"/>
              <p:cNvSpPr/>
              <p:nvPr/>
            </p:nvSpPr>
            <p:spPr>
              <a:xfrm>
                <a:off x="6256440" y="2938320"/>
                <a:ext cx="115200" cy="1159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19" name="Group 25"/>
          <p:cNvGrpSpPr/>
          <p:nvPr/>
        </p:nvGrpSpPr>
        <p:grpSpPr>
          <a:xfrm>
            <a:off x="7299360" y="2900520"/>
            <a:ext cx="307800" cy="307800"/>
            <a:chOff x="7299360" y="2900520"/>
            <a:chExt cx="307800" cy="307800"/>
          </a:xfrm>
        </p:grpSpPr>
        <p:grpSp>
          <p:nvGrpSpPr>
            <p:cNvPr id="6820" name="Group 26"/>
            <p:cNvGrpSpPr/>
            <p:nvPr/>
          </p:nvGrpSpPr>
          <p:grpSpPr>
            <a:xfrm>
              <a:off x="7299360" y="2900520"/>
              <a:ext cx="307800" cy="307800"/>
              <a:chOff x="7299360" y="2900520"/>
              <a:chExt cx="307800" cy="307800"/>
            </a:xfrm>
          </p:grpSpPr>
          <p:sp>
            <p:nvSpPr>
              <p:cNvPr id="6821" name="Freeform 27"/>
              <p:cNvSpPr/>
              <p:nvPr/>
            </p:nvSpPr>
            <p:spPr>
              <a:xfrm>
                <a:off x="7299360" y="2900520"/>
                <a:ext cx="307800" cy="30780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22" name="Freeform 28"/>
              <p:cNvSpPr/>
              <p:nvPr/>
            </p:nvSpPr>
            <p:spPr>
              <a:xfrm>
                <a:off x="7299360" y="2900520"/>
                <a:ext cx="307800" cy="30780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23" name="Group 29"/>
            <p:cNvGrpSpPr/>
            <p:nvPr/>
          </p:nvGrpSpPr>
          <p:grpSpPr>
            <a:xfrm>
              <a:off x="7299360" y="2900520"/>
              <a:ext cx="154440" cy="153720"/>
              <a:chOff x="7299360" y="2900520"/>
              <a:chExt cx="154440" cy="153720"/>
            </a:xfrm>
          </p:grpSpPr>
          <p:sp>
            <p:nvSpPr>
              <p:cNvPr id="6824" name="Freeform 30"/>
              <p:cNvSpPr/>
              <p:nvPr/>
            </p:nvSpPr>
            <p:spPr>
              <a:xfrm>
                <a:off x="7299360" y="2900520"/>
                <a:ext cx="154440" cy="1537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25" name="Freeform 31"/>
              <p:cNvSpPr/>
              <p:nvPr/>
            </p:nvSpPr>
            <p:spPr>
              <a:xfrm>
                <a:off x="7299360" y="2900520"/>
                <a:ext cx="153720" cy="1530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6826" name="Text Box 32"/>
          <p:cNvSpPr/>
          <p:nvPr/>
        </p:nvSpPr>
        <p:spPr>
          <a:xfrm>
            <a:off x="1523520" y="2987640"/>
            <a:ext cx="116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¾</a:t>
            </a:r>
            <a:endParaRPr b="1" lang="en-US" sz="1100" spc="-1" strike="noStrike">
              <a:solidFill>
                <a:srgbClr val="000000"/>
              </a:solidFill>
              <a:latin typeface="Arial"/>
            </a:endParaRPr>
          </a:p>
        </p:txBody>
      </p:sp>
      <p:grpSp>
        <p:nvGrpSpPr>
          <p:cNvPr id="6827" name="Group 33"/>
          <p:cNvGrpSpPr/>
          <p:nvPr/>
        </p:nvGrpSpPr>
        <p:grpSpPr>
          <a:xfrm>
            <a:off x="3360600" y="2995560"/>
            <a:ext cx="115920" cy="115920"/>
            <a:chOff x="3360600" y="2995560"/>
            <a:chExt cx="115920" cy="115920"/>
          </a:xfrm>
        </p:grpSpPr>
        <p:grpSp>
          <p:nvGrpSpPr>
            <p:cNvPr id="6828" name="Group 34"/>
            <p:cNvGrpSpPr/>
            <p:nvPr/>
          </p:nvGrpSpPr>
          <p:grpSpPr>
            <a:xfrm>
              <a:off x="3360600" y="2995560"/>
              <a:ext cx="115920" cy="115920"/>
              <a:chOff x="3360600" y="2995560"/>
              <a:chExt cx="115920" cy="115920"/>
            </a:xfrm>
          </p:grpSpPr>
          <p:sp>
            <p:nvSpPr>
              <p:cNvPr id="6829" name="Freeform 35"/>
              <p:cNvSpPr/>
              <p:nvPr/>
            </p:nvSpPr>
            <p:spPr>
              <a:xfrm>
                <a:off x="3360600" y="2995560"/>
                <a:ext cx="115920" cy="11592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30" name="Freeform 36"/>
              <p:cNvSpPr/>
              <p:nvPr/>
            </p:nvSpPr>
            <p:spPr>
              <a:xfrm>
                <a:off x="3360600" y="2995560"/>
                <a:ext cx="115920" cy="1159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31" name="Group 37"/>
            <p:cNvGrpSpPr/>
            <p:nvPr/>
          </p:nvGrpSpPr>
          <p:grpSpPr>
            <a:xfrm>
              <a:off x="3360600" y="2995560"/>
              <a:ext cx="58680" cy="57960"/>
              <a:chOff x="3360600" y="2995560"/>
              <a:chExt cx="58680" cy="57960"/>
            </a:xfrm>
          </p:grpSpPr>
          <p:sp>
            <p:nvSpPr>
              <p:cNvPr id="6832" name="Freeform 38"/>
              <p:cNvSpPr/>
              <p:nvPr/>
            </p:nvSpPr>
            <p:spPr>
              <a:xfrm>
                <a:off x="3360600" y="2995560"/>
                <a:ext cx="58680" cy="57960"/>
              </a:xfrm>
              <a:prstGeom prst="pie">
                <a:avLst/>
              </a:prstGeom>
              <a:solidFill>
                <a:srgbClr val="ffffff"/>
              </a:solidFill>
              <a:ln w="12600">
                <a:solidFill>
                  <a:srgbClr val="003399"/>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33" name="Freeform 39"/>
              <p:cNvSpPr/>
              <p:nvPr/>
            </p:nvSpPr>
            <p:spPr>
              <a:xfrm>
                <a:off x="3360600" y="2995560"/>
                <a:ext cx="58680" cy="57960"/>
              </a:xfrm>
              <a:prstGeom prst="pie">
                <a:avLst/>
              </a:prstGeom>
              <a:solidFill>
                <a:srgbClr val="ffffff"/>
              </a:solidFill>
              <a:ln w="12600">
                <a:solidFill>
                  <a:srgbClr val="003399"/>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34" name="Group 40"/>
          <p:cNvGrpSpPr/>
          <p:nvPr/>
        </p:nvGrpSpPr>
        <p:grpSpPr>
          <a:xfrm>
            <a:off x="5251320" y="2957400"/>
            <a:ext cx="193680" cy="193680"/>
            <a:chOff x="5251320" y="2957400"/>
            <a:chExt cx="193680" cy="193680"/>
          </a:xfrm>
        </p:grpSpPr>
        <p:grpSp>
          <p:nvGrpSpPr>
            <p:cNvPr id="6835" name="Group 41"/>
            <p:cNvGrpSpPr/>
            <p:nvPr/>
          </p:nvGrpSpPr>
          <p:grpSpPr>
            <a:xfrm>
              <a:off x="5251320" y="2957400"/>
              <a:ext cx="193680" cy="193680"/>
              <a:chOff x="5251320" y="2957400"/>
              <a:chExt cx="193680" cy="193680"/>
            </a:xfrm>
          </p:grpSpPr>
          <p:sp>
            <p:nvSpPr>
              <p:cNvPr id="6836" name="Freeform 42"/>
              <p:cNvSpPr/>
              <p:nvPr/>
            </p:nvSpPr>
            <p:spPr>
              <a:xfrm>
                <a:off x="5251320" y="2957400"/>
                <a:ext cx="193680" cy="19368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37" name="Freeform 43"/>
              <p:cNvSpPr/>
              <p:nvPr/>
            </p:nvSpPr>
            <p:spPr>
              <a:xfrm>
                <a:off x="5251320" y="2957400"/>
                <a:ext cx="193680" cy="1936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38" name="Group 44"/>
            <p:cNvGrpSpPr/>
            <p:nvPr/>
          </p:nvGrpSpPr>
          <p:grpSpPr>
            <a:xfrm>
              <a:off x="5251320" y="2957400"/>
              <a:ext cx="96840" cy="96840"/>
              <a:chOff x="5251320" y="2957400"/>
              <a:chExt cx="96840" cy="96840"/>
            </a:xfrm>
          </p:grpSpPr>
          <p:sp>
            <p:nvSpPr>
              <p:cNvPr id="6839" name="Freeform 45"/>
              <p:cNvSpPr/>
              <p:nvPr/>
            </p:nvSpPr>
            <p:spPr>
              <a:xfrm>
                <a:off x="5251320" y="2957400"/>
                <a:ext cx="96840" cy="968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40" name="Freeform 46"/>
              <p:cNvSpPr/>
              <p:nvPr/>
            </p:nvSpPr>
            <p:spPr>
              <a:xfrm>
                <a:off x="5251320" y="2957400"/>
                <a:ext cx="96480" cy="964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41" name="Group 47"/>
          <p:cNvGrpSpPr/>
          <p:nvPr/>
        </p:nvGrpSpPr>
        <p:grpSpPr>
          <a:xfrm>
            <a:off x="2473200" y="2560680"/>
            <a:ext cx="77760" cy="77760"/>
            <a:chOff x="2473200" y="2560680"/>
            <a:chExt cx="77760" cy="77760"/>
          </a:xfrm>
        </p:grpSpPr>
        <p:sp>
          <p:nvSpPr>
            <p:cNvPr id="6842" name="Freeform 48"/>
            <p:cNvSpPr/>
            <p:nvPr/>
          </p:nvSpPr>
          <p:spPr>
            <a:xfrm>
              <a:off x="2512800" y="2560680"/>
              <a:ext cx="38160" cy="77760"/>
            </a:xfrm>
            <a:prstGeom prst="pie">
              <a:avLst/>
            </a:prstGeom>
            <a:solidFill>
              <a:srgbClr val="000000"/>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43" name="Freeform 49"/>
            <p:cNvSpPr/>
            <p:nvPr/>
          </p:nvSpPr>
          <p:spPr>
            <a:xfrm>
              <a:off x="2512800" y="2560680"/>
              <a:ext cx="38160" cy="77760"/>
            </a:xfrm>
            <a:prstGeom prst="pie">
              <a:avLst/>
            </a:prstGeom>
            <a:solidFill>
              <a:srgbClr val="8099cc"/>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44" name="Freeform 50"/>
            <p:cNvSpPr/>
            <p:nvPr/>
          </p:nvSpPr>
          <p:spPr>
            <a:xfrm>
              <a:off x="2473200" y="2560680"/>
              <a:ext cx="39600" cy="77760"/>
            </a:xfrm>
            <a:prstGeom prst="pie">
              <a:avLst/>
            </a:prstGeom>
            <a:solidFill>
              <a:srgbClr val="ffffff"/>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45" name="Freeform 51"/>
            <p:cNvSpPr/>
            <p:nvPr/>
          </p:nvSpPr>
          <p:spPr>
            <a:xfrm>
              <a:off x="2473200" y="2560680"/>
              <a:ext cx="39600" cy="77760"/>
            </a:xfrm>
            <a:prstGeom prst="pie">
              <a:avLst/>
            </a:prstGeom>
            <a:no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46" name="Group 52"/>
          <p:cNvGrpSpPr/>
          <p:nvPr/>
        </p:nvGrpSpPr>
        <p:grpSpPr>
          <a:xfrm>
            <a:off x="4287960" y="2522520"/>
            <a:ext cx="153360" cy="154080"/>
            <a:chOff x="4287960" y="2522520"/>
            <a:chExt cx="153360" cy="154080"/>
          </a:xfrm>
        </p:grpSpPr>
        <p:sp>
          <p:nvSpPr>
            <p:cNvPr id="6847" name="Freeform 53"/>
            <p:cNvSpPr/>
            <p:nvPr/>
          </p:nvSpPr>
          <p:spPr>
            <a:xfrm>
              <a:off x="4365360" y="2522520"/>
              <a:ext cx="75960" cy="15408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48" name="Freeform 54"/>
            <p:cNvSpPr/>
            <p:nvPr/>
          </p:nvSpPr>
          <p:spPr>
            <a:xfrm>
              <a:off x="4365360" y="2522520"/>
              <a:ext cx="75960" cy="1540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49" name="Freeform 55"/>
            <p:cNvSpPr/>
            <p:nvPr/>
          </p:nvSpPr>
          <p:spPr>
            <a:xfrm>
              <a:off x="4287960" y="2522520"/>
              <a:ext cx="77400" cy="1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50" name="Freeform 56"/>
            <p:cNvSpPr/>
            <p:nvPr/>
          </p:nvSpPr>
          <p:spPr>
            <a:xfrm>
              <a:off x="4287960" y="2522520"/>
              <a:ext cx="77400" cy="15408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51" name="Group 57"/>
          <p:cNvGrpSpPr/>
          <p:nvPr/>
        </p:nvGrpSpPr>
        <p:grpSpPr>
          <a:xfrm>
            <a:off x="6256440" y="2484360"/>
            <a:ext cx="229680" cy="231840"/>
            <a:chOff x="6256440" y="2484360"/>
            <a:chExt cx="229680" cy="231840"/>
          </a:xfrm>
        </p:grpSpPr>
        <p:sp>
          <p:nvSpPr>
            <p:cNvPr id="6852" name="Freeform 58"/>
            <p:cNvSpPr/>
            <p:nvPr/>
          </p:nvSpPr>
          <p:spPr>
            <a:xfrm>
              <a:off x="6372000" y="2484360"/>
              <a:ext cx="114120" cy="23184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53" name="Freeform 59"/>
            <p:cNvSpPr/>
            <p:nvPr/>
          </p:nvSpPr>
          <p:spPr>
            <a:xfrm>
              <a:off x="6372000" y="2484360"/>
              <a:ext cx="114120" cy="2318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54" name="Freeform 60"/>
            <p:cNvSpPr/>
            <p:nvPr/>
          </p:nvSpPr>
          <p:spPr>
            <a:xfrm>
              <a:off x="6256440" y="2484360"/>
              <a:ext cx="115560" cy="2318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55" name="Freeform 61"/>
            <p:cNvSpPr/>
            <p:nvPr/>
          </p:nvSpPr>
          <p:spPr>
            <a:xfrm>
              <a:off x="6256440" y="2484360"/>
              <a:ext cx="115560" cy="23184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56" name="Group 62"/>
          <p:cNvGrpSpPr/>
          <p:nvPr/>
        </p:nvGrpSpPr>
        <p:grpSpPr>
          <a:xfrm>
            <a:off x="7299360" y="2444760"/>
            <a:ext cx="307800" cy="307800"/>
            <a:chOff x="7299360" y="2444760"/>
            <a:chExt cx="307800" cy="307800"/>
          </a:xfrm>
        </p:grpSpPr>
        <p:sp>
          <p:nvSpPr>
            <p:cNvPr id="6857" name="Freeform 63"/>
            <p:cNvSpPr/>
            <p:nvPr/>
          </p:nvSpPr>
          <p:spPr>
            <a:xfrm>
              <a:off x="7453800" y="2444760"/>
              <a:ext cx="153360" cy="307800"/>
            </a:xfrm>
            <a:prstGeom prst="pie">
              <a:avLst/>
            </a:prstGeom>
            <a:solidFill>
              <a:srgbClr val="80cc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58" name="Freeform 64"/>
            <p:cNvSpPr/>
            <p:nvPr/>
          </p:nvSpPr>
          <p:spPr>
            <a:xfrm>
              <a:off x="7453800" y="2444760"/>
              <a:ext cx="153360" cy="30780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59" name="Freeform 65"/>
            <p:cNvSpPr/>
            <p:nvPr/>
          </p:nvSpPr>
          <p:spPr>
            <a:xfrm>
              <a:off x="7299360" y="2444760"/>
              <a:ext cx="154440" cy="3078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60" name="Freeform 66"/>
            <p:cNvSpPr/>
            <p:nvPr/>
          </p:nvSpPr>
          <p:spPr>
            <a:xfrm>
              <a:off x="7299360" y="2444760"/>
              <a:ext cx="154440" cy="30780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861" name="Text Box 67"/>
          <p:cNvSpPr/>
          <p:nvPr/>
        </p:nvSpPr>
        <p:spPr>
          <a:xfrm>
            <a:off x="1523520" y="2533680"/>
            <a:ext cx="116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½</a:t>
            </a:r>
            <a:endParaRPr b="1" lang="en-US" sz="1100" spc="-1" strike="noStrike">
              <a:solidFill>
                <a:srgbClr val="000000"/>
              </a:solidFill>
              <a:latin typeface="Arial"/>
            </a:endParaRPr>
          </a:p>
        </p:txBody>
      </p:sp>
      <p:grpSp>
        <p:nvGrpSpPr>
          <p:cNvPr id="6862" name="Group 68"/>
          <p:cNvGrpSpPr/>
          <p:nvPr/>
        </p:nvGrpSpPr>
        <p:grpSpPr>
          <a:xfrm>
            <a:off x="3360600" y="2541600"/>
            <a:ext cx="115560" cy="115920"/>
            <a:chOff x="3360600" y="2541600"/>
            <a:chExt cx="115560" cy="115920"/>
          </a:xfrm>
        </p:grpSpPr>
        <p:sp>
          <p:nvSpPr>
            <p:cNvPr id="6863" name="Freeform 69"/>
            <p:cNvSpPr/>
            <p:nvPr/>
          </p:nvSpPr>
          <p:spPr>
            <a:xfrm>
              <a:off x="3419280" y="2541600"/>
              <a:ext cx="56880" cy="11592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64" name="Freeform 70"/>
            <p:cNvSpPr/>
            <p:nvPr/>
          </p:nvSpPr>
          <p:spPr>
            <a:xfrm>
              <a:off x="3419280" y="2541600"/>
              <a:ext cx="56880" cy="1159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65" name="Freeform 71"/>
            <p:cNvSpPr/>
            <p:nvPr/>
          </p:nvSpPr>
          <p:spPr>
            <a:xfrm>
              <a:off x="3360600" y="2541600"/>
              <a:ext cx="58680" cy="1159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66" name="Freeform 72"/>
            <p:cNvSpPr/>
            <p:nvPr/>
          </p:nvSpPr>
          <p:spPr>
            <a:xfrm>
              <a:off x="3360600" y="2541600"/>
              <a:ext cx="58680" cy="11592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67" name="Group 73"/>
          <p:cNvGrpSpPr/>
          <p:nvPr/>
        </p:nvGrpSpPr>
        <p:grpSpPr>
          <a:xfrm>
            <a:off x="5251320" y="2502000"/>
            <a:ext cx="193680" cy="193680"/>
            <a:chOff x="5251320" y="2502000"/>
            <a:chExt cx="193680" cy="193680"/>
          </a:xfrm>
        </p:grpSpPr>
        <p:sp>
          <p:nvSpPr>
            <p:cNvPr id="6868" name="Freeform 74"/>
            <p:cNvSpPr/>
            <p:nvPr/>
          </p:nvSpPr>
          <p:spPr>
            <a:xfrm>
              <a:off x="5348160" y="2502000"/>
              <a:ext cx="96840" cy="19368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69" name="Freeform 75"/>
            <p:cNvSpPr/>
            <p:nvPr/>
          </p:nvSpPr>
          <p:spPr>
            <a:xfrm>
              <a:off x="5348160" y="2502000"/>
              <a:ext cx="96840" cy="1936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70" name="Freeform 76"/>
            <p:cNvSpPr/>
            <p:nvPr/>
          </p:nvSpPr>
          <p:spPr>
            <a:xfrm>
              <a:off x="5251320" y="2502000"/>
              <a:ext cx="96840" cy="1936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71" name="Freeform 77"/>
            <p:cNvSpPr/>
            <p:nvPr/>
          </p:nvSpPr>
          <p:spPr>
            <a:xfrm>
              <a:off x="5251320" y="2502000"/>
              <a:ext cx="96840" cy="19368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72" name="Group 78"/>
          <p:cNvGrpSpPr/>
          <p:nvPr/>
        </p:nvGrpSpPr>
        <p:grpSpPr>
          <a:xfrm>
            <a:off x="4287960" y="2068560"/>
            <a:ext cx="153720" cy="154080"/>
            <a:chOff x="4287960" y="2068560"/>
            <a:chExt cx="153720" cy="154080"/>
          </a:xfrm>
        </p:grpSpPr>
        <p:grpSp>
          <p:nvGrpSpPr>
            <p:cNvPr id="6873" name="Group 79"/>
            <p:cNvGrpSpPr/>
            <p:nvPr/>
          </p:nvGrpSpPr>
          <p:grpSpPr>
            <a:xfrm>
              <a:off x="4365360" y="2068560"/>
              <a:ext cx="75960" cy="77400"/>
              <a:chOff x="4365360" y="2068560"/>
              <a:chExt cx="75960" cy="77400"/>
            </a:xfrm>
          </p:grpSpPr>
          <p:sp>
            <p:nvSpPr>
              <p:cNvPr id="6874" name="Freeform 80"/>
              <p:cNvSpPr/>
              <p:nvPr/>
            </p:nvSpPr>
            <p:spPr>
              <a:xfrm>
                <a:off x="4365360" y="2068560"/>
                <a:ext cx="75960" cy="77400"/>
              </a:xfrm>
              <a:prstGeom prst="pie">
                <a:avLst/>
              </a:prstGeom>
              <a:solidFill>
                <a:srgbClr val="8099cc"/>
              </a:solidFill>
              <a:ln w="12600">
                <a:solidFill>
                  <a:srgbClr val="003399"/>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75" name="Freeform 81"/>
              <p:cNvSpPr/>
              <p:nvPr/>
            </p:nvSpPr>
            <p:spPr>
              <a:xfrm>
                <a:off x="4365360" y="2068560"/>
                <a:ext cx="75960" cy="77040"/>
              </a:xfrm>
              <a:prstGeom prst="pie">
                <a:avLst/>
              </a:prstGeom>
              <a:solidFill>
                <a:srgbClr val="8099cc"/>
              </a:solidFill>
              <a:ln w="12600">
                <a:solidFill>
                  <a:srgbClr val="003399"/>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76" name="Group 82"/>
            <p:cNvGrpSpPr/>
            <p:nvPr/>
          </p:nvGrpSpPr>
          <p:grpSpPr>
            <a:xfrm>
              <a:off x="4287960" y="2068560"/>
              <a:ext cx="153720" cy="154080"/>
              <a:chOff x="4287960" y="2068560"/>
              <a:chExt cx="153720" cy="154080"/>
            </a:xfrm>
          </p:grpSpPr>
          <p:sp>
            <p:nvSpPr>
              <p:cNvPr id="6877" name="Freeform 83"/>
              <p:cNvSpPr/>
              <p:nvPr/>
            </p:nvSpPr>
            <p:spPr>
              <a:xfrm>
                <a:off x="4287960" y="2068560"/>
                <a:ext cx="153720" cy="1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78" name="Freeform 84"/>
              <p:cNvSpPr/>
              <p:nvPr/>
            </p:nvSpPr>
            <p:spPr>
              <a:xfrm>
                <a:off x="4287960" y="2068560"/>
                <a:ext cx="153720" cy="15408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79" name="Group 85"/>
          <p:cNvGrpSpPr/>
          <p:nvPr/>
        </p:nvGrpSpPr>
        <p:grpSpPr>
          <a:xfrm>
            <a:off x="6256440" y="2028960"/>
            <a:ext cx="230040" cy="231480"/>
            <a:chOff x="6256440" y="2028960"/>
            <a:chExt cx="230040" cy="231480"/>
          </a:xfrm>
        </p:grpSpPr>
        <p:grpSp>
          <p:nvGrpSpPr>
            <p:cNvPr id="6880" name="Group 86"/>
            <p:cNvGrpSpPr/>
            <p:nvPr/>
          </p:nvGrpSpPr>
          <p:grpSpPr>
            <a:xfrm>
              <a:off x="6372000" y="2028960"/>
              <a:ext cx="114120" cy="115920"/>
              <a:chOff x="6372000" y="2028960"/>
              <a:chExt cx="114120" cy="115920"/>
            </a:xfrm>
          </p:grpSpPr>
          <p:sp>
            <p:nvSpPr>
              <p:cNvPr id="6881" name="Freeform 87"/>
              <p:cNvSpPr/>
              <p:nvPr/>
            </p:nvSpPr>
            <p:spPr>
              <a:xfrm>
                <a:off x="6372000" y="2028960"/>
                <a:ext cx="114120" cy="1159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82" name="Freeform 88"/>
              <p:cNvSpPr/>
              <p:nvPr/>
            </p:nvSpPr>
            <p:spPr>
              <a:xfrm>
                <a:off x="6372000" y="2028960"/>
                <a:ext cx="114120" cy="11556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83" name="Group 89"/>
            <p:cNvGrpSpPr/>
            <p:nvPr/>
          </p:nvGrpSpPr>
          <p:grpSpPr>
            <a:xfrm>
              <a:off x="6256440" y="2028960"/>
              <a:ext cx="230040" cy="231480"/>
              <a:chOff x="6256440" y="2028960"/>
              <a:chExt cx="230040" cy="231480"/>
            </a:xfrm>
          </p:grpSpPr>
          <p:sp>
            <p:nvSpPr>
              <p:cNvPr id="6884" name="Freeform 90"/>
              <p:cNvSpPr/>
              <p:nvPr/>
            </p:nvSpPr>
            <p:spPr>
              <a:xfrm>
                <a:off x="6256440" y="2028960"/>
                <a:ext cx="230040" cy="2314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85" name="Freeform 91"/>
              <p:cNvSpPr/>
              <p:nvPr/>
            </p:nvSpPr>
            <p:spPr>
              <a:xfrm>
                <a:off x="6256440" y="2028960"/>
                <a:ext cx="230040" cy="23148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886" name="Group 92"/>
          <p:cNvGrpSpPr/>
          <p:nvPr/>
        </p:nvGrpSpPr>
        <p:grpSpPr>
          <a:xfrm>
            <a:off x="7299360" y="1990800"/>
            <a:ext cx="307800" cy="307800"/>
            <a:chOff x="7299360" y="1990800"/>
            <a:chExt cx="307800" cy="307800"/>
          </a:xfrm>
        </p:grpSpPr>
        <p:grpSp>
          <p:nvGrpSpPr>
            <p:cNvPr id="6887" name="Group 93"/>
            <p:cNvGrpSpPr/>
            <p:nvPr/>
          </p:nvGrpSpPr>
          <p:grpSpPr>
            <a:xfrm>
              <a:off x="7453800" y="1990800"/>
              <a:ext cx="153360" cy="153720"/>
              <a:chOff x="7453800" y="1990800"/>
              <a:chExt cx="153360" cy="153720"/>
            </a:xfrm>
          </p:grpSpPr>
          <p:sp>
            <p:nvSpPr>
              <p:cNvPr id="6888" name="Freeform 94"/>
              <p:cNvSpPr/>
              <p:nvPr/>
            </p:nvSpPr>
            <p:spPr>
              <a:xfrm>
                <a:off x="7453800" y="1990800"/>
                <a:ext cx="153360" cy="1537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89" name="Freeform 95"/>
              <p:cNvSpPr/>
              <p:nvPr/>
            </p:nvSpPr>
            <p:spPr>
              <a:xfrm>
                <a:off x="7453800" y="1990800"/>
                <a:ext cx="153360" cy="15300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90" name="Group 96"/>
            <p:cNvGrpSpPr/>
            <p:nvPr/>
          </p:nvGrpSpPr>
          <p:grpSpPr>
            <a:xfrm>
              <a:off x="7299360" y="1990800"/>
              <a:ext cx="307800" cy="307800"/>
              <a:chOff x="7299360" y="1990800"/>
              <a:chExt cx="307800" cy="307800"/>
            </a:xfrm>
          </p:grpSpPr>
          <p:sp>
            <p:nvSpPr>
              <p:cNvPr id="6891" name="Freeform 97"/>
              <p:cNvSpPr/>
              <p:nvPr/>
            </p:nvSpPr>
            <p:spPr>
              <a:xfrm>
                <a:off x="7299360" y="1990800"/>
                <a:ext cx="307800" cy="3078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92" name="Freeform 98"/>
              <p:cNvSpPr/>
              <p:nvPr/>
            </p:nvSpPr>
            <p:spPr>
              <a:xfrm>
                <a:off x="7299360" y="1990800"/>
                <a:ext cx="307800" cy="30780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6893" name="Text Box 99"/>
          <p:cNvSpPr/>
          <p:nvPr/>
        </p:nvSpPr>
        <p:spPr>
          <a:xfrm>
            <a:off x="1523520" y="2079720"/>
            <a:ext cx="116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¼</a:t>
            </a:r>
            <a:endParaRPr b="1" lang="en-US" sz="1100" spc="-1" strike="noStrike">
              <a:solidFill>
                <a:srgbClr val="000000"/>
              </a:solidFill>
              <a:latin typeface="Arial"/>
            </a:endParaRPr>
          </a:p>
        </p:txBody>
      </p:sp>
      <p:grpSp>
        <p:nvGrpSpPr>
          <p:cNvPr id="6894" name="Group 100"/>
          <p:cNvGrpSpPr/>
          <p:nvPr/>
        </p:nvGrpSpPr>
        <p:grpSpPr>
          <a:xfrm>
            <a:off x="5251320" y="2048040"/>
            <a:ext cx="193680" cy="193680"/>
            <a:chOff x="5251320" y="2048040"/>
            <a:chExt cx="193680" cy="193680"/>
          </a:xfrm>
        </p:grpSpPr>
        <p:grpSp>
          <p:nvGrpSpPr>
            <p:cNvPr id="6895" name="Group 101"/>
            <p:cNvGrpSpPr/>
            <p:nvPr/>
          </p:nvGrpSpPr>
          <p:grpSpPr>
            <a:xfrm>
              <a:off x="5348160" y="2048040"/>
              <a:ext cx="96840" cy="96840"/>
              <a:chOff x="5348160" y="2048040"/>
              <a:chExt cx="96840" cy="96840"/>
            </a:xfrm>
          </p:grpSpPr>
          <p:sp>
            <p:nvSpPr>
              <p:cNvPr id="6896" name="Freeform 102"/>
              <p:cNvSpPr/>
              <p:nvPr/>
            </p:nvSpPr>
            <p:spPr>
              <a:xfrm>
                <a:off x="5348160" y="2048040"/>
                <a:ext cx="96840" cy="968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897" name="Freeform 103"/>
              <p:cNvSpPr/>
              <p:nvPr/>
            </p:nvSpPr>
            <p:spPr>
              <a:xfrm>
                <a:off x="5348160" y="2048040"/>
                <a:ext cx="96840" cy="964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898" name="Group 104"/>
            <p:cNvGrpSpPr/>
            <p:nvPr/>
          </p:nvGrpSpPr>
          <p:grpSpPr>
            <a:xfrm>
              <a:off x="5251320" y="2048040"/>
              <a:ext cx="193680" cy="193680"/>
              <a:chOff x="5251320" y="2048040"/>
              <a:chExt cx="193680" cy="193680"/>
            </a:xfrm>
          </p:grpSpPr>
          <p:sp>
            <p:nvSpPr>
              <p:cNvPr id="6899" name="Freeform 105"/>
              <p:cNvSpPr/>
              <p:nvPr/>
            </p:nvSpPr>
            <p:spPr>
              <a:xfrm>
                <a:off x="5251320" y="2048040"/>
                <a:ext cx="193680" cy="1936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0" name="Freeform 106"/>
              <p:cNvSpPr/>
              <p:nvPr/>
            </p:nvSpPr>
            <p:spPr>
              <a:xfrm>
                <a:off x="5251320" y="2048040"/>
                <a:ext cx="193680" cy="19368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6901" name="Oval 107"/>
          <p:cNvSpPr/>
          <p:nvPr/>
        </p:nvSpPr>
        <p:spPr>
          <a:xfrm>
            <a:off x="2473200" y="1652760"/>
            <a:ext cx="77760" cy="7776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2" name="Oval 108"/>
          <p:cNvSpPr/>
          <p:nvPr/>
        </p:nvSpPr>
        <p:spPr>
          <a:xfrm>
            <a:off x="4287960" y="1614600"/>
            <a:ext cx="153720" cy="15372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3" name="Oval 109"/>
          <p:cNvSpPr/>
          <p:nvPr/>
        </p:nvSpPr>
        <p:spPr>
          <a:xfrm>
            <a:off x="6256440" y="1576440"/>
            <a:ext cx="230040" cy="23184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4" name="Oval 110"/>
          <p:cNvSpPr/>
          <p:nvPr/>
        </p:nvSpPr>
        <p:spPr>
          <a:xfrm>
            <a:off x="7299360" y="1536840"/>
            <a:ext cx="307800" cy="30780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5" name="Text Box 111"/>
          <p:cNvSpPr/>
          <p:nvPr/>
        </p:nvSpPr>
        <p:spPr>
          <a:xfrm>
            <a:off x="1541160" y="1623960"/>
            <a:ext cx="7848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0</a:t>
            </a:r>
            <a:endParaRPr b="1" lang="en-US" sz="1100" spc="-1" strike="noStrike">
              <a:solidFill>
                <a:srgbClr val="000000"/>
              </a:solidFill>
              <a:latin typeface="Arial"/>
            </a:endParaRPr>
          </a:p>
        </p:txBody>
      </p:sp>
      <p:sp>
        <p:nvSpPr>
          <p:cNvPr id="6906" name="Oval 112"/>
          <p:cNvSpPr/>
          <p:nvPr/>
        </p:nvSpPr>
        <p:spPr>
          <a:xfrm>
            <a:off x="3360600" y="1633680"/>
            <a:ext cx="115920" cy="11592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7" name="Oval 113"/>
          <p:cNvSpPr/>
          <p:nvPr/>
        </p:nvSpPr>
        <p:spPr>
          <a:xfrm>
            <a:off x="5251320" y="1593720"/>
            <a:ext cx="193680" cy="19368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8" name="Oval 114"/>
          <p:cNvSpPr/>
          <p:nvPr/>
        </p:nvSpPr>
        <p:spPr>
          <a:xfrm>
            <a:off x="2473200" y="3470400"/>
            <a:ext cx="77760" cy="7776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09" name="Oval 115"/>
          <p:cNvSpPr/>
          <p:nvPr/>
        </p:nvSpPr>
        <p:spPr>
          <a:xfrm>
            <a:off x="4287960" y="3432240"/>
            <a:ext cx="153720" cy="15408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10" name="Oval 116"/>
          <p:cNvSpPr/>
          <p:nvPr/>
        </p:nvSpPr>
        <p:spPr>
          <a:xfrm>
            <a:off x="6256440" y="3394080"/>
            <a:ext cx="230040" cy="23184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11" name="Oval 117"/>
          <p:cNvSpPr/>
          <p:nvPr/>
        </p:nvSpPr>
        <p:spPr>
          <a:xfrm>
            <a:off x="7299360" y="3354480"/>
            <a:ext cx="307800" cy="30780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12" name="Text Box 118"/>
          <p:cNvSpPr/>
          <p:nvPr/>
        </p:nvSpPr>
        <p:spPr>
          <a:xfrm>
            <a:off x="1541160" y="3443400"/>
            <a:ext cx="7848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1</a:t>
            </a:r>
            <a:endParaRPr b="1" lang="en-US" sz="1100" spc="-1" strike="noStrike">
              <a:solidFill>
                <a:srgbClr val="000000"/>
              </a:solidFill>
              <a:latin typeface="Arial"/>
            </a:endParaRPr>
          </a:p>
        </p:txBody>
      </p:sp>
      <p:sp>
        <p:nvSpPr>
          <p:cNvPr id="6913" name="Oval 119"/>
          <p:cNvSpPr/>
          <p:nvPr/>
        </p:nvSpPr>
        <p:spPr>
          <a:xfrm>
            <a:off x="3360600" y="3451320"/>
            <a:ext cx="115920" cy="11592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14" name="Oval 120"/>
          <p:cNvSpPr/>
          <p:nvPr/>
        </p:nvSpPr>
        <p:spPr>
          <a:xfrm>
            <a:off x="5251320" y="3411360"/>
            <a:ext cx="193680" cy="19368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6915" name="Group 121"/>
          <p:cNvGrpSpPr/>
          <p:nvPr/>
        </p:nvGrpSpPr>
        <p:grpSpPr>
          <a:xfrm>
            <a:off x="2473200" y="5326200"/>
            <a:ext cx="77760" cy="77760"/>
            <a:chOff x="2473200" y="5326200"/>
            <a:chExt cx="77760" cy="77760"/>
          </a:xfrm>
        </p:grpSpPr>
        <p:grpSp>
          <p:nvGrpSpPr>
            <p:cNvPr id="6916" name="Group 122"/>
            <p:cNvGrpSpPr/>
            <p:nvPr/>
          </p:nvGrpSpPr>
          <p:grpSpPr>
            <a:xfrm>
              <a:off x="2473200" y="5326200"/>
              <a:ext cx="77760" cy="77760"/>
              <a:chOff x="2473200" y="5326200"/>
              <a:chExt cx="77760" cy="77760"/>
            </a:xfrm>
          </p:grpSpPr>
          <p:sp>
            <p:nvSpPr>
              <p:cNvPr id="6917" name="Freeform 123"/>
              <p:cNvSpPr/>
              <p:nvPr/>
            </p:nvSpPr>
            <p:spPr>
              <a:xfrm>
                <a:off x="2473200" y="5326200"/>
                <a:ext cx="77760" cy="77760"/>
              </a:xfrm>
              <a:prstGeom prst="pie">
                <a:avLst/>
              </a:prstGeom>
              <a:solidFill>
                <a:srgbClr val="000000"/>
              </a:solidFill>
              <a:ln w="12600">
                <a:solidFill>
                  <a:srgbClr val="ffffff"/>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18" name="Freeform 124"/>
              <p:cNvSpPr/>
              <p:nvPr/>
            </p:nvSpPr>
            <p:spPr>
              <a:xfrm>
                <a:off x="2473200" y="5326200"/>
                <a:ext cx="77760" cy="77760"/>
              </a:xfrm>
              <a:prstGeom prst="pie">
                <a:avLst/>
              </a:prstGeom>
              <a:solidFill>
                <a:srgbClr val="8099cc"/>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19" name="Group 125"/>
            <p:cNvGrpSpPr/>
            <p:nvPr/>
          </p:nvGrpSpPr>
          <p:grpSpPr>
            <a:xfrm>
              <a:off x="2473200" y="5326200"/>
              <a:ext cx="39600" cy="38880"/>
              <a:chOff x="2473200" y="5326200"/>
              <a:chExt cx="39600" cy="38880"/>
            </a:xfrm>
          </p:grpSpPr>
          <p:sp>
            <p:nvSpPr>
              <p:cNvPr id="6920" name="Freeform 126"/>
              <p:cNvSpPr/>
              <p:nvPr/>
            </p:nvSpPr>
            <p:spPr>
              <a:xfrm>
                <a:off x="2473200" y="5326200"/>
                <a:ext cx="39600" cy="38880"/>
              </a:xfrm>
              <a:prstGeom prst="pie">
                <a:avLst/>
              </a:prstGeom>
              <a:solidFill>
                <a:srgbClr val="ffffff"/>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21" name="Freeform 127"/>
              <p:cNvSpPr/>
              <p:nvPr/>
            </p:nvSpPr>
            <p:spPr>
              <a:xfrm>
                <a:off x="2473200" y="5326200"/>
                <a:ext cx="39600" cy="38880"/>
              </a:xfrm>
              <a:prstGeom prst="pie">
                <a:avLst/>
              </a:prstGeom>
              <a:solidFill>
                <a:srgbClr val="ffffff"/>
              </a:solidFill>
              <a:ln w="12600">
                <a:solidFill>
                  <a:srgbClr val="ffffff"/>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22" name="Group 128"/>
          <p:cNvGrpSpPr/>
          <p:nvPr/>
        </p:nvGrpSpPr>
        <p:grpSpPr>
          <a:xfrm>
            <a:off x="4287960" y="5289480"/>
            <a:ext cx="153720" cy="154080"/>
            <a:chOff x="4287960" y="5289480"/>
            <a:chExt cx="153720" cy="154080"/>
          </a:xfrm>
        </p:grpSpPr>
        <p:grpSp>
          <p:nvGrpSpPr>
            <p:cNvPr id="6923" name="Group 129"/>
            <p:cNvGrpSpPr/>
            <p:nvPr/>
          </p:nvGrpSpPr>
          <p:grpSpPr>
            <a:xfrm>
              <a:off x="4287960" y="5289480"/>
              <a:ext cx="153720" cy="154080"/>
              <a:chOff x="4287960" y="5289480"/>
              <a:chExt cx="153720" cy="154080"/>
            </a:xfrm>
          </p:grpSpPr>
          <p:sp>
            <p:nvSpPr>
              <p:cNvPr id="6924" name="Freeform 130"/>
              <p:cNvSpPr/>
              <p:nvPr/>
            </p:nvSpPr>
            <p:spPr>
              <a:xfrm>
                <a:off x="4287960" y="5289480"/>
                <a:ext cx="153720" cy="15408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25" name="Freeform 131"/>
              <p:cNvSpPr/>
              <p:nvPr/>
            </p:nvSpPr>
            <p:spPr>
              <a:xfrm>
                <a:off x="4287960" y="5289480"/>
                <a:ext cx="153720" cy="1540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26" name="Group 132"/>
            <p:cNvGrpSpPr/>
            <p:nvPr/>
          </p:nvGrpSpPr>
          <p:grpSpPr>
            <a:xfrm>
              <a:off x="4287960" y="5289480"/>
              <a:ext cx="77400" cy="77400"/>
              <a:chOff x="4287960" y="5289480"/>
              <a:chExt cx="77400" cy="77400"/>
            </a:xfrm>
          </p:grpSpPr>
          <p:sp>
            <p:nvSpPr>
              <p:cNvPr id="6927" name="Freeform 133"/>
              <p:cNvSpPr/>
              <p:nvPr/>
            </p:nvSpPr>
            <p:spPr>
              <a:xfrm>
                <a:off x="4287960" y="5289480"/>
                <a:ext cx="77400" cy="77400"/>
              </a:xfrm>
              <a:prstGeom prst="pie">
                <a:avLst/>
              </a:prstGeom>
              <a:solidFill>
                <a:srgbClr val="ffffff"/>
              </a:solidFill>
              <a:ln w="12600">
                <a:solidFill>
                  <a:srgbClr val="003399"/>
                </a:solidFill>
                <a:round/>
              </a:ln>
            </p:spPr>
            <p:style>
              <a:lnRef idx="0"/>
              <a:fillRef idx="0"/>
              <a:effectRef idx="0"/>
              <a:fontRef idx="minor"/>
            </p:style>
            <p:txBody>
              <a:bodyPr lIns="90000" rIns="90000" tIns="30960" bIns="309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28" name="Freeform 134"/>
              <p:cNvSpPr/>
              <p:nvPr/>
            </p:nvSpPr>
            <p:spPr>
              <a:xfrm>
                <a:off x="4287960" y="5289480"/>
                <a:ext cx="77040" cy="77040"/>
              </a:xfrm>
              <a:prstGeom prst="pie">
                <a:avLst/>
              </a:prstGeom>
              <a:solidFill>
                <a:srgbClr val="ffffff"/>
              </a:solidFill>
              <a:ln w="12600">
                <a:solidFill>
                  <a:srgbClr val="ffffff"/>
                </a:solidFill>
                <a:round/>
              </a:ln>
            </p:spPr>
            <p:style>
              <a:lnRef idx="0"/>
              <a:fillRef idx="0"/>
              <a:effectRef idx="0"/>
              <a:fontRef idx="minor"/>
            </p:style>
            <p:txBody>
              <a:bodyPr lIns="90000" rIns="90000" tIns="30600" bIns="306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29" name="Group 135"/>
          <p:cNvGrpSpPr/>
          <p:nvPr/>
        </p:nvGrpSpPr>
        <p:grpSpPr>
          <a:xfrm>
            <a:off x="6256440" y="5249880"/>
            <a:ext cx="230040" cy="231840"/>
            <a:chOff x="6256440" y="5249880"/>
            <a:chExt cx="230040" cy="231840"/>
          </a:xfrm>
        </p:grpSpPr>
        <p:grpSp>
          <p:nvGrpSpPr>
            <p:cNvPr id="6930" name="Group 136"/>
            <p:cNvGrpSpPr/>
            <p:nvPr/>
          </p:nvGrpSpPr>
          <p:grpSpPr>
            <a:xfrm>
              <a:off x="6256440" y="5249880"/>
              <a:ext cx="230040" cy="231840"/>
              <a:chOff x="6256440" y="5249880"/>
              <a:chExt cx="230040" cy="231840"/>
            </a:xfrm>
          </p:grpSpPr>
          <p:sp>
            <p:nvSpPr>
              <p:cNvPr id="6931" name="Freeform 137"/>
              <p:cNvSpPr/>
              <p:nvPr/>
            </p:nvSpPr>
            <p:spPr>
              <a:xfrm>
                <a:off x="6256440" y="5249880"/>
                <a:ext cx="230040" cy="23184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32" name="Freeform 138"/>
              <p:cNvSpPr/>
              <p:nvPr/>
            </p:nvSpPr>
            <p:spPr>
              <a:xfrm>
                <a:off x="6256440" y="5249880"/>
                <a:ext cx="230040" cy="2318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33" name="Group 139"/>
            <p:cNvGrpSpPr/>
            <p:nvPr/>
          </p:nvGrpSpPr>
          <p:grpSpPr>
            <a:xfrm>
              <a:off x="6256440" y="5249880"/>
              <a:ext cx="115560" cy="116280"/>
              <a:chOff x="6256440" y="5249880"/>
              <a:chExt cx="115560" cy="116280"/>
            </a:xfrm>
          </p:grpSpPr>
          <p:sp>
            <p:nvSpPr>
              <p:cNvPr id="6934" name="Freeform 140"/>
              <p:cNvSpPr/>
              <p:nvPr/>
            </p:nvSpPr>
            <p:spPr>
              <a:xfrm>
                <a:off x="6256440" y="5249880"/>
                <a:ext cx="115560" cy="1162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35" name="Freeform 141"/>
              <p:cNvSpPr/>
              <p:nvPr/>
            </p:nvSpPr>
            <p:spPr>
              <a:xfrm>
                <a:off x="6256440" y="5249880"/>
                <a:ext cx="115200" cy="115920"/>
              </a:xfrm>
              <a:prstGeom prst="pie">
                <a:avLst/>
              </a:prstGeom>
              <a:solidFill>
                <a:srgbClr val="ffffff"/>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36" name="Group 142"/>
          <p:cNvGrpSpPr/>
          <p:nvPr/>
        </p:nvGrpSpPr>
        <p:grpSpPr>
          <a:xfrm>
            <a:off x="7299360" y="5211720"/>
            <a:ext cx="307800" cy="308160"/>
            <a:chOff x="7299360" y="5211720"/>
            <a:chExt cx="307800" cy="308160"/>
          </a:xfrm>
        </p:grpSpPr>
        <p:grpSp>
          <p:nvGrpSpPr>
            <p:cNvPr id="6937" name="Group 143"/>
            <p:cNvGrpSpPr/>
            <p:nvPr/>
          </p:nvGrpSpPr>
          <p:grpSpPr>
            <a:xfrm>
              <a:off x="7299360" y="5211720"/>
              <a:ext cx="307800" cy="308160"/>
              <a:chOff x="7299360" y="5211720"/>
              <a:chExt cx="307800" cy="308160"/>
            </a:xfrm>
          </p:grpSpPr>
          <p:sp>
            <p:nvSpPr>
              <p:cNvPr id="6938" name="Freeform 144"/>
              <p:cNvSpPr/>
              <p:nvPr/>
            </p:nvSpPr>
            <p:spPr>
              <a:xfrm>
                <a:off x="7299360" y="5211720"/>
                <a:ext cx="307800" cy="30816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39" name="Freeform 145"/>
              <p:cNvSpPr/>
              <p:nvPr/>
            </p:nvSpPr>
            <p:spPr>
              <a:xfrm>
                <a:off x="7299360" y="5211720"/>
                <a:ext cx="307800" cy="30816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40" name="Group 146"/>
            <p:cNvGrpSpPr/>
            <p:nvPr/>
          </p:nvGrpSpPr>
          <p:grpSpPr>
            <a:xfrm>
              <a:off x="7299360" y="5211720"/>
              <a:ext cx="154440" cy="154080"/>
              <a:chOff x="7299360" y="5211720"/>
              <a:chExt cx="154440" cy="154080"/>
            </a:xfrm>
          </p:grpSpPr>
          <p:sp>
            <p:nvSpPr>
              <p:cNvPr id="6941" name="Freeform 147"/>
              <p:cNvSpPr/>
              <p:nvPr/>
            </p:nvSpPr>
            <p:spPr>
              <a:xfrm>
                <a:off x="7299360" y="5211720"/>
                <a:ext cx="154440" cy="1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42" name="Freeform 148"/>
              <p:cNvSpPr/>
              <p:nvPr/>
            </p:nvSpPr>
            <p:spPr>
              <a:xfrm>
                <a:off x="7299360" y="5211720"/>
                <a:ext cx="153720" cy="153360"/>
              </a:xfrm>
              <a:prstGeom prst="pie">
                <a:avLst/>
              </a:prstGeom>
              <a:solidFill>
                <a:srgbClr val="ffffff"/>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6943" name="Text Box 149"/>
          <p:cNvSpPr/>
          <p:nvPr/>
        </p:nvSpPr>
        <p:spPr>
          <a:xfrm>
            <a:off x="1523520" y="5299200"/>
            <a:ext cx="116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¾</a:t>
            </a:r>
            <a:endParaRPr b="1" lang="en-US" sz="1100" spc="-1" strike="noStrike">
              <a:solidFill>
                <a:srgbClr val="000000"/>
              </a:solidFill>
              <a:latin typeface="Arial"/>
            </a:endParaRPr>
          </a:p>
        </p:txBody>
      </p:sp>
      <p:grpSp>
        <p:nvGrpSpPr>
          <p:cNvPr id="6944" name="Group 150"/>
          <p:cNvGrpSpPr/>
          <p:nvPr/>
        </p:nvGrpSpPr>
        <p:grpSpPr>
          <a:xfrm>
            <a:off x="3360600" y="5307120"/>
            <a:ext cx="115920" cy="115920"/>
            <a:chOff x="3360600" y="5307120"/>
            <a:chExt cx="115920" cy="115920"/>
          </a:xfrm>
        </p:grpSpPr>
        <p:grpSp>
          <p:nvGrpSpPr>
            <p:cNvPr id="6945" name="Group 151"/>
            <p:cNvGrpSpPr/>
            <p:nvPr/>
          </p:nvGrpSpPr>
          <p:grpSpPr>
            <a:xfrm>
              <a:off x="3360600" y="5307120"/>
              <a:ext cx="115920" cy="115920"/>
              <a:chOff x="3360600" y="5307120"/>
              <a:chExt cx="115920" cy="115920"/>
            </a:xfrm>
          </p:grpSpPr>
          <p:sp>
            <p:nvSpPr>
              <p:cNvPr id="6946" name="Freeform 152"/>
              <p:cNvSpPr/>
              <p:nvPr/>
            </p:nvSpPr>
            <p:spPr>
              <a:xfrm>
                <a:off x="3360600" y="5307120"/>
                <a:ext cx="115920" cy="11592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47" name="Freeform 153"/>
              <p:cNvSpPr/>
              <p:nvPr/>
            </p:nvSpPr>
            <p:spPr>
              <a:xfrm>
                <a:off x="3360600" y="5307120"/>
                <a:ext cx="115920" cy="11592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48" name="Group 154"/>
            <p:cNvGrpSpPr/>
            <p:nvPr/>
          </p:nvGrpSpPr>
          <p:grpSpPr>
            <a:xfrm>
              <a:off x="3360600" y="5307120"/>
              <a:ext cx="58680" cy="57960"/>
              <a:chOff x="3360600" y="5307120"/>
              <a:chExt cx="58680" cy="57960"/>
            </a:xfrm>
          </p:grpSpPr>
          <p:sp>
            <p:nvSpPr>
              <p:cNvPr id="6949" name="Freeform 155"/>
              <p:cNvSpPr/>
              <p:nvPr/>
            </p:nvSpPr>
            <p:spPr>
              <a:xfrm>
                <a:off x="3360600" y="5307120"/>
                <a:ext cx="58680" cy="57960"/>
              </a:xfrm>
              <a:prstGeom prst="pie">
                <a:avLst/>
              </a:prstGeom>
              <a:solidFill>
                <a:srgbClr val="ffffff"/>
              </a:solidFill>
              <a:ln w="12600">
                <a:solidFill>
                  <a:srgbClr val="003399"/>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50" name="Freeform 156"/>
              <p:cNvSpPr/>
              <p:nvPr/>
            </p:nvSpPr>
            <p:spPr>
              <a:xfrm>
                <a:off x="3360600" y="5307120"/>
                <a:ext cx="58680" cy="57960"/>
              </a:xfrm>
              <a:prstGeom prst="pie">
                <a:avLst/>
              </a:prstGeom>
              <a:solidFill>
                <a:srgbClr val="ffffff"/>
              </a:solidFill>
              <a:ln w="12600">
                <a:solidFill>
                  <a:srgbClr val="ffffff"/>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51" name="Group 157"/>
          <p:cNvGrpSpPr/>
          <p:nvPr/>
        </p:nvGrpSpPr>
        <p:grpSpPr>
          <a:xfrm>
            <a:off x="5251320" y="5268960"/>
            <a:ext cx="193680" cy="193680"/>
            <a:chOff x="5251320" y="5268960"/>
            <a:chExt cx="193680" cy="193680"/>
          </a:xfrm>
        </p:grpSpPr>
        <p:grpSp>
          <p:nvGrpSpPr>
            <p:cNvPr id="6952" name="Group 158"/>
            <p:cNvGrpSpPr/>
            <p:nvPr/>
          </p:nvGrpSpPr>
          <p:grpSpPr>
            <a:xfrm>
              <a:off x="5251320" y="5268960"/>
              <a:ext cx="193680" cy="193680"/>
              <a:chOff x="5251320" y="5268960"/>
              <a:chExt cx="193680" cy="193680"/>
            </a:xfrm>
          </p:grpSpPr>
          <p:sp>
            <p:nvSpPr>
              <p:cNvPr id="6953" name="Freeform 159"/>
              <p:cNvSpPr/>
              <p:nvPr/>
            </p:nvSpPr>
            <p:spPr>
              <a:xfrm>
                <a:off x="5251320" y="5268960"/>
                <a:ext cx="193680" cy="19368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54" name="Freeform 160"/>
              <p:cNvSpPr/>
              <p:nvPr/>
            </p:nvSpPr>
            <p:spPr>
              <a:xfrm>
                <a:off x="5251320" y="5268960"/>
                <a:ext cx="193680" cy="1936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55" name="Group 161"/>
            <p:cNvGrpSpPr/>
            <p:nvPr/>
          </p:nvGrpSpPr>
          <p:grpSpPr>
            <a:xfrm>
              <a:off x="5251320" y="5268960"/>
              <a:ext cx="96840" cy="96840"/>
              <a:chOff x="5251320" y="5268960"/>
              <a:chExt cx="96840" cy="96840"/>
            </a:xfrm>
          </p:grpSpPr>
          <p:sp>
            <p:nvSpPr>
              <p:cNvPr id="6956" name="Freeform 162"/>
              <p:cNvSpPr/>
              <p:nvPr/>
            </p:nvSpPr>
            <p:spPr>
              <a:xfrm>
                <a:off x="5251320" y="5268960"/>
                <a:ext cx="96840" cy="968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57" name="Freeform 163"/>
              <p:cNvSpPr/>
              <p:nvPr/>
            </p:nvSpPr>
            <p:spPr>
              <a:xfrm>
                <a:off x="5251320" y="5268960"/>
                <a:ext cx="96480" cy="96480"/>
              </a:xfrm>
              <a:prstGeom prst="pie">
                <a:avLst/>
              </a:prstGeom>
              <a:solidFill>
                <a:srgbClr val="ffffff"/>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58" name="Group 164"/>
          <p:cNvGrpSpPr/>
          <p:nvPr/>
        </p:nvGrpSpPr>
        <p:grpSpPr>
          <a:xfrm>
            <a:off x="6256440" y="4795920"/>
            <a:ext cx="229680" cy="231840"/>
            <a:chOff x="6256440" y="4795920"/>
            <a:chExt cx="229680" cy="231840"/>
          </a:xfrm>
        </p:grpSpPr>
        <p:sp>
          <p:nvSpPr>
            <p:cNvPr id="6959" name="Freeform 165"/>
            <p:cNvSpPr/>
            <p:nvPr/>
          </p:nvSpPr>
          <p:spPr>
            <a:xfrm>
              <a:off x="6372000" y="4795920"/>
              <a:ext cx="114120" cy="23184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60" name="Freeform 166"/>
            <p:cNvSpPr/>
            <p:nvPr/>
          </p:nvSpPr>
          <p:spPr>
            <a:xfrm>
              <a:off x="6372000" y="4795920"/>
              <a:ext cx="114120" cy="23184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61" name="Freeform 167"/>
            <p:cNvSpPr/>
            <p:nvPr/>
          </p:nvSpPr>
          <p:spPr>
            <a:xfrm>
              <a:off x="6256440" y="4795920"/>
              <a:ext cx="115560" cy="2318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62" name="Freeform 168"/>
            <p:cNvSpPr/>
            <p:nvPr/>
          </p:nvSpPr>
          <p:spPr>
            <a:xfrm>
              <a:off x="6256440" y="4795920"/>
              <a:ext cx="115560" cy="23184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63" name="Group 169"/>
          <p:cNvGrpSpPr/>
          <p:nvPr/>
        </p:nvGrpSpPr>
        <p:grpSpPr>
          <a:xfrm>
            <a:off x="7299360" y="4756320"/>
            <a:ext cx="307800" cy="307800"/>
            <a:chOff x="7299360" y="4756320"/>
            <a:chExt cx="307800" cy="307800"/>
          </a:xfrm>
        </p:grpSpPr>
        <p:sp>
          <p:nvSpPr>
            <p:cNvPr id="6964" name="Freeform 170"/>
            <p:cNvSpPr/>
            <p:nvPr/>
          </p:nvSpPr>
          <p:spPr>
            <a:xfrm>
              <a:off x="7453800" y="4756320"/>
              <a:ext cx="153360" cy="30780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65" name="Freeform 171"/>
            <p:cNvSpPr/>
            <p:nvPr/>
          </p:nvSpPr>
          <p:spPr>
            <a:xfrm>
              <a:off x="7453800" y="4756320"/>
              <a:ext cx="153360" cy="30780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66" name="Freeform 172"/>
            <p:cNvSpPr/>
            <p:nvPr/>
          </p:nvSpPr>
          <p:spPr>
            <a:xfrm>
              <a:off x="7299360" y="4756320"/>
              <a:ext cx="154440" cy="3078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67" name="Freeform 173"/>
            <p:cNvSpPr/>
            <p:nvPr/>
          </p:nvSpPr>
          <p:spPr>
            <a:xfrm>
              <a:off x="7299360" y="4756320"/>
              <a:ext cx="154440" cy="30780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6968" name="Text Box 174"/>
          <p:cNvSpPr/>
          <p:nvPr/>
        </p:nvSpPr>
        <p:spPr>
          <a:xfrm>
            <a:off x="1523520" y="4844880"/>
            <a:ext cx="116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½</a:t>
            </a:r>
            <a:endParaRPr b="1" lang="en-US" sz="1100" spc="-1" strike="noStrike">
              <a:solidFill>
                <a:srgbClr val="000000"/>
              </a:solidFill>
              <a:latin typeface="Arial"/>
            </a:endParaRPr>
          </a:p>
        </p:txBody>
      </p:sp>
      <p:grpSp>
        <p:nvGrpSpPr>
          <p:cNvPr id="6969" name="Group 175"/>
          <p:cNvGrpSpPr/>
          <p:nvPr/>
        </p:nvGrpSpPr>
        <p:grpSpPr>
          <a:xfrm>
            <a:off x="5251320" y="4813200"/>
            <a:ext cx="193680" cy="193680"/>
            <a:chOff x="5251320" y="4813200"/>
            <a:chExt cx="193680" cy="193680"/>
          </a:xfrm>
        </p:grpSpPr>
        <p:sp>
          <p:nvSpPr>
            <p:cNvPr id="6970" name="Freeform 176"/>
            <p:cNvSpPr/>
            <p:nvPr/>
          </p:nvSpPr>
          <p:spPr>
            <a:xfrm>
              <a:off x="5348160" y="4813200"/>
              <a:ext cx="96840" cy="193680"/>
            </a:xfrm>
            <a:prstGeom prst="pie">
              <a:avLst/>
            </a:prstGeom>
            <a:solidFill>
              <a:srgbClr val="000000"/>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71" name="Freeform 177"/>
            <p:cNvSpPr/>
            <p:nvPr/>
          </p:nvSpPr>
          <p:spPr>
            <a:xfrm>
              <a:off x="5348160" y="4813200"/>
              <a:ext cx="96840" cy="1936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72" name="Freeform 178"/>
            <p:cNvSpPr/>
            <p:nvPr/>
          </p:nvSpPr>
          <p:spPr>
            <a:xfrm>
              <a:off x="5251320" y="4813200"/>
              <a:ext cx="96840" cy="1936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73" name="Freeform 179"/>
            <p:cNvSpPr/>
            <p:nvPr/>
          </p:nvSpPr>
          <p:spPr>
            <a:xfrm>
              <a:off x="5251320" y="4813200"/>
              <a:ext cx="96840" cy="19368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74" name="Group 180"/>
          <p:cNvGrpSpPr/>
          <p:nvPr/>
        </p:nvGrpSpPr>
        <p:grpSpPr>
          <a:xfrm>
            <a:off x="2473200" y="4416480"/>
            <a:ext cx="77760" cy="77760"/>
            <a:chOff x="2473200" y="4416480"/>
            <a:chExt cx="77760" cy="77760"/>
          </a:xfrm>
        </p:grpSpPr>
        <p:grpSp>
          <p:nvGrpSpPr>
            <p:cNvPr id="6975" name="Group 181"/>
            <p:cNvGrpSpPr/>
            <p:nvPr/>
          </p:nvGrpSpPr>
          <p:grpSpPr>
            <a:xfrm>
              <a:off x="2512800" y="4416480"/>
              <a:ext cx="38160" cy="38880"/>
              <a:chOff x="2512800" y="4416480"/>
              <a:chExt cx="38160" cy="38880"/>
            </a:xfrm>
          </p:grpSpPr>
          <p:sp>
            <p:nvSpPr>
              <p:cNvPr id="6976" name="Freeform 182"/>
              <p:cNvSpPr/>
              <p:nvPr/>
            </p:nvSpPr>
            <p:spPr>
              <a:xfrm>
                <a:off x="2512800" y="4416480"/>
                <a:ext cx="38160" cy="38880"/>
              </a:xfrm>
              <a:prstGeom prst="pie">
                <a:avLst/>
              </a:prstGeom>
              <a:solidFill>
                <a:srgbClr val="8099cc"/>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77" name="Freeform 183"/>
              <p:cNvSpPr/>
              <p:nvPr/>
            </p:nvSpPr>
            <p:spPr>
              <a:xfrm>
                <a:off x="2512800" y="4416480"/>
                <a:ext cx="38160" cy="38880"/>
              </a:xfrm>
              <a:prstGeom prst="pie">
                <a:avLst/>
              </a:prstGeom>
              <a:solidFill>
                <a:srgbClr val="8099cc"/>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78" name="Group 184"/>
            <p:cNvGrpSpPr/>
            <p:nvPr/>
          </p:nvGrpSpPr>
          <p:grpSpPr>
            <a:xfrm>
              <a:off x="2473200" y="4416480"/>
              <a:ext cx="77760" cy="77760"/>
              <a:chOff x="2473200" y="4416480"/>
              <a:chExt cx="77760" cy="77760"/>
            </a:xfrm>
          </p:grpSpPr>
          <p:sp>
            <p:nvSpPr>
              <p:cNvPr id="6979" name="Freeform 185"/>
              <p:cNvSpPr/>
              <p:nvPr/>
            </p:nvSpPr>
            <p:spPr>
              <a:xfrm>
                <a:off x="2473200" y="4416480"/>
                <a:ext cx="77760" cy="77760"/>
              </a:xfrm>
              <a:prstGeom prst="pie">
                <a:avLst/>
              </a:prstGeom>
              <a:solidFill>
                <a:srgbClr val="ffffff"/>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80" name="Freeform 186"/>
              <p:cNvSpPr/>
              <p:nvPr/>
            </p:nvSpPr>
            <p:spPr>
              <a:xfrm>
                <a:off x="2473200" y="4416480"/>
                <a:ext cx="77760" cy="77760"/>
              </a:xfrm>
              <a:prstGeom prst="pie">
                <a:avLst/>
              </a:prstGeom>
              <a:noFill/>
              <a:ln w="12600">
                <a:solidFill>
                  <a:srgbClr val="ffffff"/>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81" name="Group 187"/>
          <p:cNvGrpSpPr/>
          <p:nvPr/>
        </p:nvGrpSpPr>
        <p:grpSpPr>
          <a:xfrm>
            <a:off x="7299360" y="4302000"/>
            <a:ext cx="307800" cy="308160"/>
            <a:chOff x="7299360" y="4302000"/>
            <a:chExt cx="307800" cy="308160"/>
          </a:xfrm>
        </p:grpSpPr>
        <p:grpSp>
          <p:nvGrpSpPr>
            <p:cNvPr id="6982" name="Group 188"/>
            <p:cNvGrpSpPr/>
            <p:nvPr/>
          </p:nvGrpSpPr>
          <p:grpSpPr>
            <a:xfrm>
              <a:off x="7453800" y="4302000"/>
              <a:ext cx="153360" cy="154080"/>
              <a:chOff x="7453800" y="4302000"/>
              <a:chExt cx="153360" cy="154080"/>
            </a:xfrm>
          </p:grpSpPr>
          <p:sp>
            <p:nvSpPr>
              <p:cNvPr id="6983" name="Freeform 189"/>
              <p:cNvSpPr/>
              <p:nvPr/>
            </p:nvSpPr>
            <p:spPr>
              <a:xfrm>
                <a:off x="7453800" y="4302000"/>
                <a:ext cx="153360" cy="15408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84" name="Freeform 190"/>
              <p:cNvSpPr/>
              <p:nvPr/>
            </p:nvSpPr>
            <p:spPr>
              <a:xfrm>
                <a:off x="7453800" y="4302000"/>
                <a:ext cx="153360" cy="15336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85" name="Group 191"/>
            <p:cNvGrpSpPr/>
            <p:nvPr/>
          </p:nvGrpSpPr>
          <p:grpSpPr>
            <a:xfrm>
              <a:off x="7299360" y="4302000"/>
              <a:ext cx="307800" cy="308160"/>
              <a:chOff x="7299360" y="4302000"/>
              <a:chExt cx="307800" cy="308160"/>
            </a:xfrm>
          </p:grpSpPr>
          <p:sp>
            <p:nvSpPr>
              <p:cNvPr id="6986" name="Freeform 192"/>
              <p:cNvSpPr/>
              <p:nvPr/>
            </p:nvSpPr>
            <p:spPr>
              <a:xfrm>
                <a:off x="7299360" y="4302000"/>
                <a:ext cx="307800" cy="30816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87" name="Freeform 193"/>
              <p:cNvSpPr/>
              <p:nvPr/>
            </p:nvSpPr>
            <p:spPr>
              <a:xfrm>
                <a:off x="7299360" y="4302000"/>
                <a:ext cx="307800" cy="30816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6988" name="Text Box 194"/>
          <p:cNvSpPr/>
          <p:nvPr/>
        </p:nvSpPr>
        <p:spPr>
          <a:xfrm>
            <a:off x="1523520" y="4390920"/>
            <a:ext cx="11664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¼</a:t>
            </a:r>
            <a:endParaRPr b="1" lang="en-US" sz="1100" spc="-1" strike="noStrike">
              <a:solidFill>
                <a:srgbClr val="000000"/>
              </a:solidFill>
              <a:latin typeface="Arial"/>
            </a:endParaRPr>
          </a:p>
        </p:txBody>
      </p:sp>
      <p:grpSp>
        <p:nvGrpSpPr>
          <p:cNvPr id="6989" name="Group 195"/>
          <p:cNvGrpSpPr/>
          <p:nvPr/>
        </p:nvGrpSpPr>
        <p:grpSpPr>
          <a:xfrm>
            <a:off x="3360600" y="4397400"/>
            <a:ext cx="115920" cy="115920"/>
            <a:chOff x="3360600" y="4397400"/>
            <a:chExt cx="115920" cy="115920"/>
          </a:xfrm>
        </p:grpSpPr>
        <p:grpSp>
          <p:nvGrpSpPr>
            <p:cNvPr id="6990" name="Group 196"/>
            <p:cNvGrpSpPr/>
            <p:nvPr/>
          </p:nvGrpSpPr>
          <p:grpSpPr>
            <a:xfrm>
              <a:off x="3419280" y="4397400"/>
              <a:ext cx="56880" cy="57960"/>
              <a:chOff x="3419280" y="4397400"/>
              <a:chExt cx="56880" cy="57960"/>
            </a:xfrm>
          </p:grpSpPr>
          <p:sp>
            <p:nvSpPr>
              <p:cNvPr id="6991" name="Freeform 197"/>
              <p:cNvSpPr/>
              <p:nvPr/>
            </p:nvSpPr>
            <p:spPr>
              <a:xfrm>
                <a:off x="3419280" y="4397400"/>
                <a:ext cx="56880" cy="57960"/>
              </a:xfrm>
              <a:prstGeom prst="pie">
                <a:avLst/>
              </a:prstGeom>
              <a:solidFill>
                <a:srgbClr val="8099cc"/>
              </a:solidFill>
              <a:ln w="12600">
                <a:solidFill>
                  <a:srgbClr val="ffffff"/>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92" name="Freeform 198"/>
              <p:cNvSpPr/>
              <p:nvPr/>
            </p:nvSpPr>
            <p:spPr>
              <a:xfrm>
                <a:off x="3419280" y="4397400"/>
                <a:ext cx="56880" cy="57960"/>
              </a:xfrm>
              <a:prstGeom prst="pie">
                <a:avLst/>
              </a:prstGeom>
              <a:solidFill>
                <a:srgbClr val="8099cc"/>
              </a:solidFill>
              <a:ln w="12600">
                <a:solidFill>
                  <a:srgbClr val="003399"/>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6993" name="Group 199"/>
            <p:cNvGrpSpPr/>
            <p:nvPr/>
          </p:nvGrpSpPr>
          <p:grpSpPr>
            <a:xfrm>
              <a:off x="3360600" y="4397400"/>
              <a:ext cx="115920" cy="115920"/>
              <a:chOff x="3360600" y="4397400"/>
              <a:chExt cx="115920" cy="115920"/>
            </a:xfrm>
          </p:grpSpPr>
          <p:sp>
            <p:nvSpPr>
              <p:cNvPr id="6994" name="Freeform 200"/>
              <p:cNvSpPr/>
              <p:nvPr/>
            </p:nvSpPr>
            <p:spPr>
              <a:xfrm>
                <a:off x="3360600" y="4397400"/>
                <a:ext cx="115920" cy="1159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95" name="Freeform 201"/>
              <p:cNvSpPr/>
              <p:nvPr/>
            </p:nvSpPr>
            <p:spPr>
              <a:xfrm>
                <a:off x="3360600" y="4397400"/>
                <a:ext cx="115920" cy="11592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6996" name="Group 202"/>
          <p:cNvGrpSpPr/>
          <p:nvPr/>
        </p:nvGrpSpPr>
        <p:grpSpPr>
          <a:xfrm>
            <a:off x="5251320" y="4359240"/>
            <a:ext cx="193680" cy="193680"/>
            <a:chOff x="5251320" y="4359240"/>
            <a:chExt cx="193680" cy="193680"/>
          </a:xfrm>
        </p:grpSpPr>
        <p:grpSp>
          <p:nvGrpSpPr>
            <p:cNvPr id="6997" name="Group 203"/>
            <p:cNvGrpSpPr/>
            <p:nvPr/>
          </p:nvGrpSpPr>
          <p:grpSpPr>
            <a:xfrm>
              <a:off x="5348160" y="4359240"/>
              <a:ext cx="96840" cy="96840"/>
              <a:chOff x="5348160" y="4359240"/>
              <a:chExt cx="96840" cy="96840"/>
            </a:xfrm>
          </p:grpSpPr>
          <p:sp>
            <p:nvSpPr>
              <p:cNvPr id="6998" name="Freeform 204"/>
              <p:cNvSpPr/>
              <p:nvPr/>
            </p:nvSpPr>
            <p:spPr>
              <a:xfrm>
                <a:off x="5348160" y="4359240"/>
                <a:ext cx="96840" cy="9684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6999" name="Freeform 205"/>
              <p:cNvSpPr/>
              <p:nvPr/>
            </p:nvSpPr>
            <p:spPr>
              <a:xfrm>
                <a:off x="5348160" y="4359240"/>
                <a:ext cx="96840" cy="964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00" name="Group 206"/>
            <p:cNvGrpSpPr/>
            <p:nvPr/>
          </p:nvGrpSpPr>
          <p:grpSpPr>
            <a:xfrm>
              <a:off x="5251320" y="4359240"/>
              <a:ext cx="193680" cy="193680"/>
              <a:chOff x="5251320" y="4359240"/>
              <a:chExt cx="193680" cy="193680"/>
            </a:xfrm>
          </p:grpSpPr>
          <p:sp>
            <p:nvSpPr>
              <p:cNvPr id="7001" name="Freeform 207"/>
              <p:cNvSpPr/>
              <p:nvPr/>
            </p:nvSpPr>
            <p:spPr>
              <a:xfrm>
                <a:off x="5251320" y="4359240"/>
                <a:ext cx="193680" cy="1936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02" name="Freeform 208"/>
              <p:cNvSpPr/>
              <p:nvPr/>
            </p:nvSpPr>
            <p:spPr>
              <a:xfrm>
                <a:off x="5251320" y="4359240"/>
                <a:ext cx="193680" cy="19368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7003" name="Oval 209"/>
          <p:cNvSpPr/>
          <p:nvPr/>
        </p:nvSpPr>
        <p:spPr>
          <a:xfrm>
            <a:off x="2473200" y="3963960"/>
            <a:ext cx="77760" cy="7776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04" name="Oval 210"/>
          <p:cNvSpPr/>
          <p:nvPr/>
        </p:nvSpPr>
        <p:spPr>
          <a:xfrm>
            <a:off x="4287960" y="3925800"/>
            <a:ext cx="153720" cy="15408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05" name="Oval 211"/>
          <p:cNvSpPr/>
          <p:nvPr/>
        </p:nvSpPr>
        <p:spPr>
          <a:xfrm>
            <a:off x="6256440" y="3887640"/>
            <a:ext cx="230040" cy="23184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06" name="Oval 212"/>
          <p:cNvSpPr/>
          <p:nvPr/>
        </p:nvSpPr>
        <p:spPr>
          <a:xfrm>
            <a:off x="7299360" y="3848040"/>
            <a:ext cx="307800" cy="30816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07" name="Text Box 213"/>
          <p:cNvSpPr/>
          <p:nvPr/>
        </p:nvSpPr>
        <p:spPr>
          <a:xfrm>
            <a:off x="1541160" y="3936960"/>
            <a:ext cx="7848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0</a:t>
            </a:r>
            <a:endParaRPr b="1" lang="en-US" sz="1100" spc="-1" strike="noStrike">
              <a:solidFill>
                <a:srgbClr val="000000"/>
              </a:solidFill>
              <a:latin typeface="Arial"/>
            </a:endParaRPr>
          </a:p>
        </p:txBody>
      </p:sp>
      <p:sp>
        <p:nvSpPr>
          <p:cNvPr id="7008" name="Oval 214"/>
          <p:cNvSpPr/>
          <p:nvPr/>
        </p:nvSpPr>
        <p:spPr>
          <a:xfrm>
            <a:off x="3360600" y="3944880"/>
            <a:ext cx="115920" cy="11592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09" name="Oval 215"/>
          <p:cNvSpPr/>
          <p:nvPr/>
        </p:nvSpPr>
        <p:spPr>
          <a:xfrm>
            <a:off x="5251320" y="3905280"/>
            <a:ext cx="193680" cy="19368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10" name="Oval 216"/>
          <p:cNvSpPr/>
          <p:nvPr/>
        </p:nvSpPr>
        <p:spPr>
          <a:xfrm>
            <a:off x="2473200" y="5781600"/>
            <a:ext cx="77760" cy="7776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11" name="Oval 217"/>
          <p:cNvSpPr/>
          <p:nvPr/>
        </p:nvSpPr>
        <p:spPr>
          <a:xfrm>
            <a:off x="4287960" y="5743440"/>
            <a:ext cx="153720" cy="15408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12" name="Oval 218"/>
          <p:cNvSpPr/>
          <p:nvPr/>
        </p:nvSpPr>
        <p:spPr>
          <a:xfrm>
            <a:off x="6256440" y="5705640"/>
            <a:ext cx="230040" cy="23148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13" name="Oval 219"/>
          <p:cNvSpPr/>
          <p:nvPr/>
        </p:nvSpPr>
        <p:spPr>
          <a:xfrm>
            <a:off x="7299360" y="5665680"/>
            <a:ext cx="307800" cy="30816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14" name="Text Box 220"/>
          <p:cNvSpPr/>
          <p:nvPr/>
        </p:nvSpPr>
        <p:spPr>
          <a:xfrm>
            <a:off x="1541160" y="5754600"/>
            <a:ext cx="7848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1</a:t>
            </a:r>
            <a:endParaRPr b="1" lang="en-US" sz="1100" spc="-1" strike="noStrike">
              <a:solidFill>
                <a:srgbClr val="000000"/>
              </a:solidFill>
              <a:latin typeface="Arial"/>
            </a:endParaRPr>
          </a:p>
        </p:txBody>
      </p:sp>
      <p:sp>
        <p:nvSpPr>
          <p:cNvPr id="7015" name="Oval 221"/>
          <p:cNvSpPr/>
          <p:nvPr/>
        </p:nvSpPr>
        <p:spPr>
          <a:xfrm>
            <a:off x="3360600" y="5762520"/>
            <a:ext cx="115920" cy="11592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16" name="Oval 222"/>
          <p:cNvSpPr/>
          <p:nvPr/>
        </p:nvSpPr>
        <p:spPr>
          <a:xfrm>
            <a:off x="5251320" y="5722920"/>
            <a:ext cx="193680" cy="193680"/>
          </a:xfrm>
          <a:prstGeom prst="ellipse">
            <a:avLst/>
          </a:prstGeom>
          <a:solidFill>
            <a:srgbClr val="8099cc"/>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017" name="Group 223"/>
          <p:cNvGrpSpPr/>
          <p:nvPr/>
        </p:nvGrpSpPr>
        <p:grpSpPr>
          <a:xfrm>
            <a:off x="2479680" y="2116080"/>
            <a:ext cx="77760" cy="77760"/>
            <a:chOff x="2479680" y="2116080"/>
            <a:chExt cx="77760" cy="77760"/>
          </a:xfrm>
        </p:grpSpPr>
        <p:grpSp>
          <p:nvGrpSpPr>
            <p:cNvPr id="7018" name="Group 224"/>
            <p:cNvGrpSpPr/>
            <p:nvPr/>
          </p:nvGrpSpPr>
          <p:grpSpPr>
            <a:xfrm>
              <a:off x="2519280" y="2116080"/>
              <a:ext cx="38160" cy="38880"/>
              <a:chOff x="2519280" y="2116080"/>
              <a:chExt cx="38160" cy="38880"/>
            </a:xfrm>
          </p:grpSpPr>
          <p:sp>
            <p:nvSpPr>
              <p:cNvPr id="7019" name="Freeform 225"/>
              <p:cNvSpPr/>
              <p:nvPr/>
            </p:nvSpPr>
            <p:spPr>
              <a:xfrm>
                <a:off x="2519280" y="2116080"/>
                <a:ext cx="38160" cy="38880"/>
              </a:xfrm>
              <a:prstGeom prst="pie">
                <a:avLst/>
              </a:prstGeom>
              <a:solidFill>
                <a:srgbClr val="8099cc"/>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20" name="Freeform 226"/>
              <p:cNvSpPr/>
              <p:nvPr/>
            </p:nvSpPr>
            <p:spPr>
              <a:xfrm>
                <a:off x="2519280" y="2116080"/>
                <a:ext cx="38160" cy="38880"/>
              </a:xfrm>
              <a:prstGeom prst="pie">
                <a:avLst/>
              </a:prstGeom>
              <a:solidFill>
                <a:srgbClr val="8099cc"/>
              </a:solidFill>
              <a:ln w="12600">
                <a:solidFill>
                  <a:srgbClr val="003399"/>
                </a:solidFill>
                <a:round/>
              </a:ln>
            </p:spPr>
            <p:style>
              <a:lnRef idx="0"/>
              <a:fillRef idx="0"/>
              <a:effectRef idx="0"/>
              <a:fontRef idx="minor"/>
            </p:style>
            <p:txBody>
              <a:bodyPr lIns="90000" rIns="90000" tIns="-7560" bIns="-7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21" name="Group 227"/>
            <p:cNvGrpSpPr/>
            <p:nvPr/>
          </p:nvGrpSpPr>
          <p:grpSpPr>
            <a:xfrm>
              <a:off x="2479680" y="2116080"/>
              <a:ext cx="77760" cy="77760"/>
              <a:chOff x="2479680" y="2116080"/>
              <a:chExt cx="77760" cy="77760"/>
            </a:xfrm>
          </p:grpSpPr>
          <p:sp>
            <p:nvSpPr>
              <p:cNvPr id="7022" name="Freeform 228"/>
              <p:cNvSpPr/>
              <p:nvPr/>
            </p:nvSpPr>
            <p:spPr>
              <a:xfrm>
                <a:off x="2479680" y="2116080"/>
                <a:ext cx="77760" cy="77760"/>
              </a:xfrm>
              <a:prstGeom prst="pie">
                <a:avLst/>
              </a:prstGeom>
              <a:solidFill>
                <a:srgbClr val="ffffff"/>
              </a:solid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23" name="Freeform 229"/>
              <p:cNvSpPr/>
              <p:nvPr/>
            </p:nvSpPr>
            <p:spPr>
              <a:xfrm>
                <a:off x="2479680" y="2116080"/>
                <a:ext cx="77760" cy="77760"/>
              </a:xfrm>
              <a:prstGeom prst="pie">
                <a:avLst/>
              </a:prstGeom>
              <a:noFill/>
              <a:ln w="12600">
                <a:solidFill>
                  <a:srgbClr val="003399"/>
                </a:solidFill>
                <a:round/>
              </a:ln>
            </p:spPr>
            <p:style>
              <a:lnRef idx="0"/>
              <a:fillRef idx="0"/>
              <a:effectRef idx="0"/>
              <a:fontRef idx="minor"/>
            </p:style>
            <p:txBody>
              <a:bodyPr lIns="90000" rIns="90000" tIns="31320" bIns="313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7024" name="Group 230"/>
          <p:cNvGrpSpPr/>
          <p:nvPr/>
        </p:nvGrpSpPr>
        <p:grpSpPr>
          <a:xfrm>
            <a:off x="3367080" y="2097000"/>
            <a:ext cx="115920" cy="115920"/>
            <a:chOff x="3367080" y="2097000"/>
            <a:chExt cx="115920" cy="115920"/>
          </a:xfrm>
        </p:grpSpPr>
        <p:grpSp>
          <p:nvGrpSpPr>
            <p:cNvPr id="7025" name="Group 231"/>
            <p:cNvGrpSpPr/>
            <p:nvPr/>
          </p:nvGrpSpPr>
          <p:grpSpPr>
            <a:xfrm>
              <a:off x="3425760" y="2097000"/>
              <a:ext cx="56880" cy="57960"/>
              <a:chOff x="3425760" y="2097000"/>
              <a:chExt cx="56880" cy="57960"/>
            </a:xfrm>
          </p:grpSpPr>
          <p:sp>
            <p:nvSpPr>
              <p:cNvPr id="7026" name="Freeform 232"/>
              <p:cNvSpPr/>
              <p:nvPr/>
            </p:nvSpPr>
            <p:spPr>
              <a:xfrm>
                <a:off x="3425760" y="2097000"/>
                <a:ext cx="56880" cy="57960"/>
              </a:xfrm>
              <a:prstGeom prst="pie">
                <a:avLst/>
              </a:prstGeom>
              <a:solidFill>
                <a:srgbClr val="8099cc"/>
              </a:solidFill>
              <a:ln w="12600">
                <a:solidFill>
                  <a:srgbClr val="003399"/>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27" name="Freeform 233"/>
              <p:cNvSpPr/>
              <p:nvPr/>
            </p:nvSpPr>
            <p:spPr>
              <a:xfrm>
                <a:off x="3425760" y="2097000"/>
                <a:ext cx="56880" cy="57960"/>
              </a:xfrm>
              <a:prstGeom prst="pie">
                <a:avLst/>
              </a:prstGeom>
              <a:solidFill>
                <a:srgbClr val="8099cc"/>
              </a:solidFill>
              <a:ln w="12600">
                <a:solidFill>
                  <a:srgbClr val="003399"/>
                </a:solidFill>
                <a:round/>
              </a:ln>
            </p:spPr>
            <p:style>
              <a:lnRef idx="0"/>
              <a:fillRef idx="0"/>
              <a:effectRef idx="0"/>
              <a:fontRef idx="minor"/>
            </p:style>
            <p:txBody>
              <a:bodyPr lIns="90000" rIns="90000" tIns="11520" bIns="1152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28" name="Group 234"/>
            <p:cNvGrpSpPr/>
            <p:nvPr/>
          </p:nvGrpSpPr>
          <p:grpSpPr>
            <a:xfrm>
              <a:off x="3367080" y="2097000"/>
              <a:ext cx="115920" cy="115920"/>
              <a:chOff x="3367080" y="2097000"/>
              <a:chExt cx="115920" cy="115920"/>
            </a:xfrm>
          </p:grpSpPr>
          <p:sp>
            <p:nvSpPr>
              <p:cNvPr id="7029" name="Freeform 235"/>
              <p:cNvSpPr/>
              <p:nvPr/>
            </p:nvSpPr>
            <p:spPr>
              <a:xfrm>
                <a:off x="3367080" y="2097000"/>
                <a:ext cx="115920" cy="1159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30" name="Freeform 236"/>
              <p:cNvSpPr/>
              <p:nvPr/>
            </p:nvSpPr>
            <p:spPr>
              <a:xfrm>
                <a:off x="3367080" y="2097000"/>
                <a:ext cx="115920" cy="11592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7031" name="Group 237"/>
          <p:cNvGrpSpPr/>
          <p:nvPr/>
        </p:nvGrpSpPr>
        <p:grpSpPr>
          <a:xfrm>
            <a:off x="6267600" y="4346640"/>
            <a:ext cx="230040" cy="230040"/>
            <a:chOff x="6267600" y="4346640"/>
            <a:chExt cx="230040" cy="230040"/>
          </a:xfrm>
        </p:grpSpPr>
        <p:grpSp>
          <p:nvGrpSpPr>
            <p:cNvPr id="7032" name="Group 238"/>
            <p:cNvGrpSpPr/>
            <p:nvPr/>
          </p:nvGrpSpPr>
          <p:grpSpPr>
            <a:xfrm>
              <a:off x="6382800" y="4346640"/>
              <a:ext cx="114480" cy="114840"/>
              <a:chOff x="6382800" y="4346640"/>
              <a:chExt cx="114480" cy="114840"/>
            </a:xfrm>
          </p:grpSpPr>
          <p:sp>
            <p:nvSpPr>
              <p:cNvPr id="7033" name="Freeform 239"/>
              <p:cNvSpPr/>
              <p:nvPr/>
            </p:nvSpPr>
            <p:spPr>
              <a:xfrm>
                <a:off x="6382800" y="4346640"/>
                <a:ext cx="114480" cy="11484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34" name="Freeform 240"/>
              <p:cNvSpPr/>
              <p:nvPr/>
            </p:nvSpPr>
            <p:spPr>
              <a:xfrm>
                <a:off x="6382800" y="4346640"/>
                <a:ext cx="114480" cy="114480"/>
              </a:xfrm>
              <a:prstGeom prst="pie">
                <a:avLst/>
              </a:prstGeom>
              <a:solidFill>
                <a:srgbClr val="8099cc"/>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35" name="Group 241"/>
            <p:cNvGrpSpPr/>
            <p:nvPr/>
          </p:nvGrpSpPr>
          <p:grpSpPr>
            <a:xfrm>
              <a:off x="6267600" y="4346640"/>
              <a:ext cx="230040" cy="230040"/>
              <a:chOff x="6267600" y="4346640"/>
              <a:chExt cx="230040" cy="230040"/>
            </a:xfrm>
          </p:grpSpPr>
          <p:sp>
            <p:nvSpPr>
              <p:cNvPr id="7036" name="Freeform 242"/>
              <p:cNvSpPr/>
              <p:nvPr/>
            </p:nvSpPr>
            <p:spPr>
              <a:xfrm>
                <a:off x="6267600" y="4346640"/>
                <a:ext cx="230040" cy="2300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37" name="Freeform 243"/>
              <p:cNvSpPr/>
              <p:nvPr/>
            </p:nvSpPr>
            <p:spPr>
              <a:xfrm>
                <a:off x="6267600" y="4346640"/>
                <a:ext cx="230040" cy="23004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7038" name="Group 244"/>
          <p:cNvGrpSpPr/>
          <p:nvPr/>
        </p:nvGrpSpPr>
        <p:grpSpPr>
          <a:xfrm>
            <a:off x="4284720" y="4384800"/>
            <a:ext cx="154080" cy="153720"/>
            <a:chOff x="4284720" y="4384800"/>
            <a:chExt cx="154080" cy="153720"/>
          </a:xfrm>
        </p:grpSpPr>
        <p:grpSp>
          <p:nvGrpSpPr>
            <p:cNvPr id="7039" name="Group 245"/>
            <p:cNvGrpSpPr/>
            <p:nvPr/>
          </p:nvGrpSpPr>
          <p:grpSpPr>
            <a:xfrm>
              <a:off x="4362120" y="4384800"/>
              <a:ext cx="76680" cy="76680"/>
              <a:chOff x="4362120" y="4384800"/>
              <a:chExt cx="76680" cy="76680"/>
            </a:xfrm>
          </p:grpSpPr>
          <p:sp>
            <p:nvSpPr>
              <p:cNvPr id="7040" name="Freeform 246"/>
              <p:cNvSpPr/>
              <p:nvPr/>
            </p:nvSpPr>
            <p:spPr>
              <a:xfrm>
                <a:off x="4362120" y="4384800"/>
                <a:ext cx="76680" cy="76680"/>
              </a:xfrm>
              <a:prstGeom prst="pie">
                <a:avLst/>
              </a:prstGeom>
              <a:solidFill>
                <a:srgbClr val="8099cc"/>
              </a:solidFill>
              <a:ln w="12600">
                <a:solidFill>
                  <a:srgbClr val="ffffff"/>
                </a:solidFill>
                <a:round/>
              </a:ln>
            </p:spPr>
            <p:style>
              <a:lnRef idx="0"/>
              <a:fillRef idx="0"/>
              <a:effectRef idx="0"/>
              <a:fontRef idx="minor"/>
            </p:style>
            <p:txBody>
              <a:bodyPr lIns="90000" rIns="90000" tIns="30240" bIns="3024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41" name="Freeform 247"/>
              <p:cNvSpPr/>
              <p:nvPr/>
            </p:nvSpPr>
            <p:spPr>
              <a:xfrm>
                <a:off x="4362120" y="4384800"/>
                <a:ext cx="76680" cy="76320"/>
              </a:xfrm>
              <a:prstGeom prst="pie">
                <a:avLst/>
              </a:prstGeom>
              <a:solidFill>
                <a:srgbClr val="8099cc"/>
              </a:solidFill>
              <a:ln w="12600">
                <a:solidFill>
                  <a:srgbClr val="003399"/>
                </a:solidFill>
                <a:round/>
              </a:ln>
            </p:spPr>
            <p:style>
              <a:lnRef idx="0"/>
              <a:fillRef idx="0"/>
              <a:effectRef idx="0"/>
              <a:fontRef idx="minor"/>
            </p:style>
            <p:txBody>
              <a:bodyPr lIns="90000" rIns="90000" tIns="29880" bIns="298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42" name="Group 248"/>
            <p:cNvGrpSpPr/>
            <p:nvPr/>
          </p:nvGrpSpPr>
          <p:grpSpPr>
            <a:xfrm>
              <a:off x="4284720" y="4384800"/>
              <a:ext cx="154080" cy="153720"/>
              <a:chOff x="4284720" y="4384800"/>
              <a:chExt cx="154080" cy="153720"/>
            </a:xfrm>
          </p:grpSpPr>
          <p:sp>
            <p:nvSpPr>
              <p:cNvPr id="7043" name="Freeform 249"/>
              <p:cNvSpPr/>
              <p:nvPr/>
            </p:nvSpPr>
            <p:spPr>
              <a:xfrm>
                <a:off x="4284720" y="4384800"/>
                <a:ext cx="154080" cy="1537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44" name="Freeform 250"/>
              <p:cNvSpPr/>
              <p:nvPr/>
            </p:nvSpPr>
            <p:spPr>
              <a:xfrm>
                <a:off x="4284720" y="4384800"/>
                <a:ext cx="154080" cy="15372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7045" name="Group 251"/>
          <p:cNvGrpSpPr/>
          <p:nvPr/>
        </p:nvGrpSpPr>
        <p:grpSpPr>
          <a:xfrm>
            <a:off x="4284720" y="4838760"/>
            <a:ext cx="154080" cy="154080"/>
            <a:chOff x="4284720" y="4838760"/>
            <a:chExt cx="154080" cy="154080"/>
          </a:xfrm>
        </p:grpSpPr>
        <p:sp>
          <p:nvSpPr>
            <p:cNvPr id="7046" name="Freeform 252"/>
            <p:cNvSpPr/>
            <p:nvPr/>
          </p:nvSpPr>
          <p:spPr>
            <a:xfrm>
              <a:off x="4362120" y="4838760"/>
              <a:ext cx="76680" cy="15408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47" name="Freeform 253"/>
            <p:cNvSpPr/>
            <p:nvPr/>
          </p:nvSpPr>
          <p:spPr>
            <a:xfrm>
              <a:off x="4362120" y="4838760"/>
              <a:ext cx="76680" cy="15408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48" name="Freeform 254"/>
            <p:cNvSpPr/>
            <p:nvPr/>
          </p:nvSpPr>
          <p:spPr>
            <a:xfrm>
              <a:off x="4284720" y="4838760"/>
              <a:ext cx="77400" cy="15408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49" name="Freeform 255"/>
            <p:cNvSpPr/>
            <p:nvPr/>
          </p:nvSpPr>
          <p:spPr>
            <a:xfrm>
              <a:off x="4284720" y="4838760"/>
              <a:ext cx="77400" cy="15408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50" name="Group 256"/>
          <p:cNvGrpSpPr/>
          <p:nvPr/>
        </p:nvGrpSpPr>
        <p:grpSpPr>
          <a:xfrm>
            <a:off x="3362400" y="4857840"/>
            <a:ext cx="115560" cy="115920"/>
            <a:chOff x="3362400" y="4857840"/>
            <a:chExt cx="115560" cy="115920"/>
          </a:xfrm>
        </p:grpSpPr>
        <p:sp>
          <p:nvSpPr>
            <p:cNvPr id="7051" name="Freeform 257"/>
            <p:cNvSpPr/>
            <p:nvPr/>
          </p:nvSpPr>
          <p:spPr>
            <a:xfrm>
              <a:off x="3420360" y="4857840"/>
              <a:ext cx="57600" cy="115920"/>
            </a:xfrm>
            <a:prstGeom prst="pie">
              <a:avLst/>
            </a:prstGeom>
            <a:solidFill>
              <a:srgbClr val="8099cc"/>
            </a:solid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52" name="Freeform 258"/>
            <p:cNvSpPr/>
            <p:nvPr/>
          </p:nvSpPr>
          <p:spPr>
            <a:xfrm>
              <a:off x="3420360" y="4857840"/>
              <a:ext cx="57600" cy="115920"/>
            </a:xfrm>
            <a:prstGeom prst="pie">
              <a:avLst/>
            </a:prstGeom>
            <a:no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53" name="Freeform 259"/>
            <p:cNvSpPr/>
            <p:nvPr/>
          </p:nvSpPr>
          <p:spPr>
            <a:xfrm>
              <a:off x="3362400" y="4857840"/>
              <a:ext cx="57960" cy="1159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54" name="Freeform 260"/>
            <p:cNvSpPr/>
            <p:nvPr/>
          </p:nvSpPr>
          <p:spPr>
            <a:xfrm>
              <a:off x="3362400" y="4857840"/>
              <a:ext cx="57960" cy="115920"/>
            </a:xfrm>
            <a:prstGeom prst="pie">
              <a:avLst/>
            </a:prstGeom>
            <a:noFill/>
            <a:ln w="12600">
              <a:solidFill>
                <a:srgbClr val="ffffff"/>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055" name="Group 261"/>
          <p:cNvGrpSpPr/>
          <p:nvPr/>
        </p:nvGrpSpPr>
        <p:grpSpPr>
          <a:xfrm>
            <a:off x="2486160" y="4876920"/>
            <a:ext cx="78840" cy="79200"/>
            <a:chOff x="2486160" y="4876920"/>
            <a:chExt cx="78840" cy="79200"/>
          </a:xfrm>
        </p:grpSpPr>
        <p:sp>
          <p:nvSpPr>
            <p:cNvPr id="7056" name="Freeform 262"/>
            <p:cNvSpPr/>
            <p:nvPr/>
          </p:nvSpPr>
          <p:spPr>
            <a:xfrm>
              <a:off x="2525760" y="4876920"/>
              <a:ext cx="39240" cy="79200"/>
            </a:xfrm>
            <a:prstGeom prst="pie">
              <a:avLst/>
            </a:prstGeom>
            <a:solidFill>
              <a:srgbClr val="8099cc"/>
            </a:solidFill>
            <a:ln w="12600">
              <a:solidFill>
                <a:srgbClr val="ffffff"/>
              </a:solidFill>
              <a:round/>
            </a:ln>
          </p:spPr>
          <p:style>
            <a:lnRef idx="0"/>
            <a:fillRef idx="0"/>
            <a:effectRef idx="0"/>
            <a:fontRef idx="minor"/>
          </p:style>
          <p:txBody>
            <a:bodyPr lIns="90000" rIns="90000" tIns="32760" bIns="32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57" name="Freeform 263"/>
            <p:cNvSpPr/>
            <p:nvPr/>
          </p:nvSpPr>
          <p:spPr>
            <a:xfrm>
              <a:off x="2525760" y="4876920"/>
              <a:ext cx="39240" cy="79200"/>
            </a:xfrm>
            <a:prstGeom prst="pie">
              <a:avLst/>
            </a:prstGeom>
            <a:noFill/>
            <a:ln w="12600">
              <a:solidFill>
                <a:srgbClr val="003399"/>
              </a:solidFill>
              <a:round/>
            </a:ln>
          </p:spPr>
          <p:style>
            <a:lnRef idx="0"/>
            <a:fillRef idx="0"/>
            <a:effectRef idx="0"/>
            <a:fontRef idx="minor"/>
          </p:style>
          <p:txBody>
            <a:bodyPr lIns="90000" rIns="90000" tIns="32760" bIns="32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58" name="Freeform 264"/>
            <p:cNvSpPr/>
            <p:nvPr/>
          </p:nvSpPr>
          <p:spPr>
            <a:xfrm>
              <a:off x="2486160" y="4876920"/>
              <a:ext cx="39600" cy="79200"/>
            </a:xfrm>
            <a:prstGeom prst="pie">
              <a:avLst/>
            </a:prstGeom>
            <a:solidFill>
              <a:srgbClr val="ffffff"/>
            </a:solidFill>
            <a:ln w="12600">
              <a:solidFill>
                <a:srgbClr val="003399"/>
              </a:solidFill>
              <a:round/>
            </a:ln>
          </p:spPr>
          <p:style>
            <a:lnRef idx="0"/>
            <a:fillRef idx="0"/>
            <a:effectRef idx="0"/>
            <a:fontRef idx="minor"/>
          </p:style>
          <p:txBody>
            <a:bodyPr lIns="90000" rIns="90000" tIns="32760" bIns="32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59" name="Freeform 265"/>
            <p:cNvSpPr/>
            <p:nvPr/>
          </p:nvSpPr>
          <p:spPr>
            <a:xfrm>
              <a:off x="2486160" y="4876920"/>
              <a:ext cx="39600" cy="79200"/>
            </a:xfrm>
            <a:prstGeom prst="pie">
              <a:avLst/>
            </a:prstGeom>
            <a:noFill/>
            <a:ln w="12600">
              <a:solidFill>
                <a:srgbClr val="ffffff"/>
              </a:solidFill>
              <a:round/>
            </a:ln>
          </p:spPr>
          <p:style>
            <a:lnRef idx="0"/>
            <a:fillRef idx="0"/>
            <a:effectRef idx="0"/>
            <a:fontRef idx="minor"/>
          </p:style>
          <p:txBody>
            <a:bodyPr lIns="90000" rIns="90000" tIns="32760" bIns="327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06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9AA74BF-F302-4A91-AB10-668E38DEA51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0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Table with traffic </a:t>
            </a:r>
            <a:r>
              <a:rPr b="1" lang="ja-JP" sz="1600" spc="-1" strike="noStrike">
                <a:solidFill>
                  <a:srgbClr val="000000"/>
                </a:solidFill>
                <a:latin typeface="Arial"/>
                <a:ea typeface="ＭＳ Ｐゴシック"/>
              </a:rPr>
              <a:t>ｌ</a:t>
            </a:r>
            <a:r>
              <a:rPr b="1" lang="nl-NL" sz="1600" spc="-1" strike="noStrike">
                <a:solidFill>
                  <a:srgbClr val="000000"/>
                </a:solidFill>
                <a:latin typeface="Arial"/>
                <a:ea typeface="ＭＳ Ｐゴシック"/>
              </a:rPr>
              <a:t>ights</a:t>
            </a:r>
            <a:endParaRPr b="1" lang="en-US" sz="1600" spc="-1" strike="noStrike">
              <a:solidFill>
                <a:srgbClr val="000000"/>
              </a:solidFill>
              <a:latin typeface="Arial"/>
            </a:endParaRPr>
          </a:p>
        </p:txBody>
      </p:sp>
      <p:graphicFrame>
        <p:nvGraphicFramePr>
          <p:cNvPr id="7063" name=""/>
          <p:cNvGraphicFramePr/>
          <p:nvPr/>
        </p:nvGraphicFramePr>
        <p:xfrm>
          <a:off x="411120" y="1628640"/>
          <a:ext cx="7242120" cy="4302360"/>
        </p:xfrm>
        <a:graphic>
          <a:graphicData uri="http://schemas.openxmlformats.org/drawingml/2006/table">
            <a:tbl>
              <a:tblPr/>
              <a:tblGrid>
                <a:gridCol w="1728720"/>
                <a:gridCol w="919440"/>
                <a:gridCol w="919080"/>
                <a:gridCol w="920520"/>
                <a:gridCol w="916200"/>
                <a:gridCol w="919080"/>
                <a:gridCol w="919080"/>
              </a:tblGrid>
              <a:tr h="650880">
                <a:tc>
                  <a:txBody>
                    <a:bodyPr lIns="90000" rIns="90000" tIns="43200" bIns="43200" anchor="ctr">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9360">
                      <a:solidFill>
                        <a:srgbClr val="ffffff"/>
                      </a:solidFill>
                      <a:prstDash val="solid"/>
                    </a:lnT>
                    <a:lnB w="5760">
                      <a:solidFill>
                        <a:srgbClr val="8099cc"/>
                      </a:solidFill>
                      <a:prstDash val="solid"/>
                    </a:lnB>
                    <a:no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5760">
                      <a:solidFill>
                        <a:srgbClr val="8099cc"/>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5760">
                      <a:solidFill>
                        <a:srgbClr val="8099cc"/>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
        <p:nvSpPr>
          <p:cNvPr id="7064" name="Oval 76"/>
          <p:cNvSpPr/>
          <p:nvPr/>
        </p:nvSpPr>
        <p:spPr>
          <a:xfrm>
            <a:off x="2425680" y="248112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65" name="Oval 77"/>
          <p:cNvSpPr/>
          <p:nvPr/>
        </p:nvSpPr>
        <p:spPr>
          <a:xfrm>
            <a:off x="2425680" y="5396040"/>
            <a:ext cx="298440" cy="3175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66" name="Oval 78"/>
          <p:cNvSpPr/>
          <p:nvPr/>
        </p:nvSpPr>
        <p:spPr>
          <a:xfrm>
            <a:off x="2425680" y="46702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67" name="Oval 79"/>
          <p:cNvSpPr/>
          <p:nvPr/>
        </p:nvSpPr>
        <p:spPr>
          <a:xfrm>
            <a:off x="2425680" y="39448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68" name="Oval 80"/>
          <p:cNvSpPr/>
          <p:nvPr/>
        </p:nvSpPr>
        <p:spPr>
          <a:xfrm>
            <a:off x="2424240" y="321300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69" name="Oval 81"/>
          <p:cNvSpPr/>
          <p:nvPr/>
        </p:nvSpPr>
        <p:spPr>
          <a:xfrm>
            <a:off x="3357720" y="248112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0" name="Oval 82"/>
          <p:cNvSpPr/>
          <p:nvPr/>
        </p:nvSpPr>
        <p:spPr>
          <a:xfrm>
            <a:off x="3357720" y="5396040"/>
            <a:ext cx="298440" cy="3175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1" name="Oval 83"/>
          <p:cNvSpPr/>
          <p:nvPr/>
        </p:nvSpPr>
        <p:spPr>
          <a:xfrm>
            <a:off x="3357720" y="46702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2" name="Oval 84"/>
          <p:cNvSpPr/>
          <p:nvPr/>
        </p:nvSpPr>
        <p:spPr>
          <a:xfrm>
            <a:off x="3357720" y="321300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3" name="Oval 85"/>
          <p:cNvSpPr/>
          <p:nvPr/>
        </p:nvSpPr>
        <p:spPr>
          <a:xfrm>
            <a:off x="4255920" y="248112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4" name="Oval 86"/>
          <p:cNvSpPr/>
          <p:nvPr/>
        </p:nvSpPr>
        <p:spPr>
          <a:xfrm>
            <a:off x="4255920" y="5396040"/>
            <a:ext cx="298440" cy="3175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5" name="Oval 87"/>
          <p:cNvSpPr/>
          <p:nvPr/>
        </p:nvSpPr>
        <p:spPr>
          <a:xfrm>
            <a:off x="4255920" y="46702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6" name="Oval 88"/>
          <p:cNvSpPr/>
          <p:nvPr/>
        </p:nvSpPr>
        <p:spPr>
          <a:xfrm>
            <a:off x="4255920" y="39448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7" name="Oval 89"/>
          <p:cNvSpPr/>
          <p:nvPr/>
        </p:nvSpPr>
        <p:spPr>
          <a:xfrm>
            <a:off x="4254480" y="321300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8" name="Oval 90"/>
          <p:cNvSpPr/>
          <p:nvPr/>
        </p:nvSpPr>
        <p:spPr>
          <a:xfrm>
            <a:off x="5170320" y="248112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79" name="Oval 91"/>
          <p:cNvSpPr/>
          <p:nvPr/>
        </p:nvSpPr>
        <p:spPr>
          <a:xfrm>
            <a:off x="5170320" y="5396040"/>
            <a:ext cx="298440" cy="3175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0" name="Oval 92"/>
          <p:cNvSpPr/>
          <p:nvPr/>
        </p:nvSpPr>
        <p:spPr>
          <a:xfrm>
            <a:off x="5170320" y="46702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1" name="Oval 93"/>
          <p:cNvSpPr/>
          <p:nvPr/>
        </p:nvSpPr>
        <p:spPr>
          <a:xfrm>
            <a:off x="5170320" y="39448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2" name="Oval 94"/>
          <p:cNvSpPr/>
          <p:nvPr/>
        </p:nvSpPr>
        <p:spPr>
          <a:xfrm>
            <a:off x="5168880" y="321300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3" name="Oval 95"/>
          <p:cNvSpPr/>
          <p:nvPr/>
        </p:nvSpPr>
        <p:spPr>
          <a:xfrm>
            <a:off x="6086520" y="248112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4" name="Oval 96"/>
          <p:cNvSpPr/>
          <p:nvPr/>
        </p:nvSpPr>
        <p:spPr>
          <a:xfrm>
            <a:off x="6086520" y="5396040"/>
            <a:ext cx="298440" cy="3175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5" name="Oval 97"/>
          <p:cNvSpPr/>
          <p:nvPr/>
        </p:nvSpPr>
        <p:spPr>
          <a:xfrm>
            <a:off x="6086520" y="46702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6" name="Oval 98"/>
          <p:cNvSpPr/>
          <p:nvPr/>
        </p:nvSpPr>
        <p:spPr>
          <a:xfrm>
            <a:off x="6086520" y="39448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7" name="Oval 99"/>
          <p:cNvSpPr/>
          <p:nvPr/>
        </p:nvSpPr>
        <p:spPr>
          <a:xfrm>
            <a:off x="6084720" y="321300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8" name="Oval 100"/>
          <p:cNvSpPr/>
          <p:nvPr/>
        </p:nvSpPr>
        <p:spPr>
          <a:xfrm>
            <a:off x="7000920" y="2481120"/>
            <a:ext cx="29988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89" name="Oval 101"/>
          <p:cNvSpPr/>
          <p:nvPr/>
        </p:nvSpPr>
        <p:spPr>
          <a:xfrm>
            <a:off x="7000920" y="5396040"/>
            <a:ext cx="299880" cy="31752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0" name="Oval 102"/>
          <p:cNvSpPr/>
          <p:nvPr/>
        </p:nvSpPr>
        <p:spPr>
          <a:xfrm>
            <a:off x="7000920" y="4670280"/>
            <a:ext cx="29988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1" name="Oval 103"/>
          <p:cNvSpPr/>
          <p:nvPr/>
        </p:nvSpPr>
        <p:spPr>
          <a:xfrm>
            <a:off x="7000920" y="3944880"/>
            <a:ext cx="29988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2" name="Oval 104"/>
          <p:cNvSpPr/>
          <p:nvPr/>
        </p:nvSpPr>
        <p:spPr>
          <a:xfrm>
            <a:off x="7000920" y="3213000"/>
            <a:ext cx="298440" cy="3240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3" name="Oval 105"/>
          <p:cNvSpPr/>
          <p:nvPr/>
        </p:nvSpPr>
        <p:spPr>
          <a:xfrm>
            <a:off x="7728120" y="2014560"/>
            <a:ext cx="234720" cy="24768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4" name="Oval 106"/>
          <p:cNvSpPr/>
          <p:nvPr/>
        </p:nvSpPr>
        <p:spPr>
          <a:xfrm>
            <a:off x="7728120" y="1652760"/>
            <a:ext cx="234720" cy="253800"/>
          </a:xfrm>
          <a:prstGeom prst="ellipse">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5" name="Oval 107"/>
          <p:cNvSpPr/>
          <p:nvPr/>
        </p:nvSpPr>
        <p:spPr>
          <a:xfrm>
            <a:off x="7728120" y="2371680"/>
            <a:ext cx="234720" cy="247680"/>
          </a:xfrm>
          <a:prstGeom prst="ellipse">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096" name="Text Box 108"/>
          <p:cNvSpPr/>
          <p:nvPr/>
        </p:nvSpPr>
        <p:spPr>
          <a:xfrm>
            <a:off x="8021160" y="1655640"/>
            <a:ext cx="7340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Negative</a:t>
            </a:r>
            <a:endParaRPr b="1" lang="en-US" sz="1100" spc="-1" strike="noStrike">
              <a:solidFill>
                <a:srgbClr val="000000"/>
              </a:solidFill>
              <a:latin typeface="Arial"/>
            </a:endParaRPr>
          </a:p>
        </p:txBody>
      </p:sp>
      <p:sp>
        <p:nvSpPr>
          <p:cNvPr id="7097" name="Text Box 109"/>
          <p:cNvSpPr/>
          <p:nvPr/>
        </p:nvSpPr>
        <p:spPr>
          <a:xfrm>
            <a:off x="8021520" y="2014560"/>
            <a:ext cx="6318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Neutral</a:t>
            </a:r>
            <a:endParaRPr b="1" lang="en-US" sz="1100" spc="-1" strike="noStrike">
              <a:solidFill>
                <a:srgbClr val="000000"/>
              </a:solidFill>
              <a:latin typeface="Arial"/>
            </a:endParaRPr>
          </a:p>
        </p:txBody>
      </p:sp>
      <p:sp>
        <p:nvSpPr>
          <p:cNvPr id="7098" name="Text Box 110"/>
          <p:cNvSpPr/>
          <p:nvPr/>
        </p:nvSpPr>
        <p:spPr>
          <a:xfrm>
            <a:off x="8021520" y="2359080"/>
            <a:ext cx="671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Positive</a:t>
            </a:r>
            <a:endParaRPr b="1" lang="en-US" sz="1100" spc="-1" strike="noStrike">
              <a:solidFill>
                <a:srgbClr val="000000"/>
              </a:solidFill>
              <a:latin typeface="Arial"/>
            </a:endParaRPr>
          </a:p>
        </p:txBody>
      </p:sp>
      <p:sp>
        <p:nvSpPr>
          <p:cNvPr id="7099" name="Oval 111"/>
          <p:cNvSpPr/>
          <p:nvPr/>
        </p:nvSpPr>
        <p:spPr>
          <a:xfrm>
            <a:off x="3357720" y="3944880"/>
            <a:ext cx="298440" cy="31752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10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F5CA50-01D2-4FC0-98AE-B6B75E90BDE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10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Table with arrows</a:t>
            </a:r>
            <a:endParaRPr b="1" lang="en-US" sz="1600" spc="-1" strike="noStrike">
              <a:solidFill>
                <a:srgbClr val="000000"/>
              </a:solidFill>
              <a:latin typeface="Arial"/>
            </a:endParaRPr>
          </a:p>
        </p:txBody>
      </p:sp>
      <p:graphicFrame>
        <p:nvGraphicFramePr>
          <p:cNvPr id="7103" name=""/>
          <p:cNvGraphicFramePr/>
          <p:nvPr/>
        </p:nvGraphicFramePr>
        <p:xfrm>
          <a:off x="852480" y="2349360"/>
          <a:ext cx="7242120" cy="3571920"/>
        </p:xfrm>
        <a:graphic>
          <a:graphicData uri="http://schemas.openxmlformats.org/drawingml/2006/table">
            <a:tbl>
              <a:tblPr/>
              <a:tblGrid>
                <a:gridCol w="1728720"/>
                <a:gridCol w="919080"/>
                <a:gridCol w="919440"/>
                <a:gridCol w="919080"/>
                <a:gridCol w="919080"/>
                <a:gridCol w="917640"/>
                <a:gridCol w="919080"/>
              </a:tblGrid>
              <a:tr h="650880">
                <a:tc>
                  <a:txBody>
                    <a:bodyPr lIns="90000" rIns="90000" tIns="43200" bIns="43200" anchor="ctr">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9360">
                      <a:solidFill>
                        <a:srgbClr val="ffffff"/>
                      </a:solidFill>
                      <a:prstDash val="solid"/>
                    </a:lnT>
                    <a:lnB w="5760">
                      <a:solidFill>
                        <a:srgbClr val="8099cc"/>
                      </a:solidFill>
                      <a:prstDash val="solid"/>
                    </a:lnB>
                    <a:no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5760">
                      <a:solidFill>
                        <a:srgbClr val="8099cc"/>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44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0080">
                <a:tc>
                  <a:txBody>
                    <a:bodyPr lIns="90000" rIns="90000" tIns="43200" bIns="43200" anchor="ctr">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003399"/>
                      </a:solidFill>
                      <a:prstDash val="solid"/>
                    </a:lnR>
                    <a:lnT w="9360">
                      <a:solidFill>
                        <a:srgbClr val="ffffff"/>
                      </a:solidFill>
                      <a:prstDash val="solid"/>
                    </a:lnT>
                    <a:lnB w="5760">
                      <a:solidFill>
                        <a:srgbClr val="8099cc"/>
                      </a:solidFill>
                      <a:prstDash val="solid"/>
                    </a:lnB>
                    <a:solidFill>
                      <a:srgbClr val="8099cc"/>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
        <p:nvSpPr>
          <p:cNvPr id="7104" name="AutoShape 67"/>
          <p:cNvSpPr/>
          <p:nvPr/>
        </p:nvSpPr>
        <p:spPr>
          <a:xfrm flipV="1">
            <a:off x="2792520" y="3223440"/>
            <a:ext cx="569880" cy="352440"/>
          </a:xfrm>
          <a:prstGeom prst="upArrow">
            <a:avLst>
              <a:gd name="adj1" fmla="val 49880"/>
              <a:gd name="adj2" fmla="val 49801"/>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05" name="AutoShape 68"/>
          <p:cNvSpPr/>
          <p:nvPr/>
        </p:nvSpPr>
        <p:spPr>
          <a:xfrm rot="5400000">
            <a:off x="2770920" y="3953520"/>
            <a:ext cx="615960" cy="3254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06" name="AutoShape 69"/>
          <p:cNvSpPr/>
          <p:nvPr/>
        </p:nvSpPr>
        <p:spPr>
          <a:xfrm>
            <a:off x="2792520" y="467532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07" name="AutoShape 70"/>
          <p:cNvSpPr/>
          <p:nvPr/>
        </p:nvSpPr>
        <p:spPr>
          <a:xfrm>
            <a:off x="2792520" y="538488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08" name="AutoShape 71"/>
          <p:cNvSpPr/>
          <p:nvPr/>
        </p:nvSpPr>
        <p:spPr>
          <a:xfrm rot="5400000">
            <a:off x="3662280" y="3954240"/>
            <a:ext cx="615960" cy="32400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09" name="AutoShape 72"/>
          <p:cNvSpPr/>
          <p:nvPr/>
        </p:nvSpPr>
        <p:spPr>
          <a:xfrm>
            <a:off x="3686040" y="4675320"/>
            <a:ext cx="56844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0" name="AutoShape 73"/>
          <p:cNvSpPr/>
          <p:nvPr/>
        </p:nvSpPr>
        <p:spPr>
          <a:xfrm>
            <a:off x="3686040" y="5384880"/>
            <a:ext cx="56844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1" name="AutoShape 74"/>
          <p:cNvSpPr/>
          <p:nvPr/>
        </p:nvSpPr>
        <p:spPr>
          <a:xfrm rot="5400000">
            <a:off x="3662280" y="3238200"/>
            <a:ext cx="615960" cy="32400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2" name="AutoShape 75"/>
          <p:cNvSpPr/>
          <p:nvPr/>
        </p:nvSpPr>
        <p:spPr>
          <a:xfrm flipV="1">
            <a:off x="4619520" y="3223440"/>
            <a:ext cx="569880" cy="352440"/>
          </a:xfrm>
          <a:prstGeom prst="upArrow">
            <a:avLst>
              <a:gd name="adj1" fmla="val 49880"/>
              <a:gd name="adj2" fmla="val 49801"/>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3" name="AutoShape 76"/>
          <p:cNvSpPr/>
          <p:nvPr/>
        </p:nvSpPr>
        <p:spPr>
          <a:xfrm rot="5400000">
            <a:off x="5495040" y="3237480"/>
            <a:ext cx="615960" cy="3254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4" name="AutoShape 77"/>
          <p:cNvSpPr/>
          <p:nvPr/>
        </p:nvSpPr>
        <p:spPr>
          <a:xfrm flipV="1">
            <a:off x="6434280" y="3223440"/>
            <a:ext cx="566640" cy="352440"/>
          </a:xfrm>
          <a:prstGeom prst="upArrow">
            <a:avLst>
              <a:gd name="adj1" fmla="val 49880"/>
              <a:gd name="adj2" fmla="val 49801"/>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5" name="AutoShape 78"/>
          <p:cNvSpPr/>
          <p:nvPr/>
        </p:nvSpPr>
        <p:spPr>
          <a:xfrm flipV="1">
            <a:off x="7361280" y="3223440"/>
            <a:ext cx="569880" cy="352440"/>
          </a:xfrm>
          <a:prstGeom prst="upArrow">
            <a:avLst>
              <a:gd name="adj1" fmla="val 49880"/>
              <a:gd name="adj2" fmla="val 49801"/>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6" name="AutoShape 79"/>
          <p:cNvSpPr/>
          <p:nvPr/>
        </p:nvSpPr>
        <p:spPr>
          <a:xfrm rot="5400000">
            <a:off x="6410880" y="3953520"/>
            <a:ext cx="615960" cy="3254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7" name="AutoShape 80"/>
          <p:cNvSpPr/>
          <p:nvPr/>
        </p:nvSpPr>
        <p:spPr>
          <a:xfrm rot="5400000">
            <a:off x="7339680" y="3953520"/>
            <a:ext cx="615960" cy="3254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8" name="AutoShape 81"/>
          <p:cNvSpPr/>
          <p:nvPr/>
        </p:nvSpPr>
        <p:spPr>
          <a:xfrm>
            <a:off x="4621320" y="394020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19" name="AutoShape 82"/>
          <p:cNvSpPr/>
          <p:nvPr/>
        </p:nvSpPr>
        <p:spPr>
          <a:xfrm rot="5400000">
            <a:off x="4597920" y="5398200"/>
            <a:ext cx="615960" cy="3254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0" name="AutoShape 83"/>
          <p:cNvSpPr/>
          <p:nvPr/>
        </p:nvSpPr>
        <p:spPr>
          <a:xfrm rot="5400000">
            <a:off x="5493960" y="5397480"/>
            <a:ext cx="615960" cy="3272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1" name="AutoShape 84"/>
          <p:cNvSpPr/>
          <p:nvPr/>
        </p:nvSpPr>
        <p:spPr>
          <a:xfrm>
            <a:off x="6432480" y="538488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2" name="AutoShape 85"/>
          <p:cNvSpPr/>
          <p:nvPr/>
        </p:nvSpPr>
        <p:spPr>
          <a:xfrm>
            <a:off x="7362720" y="5384880"/>
            <a:ext cx="56844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3" name="AutoShape 86"/>
          <p:cNvSpPr/>
          <p:nvPr/>
        </p:nvSpPr>
        <p:spPr>
          <a:xfrm>
            <a:off x="4621320" y="467532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4" name="AutoShape 87"/>
          <p:cNvSpPr/>
          <p:nvPr/>
        </p:nvSpPr>
        <p:spPr>
          <a:xfrm>
            <a:off x="5518080" y="4675320"/>
            <a:ext cx="56844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5" name="AutoShape 88"/>
          <p:cNvSpPr/>
          <p:nvPr/>
        </p:nvSpPr>
        <p:spPr>
          <a:xfrm>
            <a:off x="6432480" y="467532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6" name="AutoShape 89"/>
          <p:cNvSpPr/>
          <p:nvPr/>
        </p:nvSpPr>
        <p:spPr>
          <a:xfrm>
            <a:off x="7361280" y="4675320"/>
            <a:ext cx="569880" cy="35244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7" name="AutoShape 90"/>
          <p:cNvSpPr/>
          <p:nvPr/>
        </p:nvSpPr>
        <p:spPr>
          <a:xfrm rot="5400000">
            <a:off x="5493960" y="3952800"/>
            <a:ext cx="615960" cy="3272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28" name="Text Box 91"/>
          <p:cNvSpPr/>
          <p:nvPr/>
        </p:nvSpPr>
        <p:spPr>
          <a:xfrm>
            <a:off x="6238800" y="1665360"/>
            <a:ext cx="671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Positive</a:t>
            </a:r>
            <a:endParaRPr b="1" lang="en-US" sz="1100" spc="-1" strike="noStrike">
              <a:solidFill>
                <a:srgbClr val="000000"/>
              </a:solidFill>
              <a:latin typeface="Arial"/>
            </a:endParaRPr>
          </a:p>
        </p:txBody>
      </p:sp>
      <p:sp>
        <p:nvSpPr>
          <p:cNvPr id="7129" name="Text Box 92"/>
          <p:cNvSpPr/>
          <p:nvPr/>
        </p:nvSpPr>
        <p:spPr>
          <a:xfrm>
            <a:off x="7142040" y="1665360"/>
            <a:ext cx="6318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Neutral</a:t>
            </a:r>
            <a:endParaRPr b="1" lang="en-US" sz="1100" spc="-1" strike="noStrike">
              <a:solidFill>
                <a:srgbClr val="000000"/>
              </a:solidFill>
              <a:latin typeface="Arial"/>
            </a:endParaRPr>
          </a:p>
        </p:txBody>
      </p:sp>
      <p:sp>
        <p:nvSpPr>
          <p:cNvPr id="7130" name="Text Box 93"/>
          <p:cNvSpPr/>
          <p:nvPr/>
        </p:nvSpPr>
        <p:spPr>
          <a:xfrm>
            <a:off x="8032320" y="1665360"/>
            <a:ext cx="7340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Negative</a:t>
            </a:r>
            <a:endParaRPr b="1" lang="en-US" sz="1100" spc="-1" strike="noStrike">
              <a:solidFill>
                <a:srgbClr val="000000"/>
              </a:solidFill>
              <a:latin typeface="Arial"/>
            </a:endParaRPr>
          </a:p>
        </p:txBody>
      </p:sp>
      <p:sp>
        <p:nvSpPr>
          <p:cNvPr id="7131" name="AutoShape 94"/>
          <p:cNvSpPr/>
          <p:nvPr/>
        </p:nvSpPr>
        <p:spPr>
          <a:xfrm>
            <a:off x="5938920" y="1684440"/>
            <a:ext cx="360360" cy="222120"/>
          </a:xfrm>
          <a:prstGeom prst="upArrow">
            <a:avLst>
              <a:gd name="adj1" fmla="val 49880"/>
              <a:gd name="adj2" fmla="val 49801"/>
            </a:avLst>
          </a:prstGeom>
          <a:solidFill>
            <a:srgbClr val="80cccc"/>
          </a:solidFill>
          <a:ln w="12600">
            <a:solidFill>
              <a:srgbClr val="003399"/>
            </a:solidFill>
            <a:miter/>
          </a:ln>
        </p:spPr>
        <p:style>
          <a:lnRef idx="0"/>
          <a:fillRef idx="0"/>
          <a:effectRef idx="0"/>
          <a:fontRef idx="minor"/>
        </p:style>
        <p:txBody>
          <a:bodyPr lIns="90360" rIns="90360" tIns="44280" bIns="4428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32" name="AutoShape 95"/>
          <p:cNvSpPr/>
          <p:nvPr/>
        </p:nvSpPr>
        <p:spPr>
          <a:xfrm rot="5400000">
            <a:off x="6850440" y="1692720"/>
            <a:ext cx="387360" cy="204840"/>
          </a:xfrm>
          <a:prstGeom prst="upArrow">
            <a:avLst>
              <a:gd name="adj1" fmla="val 49880"/>
              <a:gd name="adj2" fmla="val 49801"/>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33" name="AutoShape 96"/>
          <p:cNvSpPr/>
          <p:nvPr/>
        </p:nvSpPr>
        <p:spPr>
          <a:xfrm flipV="1">
            <a:off x="7763040" y="1683720"/>
            <a:ext cx="360360" cy="222120"/>
          </a:xfrm>
          <a:prstGeom prst="upArrow">
            <a:avLst>
              <a:gd name="adj1" fmla="val 49880"/>
              <a:gd name="adj2" fmla="val 49801"/>
            </a:avLst>
          </a:prstGeom>
          <a:solidFill>
            <a:srgbClr val="4066b2"/>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13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D4F5AF-127E-4EEF-9DDC-34279446362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13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Table with donuts</a:t>
            </a:r>
            <a:endParaRPr b="1" lang="en-US" sz="1600" spc="-1" strike="noStrike">
              <a:solidFill>
                <a:srgbClr val="000000"/>
              </a:solidFill>
              <a:latin typeface="Arial"/>
            </a:endParaRPr>
          </a:p>
        </p:txBody>
      </p:sp>
      <p:graphicFrame>
        <p:nvGraphicFramePr>
          <p:cNvPr id="7137" name=""/>
          <p:cNvGraphicFramePr/>
          <p:nvPr/>
        </p:nvGraphicFramePr>
        <p:xfrm>
          <a:off x="685800" y="2343240"/>
          <a:ext cx="7707240" cy="3606840"/>
        </p:xfrm>
        <a:graphic>
          <a:graphicData uri="http://schemas.openxmlformats.org/drawingml/2006/table">
            <a:tbl>
              <a:tblPr/>
              <a:tblGrid>
                <a:gridCol w="1395360"/>
                <a:gridCol w="1577880"/>
                <a:gridCol w="1578240"/>
                <a:gridCol w="1577880"/>
                <a:gridCol w="1577880"/>
              </a:tblGrid>
              <a:tr h="649080">
                <a:tc>
                  <a:txBody>
                    <a:bodyPr lIns="90000" rIns="90000" tIns="43200" bIns="43200" anchor="ctr" anchorCtr="1">
                      <a:noAutofit/>
                    </a:bodyPr>
                    <a:p>
                      <a:pPr algn="ctr">
                        <a:lnSpc>
                          <a:spcPct val="106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9360">
                      <a:solidFill>
                        <a:srgbClr val="ffffff"/>
                      </a:solidFill>
                      <a:prstDash val="solid"/>
                    </a:lnT>
                    <a:lnB w="5760">
                      <a:solidFill>
                        <a:srgbClr val="8099cc"/>
                      </a:solidFill>
                      <a:prstDash val="solid"/>
                    </a:lnB>
                    <a:noFill/>
                  </a:tcPr>
                </a:tc>
                <a:tc>
                  <a:txBody>
                    <a:bodyPr lIns="90000" rIns="90000" tIns="43200" bIns="43200" anchor="ctr" anchorCtr="1">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Company A</a:t>
                      </a:r>
                      <a:endParaRPr b="1" lang="en-US" sz="1000" spc="-1" strike="noStrike">
                        <a:solidFill>
                          <a:srgbClr val="000000"/>
                        </a:solidFill>
                        <a:latin typeface="Arial"/>
                      </a:endParaRPr>
                    </a:p>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00    01    02    03</a:t>
                      </a:r>
                      <a:endParaRPr b="1" lang="en-US" sz="1000" spc="-1" strike="noStrike">
                        <a:solidFill>
                          <a:srgbClr val="000000"/>
                        </a:solidFill>
                        <a:latin typeface="Arial"/>
                      </a:endParaRPr>
                    </a:p>
                  </a:txBody>
                  <a:tcPr anchor="ctr" marL="90000" marR="90000">
                    <a:lnL w="5760">
                      <a:solidFill>
                        <a:srgbClr val="8099cc"/>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chorCtr="1">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Company B</a:t>
                      </a:r>
                      <a:endParaRPr b="1" lang="en-US" sz="1000" spc="-1" strike="noStrike">
                        <a:solidFill>
                          <a:srgbClr val="000000"/>
                        </a:solidFill>
                        <a:latin typeface="Arial"/>
                      </a:endParaRPr>
                    </a:p>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00    01    02    03</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chorCtr="1">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Company C</a:t>
                      </a:r>
                      <a:endParaRPr b="1" lang="en-US" sz="1000" spc="-1" strike="noStrike">
                        <a:solidFill>
                          <a:srgbClr val="000000"/>
                        </a:solidFill>
                        <a:latin typeface="Arial"/>
                      </a:endParaRPr>
                    </a:p>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00    01    02    03</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3200" bIns="43200" anchor="ctr" anchorCtr="1">
                      <a:noAutofit/>
                    </a:bodyPr>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Company D</a:t>
                      </a:r>
                      <a:endParaRPr b="1" lang="en-US" sz="1000" spc="-1" strike="noStrike">
                        <a:solidFill>
                          <a:srgbClr val="000000"/>
                        </a:solidFill>
                        <a:latin typeface="Arial"/>
                      </a:endParaRPr>
                    </a:p>
                    <a:p>
                      <a:pPr algn="ctr">
                        <a:lnSpc>
                          <a:spcPct val="106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00    01    02    03</a:t>
                      </a:r>
                      <a:endParaRPr b="1" lang="en-US" sz="1000" spc="-1" strike="noStrike">
                        <a:solidFill>
                          <a:srgbClr val="000000"/>
                        </a:solidFill>
                        <a:latin typeface="Arial"/>
                      </a:endParaRPr>
                    </a:p>
                  </a:txBody>
                  <a:tcPr anchor="ctr" marL="90000" marR="90000">
                    <a:lnL w="93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2957760">
                <a:tc>
                  <a:txBody>
                    <a:bodyPr lIns="90000" rIns="90000" tIns="43200" bIns="43200" anchor="t">
                      <a:noAutofit/>
                    </a:bodyPr>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p>
                      <a:pPr>
                        <a:lnSpc>
                          <a:spcPct val="150000"/>
                        </a:lnSpc>
                        <a:spcBef>
                          <a:spcPts val="1001"/>
                        </a:spcBef>
                        <a:tabLst>
                          <a:tab algn="l" pos="0"/>
                          <a:tab algn="l" pos="5715000"/>
                          <a:tab algn="l" pos="6400800"/>
                          <a:tab algn="l" pos="7315200"/>
                          <a:tab algn="l" pos="8229600"/>
                          <a:tab algn="l" pos="9144000"/>
                          <a:tab algn="l" pos="10058400"/>
                        </a:tabLst>
                      </a:pPr>
                      <a:r>
                        <a:rPr b="1" lang="nl-NL" sz="1000" spc="-1" strike="noStrike">
                          <a:solidFill>
                            <a:srgbClr val="000000"/>
                          </a:solidFill>
                          <a:latin typeface="Arial"/>
                        </a:rPr>
                        <a:t>Criterium ..</a:t>
                      </a:r>
                      <a:endParaRPr b="1" lang="en-US" sz="1000" spc="-1" strike="noStrike">
                        <a:solidFill>
                          <a:srgbClr val="000000"/>
                        </a:solidFill>
                        <a:latin typeface="Arial"/>
                      </a:endParaRPr>
                    </a:p>
                  </a:txBody>
                  <a:tcPr anchor="t" marL="90000" marR="90000">
                    <a:lnL w="5760">
                      <a:solidFill>
                        <a:srgbClr val="8099cc"/>
                      </a:solidFill>
                      <a:prstDash val="solid"/>
                    </a:lnL>
                    <a:lnR w="5760">
                      <a:solidFill>
                        <a:srgbClr val="003399"/>
                      </a:solidFill>
                      <a:prstDash val="solid"/>
                    </a:lnR>
                    <a:lnT w="5760">
                      <a:solidFill>
                        <a:srgbClr val="8099cc"/>
                      </a:solidFill>
                      <a:prstDash val="solid"/>
                    </a:lnT>
                    <a:lnB w="5760">
                      <a:solidFill>
                        <a:srgbClr val="8099cc"/>
                      </a:solidFill>
                      <a:prstDash val="solid"/>
                    </a:lnB>
                    <a:solidFill>
                      <a:srgbClr val="8099cc"/>
                    </a:solidFill>
                  </a:tcPr>
                </a:tc>
                <a:tc>
                  <a:txBody>
                    <a:bodyPr lIns="90000" rIns="90000" tIns="43200" bIns="43200" anchor="ctr" anchorCtr="1">
                      <a:noAutofit/>
                    </a:bodyPr>
                    <a:p>
                      <a:pPr algn="ctr">
                        <a:lnSpc>
                          <a:spcPct val="150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50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50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3200" bIns="43200" anchor="ctr" anchorCtr="1">
                      <a:noAutofit/>
                    </a:bodyPr>
                    <a:p>
                      <a:pPr algn="ctr">
                        <a:lnSpc>
                          <a:spcPct val="150000"/>
                        </a:lnSpc>
                        <a:spcBef>
                          <a:spcPts val="901"/>
                        </a:spcBef>
                        <a:tabLst>
                          <a:tab algn="l" pos="0"/>
                          <a:tab algn="l" pos="57150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
        <p:nvSpPr>
          <p:cNvPr id="7138" name="Oval 32"/>
          <p:cNvSpPr/>
          <p:nvPr/>
        </p:nvSpPr>
        <p:spPr>
          <a:xfrm>
            <a:off x="2187720" y="567216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39" name="Oval 33"/>
          <p:cNvSpPr/>
          <p:nvPr/>
        </p:nvSpPr>
        <p:spPr>
          <a:xfrm>
            <a:off x="3389400" y="5672160"/>
            <a:ext cx="1872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40" name="Group 34"/>
          <p:cNvGrpSpPr/>
          <p:nvPr/>
        </p:nvGrpSpPr>
        <p:grpSpPr>
          <a:xfrm>
            <a:off x="2984400" y="5672160"/>
            <a:ext cx="185760" cy="199800"/>
            <a:chOff x="2984400" y="5672160"/>
            <a:chExt cx="185760" cy="199800"/>
          </a:xfrm>
        </p:grpSpPr>
        <p:sp>
          <p:nvSpPr>
            <p:cNvPr id="7141" name="Oval 35"/>
            <p:cNvSpPr/>
            <p:nvPr/>
          </p:nvSpPr>
          <p:spPr>
            <a:xfrm>
              <a:off x="2984400" y="567216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42" name="Oval 36"/>
            <p:cNvSpPr/>
            <p:nvPr/>
          </p:nvSpPr>
          <p:spPr>
            <a:xfrm>
              <a:off x="3015360" y="570528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43" name="Group 37"/>
          <p:cNvGrpSpPr/>
          <p:nvPr/>
        </p:nvGrpSpPr>
        <p:grpSpPr>
          <a:xfrm>
            <a:off x="2585880" y="5672160"/>
            <a:ext cx="185760" cy="199800"/>
            <a:chOff x="2585880" y="5672160"/>
            <a:chExt cx="185760" cy="199800"/>
          </a:xfrm>
        </p:grpSpPr>
        <p:sp>
          <p:nvSpPr>
            <p:cNvPr id="7144" name="Oval 38"/>
            <p:cNvSpPr/>
            <p:nvPr/>
          </p:nvSpPr>
          <p:spPr>
            <a:xfrm>
              <a:off x="2585880" y="567216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45" name="Oval 39"/>
            <p:cNvSpPr/>
            <p:nvPr/>
          </p:nvSpPr>
          <p:spPr>
            <a:xfrm>
              <a:off x="2647800" y="573876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46" name="Text Box 40"/>
          <p:cNvSpPr/>
          <p:nvPr/>
        </p:nvSpPr>
        <p:spPr>
          <a:xfrm>
            <a:off x="7008120" y="1611360"/>
            <a:ext cx="5695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strong</a:t>
            </a:r>
            <a:endParaRPr b="1" lang="en-US" sz="1100" spc="-1" strike="noStrike">
              <a:solidFill>
                <a:srgbClr val="000000"/>
              </a:solidFill>
              <a:latin typeface="Arial"/>
            </a:endParaRPr>
          </a:p>
        </p:txBody>
      </p:sp>
      <p:sp>
        <p:nvSpPr>
          <p:cNvPr id="7147" name="Text Box 41"/>
          <p:cNvSpPr/>
          <p:nvPr/>
        </p:nvSpPr>
        <p:spPr>
          <a:xfrm>
            <a:off x="7766640" y="1611360"/>
            <a:ext cx="50688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weak</a:t>
            </a:r>
            <a:endParaRPr b="1" lang="en-US" sz="1100" spc="-1" strike="noStrike">
              <a:solidFill>
                <a:srgbClr val="000000"/>
              </a:solidFill>
              <a:latin typeface="Arial"/>
            </a:endParaRPr>
          </a:p>
        </p:txBody>
      </p:sp>
      <p:sp>
        <p:nvSpPr>
          <p:cNvPr id="7148" name="Oval 42"/>
          <p:cNvSpPr/>
          <p:nvPr/>
        </p:nvSpPr>
        <p:spPr>
          <a:xfrm>
            <a:off x="6875640" y="163656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49" name="Oval 43"/>
          <p:cNvSpPr/>
          <p:nvPr/>
        </p:nvSpPr>
        <p:spPr>
          <a:xfrm>
            <a:off x="7631280" y="1636560"/>
            <a:ext cx="187200" cy="200160"/>
          </a:xfrm>
          <a:prstGeom prst="ellipse">
            <a:avLst/>
          </a:prstGeom>
          <a:solidFill>
            <a:srgbClr val="ffffff"/>
          </a:solid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50" name="Oval 44"/>
          <p:cNvSpPr/>
          <p:nvPr/>
        </p:nvSpPr>
        <p:spPr>
          <a:xfrm>
            <a:off x="2187720" y="517680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51" name="Oval 45"/>
          <p:cNvSpPr/>
          <p:nvPr/>
        </p:nvSpPr>
        <p:spPr>
          <a:xfrm>
            <a:off x="3389400" y="5176800"/>
            <a:ext cx="1872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52" name="Group 46"/>
          <p:cNvGrpSpPr/>
          <p:nvPr/>
        </p:nvGrpSpPr>
        <p:grpSpPr>
          <a:xfrm>
            <a:off x="2984400" y="5176800"/>
            <a:ext cx="185760" cy="199800"/>
            <a:chOff x="2984400" y="5176800"/>
            <a:chExt cx="185760" cy="199800"/>
          </a:xfrm>
        </p:grpSpPr>
        <p:sp>
          <p:nvSpPr>
            <p:cNvPr id="7153" name="Oval 47"/>
            <p:cNvSpPr/>
            <p:nvPr/>
          </p:nvSpPr>
          <p:spPr>
            <a:xfrm>
              <a:off x="2984400" y="517680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54" name="Oval 48"/>
            <p:cNvSpPr/>
            <p:nvPr/>
          </p:nvSpPr>
          <p:spPr>
            <a:xfrm>
              <a:off x="3015360" y="520992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55" name="Group 49"/>
          <p:cNvGrpSpPr/>
          <p:nvPr/>
        </p:nvGrpSpPr>
        <p:grpSpPr>
          <a:xfrm>
            <a:off x="2585880" y="5176800"/>
            <a:ext cx="185760" cy="199800"/>
            <a:chOff x="2585880" y="5176800"/>
            <a:chExt cx="185760" cy="199800"/>
          </a:xfrm>
        </p:grpSpPr>
        <p:sp>
          <p:nvSpPr>
            <p:cNvPr id="7156" name="Oval 50"/>
            <p:cNvSpPr/>
            <p:nvPr/>
          </p:nvSpPr>
          <p:spPr>
            <a:xfrm>
              <a:off x="2585880" y="517680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57" name="Oval 51"/>
            <p:cNvSpPr/>
            <p:nvPr/>
          </p:nvSpPr>
          <p:spPr>
            <a:xfrm>
              <a:off x="2647800" y="524340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58" name="Oval 52"/>
          <p:cNvSpPr/>
          <p:nvPr/>
        </p:nvSpPr>
        <p:spPr>
          <a:xfrm>
            <a:off x="2187720" y="482112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59" name="Oval 53"/>
          <p:cNvSpPr/>
          <p:nvPr/>
        </p:nvSpPr>
        <p:spPr>
          <a:xfrm>
            <a:off x="3389400" y="4821120"/>
            <a:ext cx="1872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60" name="Group 54"/>
          <p:cNvGrpSpPr/>
          <p:nvPr/>
        </p:nvGrpSpPr>
        <p:grpSpPr>
          <a:xfrm>
            <a:off x="2984400" y="4821120"/>
            <a:ext cx="185760" cy="199800"/>
            <a:chOff x="2984400" y="4821120"/>
            <a:chExt cx="185760" cy="199800"/>
          </a:xfrm>
        </p:grpSpPr>
        <p:sp>
          <p:nvSpPr>
            <p:cNvPr id="7161" name="Oval 55"/>
            <p:cNvSpPr/>
            <p:nvPr/>
          </p:nvSpPr>
          <p:spPr>
            <a:xfrm>
              <a:off x="2984400" y="48211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62" name="Oval 56"/>
            <p:cNvSpPr/>
            <p:nvPr/>
          </p:nvSpPr>
          <p:spPr>
            <a:xfrm>
              <a:off x="3015360" y="485424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63" name="Group 57"/>
          <p:cNvGrpSpPr/>
          <p:nvPr/>
        </p:nvGrpSpPr>
        <p:grpSpPr>
          <a:xfrm>
            <a:off x="2585880" y="4821120"/>
            <a:ext cx="185760" cy="199800"/>
            <a:chOff x="2585880" y="4821120"/>
            <a:chExt cx="185760" cy="199800"/>
          </a:xfrm>
        </p:grpSpPr>
        <p:sp>
          <p:nvSpPr>
            <p:cNvPr id="7164" name="Oval 58"/>
            <p:cNvSpPr/>
            <p:nvPr/>
          </p:nvSpPr>
          <p:spPr>
            <a:xfrm>
              <a:off x="2585880" y="48211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65" name="Oval 59"/>
            <p:cNvSpPr/>
            <p:nvPr/>
          </p:nvSpPr>
          <p:spPr>
            <a:xfrm>
              <a:off x="2647800" y="488772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66" name="Oval 60"/>
          <p:cNvSpPr/>
          <p:nvPr/>
        </p:nvSpPr>
        <p:spPr>
          <a:xfrm>
            <a:off x="2187720" y="446580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67" name="Oval 61"/>
          <p:cNvSpPr/>
          <p:nvPr/>
        </p:nvSpPr>
        <p:spPr>
          <a:xfrm>
            <a:off x="3389400" y="4465800"/>
            <a:ext cx="18720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68" name="Group 62"/>
          <p:cNvGrpSpPr/>
          <p:nvPr/>
        </p:nvGrpSpPr>
        <p:grpSpPr>
          <a:xfrm>
            <a:off x="2984400" y="4465800"/>
            <a:ext cx="185760" cy="199800"/>
            <a:chOff x="2984400" y="4465800"/>
            <a:chExt cx="185760" cy="199800"/>
          </a:xfrm>
        </p:grpSpPr>
        <p:sp>
          <p:nvSpPr>
            <p:cNvPr id="7169" name="Oval 63"/>
            <p:cNvSpPr/>
            <p:nvPr/>
          </p:nvSpPr>
          <p:spPr>
            <a:xfrm>
              <a:off x="2984400" y="446580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70" name="Oval 64"/>
            <p:cNvSpPr/>
            <p:nvPr/>
          </p:nvSpPr>
          <p:spPr>
            <a:xfrm>
              <a:off x="3015360" y="449892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71" name="Group 65"/>
          <p:cNvGrpSpPr/>
          <p:nvPr/>
        </p:nvGrpSpPr>
        <p:grpSpPr>
          <a:xfrm>
            <a:off x="2585880" y="4465800"/>
            <a:ext cx="185760" cy="199800"/>
            <a:chOff x="2585880" y="4465800"/>
            <a:chExt cx="185760" cy="199800"/>
          </a:xfrm>
        </p:grpSpPr>
        <p:sp>
          <p:nvSpPr>
            <p:cNvPr id="7172" name="Oval 66"/>
            <p:cNvSpPr/>
            <p:nvPr/>
          </p:nvSpPr>
          <p:spPr>
            <a:xfrm>
              <a:off x="2585880" y="446580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73" name="Oval 67"/>
            <p:cNvSpPr/>
            <p:nvPr/>
          </p:nvSpPr>
          <p:spPr>
            <a:xfrm>
              <a:off x="2647800" y="453240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74" name="Oval 68"/>
          <p:cNvSpPr/>
          <p:nvPr/>
        </p:nvSpPr>
        <p:spPr>
          <a:xfrm>
            <a:off x="2187720" y="413532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75" name="Oval 69"/>
          <p:cNvSpPr/>
          <p:nvPr/>
        </p:nvSpPr>
        <p:spPr>
          <a:xfrm>
            <a:off x="3389400" y="4135320"/>
            <a:ext cx="1872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76" name="Group 70"/>
          <p:cNvGrpSpPr/>
          <p:nvPr/>
        </p:nvGrpSpPr>
        <p:grpSpPr>
          <a:xfrm>
            <a:off x="2984400" y="4135320"/>
            <a:ext cx="185760" cy="199800"/>
            <a:chOff x="2984400" y="4135320"/>
            <a:chExt cx="185760" cy="199800"/>
          </a:xfrm>
        </p:grpSpPr>
        <p:sp>
          <p:nvSpPr>
            <p:cNvPr id="7177" name="Oval 71"/>
            <p:cNvSpPr/>
            <p:nvPr/>
          </p:nvSpPr>
          <p:spPr>
            <a:xfrm>
              <a:off x="2984400" y="41353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useBgFill="1">
          <p:nvSpPr>
            <p:cNvPr id="7178" name="Oval 72"/>
            <p:cNvSpPr/>
            <p:nvPr/>
          </p:nvSpPr>
          <p:spPr>
            <a:xfrm>
              <a:off x="3015360" y="4168440"/>
              <a:ext cx="123480" cy="133560"/>
            </a:xfrm>
            <a:prstGeom prst="ellipse">
              <a:avLst/>
            </a:prstGeom>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79" name="Group 73"/>
          <p:cNvGrpSpPr/>
          <p:nvPr/>
        </p:nvGrpSpPr>
        <p:grpSpPr>
          <a:xfrm>
            <a:off x="2585880" y="4135320"/>
            <a:ext cx="185760" cy="199800"/>
            <a:chOff x="2585880" y="4135320"/>
            <a:chExt cx="185760" cy="199800"/>
          </a:xfrm>
        </p:grpSpPr>
        <p:sp>
          <p:nvSpPr>
            <p:cNvPr id="7180" name="Oval 74"/>
            <p:cNvSpPr/>
            <p:nvPr/>
          </p:nvSpPr>
          <p:spPr>
            <a:xfrm>
              <a:off x="2585880" y="41353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81" name="Oval 75"/>
            <p:cNvSpPr/>
            <p:nvPr/>
          </p:nvSpPr>
          <p:spPr>
            <a:xfrm>
              <a:off x="2647800" y="420192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82" name="Oval 76"/>
          <p:cNvSpPr/>
          <p:nvPr/>
        </p:nvSpPr>
        <p:spPr>
          <a:xfrm>
            <a:off x="2187720" y="37609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83" name="Oval 77"/>
          <p:cNvSpPr/>
          <p:nvPr/>
        </p:nvSpPr>
        <p:spPr>
          <a:xfrm>
            <a:off x="3389400" y="3760920"/>
            <a:ext cx="18720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84" name="Group 78"/>
          <p:cNvGrpSpPr/>
          <p:nvPr/>
        </p:nvGrpSpPr>
        <p:grpSpPr>
          <a:xfrm>
            <a:off x="2984400" y="3760920"/>
            <a:ext cx="185760" cy="199800"/>
            <a:chOff x="2984400" y="3760920"/>
            <a:chExt cx="185760" cy="199800"/>
          </a:xfrm>
        </p:grpSpPr>
        <p:sp>
          <p:nvSpPr>
            <p:cNvPr id="7185" name="Oval 79"/>
            <p:cNvSpPr/>
            <p:nvPr/>
          </p:nvSpPr>
          <p:spPr>
            <a:xfrm>
              <a:off x="2984400" y="37609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86" name="Oval 80"/>
            <p:cNvSpPr/>
            <p:nvPr/>
          </p:nvSpPr>
          <p:spPr>
            <a:xfrm>
              <a:off x="3015360" y="379404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87" name="Group 81"/>
          <p:cNvGrpSpPr/>
          <p:nvPr/>
        </p:nvGrpSpPr>
        <p:grpSpPr>
          <a:xfrm>
            <a:off x="2585880" y="3760920"/>
            <a:ext cx="185760" cy="199800"/>
            <a:chOff x="2585880" y="3760920"/>
            <a:chExt cx="185760" cy="199800"/>
          </a:xfrm>
        </p:grpSpPr>
        <p:sp>
          <p:nvSpPr>
            <p:cNvPr id="7188" name="Oval 82"/>
            <p:cNvSpPr/>
            <p:nvPr/>
          </p:nvSpPr>
          <p:spPr>
            <a:xfrm>
              <a:off x="2585880" y="37609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89" name="Oval 83"/>
            <p:cNvSpPr/>
            <p:nvPr/>
          </p:nvSpPr>
          <p:spPr>
            <a:xfrm>
              <a:off x="2647800" y="382752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90" name="Oval 84"/>
          <p:cNvSpPr/>
          <p:nvPr/>
        </p:nvSpPr>
        <p:spPr>
          <a:xfrm>
            <a:off x="2187720" y="341784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91" name="Oval 85"/>
          <p:cNvSpPr/>
          <p:nvPr/>
        </p:nvSpPr>
        <p:spPr>
          <a:xfrm>
            <a:off x="3389400" y="3417840"/>
            <a:ext cx="1872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192" name="Group 86"/>
          <p:cNvGrpSpPr/>
          <p:nvPr/>
        </p:nvGrpSpPr>
        <p:grpSpPr>
          <a:xfrm>
            <a:off x="2984400" y="3417840"/>
            <a:ext cx="185760" cy="199800"/>
            <a:chOff x="2984400" y="3417840"/>
            <a:chExt cx="185760" cy="199800"/>
          </a:xfrm>
        </p:grpSpPr>
        <p:sp>
          <p:nvSpPr>
            <p:cNvPr id="7193" name="Oval 87"/>
            <p:cNvSpPr/>
            <p:nvPr/>
          </p:nvSpPr>
          <p:spPr>
            <a:xfrm>
              <a:off x="2984400" y="341784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94" name="Oval 88"/>
            <p:cNvSpPr/>
            <p:nvPr/>
          </p:nvSpPr>
          <p:spPr>
            <a:xfrm>
              <a:off x="3015360" y="345096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195" name="Group 89"/>
          <p:cNvGrpSpPr/>
          <p:nvPr/>
        </p:nvGrpSpPr>
        <p:grpSpPr>
          <a:xfrm>
            <a:off x="2585880" y="3417840"/>
            <a:ext cx="185760" cy="199800"/>
            <a:chOff x="2585880" y="3417840"/>
            <a:chExt cx="185760" cy="199800"/>
          </a:xfrm>
        </p:grpSpPr>
        <p:sp>
          <p:nvSpPr>
            <p:cNvPr id="7196" name="Oval 90"/>
            <p:cNvSpPr/>
            <p:nvPr/>
          </p:nvSpPr>
          <p:spPr>
            <a:xfrm>
              <a:off x="2585880" y="341784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97" name="Oval 91"/>
            <p:cNvSpPr/>
            <p:nvPr/>
          </p:nvSpPr>
          <p:spPr>
            <a:xfrm>
              <a:off x="2647800" y="348444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198" name="Oval 92"/>
          <p:cNvSpPr/>
          <p:nvPr/>
        </p:nvSpPr>
        <p:spPr>
          <a:xfrm>
            <a:off x="2187720" y="310032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199" name="Oval 93"/>
          <p:cNvSpPr/>
          <p:nvPr/>
        </p:nvSpPr>
        <p:spPr>
          <a:xfrm>
            <a:off x="3389400" y="3100320"/>
            <a:ext cx="1872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00" name="Group 94"/>
          <p:cNvGrpSpPr/>
          <p:nvPr/>
        </p:nvGrpSpPr>
        <p:grpSpPr>
          <a:xfrm>
            <a:off x="2984400" y="3100320"/>
            <a:ext cx="185760" cy="199800"/>
            <a:chOff x="2984400" y="3100320"/>
            <a:chExt cx="185760" cy="199800"/>
          </a:xfrm>
        </p:grpSpPr>
        <p:sp>
          <p:nvSpPr>
            <p:cNvPr id="7201" name="Oval 95"/>
            <p:cNvSpPr/>
            <p:nvPr/>
          </p:nvSpPr>
          <p:spPr>
            <a:xfrm>
              <a:off x="2984400" y="31003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02" name="Oval 96"/>
            <p:cNvSpPr/>
            <p:nvPr/>
          </p:nvSpPr>
          <p:spPr>
            <a:xfrm>
              <a:off x="3015360" y="3133440"/>
              <a:ext cx="12348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03" name="Group 97"/>
          <p:cNvGrpSpPr/>
          <p:nvPr/>
        </p:nvGrpSpPr>
        <p:grpSpPr>
          <a:xfrm>
            <a:off x="2585880" y="3100320"/>
            <a:ext cx="185760" cy="199800"/>
            <a:chOff x="2585880" y="3100320"/>
            <a:chExt cx="185760" cy="199800"/>
          </a:xfrm>
        </p:grpSpPr>
        <p:sp>
          <p:nvSpPr>
            <p:cNvPr id="7204" name="Oval 98"/>
            <p:cNvSpPr/>
            <p:nvPr/>
          </p:nvSpPr>
          <p:spPr>
            <a:xfrm>
              <a:off x="2585880" y="31003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05" name="Oval 99"/>
            <p:cNvSpPr/>
            <p:nvPr/>
          </p:nvSpPr>
          <p:spPr>
            <a:xfrm>
              <a:off x="2647800" y="3166920"/>
              <a:ext cx="6192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06" name="Oval 100"/>
          <p:cNvSpPr/>
          <p:nvPr/>
        </p:nvSpPr>
        <p:spPr>
          <a:xfrm>
            <a:off x="3781440" y="5672160"/>
            <a:ext cx="1857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07" name="Oval 101"/>
          <p:cNvSpPr/>
          <p:nvPr/>
        </p:nvSpPr>
        <p:spPr>
          <a:xfrm>
            <a:off x="4984920" y="5672160"/>
            <a:ext cx="1854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08" name="Group 102"/>
          <p:cNvGrpSpPr/>
          <p:nvPr/>
        </p:nvGrpSpPr>
        <p:grpSpPr>
          <a:xfrm>
            <a:off x="4579920" y="5672160"/>
            <a:ext cx="184320" cy="199800"/>
            <a:chOff x="4579920" y="5672160"/>
            <a:chExt cx="184320" cy="199800"/>
          </a:xfrm>
        </p:grpSpPr>
        <p:sp>
          <p:nvSpPr>
            <p:cNvPr id="7209" name="Oval 103"/>
            <p:cNvSpPr/>
            <p:nvPr/>
          </p:nvSpPr>
          <p:spPr>
            <a:xfrm>
              <a:off x="4579920" y="567216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10" name="Oval 104"/>
            <p:cNvSpPr/>
            <p:nvPr/>
          </p:nvSpPr>
          <p:spPr>
            <a:xfrm>
              <a:off x="4610520" y="570528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11" name="Group 105"/>
          <p:cNvGrpSpPr/>
          <p:nvPr/>
        </p:nvGrpSpPr>
        <p:grpSpPr>
          <a:xfrm>
            <a:off x="4181400" y="5672160"/>
            <a:ext cx="184320" cy="199800"/>
            <a:chOff x="4181400" y="5672160"/>
            <a:chExt cx="184320" cy="199800"/>
          </a:xfrm>
        </p:grpSpPr>
        <p:sp>
          <p:nvSpPr>
            <p:cNvPr id="7212" name="Oval 106"/>
            <p:cNvSpPr/>
            <p:nvPr/>
          </p:nvSpPr>
          <p:spPr>
            <a:xfrm>
              <a:off x="4181400" y="567216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13" name="Oval 107"/>
            <p:cNvSpPr/>
            <p:nvPr/>
          </p:nvSpPr>
          <p:spPr>
            <a:xfrm>
              <a:off x="4242600" y="573876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14" name="Oval 108"/>
          <p:cNvSpPr/>
          <p:nvPr/>
        </p:nvSpPr>
        <p:spPr>
          <a:xfrm>
            <a:off x="3781440" y="5176800"/>
            <a:ext cx="1857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15" name="Oval 109"/>
          <p:cNvSpPr/>
          <p:nvPr/>
        </p:nvSpPr>
        <p:spPr>
          <a:xfrm>
            <a:off x="4984920" y="5176800"/>
            <a:ext cx="1854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16" name="Group 110"/>
          <p:cNvGrpSpPr/>
          <p:nvPr/>
        </p:nvGrpSpPr>
        <p:grpSpPr>
          <a:xfrm>
            <a:off x="4579920" y="5176800"/>
            <a:ext cx="184320" cy="199800"/>
            <a:chOff x="4579920" y="5176800"/>
            <a:chExt cx="184320" cy="199800"/>
          </a:xfrm>
        </p:grpSpPr>
        <p:sp>
          <p:nvSpPr>
            <p:cNvPr id="7217" name="Oval 111"/>
            <p:cNvSpPr/>
            <p:nvPr/>
          </p:nvSpPr>
          <p:spPr>
            <a:xfrm>
              <a:off x="4579920" y="5176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18" name="Oval 112"/>
            <p:cNvSpPr/>
            <p:nvPr/>
          </p:nvSpPr>
          <p:spPr>
            <a:xfrm>
              <a:off x="4610520" y="520992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19" name="Group 113"/>
          <p:cNvGrpSpPr/>
          <p:nvPr/>
        </p:nvGrpSpPr>
        <p:grpSpPr>
          <a:xfrm>
            <a:off x="4181400" y="5176800"/>
            <a:ext cx="184320" cy="199800"/>
            <a:chOff x="4181400" y="5176800"/>
            <a:chExt cx="184320" cy="199800"/>
          </a:xfrm>
        </p:grpSpPr>
        <p:sp>
          <p:nvSpPr>
            <p:cNvPr id="7220" name="Oval 114"/>
            <p:cNvSpPr/>
            <p:nvPr/>
          </p:nvSpPr>
          <p:spPr>
            <a:xfrm>
              <a:off x="4181400" y="5176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21" name="Oval 115"/>
            <p:cNvSpPr/>
            <p:nvPr/>
          </p:nvSpPr>
          <p:spPr>
            <a:xfrm>
              <a:off x="4242600" y="524340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22" name="Oval 116"/>
          <p:cNvSpPr/>
          <p:nvPr/>
        </p:nvSpPr>
        <p:spPr>
          <a:xfrm>
            <a:off x="3781440" y="4821120"/>
            <a:ext cx="1857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23" name="Oval 117"/>
          <p:cNvSpPr/>
          <p:nvPr/>
        </p:nvSpPr>
        <p:spPr>
          <a:xfrm>
            <a:off x="4984920" y="4821120"/>
            <a:ext cx="1854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24" name="Group 118"/>
          <p:cNvGrpSpPr/>
          <p:nvPr/>
        </p:nvGrpSpPr>
        <p:grpSpPr>
          <a:xfrm>
            <a:off x="4579920" y="4821120"/>
            <a:ext cx="184320" cy="199800"/>
            <a:chOff x="4579920" y="4821120"/>
            <a:chExt cx="184320" cy="199800"/>
          </a:xfrm>
        </p:grpSpPr>
        <p:sp>
          <p:nvSpPr>
            <p:cNvPr id="7225" name="Oval 119"/>
            <p:cNvSpPr/>
            <p:nvPr/>
          </p:nvSpPr>
          <p:spPr>
            <a:xfrm>
              <a:off x="4579920" y="48211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26" name="Oval 120"/>
            <p:cNvSpPr/>
            <p:nvPr/>
          </p:nvSpPr>
          <p:spPr>
            <a:xfrm>
              <a:off x="4610520" y="48542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27" name="Group 121"/>
          <p:cNvGrpSpPr/>
          <p:nvPr/>
        </p:nvGrpSpPr>
        <p:grpSpPr>
          <a:xfrm>
            <a:off x="4181400" y="4821120"/>
            <a:ext cx="184320" cy="199800"/>
            <a:chOff x="4181400" y="4821120"/>
            <a:chExt cx="184320" cy="199800"/>
          </a:xfrm>
        </p:grpSpPr>
        <p:sp>
          <p:nvSpPr>
            <p:cNvPr id="7228" name="Oval 122"/>
            <p:cNvSpPr/>
            <p:nvPr/>
          </p:nvSpPr>
          <p:spPr>
            <a:xfrm>
              <a:off x="4181400" y="48211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29" name="Oval 123"/>
            <p:cNvSpPr/>
            <p:nvPr/>
          </p:nvSpPr>
          <p:spPr>
            <a:xfrm>
              <a:off x="4242600" y="48877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30" name="Oval 124"/>
          <p:cNvSpPr/>
          <p:nvPr/>
        </p:nvSpPr>
        <p:spPr>
          <a:xfrm>
            <a:off x="3781440" y="446580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31" name="Oval 125"/>
          <p:cNvSpPr/>
          <p:nvPr/>
        </p:nvSpPr>
        <p:spPr>
          <a:xfrm>
            <a:off x="4984920" y="4465800"/>
            <a:ext cx="18540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32" name="Group 126"/>
          <p:cNvGrpSpPr/>
          <p:nvPr/>
        </p:nvGrpSpPr>
        <p:grpSpPr>
          <a:xfrm>
            <a:off x="4579920" y="4465800"/>
            <a:ext cx="184320" cy="199800"/>
            <a:chOff x="4579920" y="4465800"/>
            <a:chExt cx="184320" cy="199800"/>
          </a:xfrm>
        </p:grpSpPr>
        <p:sp>
          <p:nvSpPr>
            <p:cNvPr id="7233" name="Oval 127"/>
            <p:cNvSpPr/>
            <p:nvPr/>
          </p:nvSpPr>
          <p:spPr>
            <a:xfrm>
              <a:off x="4579920" y="4465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34" name="Oval 128"/>
            <p:cNvSpPr/>
            <p:nvPr/>
          </p:nvSpPr>
          <p:spPr>
            <a:xfrm>
              <a:off x="4610520" y="449892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35" name="Group 129"/>
          <p:cNvGrpSpPr/>
          <p:nvPr/>
        </p:nvGrpSpPr>
        <p:grpSpPr>
          <a:xfrm>
            <a:off x="4181400" y="4465800"/>
            <a:ext cx="184320" cy="199800"/>
            <a:chOff x="4181400" y="4465800"/>
            <a:chExt cx="184320" cy="199800"/>
          </a:xfrm>
        </p:grpSpPr>
        <p:sp>
          <p:nvSpPr>
            <p:cNvPr id="7236" name="Oval 130"/>
            <p:cNvSpPr/>
            <p:nvPr/>
          </p:nvSpPr>
          <p:spPr>
            <a:xfrm>
              <a:off x="4181400" y="4465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37" name="Oval 131"/>
            <p:cNvSpPr/>
            <p:nvPr/>
          </p:nvSpPr>
          <p:spPr>
            <a:xfrm>
              <a:off x="4242600" y="453240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38" name="Oval 132"/>
          <p:cNvSpPr/>
          <p:nvPr/>
        </p:nvSpPr>
        <p:spPr>
          <a:xfrm>
            <a:off x="3781440" y="4135320"/>
            <a:ext cx="1857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39" name="Oval 133"/>
          <p:cNvSpPr/>
          <p:nvPr/>
        </p:nvSpPr>
        <p:spPr>
          <a:xfrm>
            <a:off x="4984920" y="4135320"/>
            <a:ext cx="1854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40" name="Group 134"/>
          <p:cNvGrpSpPr/>
          <p:nvPr/>
        </p:nvGrpSpPr>
        <p:grpSpPr>
          <a:xfrm>
            <a:off x="4579920" y="4135320"/>
            <a:ext cx="184320" cy="199800"/>
            <a:chOff x="4579920" y="4135320"/>
            <a:chExt cx="184320" cy="199800"/>
          </a:xfrm>
        </p:grpSpPr>
        <p:sp>
          <p:nvSpPr>
            <p:cNvPr id="7241" name="Oval 135"/>
            <p:cNvSpPr/>
            <p:nvPr/>
          </p:nvSpPr>
          <p:spPr>
            <a:xfrm>
              <a:off x="4579920" y="4135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42" name="Oval 136"/>
            <p:cNvSpPr/>
            <p:nvPr/>
          </p:nvSpPr>
          <p:spPr>
            <a:xfrm>
              <a:off x="4610520" y="41684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43" name="Group 137"/>
          <p:cNvGrpSpPr/>
          <p:nvPr/>
        </p:nvGrpSpPr>
        <p:grpSpPr>
          <a:xfrm>
            <a:off x="4181400" y="4135320"/>
            <a:ext cx="184320" cy="199800"/>
            <a:chOff x="4181400" y="4135320"/>
            <a:chExt cx="184320" cy="199800"/>
          </a:xfrm>
        </p:grpSpPr>
        <p:sp>
          <p:nvSpPr>
            <p:cNvPr id="7244" name="Oval 138"/>
            <p:cNvSpPr/>
            <p:nvPr/>
          </p:nvSpPr>
          <p:spPr>
            <a:xfrm>
              <a:off x="4181400" y="4135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45" name="Oval 139"/>
            <p:cNvSpPr/>
            <p:nvPr/>
          </p:nvSpPr>
          <p:spPr>
            <a:xfrm>
              <a:off x="4242600" y="42019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46" name="Oval 140"/>
          <p:cNvSpPr/>
          <p:nvPr/>
        </p:nvSpPr>
        <p:spPr>
          <a:xfrm>
            <a:off x="3781440" y="3760920"/>
            <a:ext cx="1857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47" name="Oval 141"/>
          <p:cNvSpPr/>
          <p:nvPr/>
        </p:nvSpPr>
        <p:spPr>
          <a:xfrm>
            <a:off x="4984920" y="3760920"/>
            <a:ext cx="18540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48" name="Group 142"/>
          <p:cNvGrpSpPr/>
          <p:nvPr/>
        </p:nvGrpSpPr>
        <p:grpSpPr>
          <a:xfrm>
            <a:off x="4579920" y="3760920"/>
            <a:ext cx="184320" cy="199800"/>
            <a:chOff x="4579920" y="3760920"/>
            <a:chExt cx="184320" cy="199800"/>
          </a:xfrm>
        </p:grpSpPr>
        <p:sp>
          <p:nvSpPr>
            <p:cNvPr id="7249" name="Oval 143"/>
            <p:cNvSpPr/>
            <p:nvPr/>
          </p:nvSpPr>
          <p:spPr>
            <a:xfrm>
              <a:off x="4579920" y="37609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50" name="Oval 144"/>
            <p:cNvSpPr/>
            <p:nvPr/>
          </p:nvSpPr>
          <p:spPr>
            <a:xfrm>
              <a:off x="4610520" y="37940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51" name="Group 145"/>
          <p:cNvGrpSpPr/>
          <p:nvPr/>
        </p:nvGrpSpPr>
        <p:grpSpPr>
          <a:xfrm>
            <a:off x="4181400" y="3760920"/>
            <a:ext cx="184320" cy="199800"/>
            <a:chOff x="4181400" y="3760920"/>
            <a:chExt cx="184320" cy="199800"/>
          </a:xfrm>
        </p:grpSpPr>
        <p:sp>
          <p:nvSpPr>
            <p:cNvPr id="7252" name="Oval 146"/>
            <p:cNvSpPr/>
            <p:nvPr/>
          </p:nvSpPr>
          <p:spPr>
            <a:xfrm>
              <a:off x="4181400" y="37609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53" name="Oval 147"/>
            <p:cNvSpPr/>
            <p:nvPr/>
          </p:nvSpPr>
          <p:spPr>
            <a:xfrm>
              <a:off x="4242600" y="38275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54" name="Oval 148"/>
          <p:cNvSpPr/>
          <p:nvPr/>
        </p:nvSpPr>
        <p:spPr>
          <a:xfrm>
            <a:off x="3781440" y="3417840"/>
            <a:ext cx="1857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55" name="Oval 149"/>
          <p:cNvSpPr/>
          <p:nvPr/>
        </p:nvSpPr>
        <p:spPr>
          <a:xfrm>
            <a:off x="4984920" y="3417840"/>
            <a:ext cx="1854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56" name="Group 150"/>
          <p:cNvGrpSpPr/>
          <p:nvPr/>
        </p:nvGrpSpPr>
        <p:grpSpPr>
          <a:xfrm>
            <a:off x="4579920" y="3417840"/>
            <a:ext cx="184320" cy="199800"/>
            <a:chOff x="4579920" y="3417840"/>
            <a:chExt cx="184320" cy="199800"/>
          </a:xfrm>
        </p:grpSpPr>
        <p:sp>
          <p:nvSpPr>
            <p:cNvPr id="7257" name="Oval 151"/>
            <p:cNvSpPr/>
            <p:nvPr/>
          </p:nvSpPr>
          <p:spPr>
            <a:xfrm>
              <a:off x="4579920" y="341784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58" name="Oval 152"/>
            <p:cNvSpPr/>
            <p:nvPr/>
          </p:nvSpPr>
          <p:spPr>
            <a:xfrm>
              <a:off x="4610520" y="345096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59" name="Group 153"/>
          <p:cNvGrpSpPr/>
          <p:nvPr/>
        </p:nvGrpSpPr>
        <p:grpSpPr>
          <a:xfrm>
            <a:off x="4181400" y="3417840"/>
            <a:ext cx="184320" cy="199800"/>
            <a:chOff x="4181400" y="3417840"/>
            <a:chExt cx="184320" cy="199800"/>
          </a:xfrm>
        </p:grpSpPr>
        <p:sp>
          <p:nvSpPr>
            <p:cNvPr id="7260" name="Oval 154"/>
            <p:cNvSpPr/>
            <p:nvPr/>
          </p:nvSpPr>
          <p:spPr>
            <a:xfrm>
              <a:off x="4181400" y="341784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61" name="Oval 155"/>
            <p:cNvSpPr/>
            <p:nvPr/>
          </p:nvSpPr>
          <p:spPr>
            <a:xfrm>
              <a:off x="4242600" y="348444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62" name="Oval 156"/>
          <p:cNvSpPr/>
          <p:nvPr/>
        </p:nvSpPr>
        <p:spPr>
          <a:xfrm>
            <a:off x="3781440" y="3100320"/>
            <a:ext cx="1857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63" name="Oval 157"/>
          <p:cNvSpPr/>
          <p:nvPr/>
        </p:nvSpPr>
        <p:spPr>
          <a:xfrm>
            <a:off x="4984920" y="3100320"/>
            <a:ext cx="18540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64" name="Group 158"/>
          <p:cNvGrpSpPr/>
          <p:nvPr/>
        </p:nvGrpSpPr>
        <p:grpSpPr>
          <a:xfrm>
            <a:off x="4579920" y="3100320"/>
            <a:ext cx="184320" cy="199800"/>
            <a:chOff x="4579920" y="3100320"/>
            <a:chExt cx="184320" cy="199800"/>
          </a:xfrm>
        </p:grpSpPr>
        <p:sp>
          <p:nvSpPr>
            <p:cNvPr id="7265" name="Oval 159"/>
            <p:cNvSpPr/>
            <p:nvPr/>
          </p:nvSpPr>
          <p:spPr>
            <a:xfrm>
              <a:off x="4579920" y="3100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66" name="Oval 160"/>
            <p:cNvSpPr/>
            <p:nvPr/>
          </p:nvSpPr>
          <p:spPr>
            <a:xfrm>
              <a:off x="4610520" y="31334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67" name="Group 161"/>
          <p:cNvGrpSpPr/>
          <p:nvPr/>
        </p:nvGrpSpPr>
        <p:grpSpPr>
          <a:xfrm>
            <a:off x="4181400" y="3100320"/>
            <a:ext cx="184320" cy="199800"/>
            <a:chOff x="4181400" y="3100320"/>
            <a:chExt cx="184320" cy="199800"/>
          </a:xfrm>
        </p:grpSpPr>
        <p:sp>
          <p:nvSpPr>
            <p:cNvPr id="7268" name="Oval 162"/>
            <p:cNvSpPr/>
            <p:nvPr/>
          </p:nvSpPr>
          <p:spPr>
            <a:xfrm>
              <a:off x="4181400" y="3100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69" name="Oval 163"/>
            <p:cNvSpPr/>
            <p:nvPr/>
          </p:nvSpPr>
          <p:spPr>
            <a:xfrm>
              <a:off x="4242600" y="31669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70" name="Oval 164"/>
          <p:cNvSpPr/>
          <p:nvPr/>
        </p:nvSpPr>
        <p:spPr>
          <a:xfrm>
            <a:off x="5353200" y="567216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71" name="Oval 165"/>
          <p:cNvSpPr/>
          <p:nvPr/>
        </p:nvSpPr>
        <p:spPr>
          <a:xfrm>
            <a:off x="6554880" y="567216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72" name="Group 166"/>
          <p:cNvGrpSpPr/>
          <p:nvPr/>
        </p:nvGrpSpPr>
        <p:grpSpPr>
          <a:xfrm>
            <a:off x="6149880" y="5672160"/>
            <a:ext cx="184320" cy="199800"/>
            <a:chOff x="6149880" y="5672160"/>
            <a:chExt cx="184320" cy="199800"/>
          </a:xfrm>
        </p:grpSpPr>
        <p:sp>
          <p:nvSpPr>
            <p:cNvPr id="7273" name="Oval 167"/>
            <p:cNvSpPr/>
            <p:nvPr/>
          </p:nvSpPr>
          <p:spPr>
            <a:xfrm>
              <a:off x="6149880" y="567216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74" name="Oval 168"/>
            <p:cNvSpPr/>
            <p:nvPr/>
          </p:nvSpPr>
          <p:spPr>
            <a:xfrm>
              <a:off x="6180480" y="570528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75" name="Group 169"/>
          <p:cNvGrpSpPr/>
          <p:nvPr/>
        </p:nvGrpSpPr>
        <p:grpSpPr>
          <a:xfrm>
            <a:off x="5751360" y="5672160"/>
            <a:ext cx="184320" cy="199800"/>
            <a:chOff x="5751360" y="5672160"/>
            <a:chExt cx="184320" cy="199800"/>
          </a:xfrm>
        </p:grpSpPr>
        <p:sp>
          <p:nvSpPr>
            <p:cNvPr id="7276" name="Oval 170"/>
            <p:cNvSpPr/>
            <p:nvPr/>
          </p:nvSpPr>
          <p:spPr>
            <a:xfrm>
              <a:off x="5751360" y="567216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77" name="Oval 171"/>
            <p:cNvSpPr/>
            <p:nvPr/>
          </p:nvSpPr>
          <p:spPr>
            <a:xfrm>
              <a:off x="5812560" y="573876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78" name="Oval 172"/>
          <p:cNvSpPr/>
          <p:nvPr/>
        </p:nvSpPr>
        <p:spPr>
          <a:xfrm>
            <a:off x="5353200" y="517680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79" name="Oval 173"/>
          <p:cNvSpPr/>
          <p:nvPr/>
        </p:nvSpPr>
        <p:spPr>
          <a:xfrm>
            <a:off x="6554880" y="517680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80" name="Group 174"/>
          <p:cNvGrpSpPr/>
          <p:nvPr/>
        </p:nvGrpSpPr>
        <p:grpSpPr>
          <a:xfrm>
            <a:off x="6149880" y="5176800"/>
            <a:ext cx="184320" cy="199800"/>
            <a:chOff x="6149880" y="5176800"/>
            <a:chExt cx="184320" cy="199800"/>
          </a:xfrm>
        </p:grpSpPr>
        <p:sp>
          <p:nvSpPr>
            <p:cNvPr id="7281" name="Oval 175"/>
            <p:cNvSpPr/>
            <p:nvPr/>
          </p:nvSpPr>
          <p:spPr>
            <a:xfrm>
              <a:off x="6149880" y="5176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82" name="Oval 176"/>
            <p:cNvSpPr/>
            <p:nvPr/>
          </p:nvSpPr>
          <p:spPr>
            <a:xfrm>
              <a:off x="6180480" y="520992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83" name="Group 177"/>
          <p:cNvGrpSpPr/>
          <p:nvPr/>
        </p:nvGrpSpPr>
        <p:grpSpPr>
          <a:xfrm>
            <a:off x="5751360" y="5176800"/>
            <a:ext cx="184320" cy="199800"/>
            <a:chOff x="5751360" y="5176800"/>
            <a:chExt cx="184320" cy="199800"/>
          </a:xfrm>
        </p:grpSpPr>
        <p:sp>
          <p:nvSpPr>
            <p:cNvPr id="7284" name="Oval 178"/>
            <p:cNvSpPr/>
            <p:nvPr/>
          </p:nvSpPr>
          <p:spPr>
            <a:xfrm>
              <a:off x="5751360" y="5176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85" name="Oval 179"/>
            <p:cNvSpPr/>
            <p:nvPr/>
          </p:nvSpPr>
          <p:spPr>
            <a:xfrm>
              <a:off x="5812560" y="524340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86" name="Oval 180"/>
          <p:cNvSpPr/>
          <p:nvPr/>
        </p:nvSpPr>
        <p:spPr>
          <a:xfrm>
            <a:off x="5353200" y="482112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87" name="Oval 181"/>
          <p:cNvSpPr/>
          <p:nvPr/>
        </p:nvSpPr>
        <p:spPr>
          <a:xfrm>
            <a:off x="6554880" y="482112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88" name="Group 182"/>
          <p:cNvGrpSpPr/>
          <p:nvPr/>
        </p:nvGrpSpPr>
        <p:grpSpPr>
          <a:xfrm>
            <a:off x="6149880" y="4821120"/>
            <a:ext cx="184320" cy="199800"/>
            <a:chOff x="6149880" y="4821120"/>
            <a:chExt cx="184320" cy="199800"/>
          </a:xfrm>
        </p:grpSpPr>
        <p:sp>
          <p:nvSpPr>
            <p:cNvPr id="7289" name="Oval 183"/>
            <p:cNvSpPr/>
            <p:nvPr/>
          </p:nvSpPr>
          <p:spPr>
            <a:xfrm>
              <a:off x="6149880" y="48211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90" name="Oval 184"/>
            <p:cNvSpPr/>
            <p:nvPr/>
          </p:nvSpPr>
          <p:spPr>
            <a:xfrm>
              <a:off x="6180480" y="48542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91" name="Group 185"/>
          <p:cNvGrpSpPr/>
          <p:nvPr/>
        </p:nvGrpSpPr>
        <p:grpSpPr>
          <a:xfrm>
            <a:off x="5751360" y="4821120"/>
            <a:ext cx="184320" cy="199800"/>
            <a:chOff x="5751360" y="4821120"/>
            <a:chExt cx="184320" cy="199800"/>
          </a:xfrm>
        </p:grpSpPr>
        <p:sp>
          <p:nvSpPr>
            <p:cNvPr id="7292" name="Oval 186"/>
            <p:cNvSpPr/>
            <p:nvPr/>
          </p:nvSpPr>
          <p:spPr>
            <a:xfrm>
              <a:off x="5751360" y="48211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93" name="Oval 187"/>
            <p:cNvSpPr/>
            <p:nvPr/>
          </p:nvSpPr>
          <p:spPr>
            <a:xfrm>
              <a:off x="5812560" y="48877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294" name="Oval 188"/>
          <p:cNvSpPr/>
          <p:nvPr/>
        </p:nvSpPr>
        <p:spPr>
          <a:xfrm>
            <a:off x="5353200" y="446580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95" name="Oval 189"/>
          <p:cNvSpPr/>
          <p:nvPr/>
        </p:nvSpPr>
        <p:spPr>
          <a:xfrm>
            <a:off x="6554880" y="4465800"/>
            <a:ext cx="18576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296" name="Group 190"/>
          <p:cNvGrpSpPr/>
          <p:nvPr/>
        </p:nvGrpSpPr>
        <p:grpSpPr>
          <a:xfrm>
            <a:off x="6149880" y="4465800"/>
            <a:ext cx="184320" cy="199800"/>
            <a:chOff x="6149880" y="4465800"/>
            <a:chExt cx="184320" cy="199800"/>
          </a:xfrm>
        </p:grpSpPr>
        <p:sp>
          <p:nvSpPr>
            <p:cNvPr id="7297" name="Oval 191"/>
            <p:cNvSpPr/>
            <p:nvPr/>
          </p:nvSpPr>
          <p:spPr>
            <a:xfrm>
              <a:off x="6149880" y="4465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298" name="Oval 192"/>
            <p:cNvSpPr/>
            <p:nvPr/>
          </p:nvSpPr>
          <p:spPr>
            <a:xfrm>
              <a:off x="6180480" y="449892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299" name="Group 193"/>
          <p:cNvGrpSpPr/>
          <p:nvPr/>
        </p:nvGrpSpPr>
        <p:grpSpPr>
          <a:xfrm>
            <a:off x="5751360" y="4465800"/>
            <a:ext cx="184320" cy="199800"/>
            <a:chOff x="5751360" y="4465800"/>
            <a:chExt cx="184320" cy="199800"/>
          </a:xfrm>
        </p:grpSpPr>
        <p:sp>
          <p:nvSpPr>
            <p:cNvPr id="7300" name="Oval 194"/>
            <p:cNvSpPr/>
            <p:nvPr/>
          </p:nvSpPr>
          <p:spPr>
            <a:xfrm>
              <a:off x="5751360" y="4465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01" name="Oval 195"/>
            <p:cNvSpPr/>
            <p:nvPr/>
          </p:nvSpPr>
          <p:spPr>
            <a:xfrm>
              <a:off x="5812560" y="453240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02" name="Oval 196"/>
          <p:cNvSpPr/>
          <p:nvPr/>
        </p:nvSpPr>
        <p:spPr>
          <a:xfrm>
            <a:off x="5353200" y="413532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03" name="Oval 197"/>
          <p:cNvSpPr/>
          <p:nvPr/>
        </p:nvSpPr>
        <p:spPr>
          <a:xfrm>
            <a:off x="6554880" y="413532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04" name="Group 198"/>
          <p:cNvGrpSpPr/>
          <p:nvPr/>
        </p:nvGrpSpPr>
        <p:grpSpPr>
          <a:xfrm>
            <a:off x="6149880" y="4135320"/>
            <a:ext cx="184320" cy="199800"/>
            <a:chOff x="6149880" y="4135320"/>
            <a:chExt cx="184320" cy="199800"/>
          </a:xfrm>
        </p:grpSpPr>
        <p:sp>
          <p:nvSpPr>
            <p:cNvPr id="7305" name="Oval 199"/>
            <p:cNvSpPr/>
            <p:nvPr/>
          </p:nvSpPr>
          <p:spPr>
            <a:xfrm>
              <a:off x="6149880" y="4135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06" name="Oval 200"/>
            <p:cNvSpPr/>
            <p:nvPr/>
          </p:nvSpPr>
          <p:spPr>
            <a:xfrm>
              <a:off x="6180480" y="41684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07" name="Group 201"/>
          <p:cNvGrpSpPr/>
          <p:nvPr/>
        </p:nvGrpSpPr>
        <p:grpSpPr>
          <a:xfrm>
            <a:off x="5751360" y="4135320"/>
            <a:ext cx="184320" cy="199800"/>
            <a:chOff x="5751360" y="4135320"/>
            <a:chExt cx="184320" cy="199800"/>
          </a:xfrm>
        </p:grpSpPr>
        <p:sp>
          <p:nvSpPr>
            <p:cNvPr id="7308" name="Oval 202"/>
            <p:cNvSpPr/>
            <p:nvPr/>
          </p:nvSpPr>
          <p:spPr>
            <a:xfrm>
              <a:off x="5751360" y="4135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09" name="Oval 203"/>
            <p:cNvSpPr/>
            <p:nvPr/>
          </p:nvSpPr>
          <p:spPr>
            <a:xfrm>
              <a:off x="5812560" y="42019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10" name="Oval 204"/>
          <p:cNvSpPr/>
          <p:nvPr/>
        </p:nvSpPr>
        <p:spPr>
          <a:xfrm>
            <a:off x="5353200" y="37609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11" name="Oval 205"/>
          <p:cNvSpPr/>
          <p:nvPr/>
        </p:nvSpPr>
        <p:spPr>
          <a:xfrm>
            <a:off x="6554880" y="3760920"/>
            <a:ext cx="18576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12" name="Group 206"/>
          <p:cNvGrpSpPr/>
          <p:nvPr/>
        </p:nvGrpSpPr>
        <p:grpSpPr>
          <a:xfrm>
            <a:off x="6149880" y="3760920"/>
            <a:ext cx="184320" cy="199800"/>
            <a:chOff x="6149880" y="3760920"/>
            <a:chExt cx="184320" cy="199800"/>
          </a:xfrm>
        </p:grpSpPr>
        <p:sp>
          <p:nvSpPr>
            <p:cNvPr id="7313" name="Oval 207"/>
            <p:cNvSpPr/>
            <p:nvPr/>
          </p:nvSpPr>
          <p:spPr>
            <a:xfrm>
              <a:off x="6149880" y="37609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14" name="Oval 208"/>
            <p:cNvSpPr/>
            <p:nvPr/>
          </p:nvSpPr>
          <p:spPr>
            <a:xfrm>
              <a:off x="6180480" y="37940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15" name="Group 209"/>
          <p:cNvGrpSpPr/>
          <p:nvPr/>
        </p:nvGrpSpPr>
        <p:grpSpPr>
          <a:xfrm>
            <a:off x="5751360" y="3760920"/>
            <a:ext cx="184320" cy="199800"/>
            <a:chOff x="5751360" y="3760920"/>
            <a:chExt cx="184320" cy="199800"/>
          </a:xfrm>
        </p:grpSpPr>
        <p:sp>
          <p:nvSpPr>
            <p:cNvPr id="7316" name="Oval 210"/>
            <p:cNvSpPr/>
            <p:nvPr/>
          </p:nvSpPr>
          <p:spPr>
            <a:xfrm>
              <a:off x="5751360" y="37609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17" name="Oval 211"/>
            <p:cNvSpPr/>
            <p:nvPr/>
          </p:nvSpPr>
          <p:spPr>
            <a:xfrm>
              <a:off x="5812560" y="38275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18" name="Oval 212"/>
          <p:cNvSpPr/>
          <p:nvPr/>
        </p:nvSpPr>
        <p:spPr>
          <a:xfrm>
            <a:off x="5353200" y="341784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19" name="Oval 213"/>
          <p:cNvSpPr/>
          <p:nvPr/>
        </p:nvSpPr>
        <p:spPr>
          <a:xfrm>
            <a:off x="6554880" y="341784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20" name="Group 214"/>
          <p:cNvGrpSpPr/>
          <p:nvPr/>
        </p:nvGrpSpPr>
        <p:grpSpPr>
          <a:xfrm>
            <a:off x="6149880" y="3417840"/>
            <a:ext cx="184320" cy="199800"/>
            <a:chOff x="6149880" y="3417840"/>
            <a:chExt cx="184320" cy="199800"/>
          </a:xfrm>
        </p:grpSpPr>
        <p:sp>
          <p:nvSpPr>
            <p:cNvPr id="7321" name="Oval 215"/>
            <p:cNvSpPr/>
            <p:nvPr/>
          </p:nvSpPr>
          <p:spPr>
            <a:xfrm>
              <a:off x="6149880" y="341784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22" name="Oval 216"/>
            <p:cNvSpPr/>
            <p:nvPr/>
          </p:nvSpPr>
          <p:spPr>
            <a:xfrm>
              <a:off x="6180480" y="345096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23" name="Group 217"/>
          <p:cNvGrpSpPr/>
          <p:nvPr/>
        </p:nvGrpSpPr>
        <p:grpSpPr>
          <a:xfrm>
            <a:off x="5751360" y="3417840"/>
            <a:ext cx="184320" cy="199800"/>
            <a:chOff x="5751360" y="3417840"/>
            <a:chExt cx="184320" cy="199800"/>
          </a:xfrm>
        </p:grpSpPr>
        <p:sp>
          <p:nvSpPr>
            <p:cNvPr id="7324" name="Oval 218"/>
            <p:cNvSpPr/>
            <p:nvPr/>
          </p:nvSpPr>
          <p:spPr>
            <a:xfrm>
              <a:off x="5751360" y="341784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25" name="Oval 219"/>
            <p:cNvSpPr/>
            <p:nvPr/>
          </p:nvSpPr>
          <p:spPr>
            <a:xfrm>
              <a:off x="5812560" y="348444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26" name="Oval 220"/>
          <p:cNvSpPr/>
          <p:nvPr/>
        </p:nvSpPr>
        <p:spPr>
          <a:xfrm>
            <a:off x="5353200" y="3100320"/>
            <a:ext cx="18396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27" name="Oval 221"/>
          <p:cNvSpPr/>
          <p:nvPr/>
        </p:nvSpPr>
        <p:spPr>
          <a:xfrm>
            <a:off x="6554880" y="310032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28" name="Group 222"/>
          <p:cNvGrpSpPr/>
          <p:nvPr/>
        </p:nvGrpSpPr>
        <p:grpSpPr>
          <a:xfrm>
            <a:off x="6149880" y="3100320"/>
            <a:ext cx="184320" cy="199800"/>
            <a:chOff x="6149880" y="3100320"/>
            <a:chExt cx="184320" cy="199800"/>
          </a:xfrm>
        </p:grpSpPr>
        <p:sp>
          <p:nvSpPr>
            <p:cNvPr id="7329" name="Oval 223"/>
            <p:cNvSpPr/>
            <p:nvPr/>
          </p:nvSpPr>
          <p:spPr>
            <a:xfrm>
              <a:off x="6149880" y="3100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30" name="Oval 224"/>
            <p:cNvSpPr/>
            <p:nvPr/>
          </p:nvSpPr>
          <p:spPr>
            <a:xfrm>
              <a:off x="6180480" y="31334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31" name="Group 225"/>
          <p:cNvGrpSpPr/>
          <p:nvPr/>
        </p:nvGrpSpPr>
        <p:grpSpPr>
          <a:xfrm>
            <a:off x="5751360" y="3100320"/>
            <a:ext cx="184320" cy="199800"/>
            <a:chOff x="5751360" y="3100320"/>
            <a:chExt cx="184320" cy="199800"/>
          </a:xfrm>
        </p:grpSpPr>
        <p:sp>
          <p:nvSpPr>
            <p:cNvPr id="7332" name="Oval 226"/>
            <p:cNvSpPr/>
            <p:nvPr/>
          </p:nvSpPr>
          <p:spPr>
            <a:xfrm>
              <a:off x="5751360" y="3100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33" name="Oval 227"/>
            <p:cNvSpPr/>
            <p:nvPr/>
          </p:nvSpPr>
          <p:spPr>
            <a:xfrm>
              <a:off x="5812560" y="31669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34" name="Oval 228"/>
          <p:cNvSpPr/>
          <p:nvPr/>
        </p:nvSpPr>
        <p:spPr>
          <a:xfrm>
            <a:off x="6935760" y="5672160"/>
            <a:ext cx="18432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35" name="Oval 229"/>
          <p:cNvSpPr/>
          <p:nvPr/>
        </p:nvSpPr>
        <p:spPr>
          <a:xfrm>
            <a:off x="8137440" y="567216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36" name="Group 230"/>
          <p:cNvGrpSpPr/>
          <p:nvPr/>
        </p:nvGrpSpPr>
        <p:grpSpPr>
          <a:xfrm>
            <a:off x="7732800" y="5672160"/>
            <a:ext cx="183960" cy="199800"/>
            <a:chOff x="7732800" y="5672160"/>
            <a:chExt cx="183960" cy="199800"/>
          </a:xfrm>
        </p:grpSpPr>
        <p:sp>
          <p:nvSpPr>
            <p:cNvPr id="7337" name="Oval 231"/>
            <p:cNvSpPr/>
            <p:nvPr/>
          </p:nvSpPr>
          <p:spPr>
            <a:xfrm>
              <a:off x="7732800" y="567216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38" name="Oval 232"/>
            <p:cNvSpPr/>
            <p:nvPr/>
          </p:nvSpPr>
          <p:spPr>
            <a:xfrm>
              <a:off x="7763400" y="570528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39" name="Group 233"/>
          <p:cNvGrpSpPr/>
          <p:nvPr/>
        </p:nvGrpSpPr>
        <p:grpSpPr>
          <a:xfrm>
            <a:off x="7334280" y="5672160"/>
            <a:ext cx="183960" cy="199800"/>
            <a:chOff x="7334280" y="5672160"/>
            <a:chExt cx="183960" cy="199800"/>
          </a:xfrm>
        </p:grpSpPr>
        <p:sp>
          <p:nvSpPr>
            <p:cNvPr id="7340" name="Oval 234"/>
            <p:cNvSpPr/>
            <p:nvPr/>
          </p:nvSpPr>
          <p:spPr>
            <a:xfrm>
              <a:off x="7334280" y="567216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41" name="Oval 235"/>
            <p:cNvSpPr/>
            <p:nvPr/>
          </p:nvSpPr>
          <p:spPr>
            <a:xfrm>
              <a:off x="7395480" y="573876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42" name="Oval 236"/>
          <p:cNvSpPr/>
          <p:nvPr/>
        </p:nvSpPr>
        <p:spPr>
          <a:xfrm>
            <a:off x="6935760" y="5176800"/>
            <a:ext cx="18432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43" name="Oval 237"/>
          <p:cNvSpPr/>
          <p:nvPr/>
        </p:nvSpPr>
        <p:spPr>
          <a:xfrm>
            <a:off x="8137440" y="517680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44" name="Group 238"/>
          <p:cNvGrpSpPr/>
          <p:nvPr/>
        </p:nvGrpSpPr>
        <p:grpSpPr>
          <a:xfrm>
            <a:off x="7732800" y="5176800"/>
            <a:ext cx="183960" cy="199800"/>
            <a:chOff x="7732800" y="5176800"/>
            <a:chExt cx="183960" cy="199800"/>
          </a:xfrm>
        </p:grpSpPr>
        <p:sp>
          <p:nvSpPr>
            <p:cNvPr id="7345" name="Oval 239"/>
            <p:cNvSpPr/>
            <p:nvPr/>
          </p:nvSpPr>
          <p:spPr>
            <a:xfrm>
              <a:off x="7732800" y="517680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46" name="Oval 240"/>
            <p:cNvSpPr/>
            <p:nvPr/>
          </p:nvSpPr>
          <p:spPr>
            <a:xfrm>
              <a:off x="7763400" y="520992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47" name="Group 241"/>
          <p:cNvGrpSpPr/>
          <p:nvPr/>
        </p:nvGrpSpPr>
        <p:grpSpPr>
          <a:xfrm>
            <a:off x="7334280" y="5176800"/>
            <a:ext cx="183960" cy="199800"/>
            <a:chOff x="7334280" y="5176800"/>
            <a:chExt cx="183960" cy="199800"/>
          </a:xfrm>
        </p:grpSpPr>
        <p:sp>
          <p:nvSpPr>
            <p:cNvPr id="7348" name="Oval 242"/>
            <p:cNvSpPr/>
            <p:nvPr/>
          </p:nvSpPr>
          <p:spPr>
            <a:xfrm>
              <a:off x="7334280" y="517680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49" name="Oval 243"/>
            <p:cNvSpPr/>
            <p:nvPr/>
          </p:nvSpPr>
          <p:spPr>
            <a:xfrm>
              <a:off x="7395480" y="524340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50" name="Oval 244"/>
          <p:cNvSpPr/>
          <p:nvPr/>
        </p:nvSpPr>
        <p:spPr>
          <a:xfrm>
            <a:off x="6935760" y="4821120"/>
            <a:ext cx="18432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51" name="Oval 245"/>
          <p:cNvSpPr/>
          <p:nvPr/>
        </p:nvSpPr>
        <p:spPr>
          <a:xfrm>
            <a:off x="8137440" y="482112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52" name="Group 246"/>
          <p:cNvGrpSpPr/>
          <p:nvPr/>
        </p:nvGrpSpPr>
        <p:grpSpPr>
          <a:xfrm>
            <a:off x="7732800" y="4821120"/>
            <a:ext cx="183960" cy="199800"/>
            <a:chOff x="7732800" y="4821120"/>
            <a:chExt cx="183960" cy="199800"/>
          </a:xfrm>
        </p:grpSpPr>
        <p:sp>
          <p:nvSpPr>
            <p:cNvPr id="7353" name="Oval 247"/>
            <p:cNvSpPr/>
            <p:nvPr/>
          </p:nvSpPr>
          <p:spPr>
            <a:xfrm>
              <a:off x="7732800" y="48211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54" name="Oval 248"/>
            <p:cNvSpPr/>
            <p:nvPr/>
          </p:nvSpPr>
          <p:spPr>
            <a:xfrm>
              <a:off x="7763400" y="48542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55" name="Group 249"/>
          <p:cNvGrpSpPr/>
          <p:nvPr/>
        </p:nvGrpSpPr>
        <p:grpSpPr>
          <a:xfrm>
            <a:off x="7334280" y="4821120"/>
            <a:ext cx="183960" cy="199800"/>
            <a:chOff x="7334280" y="4821120"/>
            <a:chExt cx="183960" cy="199800"/>
          </a:xfrm>
        </p:grpSpPr>
        <p:sp>
          <p:nvSpPr>
            <p:cNvPr id="7356" name="Oval 250"/>
            <p:cNvSpPr/>
            <p:nvPr/>
          </p:nvSpPr>
          <p:spPr>
            <a:xfrm>
              <a:off x="7334280" y="48211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57" name="Oval 251"/>
            <p:cNvSpPr/>
            <p:nvPr/>
          </p:nvSpPr>
          <p:spPr>
            <a:xfrm>
              <a:off x="7395480" y="48877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58" name="Oval 252"/>
          <p:cNvSpPr/>
          <p:nvPr/>
        </p:nvSpPr>
        <p:spPr>
          <a:xfrm>
            <a:off x="6935760" y="446580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59" name="Oval 253"/>
          <p:cNvSpPr/>
          <p:nvPr/>
        </p:nvSpPr>
        <p:spPr>
          <a:xfrm>
            <a:off x="8137440" y="4465800"/>
            <a:ext cx="18576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60" name="Group 254"/>
          <p:cNvGrpSpPr/>
          <p:nvPr/>
        </p:nvGrpSpPr>
        <p:grpSpPr>
          <a:xfrm>
            <a:off x="7732800" y="4465800"/>
            <a:ext cx="183960" cy="199800"/>
            <a:chOff x="7732800" y="4465800"/>
            <a:chExt cx="183960" cy="199800"/>
          </a:xfrm>
        </p:grpSpPr>
        <p:sp>
          <p:nvSpPr>
            <p:cNvPr id="7361" name="Oval 255"/>
            <p:cNvSpPr/>
            <p:nvPr/>
          </p:nvSpPr>
          <p:spPr>
            <a:xfrm>
              <a:off x="7732800" y="446580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62" name="Oval 256"/>
            <p:cNvSpPr/>
            <p:nvPr/>
          </p:nvSpPr>
          <p:spPr>
            <a:xfrm>
              <a:off x="7763400" y="449892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63" name="Group 257"/>
          <p:cNvGrpSpPr/>
          <p:nvPr/>
        </p:nvGrpSpPr>
        <p:grpSpPr>
          <a:xfrm>
            <a:off x="7334280" y="4465800"/>
            <a:ext cx="183960" cy="199800"/>
            <a:chOff x="7334280" y="4465800"/>
            <a:chExt cx="183960" cy="199800"/>
          </a:xfrm>
        </p:grpSpPr>
        <p:sp>
          <p:nvSpPr>
            <p:cNvPr id="7364" name="Oval 258"/>
            <p:cNvSpPr/>
            <p:nvPr/>
          </p:nvSpPr>
          <p:spPr>
            <a:xfrm>
              <a:off x="7334280" y="446580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65" name="Oval 259"/>
            <p:cNvSpPr/>
            <p:nvPr/>
          </p:nvSpPr>
          <p:spPr>
            <a:xfrm>
              <a:off x="7395480" y="453240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66" name="Oval 260"/>
          <p:cNvSpPr/>
          <p:nvPr/>
        </p:nvSpPr>
        <p:spPr>
          <a:xfrm>
            <a:off x="6935760" y="4135320"/>
            <a:ext cx="18432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67" name="Oval 261"/>
          <p:cNvSpPr/>
          <p:nvPr/>
        </p:nvSpPr>
        <p:spPr>
          <a:xfrm>
            <a:off x="8137440" y="413532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68" name="Group 262"/>
          <p:cNvGrpSpPr/>
          <p:nvPr/>
        </p:nvGrpSpPr>
        <p:grpSpPr>
          <a:xfrm>
            <a:off x="7732800" y="4135320"/>
            <a:ext cx="183960" cy="199800"/>
            <a:chOff x="7732800" y="4135320"/>
            <a:chExt cx="183960" cy="199800"/>
          </a:xfrm>
        </p:grpSpPr>
        <p:sp>
          <p:nvSpPr>
            <p:cNvPr id="7369" name="Oval 263"/>
            <p:cNvSpPr/>
            <p:nvPr/>
          </p:nvSpPr>
          <p:spPr>
            <a:xfrm>
              <a:off x="7732800" y="41353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70" name="Oval 264"/>
            <p:cNvSpPr/>
            <p:nvPr/>
          </p:nvSpPr>
          <p:spPr>
            <a:xfrm>
              <a:off x="7763400" y="41684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71" name="Group 265"/>
          <p:cNvGrpSpPr/>
          <p:nvPr/>
        </p:nvGrpSpPr>
        <p:grpSpPr>
          <a:xfrm>
            <a:off x="7334280" y="4135320"/>
            <a:ext cx="183960" cy="199800"/>
            <a:chOff x="7334280" y="4135320"/>
            <a:chExt cx="183960" cy="199800"/>
          </a:xfrm>
        </p:grpSpPr>
        <p:sp>
          <p:nvSpPr>
            <p:cNvPr id="7372" name="Oval 266"/>
            <p:cNvSpPr/>
            <p:nvPr/>
          </p:nvSpPr>
          <p:spPr>
            <a:xfrm>
              <a:off x="7334280" y="41353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73" name="Oval 267"/>
            <p:cNvSpPr/>
            <p:nvPr/>
          </p:nvSpPr>
          <p:spPr>
            <a:xfrm>
              <a:off x="7395480" y="42019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74" name="Oval 268"/>
          <p:cNvSpPr/>
          <p:nvPr/>
        </p:nvSpPr>
        <p:spPr>
          <a:xfrm>
            <a:off x="6935760" y="37609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75" name="Oval 269"/>
          <p:cNvSpPr/>
          <p:nvPr/>
        </p:nvSpPr>
        <p:spPr>
          <a:xfrm>
            <a:off x="8137440" y="3760920"/>
            <a:ext cx="185760" cy="19980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76" name="Group 270"/>
          <p:cNvGrpSpPr/>
          <p:nvPr/>
        </p:nvGrpSpPr>
        <p:grpSpPr>
          <a:xfrm>
            <a:off x="7732800" y="3760920"/>
            <a:ext cx="183960" cy="199800"/>
            <a:chOff x="7732800" y="3760920"/>
            <a:chExt cx="183960" cy="199800"/>
          </a:xfrm>
        </p:grpSpPr>
        <p:sp>
          <p:nvSpPr>
            <p:cNvPr id="7377" name="Oval 271"/>
            <p:cNvSpPr/>
            <p:nvPr/>
          </p:nvSpPr>
          <p:spPr>
            <a:xfrm>
              <a:off x="7732800" y="37609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78" name="Oval 272"/>
            <p:cNvSpPr/>
            <p:nvPr/>
          </p:nvSpPr>
          <p:spPr>
            <a:xfrm>
              <a:off x="7763400" y="37940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79" name="Group 273"/>
          <p:cNvGrpSpPr/>
          <p:nvPr/>
        </p:nvGrpSpPr>
        <p:grpSpPr>
          <a:xfrm>
            <a:off x="7334280" y="3760920"/>
            <a:ext cx="183960" cy="199800"/>
            <a:chOff x="7334280" y="3760920"/>
            <a:chExt cx="183960" cy="199800"/>
          </a:xfrm>
        </p:grpSpPr>
        <p:sp>
          <p:nvSpPr>
            <p:cNvPr id="7380" name="Oval 274"/>
            <p:cNvSpPr/>
            <p:nvPr/>
          </p:nvSpPr>
          <p:spPr>
            <a:xfrm>
              <a:off x="7334280" y="37609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81" name="Oval 275"/>
            <p:cNvSpPr/>
            <p:nvPr/>
          </p:nvSpPr>
          <p:spPr>
            <a:xfrm>
              <a:off x="7395480" y="38275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82" name="Oval 276"/>
          <p:cNvSpPr/>
          <p:nvPr/>
        </p:nvSpPr>
        <p:spPr>
          <a:xfrm>
            <a:off x="6935760" y="3417840"/>
            <a:ext cx="18432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83" name="Oval 277"/>
          <p:cNvSpPr/>
          <p:nvPr/>
        </p:nvSpPr>
        <p:spPr>
          <a:xfrm>
            <a:off x="8137440" y="341784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84" name="Group 278"/>
          <p:cNvGrpSpPr/>
          <p:nvPr/>
        </p:nvGrpSpPr>
        <p:grpSpPr>
          <a:xfrm>
            <a:off x="7732800" y="3417840"/>
            <a:ext cx="183960" cy="199800"/>
            <a:chOff x="7732800" y="3417840"/>
            <a:chExt cx="183960" cy="199800"/>
          </a:xfrm>
        </p:grpSpPr>
        <p:sp>
          <p:nvSpPr>
            <p:cNvPr id="7385" name="Oval 279"/>
            <p:cNvSpPr/>
            <p:nvPr/>
          </p:nvSpPr>
          <p:spPr>
            <a:xfrm>
              <a:off x="7732800" y="341784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86" name="Oval 280"/>
            <p:cNvSpPr/>
            <p:nvPr/>
          </p:nvSpPr>
          <p:spPr>
            <a:xfrm>
              <a:off x="7763400" y="345096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87" name="Group 281"/>
          <p:cNvGrpSpPr/>
          <p:nvPr/>
        </p:nvGrpSpPr>
        <p:grpSpPr>
          <a:xfrm>
            <a:off x="7334280" y="3417840"/>
            <a:ext cx="183960" cy="199800"/>
            <a:chOff x="7334280" y="3417840"/>
            <a:chExt cx="183960" cy="199800"/>
          </a:xfrm>
        </p:grpSpPr>
        <p:sp>
          <p:nvSpPr>
            <p:cNvPr id="7388" name="Oval 282"/>
            <p:cNvSpPr/>
            <p:nvPr/>
          </p:nvSpPr>
          <p:spPr>
            <a:xfrm>
              <a:off x="7334280" y="341784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89" name="Oval 283"/>
            <p:cNvSpPr/>
            <p:nvPr/>
          </p:nvSpPr>
          <p:spPr>
            <a:xfrm>
              <a:off x="7395480" y="348444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390" name="Oval 284"/>
          <p:cNvSpPr/>
          <p:nvPr/>
        </p:nvSpPr>
        <p:spPr>
          <a:xfrm>
            <a:off x="6935760" y="3100320"/>
            <a:ext cx="184320" cy="20016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91" name="Oval 285"/>
          <p:cNvSpPr/>
          <p:nvPr/>
        </p:nvSpPr>
        <p:spPr>
          <a:xfrm>
            <a:off x="8137440" y="3100320"/>
            <a:ext cx="185760" cy="200160"/>
          </a:xfrm>
          <a:prstGeom prst="ellipse">
            <a:avLst/>
          </a:prstGeom>
          <a:noFill/>
          <a:ln w="9360">
            <a:solidFill>
              <a:srgbClr val="80cc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392" name="Group 286"/>
          <p:cNvGrpSpPr/>
          <p:nvPr/>
        </p:nvGrpSpPr>
        <p:grpSpPr>
          <a:xfrm>
            <a:off x="7738920" y="3100320"/>
            <a:ext cx="184320" cy="199800"/>
            <a:chOff x="7738920" y="3100320"/>
            <a:chExt cx="184320" cy="199800"/>
          </a:xfrm>
        </p:grpSpPr>
        <p:sp>
          <p:nvSpPr>
            <p:cNvPr id="7393" name="Oval 287"/>
            <p:cNvSpPr/>
            <p:nvPr/>
          </p:nvSpPr>
          <p:spPr>
            <a:xfrm>
              <a:off x="7738920" y="3100320"/>
              <a:ext cx="18432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94" name="Oval 288"/>
            <p:cNvSpPr/>
            <p:nvPr/>
          </p:nvSpPr>
          <p:spPr>
            <a:xfrm>
              <a:off x="7769520" y="3133440"/>
              <a:ext cx="122400" cy="13356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395" name="Group 289"/>
          <p:cNvGrpSpPr/>
          <p:nvPr/>
        </p:nvGrpSpPr>
        <p:grpSpPr>
          <a:xfrm>
            <a:off x="7334280" y="3100320"/>
            <a:ext cx="183960" cy="199800"/>
            <a:chOff x="7334280" y="3100320"/>
            <a:chExt cx="183960" cy="199800"/>
          </a:xfrm>
        </p:grpSpPr>
        <p:sp>
          <p:nvSpPr>
            <p:cNvPr id="7396" name="Oval 290"/>
            <p:cNvSpPr/>
            <p:nvPr/>
          </p:nvSpPr>
          <p:spPr>
            <a:xfrm>
              <a:off x="7334280" y="3100320"/>
              <a:ext cx="183960" cy="199800"/>
            </a:xfrm>
            <a:prstGeom prst="ellips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397" name="Oval 291"/>
            <p:cNvSpPr/>
            <p:nvPr/>
          </p:nvSpPr>
          <p:spPr>
            <a:xfrm>
              <a:off x="7395480" y="3166920"/>
              <a:ext cx="61200" cy="66600"/>
            </a:xfrm>
            <a:prstGeom prst="ellipse">
              <a:avLst/>
            </a:prstGeom>
            <a:solidFill>
              <a:srgbClr val="ffffff"/>
            </a:solidFill>
            <a:ln w="0">
              <a:noFill/>
            </a:ln>
          </p:spPr>
          <p:style>
            <a:lnRef idx="0"/>
            <a:fillRef idx="0"/>
            <a:effectRef idx="0"/>
            <a:fontRef idx="minor"/>
          </p:style>
          <p:txBody>
            <a:bodyPr wrap="none" lIns="90000" rIns="90000" tIns="360" bIns="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39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77F9831-523B-4C0F-960A-FDF82A5321E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0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Heat Map</a:t>
            </a:r>
            <a:endParaRPr b="1" lang="en-US" sz="1600" spc="-1" strike="noStrike">
              <a:solidFill>
                <a:srgbClr val="000000"/>
              </a:solidFill>
              <a:latin typeface="Arial"/>
            </a:endParaRPr>
          </a:p>
        </p:txBody>
      </p:sp>
      <p:graphicFrame>
        <p:nvGraphicFramePr>
          <p:cNvPr id="7401" name=""/>
          <p:cNvGraphicFramePr/>
          <p:nvPr/>
        </p:nvGraphicFramePr>
        <p:xfrm>
          <a:off x="644400" y="1538280"/>
          <a:ext cx="7002720" cy="4476600"/>
        </p:xfrm>
        <a:graphic>
          <a:graphicData uri="http://schemas.openxmlformats.org/drawingml/2006/table">
            <a:tbl>
              <a:tblPr/>
              <a:tblGrid>
                <a:gridCol w="1390680"/>
                <a:gridCol w="401760"/>
                <a:gridCol w="385560"/>
                <a:gridCol w="416160"/>
                <a:gridCol w="399960"/>
                <a:gridCol w="399960"/>
                <a:gridCol w="400320"/>
                <a:gridCol w="399960"/>
                <a:gridCol w="401400"/>
                <a:gridCol w="400320"/>
                <a:gridCol w="401400"/>
                <a:gridCol w="403200"/>
                <a:gridCol w="401760"/>
                <a:gridCol w="399960"/>
                <a:gridCol w="400320"/>
              </a:tblGrid>
              <a:tr h="44280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8099cc"/>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t>
                      </a:r>
                      <a:endParaRPr b="1" lang="en-US" sz="1000" spc="-1" strike="noStrike">
                        <a:solidFill>
                          <a:srgbClr val="000000"/>
                        </a:solidFill>
                        <a:latin typeface="Arial"/>
                      </a:endParaRPr>
                    </a:p>
                  </a:txBody>
                  <a:tcPr anchor="ctr" marL="90000" marR="90000">
                    <a:lnL w="57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90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90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90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872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90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90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728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r h="28872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cccc"/>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4066b2"/>
                    </a:solidFill>
                  </a:tcPr>
                </a:tc>
                <a:tc>
                  <a:txBody>
                    <a:bodyPr lIns="90000" rIns="90000" tIns="46800" bIns="46800" anchor="ctr">
                      <a:noAutofit/>
                    </a:bodyPr>
                    <a:p>
                      <a:pPr algn="ctr">
                        <a:lnSpc>
                          <a:spcPct val="106000"/>
                        </a:lnSpc>
                        <a:spcBef>
                          <a:spcPts val="9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8099cc"/>
                    </a:solidFill>
                  </a:tcPr>
                </a:tc>
              </a:tr>
            </a:tbl>
          </a:graphicData>
        </a:graphic>
      </p:graphicFrame>
      <p:sp>
        <p:nvSpPr>
          <p:cNvPr id="7402" name="Rectangle 277"/>
          <p:cNvSpPr/>
          <p:nvPr/>
        </p:nvSpPr>
        <p:spPr>
          <a:xfrm>
            <a:off x="7845480" y="5653080"/>
            <a:ext cx="135000" cy="146160"/>
          </a:xfrm>
          <a:prstGeom prst="rect">
            <a:avLst/>
          </a:prstGeom>
          <a:solidFill>
            <a:srgbClr val="4066b2"/>
          </a:solidFill>
          <a:ln w="6480">
            <a:solidFill>
              <a:srgbClr val="ffffff"/>
            </a:solidFill>
            <a:miter/>
          </a:ln>
        </p:spPr>
        <p:style>
          <a:lnRef idx="0"/>
          <a:fillRef idx="0"/>
          <a:effectRef idx="0"/>
          <a:fontRef idx="minor"/>
        </p:style>
        <p:txBody>
          <a:bodyPr wrap="none" lIns="90000" rIns="90000" tIns="54720" bIns="547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03" name="Text Box 278"/>
          <p:cNvSpPr/>
          <p:nvPr/>
        </p:nvSpPr>
        <p:spPr>
          <a:xfrm>
            <a:off x="7979760" y="5603760"/>
            <a:ext cx="7340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Negative</a:t>
            </a:r>
            <a:endParaRPr b="1" lang="en-US" sz="1100" spc="-1" strike="noStrike">
              <a:solidFill>
                <a:srgbClr val="000000"/>
              </a:solidFill>
              <a:latin typeface="Arial"/>
            </a:endParaRPr>
          </a:p>
        </p:txBody>
      </p:sp>
      <p:sp>
        <p:nvSpPr>
          <p:cNvPr id="7404" name="Text Box 279"/>
          <p:cNvSpPr/>
          <p:nvPr/>
        </p:nvSpPr>
        <p:spPr>
          <a:xfrm>
            <a:off x="7980120" y="5243400"/>
            <a:ext cx="6318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Neutral</a:t>
            </a:r>
            <a:endParaRPr b="1" lang="en-US" sz="1100" spc="-1" strike="noStrike">
              <a:solidFill>
                <a:srgbClr val="000000"/>
              </a:solidFill>
              <a:latin typeface="Arial"/>
            </a:endParaRPr>
          </a:p>
        </p:txBody>
      </p:sp>
      <p:sp>
        <p:nvSpPr>
          <p:cNvPr id="7405" name="Text Box 280"/>
          <p:cNvSpPr/>
          <p:nvPr/>
        </p:nvSpPr>
        <p:spPr>
          <a:xfrm>
            <a:off x="7980120" y="4883040"/>
            <a:ext cx="671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Positive</a:t>
            </a:r>
            <a:endParaRPr b="1" lang="en-US" sz="1100" spc="-1" strike="noStrike">
              <a:solidFill>
                <a:srgbClr val="000000"/>
              </a:solidFill>
              <a:latin typeface="Arial"/>
            </a:endParaRPr>
          </a:p>
        </p:txBody>
      </p:sp>
      <p:sp>
        <p:nvSpPr>
          <p:cNvPr id="7406" name="Rectangle 281"/>
          <p:cNvSpPr/>
          <p:nvPr/>
        </p:nvSpPr>
        <p:spPr>
          <a:xfrm>
            <a:off x="7845480" y="5292720"/>
            <a:ext cx="135000" cy="146160"/>
          </a:xfrm>
          <a:prstGeom prst="rect">
            <a:avLst/>
          </a:prstGeom>
          <a:solidFill>
            <a:srgbClr val="8099cc"/>
          </a:solidFill>
          <a:ln w="6480">
            <a:solidFill>
              <a:srgbClr val="ffffff"/>
            </a:solidFill>
            <a:miter/>
          </a:ln>
        </p:spPr>
        <p:style>
          <a:lnRef idx="0"/>
          <a:fillRef idx="0"/>
          <a:effectRef idx="0"/>
          <a:fontRef idx="minor"/>
        </p:style>
        <p:txBody>
          <a:bodyPr wrap="none" lIns="90000" rIns="90000" tIns="54720" bIns="547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07" name="Rectangle 282"/>
          <p:cNvSpPr/>
          <p:nvPr/>
        </p:nvSpPr>
        <p:spPr>
          <a:xfrm>
            <a:off x="7845480" y="4932360"/>
            <a:ext cx="135000" cy="146160"/>
          </a:xfrm>
          <a:prstGeom prst="rect">
            <a:avLst/>
          </a:prstGeom>
          <a:solidFill>
            <a:srgbClr val="80cccc"/>
          </a:solidFill>
          <a:ln w="6480">
            <a:solidFill>
              <a:srgbClr val="ffffff"/>
            </a:solidFill>
            <a:miter/>
          </a:ln>
        </p:spPr>
        <p:style>
          <a:lnRef idx="0"/>
          <a:fillRef idx="0"/>
          <a:effectRef idx="0"/>
          <a:fontRef idx="minor"/>
        </p:style>
        <p:txBody>
          <a:bodyPr wrap="none" lIns="90000" rIns="90000" tIns="54720" bIns="547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08" name="Rectangle 283"/>
          <p:cNvSpPr/>
          <p:nvPr/>
        </p:nvSpPr>
        <p:spPr>
          <a:xfrm>
            <a:off x="7629480" y="260280"/>
            <a:ext cx="1197000" cy="79380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 セル上をクリックし、色を調整してください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1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F64421-F421-41E2-84F3-AFD816D105C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11" name="Freeform 2"/>
          <p:cNvSpPr/>
          <p:nvPr/>
        </p:nvSpPr>
        <p:spPr>
          <a:xfrm>
            <a:off x="5994360" y="1649520"/>
            <a:ext cx="1646280" cy="3940200"/>
          </a:xfrm>
          <a:prstGeom prst="pie">
            <a:avLst/>
          </a:prstGeom>
          <a:solidFill>
            <a:srgbClr val="ffffff"/>
          </a:solidFill>
          <a:ln cap="rnd" w="12600">
            <a:solidFill>
              <a:srgbClr val="003399"/>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12" name="Freeform 3"/>
          <p:cNvSpPr/>
          <p:nvPr/>
        </p:nvSpPr>
        <p:spPr>
          <a:xfrm>
            <a:off x="4352760" y="3017880"/>
            <a:ext cx="1648080" cy="2571840"/>
          </a:xfrm>
          <a:prstGeom prst="pie">
            <a:avLst/>
          </a:prstGeom>
          <a:solidFill>
            <a:srgbClr val="80cccc"/>
          </a:solidFill>
          <a:ln cap="rnd" w="12600">
            <a:solidFill>
              <a:srgbClr val="80cccc"/>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13" name="Freeform 4"/>
          <p:cNvSpPr/>
          <p:nvPr/>
        </p:nvSpPr>
        <p:spPr>
          <a:xfrm>
            <a:off x="2693880" y="3881520"/>
            <a:ext cx="1660680" cy="1708200"/>
          </a:xfrm>
          <a:prstGeom prst="pie">
            <a:avLst/>
          </a:prstGeom>
          <a:solidFill>
            <a:srgbClr val="8099cc"/>
          </a:solidFill>
          <a:ln cap="rnd" w="12600">
            <a:solidFill>
              <a:srgbClr val="8099cc"/>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14" name="Freeform 5"/>
          <p:cNvSpPr/>
          <p:nvPr/>
        </p:nvSpPr>
        <p:spPr>
          <a:xfrm>
            <a:off x="1011240" y="4457880"/>
            <a:ext cx="1681200" cy="1131840"/>
          </a:xfrm>
          <a:prstGeom prst="pie">
            <a:avLst/>
          </a:prstGeom>
          <a:solidFill>
            <a:srgbClr val="003399"/>
          </a:solidFill>
          <a:ln cap="rnd" w="12600">
            <a:solidFill>
              <a:srgbClr val="003399"/>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15" name="Rectangle 6"/>
          <p:cNvSpPr/>
          <p:nvPr/>
        </p:nvSpPr>
        <p:spPr>
          <a:xfrm>
            <a:off x="1279440" y="4056120"/>
            <a:ext cx="1060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Stage 1 </a:t>
            </a:r>
            <a:endParaRPr b="1" lang="en-US" sz="1100" spc="-1" strike="noStrike">
              <a:solidFill>
                <a:srgbClr val="000000"/>
              </a:solidFill>
              <a:latin typeface="Arial"/>
            </a:endParaRPr>
          </a:p>
        </p:txBody>
      </p:sp>
      <p:sp>
        <p:nvSpPr>
          <p:cNvPr id="7416" name="Rectangle 7"/>
          <p:cNvSpPr/>
          <p:nvPr/>
        </p:nvSpPr>
        <p:spPr>
          <a:xfrm>
            <a:off x="2921040" y="3747960"/>
            <a:ext cx="10605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Stage 2 </a:t>
            </a:r>
            <a:endParaRPr b="1" lang="en-US" sz="1100" spc="-1" strike="noStrike">
              <a:solidFill>
                <a:srgbClr val="000000"/>
              </a:solidFill>
              <a:latin typeface="Arial"/>
            </a:endParaRPr>
          </a:p>
        </p:txBody>
      </p:sp>
      <p:sp>
        <p:nvSpPr>
          <p:cNvPr id="7417" name="Rectangle 8"/>
          <p:cNvSpPr/>
          <p:nvPr/>
        </p:nvSpPr>
        <p:spPr>
          <a:xfrm>
            <a:off x="4562640" y="2630520"/>
            <a:ext cx="10634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Stage 3 </a:t>
            </a:r>
            <a:endParaRPr b="1" lang="en-US" sz="1100" spc="-1" strike="noStrike">
              <a:solidFill>
                <a:srgbClr val="000000"/>
              </a:solidFill>
              <a:latin typeface="Arial"/>
            </a:endParaRPr>
          </a:p>
        </p:txBody>
      </p:sp>
      <p:sp>
        <p:nvSpPr>
          <p:cNvPr id="7418" name="Rectangle 9"/>
          <p:cNvSpPr/>
          <p:nvPr/>
        </p:nvSpPr>
        <p:spPr>
          <a:xfrm>
            <a:off x="6224760" y="1709640"/>
            <a:ext cx="10620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Stage 4 </a:t>
            </a:r>
            <a:endParaRPr b="1" lang="en-US" sz="1100" spc="-1" strike="noStrike">
              <a:solidFill>
                <a:srgbClr val="000000"/>
              </a:solidFill>
              <a:latin typeface="Arial"/>
            </a:endParaRPr>
          </a:p>
        </p:txBody>
      </p:sp>
      <p:sp>
        <p:nvSpPr>
          <p:cNvPr id="741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Levels of Maturity</a:t>
            </a:r>
            <a:endParaRPr b="1" lang="en-US" sz="1600" spc="-1" strike="noStrike">
              <a:solidFill>
                <a:srgbClr val="000000"/>
              </a:solidFill>
              <a:latin typeface="Arial"/>
            </a:endParaRPr>
          </a:p>
        </p:txBody>
      </p:sp>
    </p:spTree>
  </p:cSld>
</p:sld>
</file>

<file path=ppt/slides/slide2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2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0D120D-C189-4950-9CF9-D33EBC0A765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22" name="Rectangle 2"/>
          <p:cNvSpPr/>
          <p:nvPr/>
        </p:nvSpPr>
        <p:spPr>
          <a:xfrm>
            <a:off x="6100920" y="3095640"/>
            <a:ext cx="2306520" cy="9795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7423" name="Rectangle 3"/>
          <p:cNvSpPr/>
          <p:nvPr/>
        </p:nvSpPr>
        <p:spPr>
          <a:xfrm>
            <a:off x="3408480" y="3852720"/>
            <a:ext cx="2306520" cy="9795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7424" name="Rectangle 4"/>
          <p:cNvSpPr/>
          <p:nvPr/>
        </p:nvSpPr>
        <p:spPr>
          <a:xfrm>
            <a:off x="716040" y="4608360"/>
            <a:ext cx="2306520" cy="9795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7425"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a:t>
            </a:r>
            <a:endParaRPr b="1" lang="en-US" sz="1600" spc="-1" strike="noStrike">
              <a:solidFill>
                <a:srgbClr val="000000"/>
              </a:solidFill>
              <a:latin typeface="Arial"/>
            </a:endParaRPr>
          </a:p>
        </p:txBody>
      </p:sp>
      <p:sp>
        <p:nvSpPr>
          <p:cNvPr id="7426" name="Rectangle 6"/>
          <p:cNvSpPr/>
          <p:nvPr/>
        </p:nvSpPr>
        <p:spPr>
          <a:xfrm>
            <a:off x="581040" y="4241880"/>
            <a:ext cx="261000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1</a:t>
            </a:r>
            <a:endParaRPr b="1" lang="en-US" sz="1100" spc="-1" strike="noStrike">
              <a:solidFill>
                <a:srgbClr val="000000"/>
              </a:solidFill>
              <a:latin typeface="Arial"/>
            </a:endParaRPr>
          </a:p>
        </p:txBody>
      </p:sp>
      <p:sp>
        <p:nvSpPr>
          <p:cNvPr id="7427" name="Rectangle 7"/>
          <p:cNvSpPr/>
          <p:nvPr/>
        </p:nvSpPr>
        <p:spPr>
          <a:xfrm>
            <a:off x="3241800" y="3433680"/>
            <a:ext cx="26114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2</a:t>
            </a:r>
            <a:endParaRPr b="1" lang="en-US" sz="1100" spc="-1" strike="noStrike">
              <a:solidFill>
                <a:srgbClr val="000000"/>
              </a:solidFill>
              <a:latin typeface="Arial"/>
            </a:endParaRPr>
          </a:p>
        </p:txBody>
      </p:sp>
      <p:sp>
        <p:nvSpPr>
          <p:cNvPr id="7428" name="Freeform 8"/>
          <p:cNvSpPr/>
          <p:nvPr/>
        </p:nvSpPr>
        <p:spPr>
          <a:xfrm>
            <a:off x="517680" y="2508120"/>
            <a:ext cx="7910280" cy="24336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29" name="Text Box 9"/>
          <p:cNvSpPr/>
          <p:nvPr/>
        </p:nvSpPr>
        <p:spPr>
          <a:xfrm>
            <a:off x="5918040" y="2603520"/>
            <a:ext cx="261000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3</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3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B75D01-7A71-4479-A7F5-B57E1D2FD07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32"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a:t>
            </a:r>
            <a:endParaRPr b="1" lang="en-US" sz="1600" spc="-1" strike="noStrike">
              <a:solidFill>
                <a:srgbClr val="000000"/>
              </a:solidFill>
              <a:latin typeface="Arial"/>
            </a:endParaRPr>
          </a:p>
        </p:txBody>
      </p:sp>
      <p:sp>
        <p:nvSpPr>
          <p:cNvPr id="7433" name="Freeform 3"/>
          <p:cNvSpPr/>
          <p:nvPr/>
        </p:nvSpPr>
        <p:spPr>
          <a:xfrm>
            <a:off x="849240" y="2400480"/>
            <a:ext cx="7174080" cy="2684160"/>
          </a:xfrm>
          <a:prstGeom prst="pie">
            <a:avLst/>
          </a:prstGeom>
          <a:solidFill>
            <a:srgbClr val="ffffff"/>
          </a:solidFill>
          <a:ln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34" name="Rectangle 4"/>
          <p:cNvSpPr/>
          <p:nvPr/>
        </p:nvSpPr>
        <p:spPr>
          <a:xfrm>
            <a:off x="915840" y="3497400"/>
            <a:ext cx="2327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7435" name="Rectangle 5"/>
          <p:cNvSpPr/>
          <p:nvPr/>
        </p:nvSpPr>
        <p:spPr>
          <a:xfrm>
            <a:off x="3309840" y="2847960"/>
            <a:ext cx="232596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7436" name="Rectangle 6"/>
          <p:cNvSpPr/>
          <p:nvPr/>
        </p:nvSpPr>
        <p:spPr>
          <a:xfrm>
            <a:off x="5702400" y="2133720"/>
            <a:ext cx="22604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xxx</a:t>
            </a:r>
            <a:endParaRPr b="1" lang="en-US" sz="1100" spc="-1" strike="noStrike">
              <a:solidFill>
                <a:srgbClr val="000000"/>
              </a:solidFill>
              <a:latin typeface="Arial"/>
            </a:endParaRPr>
          </a:p>
        </p:txBody>
      </p:sp>
      <p:sp>
        <p:nvSpPr>
          <p:cNvPr id="7437" name="Rectangle 7"/>
          <p:cNvSpPr/>
          <p:nvPr/>
        </p:nvSpPr>
        <p:spPr>
          <a:xfrm>
            <a:off x="982800" y="3951360"/>
            <a:ext cx="2193840" cy="145440"/>
          </a:xfrm>
          <a:prstGeom prst="rect">
            <a:avLst/>
          </a:prstGeom>
          <a:noFill/>
          <a:ln w="0">
            <a:noFill/>
          </a:ln>
        </p:spPr>
        <p:style>
          <a:lnRef idx="0"/>
          <a:fillRef idx="0"/>
          <a:effectRef idx="0"/>
          <a:fontRef idx="minor"/>
        </p:style>
        <p:txBody>
          <a:bodyPr lIns="0" rIns="0" tIns="0" bIns="0" anchor="t">
            <a:spAutoFit/>
          </a:bodyPr>
          <a:p>
            <a:pPr marL="177840" indent="-177840">
              <a:lnSpc>
                <a:spcPct val="95000"/>
              </a:lnSpc>
              <a:spcBef>
                <a:spcPts val="799"/>
              </a:spcBef>
              <a:buClr>
                <a:srgbClr val="ffffff"/>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7438" name="Rectangle 8"/>
          <p:cNvSpPr/>
          <p:nvPr/>
        </p:nvSpPr>
        <p:spPr>
          <a:xfrm>
            <a:off x="3376440" y="3213000"/>
            <a:ext cx="2129040" cy="145440"/>
          </a:xfrm>
          <a:prstGeom prst="rect">
            <a:avLst/>
          </a:prstGeom>
          <a:noFill/>
          <a:ln w="0">
            <a:noFill/>
          </a:ln>
        </p:spPr>
        <p:style>
          <a:lnRef idx="0"/>
          <a:fillRef idx="0"/>
          <a:effectRef idx="0"/>
          <a:fontRef idx="minor"/>
        </p:style>
        <p:txBody>
          <a:bodyPr lIns="0" rIns="0" tIns="0" bIns="0" anchor="t">
            <a:spAutoFit/>
          </a:bodyPr>
          <a:p>
            <a:pPr marL="177840" indent="-177840">
              <a:lnSpc>
                <a:spcPct val="95000"/>
              </a:lnSpc>
              <a:spcBef>
                <a:spcPts val="799"/>
              </a:spcBef>
              <a:buClr>
                <a:srgbClr val="ffffff"/>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
        <p:nvSpPr>
          <p:cNvPr id="7439" name="Line 9"/>
          <p:cNvSpPr/>
          <p:nvPr/>
        </p:nvSpPr>
        <p:spPr>
          <a:xfrm>
            <a:off x="3546360" y="5084640"/>
            <a:ext cx="0" cy="7207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40" name="Line 10"/>
          <p:cNvSpPr/>
          <p:nvPr/>
        </p:nvSpPr>
        <p:spPr>
          <a:xfrm>
            <a:off x="6327720" y="5065560"/>
            <a:ext cx="0" cy="7207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41" name="Rectangle 11"/>
          <p:cNvSpPr/>
          <p:nvPr/>
        </p:nvSpPr>
        <p:spPr>
          <a:xfrm>
            <a:off x="2909880" y="5300640"/>
            <a:ext cx="1263600" cy="360360"/>
          </a:xfrm>
          <a:prstGeom prst="rect">
            <a:avLst/>
          </a:prstGeom>
          <a:solidFill>
            <a:srgbClr val="80cccc"/>
          </a:solid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42" name="Rectangle 12"/>
          <p:cNvSpPr/>
          <p:nvPr/>
        </p:nvSpPr>
        <p:spPr>
          <a:xfrm>
            <a:off x="2938320" y="5372280"/>
            <a:ext cx="1197000" cy="145440"/>
          </a:xfrm>
          <a:prstGeom prst="rect">
            <a:avLst/>
          </a:prstGeom>
          <a:solidFill>
            <a:srgbClr val="80cccc"/>
          </a:solid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7443" name="Rectangle 13"/>
          <p:cNvSpPr/>
          <p:nvPr/>
        </p:nvSpPr>
        <p:spPr>
          <a:xfrm>
            <a:off x="5702400" y="5300640"/>
            <a:ext cx="1261800" cy="360360"/>
          </a:xfrm>
          <a:prstGeom prst="rect">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44" name="Rectangle 14"/>
          <p:cNvSpPr/>
          <p:nvPr/>
        </p:nvSpPr>
        <p:spPr>
          <a:xfrm>
            <a:off x="5730840" y="5372280"/>
            <a:ext cx="11970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000" spc="-1" strike="noStrike">
                <a:solidFill>
                  <a:srgbClr val="000000"/>
                </a:solidFill>
                <a:latin typeface="Arial"/>
              </a:rPr>
              <a:t>xxx</a:t>
            </a:r>
            <a:endParaRPr b="1" lang="en-US" sz="1000" spc="-1" strike="noStrike">
              <a:solidFill>
                <a:srgbClr val="000000"/>
              </a:solidFill>
              <a:latin typeface="Arial"/>
            </a:endParaRPr>
          </a:p>
        </p:txBody>
      </p:sp>
      <p:sp>
        <p:nvSpPr>
          <p:cNvPr id="7445" name="Rectangle 15"/>
          <p:cNvSpPr/>
          <p:nvPr/>
        </p:nvSpPr>
        <p:spPr>
          <a:xfrm>
            <a:off x="5767560" y="2516040"/>
            <a:ext cx="2193840" cy="145440"/>
          </a:xfrm>
          <a:prstGeom prst="rect">
            <a:avLst/>
          </a:prstGeom>
          <a:noFill/>
          <a:ln w="0">
            <a:noFill/>
          </a:ln>
        </p:spPr>
        <p:style>
          <a:lnRef idx="0"/>
          <a:fillRef idx="0"/>
          <a:effectRef idx="0"/>
          <a:fontRef idx="minor"/>
        </p:style>
        <p:txBody>
          <a:bodyPr lIns="0" rIns="0" tIns="0" bIns="0" anchor="t">
            <a:spAutoFit/>
          </a:bodyPr>
          <a:p>
            <a:pPr marL="177840" indent="-177840">
              <a:lnSpc>
                <a:spcPct val="95000"/>
              </a:lnSpc>
              <a:spcBef>
                <a:spcPts val="799"/>
              </a:spcBef>
              <a:buClr>
                <a:srgbClr val="ffffff"/>
              </a:buClr>
              <a:buFont typeface="Chicago"/>
              <a:buChar char="•"/>
              <a:tabLst>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xxx</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4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40C7E1-6A93-4E48-A2AC-E4AB494BC36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48" name="Rectangle 2"/>
          <p:cNvSpPr/>
          <p:nvPr/>
        </p:nvSpPr>
        <p:spPr>
          <a:xfrm>
            <a:off x="909720" y="4508640"/>
            <a:ext cx="169524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49" name="Rectangle 3"/>
          <p:cNvSpPr/>
          <p:nvPr/>
        </p:nvSpPr>
        <p:spPr>
          <a:xfrm>
            <a:off x="2763720" y="3924360"/>
            <a:ext cx="169560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50" name="Rectangle 4"/>
          <p:cNvSpPr/>
          <p:nvPr/>
        </p:nvSpPr>
        <p:spPr>
          <a:xfrm>
            <a:off x="4619520" y="3341520"/>
            <a:ext cx="16956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51" name="Rectangle 5"/>
          <p:cNvSpPr/>
          <p:nvPr/>
        </p:nvSpPr>
        <p:spPr>
          <a:xfrm>
            <a:off x="6475320" y="2759040"/>
            <a:ext cx="16956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52"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a:t>
            </a:r>
            <a:endParaRPr b="1" lang="en-US" sz="1600" spc="-1" strike="noStrike">
              <a:solidFill>
                <a:srgbClr val="000000"/>
              </a:solidFill>
              <a:latin typeface="Arial"/>
            </a:endParaRPr>
          </a:p>
        </p:txBody>
      </p:sp>
      <p:sp>
        <p:nvSpPr>
          <p:cNvPr id="7453" name="Rectangle 7"/>
          <p:cNvSpPr/>
          <p:nvPr/>
        </p:nvSpPr>
        <p:spPr>
          <a:xfrm>
            <a:off x="849240" y="4133880"/>
            <a:ext cx="1847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1</a:t>
            </a:r>
            <a:endParaRPr b="1" lang="en-US" sz="1100" spc="-1" strike="noStrike">
              <a:solidFill>
                <a:srgbClr val="000000"/>
              </a:solidFill>
              <a:latin typeface="Arial"/>
            </a:endParaRPr>
          </a:p>
        </p:txBody>
      </p:sp>
      <p:sp>
        <p:nvSpPr>
          <p:cNvPr id="7454" name="Rectangle 8"/>
          <p:cNvSpPr/>
          <p:nvPr/>
        </p:nvSpPr>
        <p:spPr>
          <a:xfrm>
            <a:off x="2676600" y="3540240"/>
            <a:ext cx="1847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2</a:t>
            </a:r>
            <a:endParaRPr b="1" lang="en-US" sz="1100" spc="-1" strike="noStrike">
              <a:solidFill>
                <a:srgbClr val="000000"/>
              </a:solidFill>
              <a:latin typeface="Arial"/>
            </a:endParaRPr>
          </a:p>
        </p:txBody>
      </p:sp>
      <p:sp>
        <p:nvSpPr>
          <p:cNvPr id="7455" name="Rectangle 9"/>
          <p:cNvSpPr/>
          <p:nvPr/>
        </p:nvSpPr>
        <p:spPr>
          <a:xfrm>
            <a:off x="4502160" y="2949480"/>
            <a:ext cx="1847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3</a:t>
            </a:r>
            <a:endParaRPr b="1" lang="en-US" sz="1100" spc="-1" strike="noStrike">
              <a:solidFill>
                <a:srgbClr val="000000"/>
              </a:solidFill>
              <a:latin typeface="Arial"/>
            </a:endParaRPr>
          </a:p>
        </p:txBody>
      </p:sp>
      <p:sp>
        <p:nvSpPr>
          <p:cNvPr id="7456" name="Rectangle 10"/>
          <p:cNvSpPr/>
          <p:nvPr/>
        </p:nvSpPr>
        <p:spPr>
          <a:xfrm>
            <a:off x="6329520" y="2355840"/>
            <a:ext cx="18446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4</a:t>
            </a:r>
            <a:endParaRPr b="1" lang="en-US" sz="1100" spc="-1" strike="noStrike">
              <a:solidFill>
                <a:srgbClr val="000000"/>
              </a:solidFill>
              <a:latin typeface="Arial"/>
            </a:endParaRPr>
          </a:p>
        </p:txBody>
      </p:sp>
      <p:sp>
        <p:nvSpPr>
          <p:cNvPr id="7457" name="Freeform 11"/>
          <p:cNvSpPr/>
          <p:nvPr/>
        </p:nvSpPr>
        <p:spPr>
          <a:xfrm>
            <a:off x="849240" y="2271600"/>
            <a:ext cx="7304040" cy="237348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5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ECAAE7F-6212-434B-A674-DD7A4D247CB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60" name="Rectangle 2"/>
          <p:cNvSpPr/>
          <p:nvPr/>
        </p:nvSpPr>
        <p:spPr>
          <a:xfrm>
            <a:off x="3973680" y="3998880"/>
            <a:ext cx="13143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61" name="Rectangle 3"/>
          <p:cNvSpPr/>
          <p:nvPr/>
        </p:nvSpPr>
        <p:spPr>
          <a:xfrm>
            <a:off x="5398920" y="3513240"/>
            <a:ext cx="131472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62" name="Rectangle 4"/>
          <p:cNvSpPr/>
          <p:nvPr/>
        </p:nvSpPr>
        <p:spPr>
          <a:xfrm>
            <a:off x="6826320" y="3027240"/>
            <a:ext cx="13143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63" name="Rectangle 5"/>
          <p:cNvSpPr/>
          <p:nvPr/>
        </p:nvSpPr>
        <p:spPr>
          <a:xfrm>
            <a:off x="2546280" y="4484520"/>
            <a:ext cx="13143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64" name="Rectangle 6"/>
          <p:cNvSpPr/>
          <p:nvPr/>
        </p:nvSpPr>
        <p:spPr>
          <a:xfrm>
            <a:off x="1120680" y="4971960"/>
            <a:ext cx="131472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65"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a:t>
            </a:r>
            <a:endParaRPr b="1" lang="en-US" sz="1600" spc="-1" strike="noStrike">
              <a:solidFill>
                <a:srgbClr val="000000"/>
              </a:solidFill>
              <a:latin typeface="Arial"/>
            </a:endParaRPr>
          </a:p>
        </p:txBody>
      </p:sp>
      <p:sp>
        <p:nvSpPr>
          <p:cNvPr id="7466" name="Rectangle 8"/>
          <p:cNvSpPr/>
          <p:nvPr/>
        </p:nvSpPr>
        <p:spPr>
          <a:xfrm>
            <a:off x="1009800" y="4635360"/>
            <a:ext cx="14349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1</a:t>
            </a:r>
            <a:endParaRPr b="1" lang="en-US" sz="1100" spc="-1" strike="noStrike">
              <a:solidFill>
                <a:srgbClr val="000000"/>
              </a:solidFill>
              <a:latin typeface="Arial"/>
            </a:endParaRPr>
          </a:p>
        </p:txBody>
      </p:sp>
      <p:sp>
        <p:nvSpPr>
          <p:cNvPr id="7467" name="Rectangle 9"/>
          <p:cNvSpPr/>
          <p:nvPr/>
        </p:nvSpPr>
        <p:spPr>
          <a:xfrm>
            <a:off x="2444760" y="4135320"/>
            <a:ext cx="13939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2</a:t>
            </a:r>
            <a:endParaRPr b="1" lang="en-US" sz="1100" spc="-1" strike="noStrike">
              <a:solidFill>
                <a:srgbClr val="000000"/>
              </a:solidFill>
              <a:latin typeface="Arial"/>
            </a:endParaRPr>
          </a:p>
        </p:txBody>
      </p:sp>
      <p:sp>
        <p:nvSpPr>
          <p:cNvPr id="7468" name="Freeform 10"/>
          <p:cNvSpPr/>
          <p:nvPr/>
        </p:nvSpPr>
        <p:spPr>
          <a:xfrm>
            <a:off x="1009800" y="2565360"/>
            <a:ext cx="7083360" cy="25020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69" name="Rectangle 11"/>
          <p:cNvSpPr/>
          <p:nvPr/>
        </p:nvSpPr>
        <p:spPr>
          <a:xfrm>
            <a:off x="3838680" y="3716280"/>
            <a:ext cx="13953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3</a:t>
            </a:r>
            <a:endParaRPr b="1" lang="en-US" sz="1100" spc="-1" strike="noStrike">
              <a:solidFill>
                <a:srgbClr val="000000"/>
              </a:solidFill>
              <a:latin typeface="Arial"/>
            </a:endParaRPr>
          </a:p>
        </p:txBody>
      </p:sp>
      <p:sp>
        <p:nvSpPr>
          <p:cNvPr id="7470" name="Rectangle 12"/>
          <p:cNvSpPr/>
          <p:nvPr/>
        </p:nvSpPr>
        <p:spPr>
          <a:xfrm>
            <a:off x="5234040" y="3141720"/>
            <a:ext cx="13953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4</a:t>
            </a:r>
            <a:endParaRPr b="1" lang="en-US" sz="1100" spc="-1" strike="noStrike">
              <a:solidFill>
                <a:srgbClr val="000000"/>
              </a:solidFill>
              <a:latin typeface="Arial"/>
            </a:endParaRPr>
          </a:p>
        </p:txBody>
      </p:sp>
      <p:sp>
        <p:nvSpPr>
          <p:cNvPr id="7471" name="Rectangle 13"/>
          <p:cNvSpPr/>
          <p:nvPr/>
        </p:nvSpPr>
        <p:spPr>
          <a:xfrm>
            <a:off x="6697800" y="2692440"/>
            <a:ext cx="13953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5</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7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9197558-7394-4B5C-AB3E-BDA2406470E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74" name="Rectangle 2"/>
          <p:cNvSpPr/>
          <p:nvPr/>
        </p:nvSpPr>
        <p:spPr>
          <a:xfrm>
            <a:off x="1092240" y="4941720"/>
            <a:ext cx="13143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75" name="Rectangle 3"/>
          <p:cNvSpPr/>
          <p:nvPr/>
        </p:nvSpPr>
        <p:spPr>
          <a:xfrm>
            <a:off x="2270160" y="4451400"/>
            <a:ext cx="136512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76" name="Rectangle 4"/>
          <p:cNvSpPr/>
          <p:nvPr/>
        </p:nvSpPr>
        <p:spPr>
          <a:xfrm>
            <a:off x="3497400" y="3960720"/>
            <a:ext cx="13208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77" name="Rectangle 5"/>
          <p:cNvSpPr/>
          <p:nvPr/>
        </p:nvSpPr>
        <p:spPr>
          <a:xfrm>
            <a:off x="4680000" y="3470400"/>
            <a:ext cx="133344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78" name="Rectangle 6"/>
          <p:cNvSpPr/>
          <p:nvPr/>
        </p:nvSpPr>
        <p:spPr>
          <a:xfrm>
            <a:off x="5875200" y="2979720"/>
            <a:ext cx="13338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79" name="Rectangle 7"/>
          <p:cNvSpPr/>
          <p:nvPr/>
        </p:nvSpPr>
        <p:spPr>
          <a:xfrm>
            <a:off x="7070760" y="2489040"/>
            <a:ext cx="13334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80"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a:t>
            </a:r>
            <a:endParaRPr b="1" lang="en-US" sz="1600" spc="-1" strike="noStrike">
              <a:solidFill>
                <a:srgbClr val="000000"/>
              </a:solidFill>
              <a:latin typeface="Arial"/>
            </a:endParaRPr>
          </a:p>
        </p:txBody>
      </p:sp>
      <p:sp>
        <p:nvSpPr>
          <p:cNvPr id="7481" name="Rectangle 9"/>
          <p:cNvSpPr/>
          <p:nvPr/>
        </p:nvSpPr>
        <p:spPr>
          <a:xfrm>
            <a:off x="982800" y="4657680"/>
            <a:ext cx="11300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1</a:t>
            </a:r>
            <a:endParaRPr b="1" lang="en-US" sz="1100" spc="-1" strike="noStrike">
              <a:solidFill>
                <a:srgbClr val="000000"/>
              </a:solidFill>
              <a:latin typeface="Arial"/>
            </a:endParaRPr>
          </a:p>
        </p:txBody>
      </p:sp>
      <p:sp>
        <p:nvSpPr>
          <p:cNvPr id="7482" name="Freeform 10"/>
          <p:cNvSpPr/>
          <p:nvPr/>
        </p:nvSpPr>
        <p:spPr>
          <a:xfrm>
            <a:off x="982800" y="2087640"/>
            <a:ext cx="7111800" cy="300204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483" name="Rectangle 11"/>
          <p:cNvSpPr/>
          <p:nvPr/>
        </p:nvSpPr>
        <p:spPr>
          <a:xfrm>
            <a:off x="2179800" y="4221000"/>
            <a:ext cx="112860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2</a:t>
            </a:r>
            <a:endParaRPr b="1" lang="en-US" sz="1100" spc="-1" strike="noStrike">
              <a:solidFill>
                <a:srgbClr val="000000"/>
              </a:solidFill>
              <a:latin typeface="Arial"/>
            </a:endParaRPr>
          </a:p>
        </p:txBody>
      </p:sp>
      <p:sp>
        <p:nvSpPr>
          <p:cNvPr id="7484" name="Rectangle 12"/>
          <p:cNvSpPr/>
          <p:nvPr/>
        </p:nvSpPr>
        <p:spPr>
          <a:xfrm>
            <a:off x="3375000" y="3716280"/>
            <a:ext cx="113040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3</a:t>
            </a:r>
            <a:endParaRPr b="1" lang="en-US" sz="1100" spc="-1" strike="noStrike">
              <a:solidFill>
                <a:srgbClr val="000000"/>
              </a:solidFill>
              <a:latin typeface="Arial"/>
            </a:endParaRPr>
          </a:p>
        </p:txBody>
      </p:sp>
      <p:sp>
        <p:nvSpPr>
          <p:cNvPr id="7485" name="Rectangle 13"/>
          <p:cNvSpPr/>
          <p:nvPr/>
        </p:nvSpPr>
        <p:spPr>
          <a:xfrm>
            <a:off x="4570560" y="3246480"/>
            <a:ext cx="113004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4</a:t>
            </a:r>
            <a:endParaRPr b="1" lang="en-US" sz="1100" spc="-1" strike="noStrike">
              <a:solidFill>
                <a:srgbClr val="000000"/>
              </a:solidFill>
              <a:latin typeface="Arial"/>
            </a:endParaRPr>
          </a:p>
        </p:txBody>
      </p:sp>
      <p:sp>
        <p:nvSpPr>
          <p:cNvPr id="7486" name="Rectangle 14"/>
          <p:cNvSpPr/>
          <p:nvPr/>
        </p:nvSpPr>
        <p:spPr>
          <a:xfrm>
            <a:off x="5765760" y="2708280"/>
            <a:ext cx="113040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5</a:t>
            </a:r>
            <a:endParaRPr b="1" lang="en-US" sz="1100" spc="-1" strike="noStrike">
              <a:solidFill>
                <a:srgbClr val="000000"/>
              </a:solidFill>
              <a:latin typeface="Arial"/>
            </a:endParaRPr>
          </a:p>
        </p:txBody>
      </p:sp>
      <p:sp>
        <p:nvSpPr>
          <p:cNvPr id="7487" name="Rectangle 15"/>
          <p:cNvSpPr/>
          <p:nvPr/>
        </p:nvSpPr>
        <p:spPr>
          <a:xfrm>
            <a:off x="6962760" y="2205000"/>
            <a:ext cx="112860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6</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48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2348C9-0817-4F01-928C-F4452A4C0AD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490" name="Rectangle 2"/>
          <p:cNvSpPr/>
          <p:nvPr/>
        </p:nvSpPr>
        <p:spPr>
          <a:xfrm>
            <a:off x="5172120" y="3433680"/>
            <a:ext cx="984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1" name="Rectangle 3"/>
          <p:cNvSpPr/>
          <p:nvPr/>
        </p:nvSpPr>
        <p:spPr>
          <a:xfrm>
            <a:off x="6248520" y="2949480"/>
            <a:ext cx="984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2" name="Rectangle 4"/>
          <p:cNvSpPr/>
          <p:nvPr/>
        </p:nvSpPr>
        <p:spPr>
          <a:xfrm>
            <a:off x="7326360" y="2465280"/>
            <a:ext cx="984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3" name="Rectangle 5"/>
          <p:cNvSpPr/>
          <p:nvPr/>
        </p:nvSpPr>
        <p:spPr>
          <a:xfrm>
            <a:off x="4095720" y="3917880"/>
            <a:ext cx="984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4" name="Rectangle 6"/>
          <p:cNvSpPr/>
          <p:nvPr/>
        </p:nvSpPr>
        <p:spPr>
          <a:xfrm>
            <a:off x="3019320" y="4402080"/>
            <a:ext cx="984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5" name="Rectangle 7"/>
          <p:cNvSpPr/>
          <p:nvPr/>
        </p:nvSpPr>
        <p:spPr>
          <a:xfrm>
            <a:off x="1943280" y="4886280"/>
            <a:ext cx="984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6" name="Rectangle 8"/>
          <p:cNvSpPr/>
          <p:nvPr/>
        </p:nvSpPr>
        <p:spPr>
          <a:xfrm>
            <a:off x="866880" y="5372280"/>
            <a:ext cx="98424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497"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a:t>
            </a:r>
            <a:endParaRPr b="1" lang="en-US" sz="1600" spc="-1" strike="noStrike">
              <a:solidFill>
                <a:srgbClr val="000000"/>
              </a:solidFill>
              <a:latin typeface="Arial"/>
            </a:endParaRPr>
          </a:p>
        </p:txBody>
      </p:sp>
      <p:sp>
        <p:nvSpPr>
          <p:cNvPr id="7498" name="Rectangle 10"/>
          <p:cNvSpPr/>
          <p:nvPr/>
        </p:nvSpPr>
        <p:spPr>
          <a:xfrm>
            <a:off x="790560" y="5008680"/>
            <a:ext cx="10447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1</a:t>
            </a:r>
            <a:endParaRPr b="1" lang="en-US" sz="1100" spc="-1" strike="noStrike">
              <a:solidFill>
                <a:srgbClr val="000000"/>
              </a:solidFill>
              <a:latin typeface="Arial"/>
            </a:endParaRPr>
          </a:p>
        </p:txBody>
      </p:sp>
      <p:sp>
        <p:nvSpPr>
          <p:cNvPr id="7499" name="Freeform 11"/>
          <p:cNvSpPr/>
          <p:nvPr/>
        </p:nvSpPr>
        <p:spPr>
          <a:xfrm>
            <a:off x="790560" y="1938240"/>
            <a:ext cx="7389720" cy="350064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00" name="Rectangle 12"/>
          <p:cNvSpPr/>
          <p:nvPr/>
        </p:nvSpPr>
        <p:spPr>
          <a:xfrm>
            <a:off x="1882800" y="4551480"/>
            <a:ext cx="10447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2</a:t>
            </a:r>
            <a:endParaRPr b="1" lang="en-US" sz="1100" spc="-1" strike="noStrike">
              <a:solidFill>
                <a:srgbClr val="000000"/>
              </a:solidFill>
              <a:latin typeface="Arial"/>
            </a:endParaRPr>
          </a:p>
        </p:txBody>
      </p:sp>
      <p:sp>
        <p:nvSpPr>
          <p:cNvPr id="7501" name="Rectangle 13"/>
          <p:cNvSpPr/>
          <p:nvPr/>
        </p:nvSpPr>
        <p:spPr>
          <a:xfrm>
            <a:off x="2976480" y="4046400"/>
            <a:ext cx="10447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3</a:t>
            </a:r>
            <a:endParaRPr b="1" lang="en-US" sz="1100" spc="-1" strike="noStrike">
              <a:solidFill>
                <a:srgbClr val="000000"/>
              </a:solidFill>
              <a:latin typeface="Arial"/>
            </a:endParaRPr>
          </a:p>
        </p:txBody>
      </p:sp>
      <p:sp>
        <p:nvSpPr>
          <p:cNvPr id="7502" name="Rectangle 14"/>
          <p:cNvSpPr/>
          <p:nvPr/>
        </p:nvSpPr>
        <p:spPr>
          <a:xfrm>
            <a:off x="4068720" y="3543480"/>
            <a:ext cx="10461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4</a:t>
            </a:r>
            <a:endParaRPr b="1" lang="en-US" sz="1100" spc="-1" strike="noStrike">
              <a:solidFill>
                <a:srgbClr val="000000"/>
              </a:solidFill>
              <a:latin typeface="Arial"/>
            </a:endParaRPr>
          </a:p>
        </p:txBody>
      </p:sp>
      <p:sp>
        <p:nvSpPr>
          <p:cNvPr id="7503" name="Rectangle 15"/>
          <p:cNvSpPr/>
          <p:nvPr/>
        </p:nvSpPr>
        <p:spPr>
          <a:xfrm>
            <a:off x="5056200" y="3038400"/>
            <a:ext cx="10447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5</a:t>
            </a:r>
            <a:endParaRPr b="1" lang="en-US" sz="1100" spc="-1" strike="noStrike">
              <a:solidFill>
                <a:srgbClr val="000000"/>
              </a:solidFill>
              <a:latin typeface="Arial"/>
            </a:endParaRPr>
          </a:p>
        </p:txBody>
      </p:sp>
      <p:sp>
        <p:nvSpPr>
          <p:cNvPr id="7504" name="Rectangle 16"/>
          <p:cNvSpPr/>
          <p:nvPr/>
        </p:nvSpPr>
        <p:spPr>
          <a:xfrm>
            <a:off x="6119640" y="2535120"/>
            <a:ext cx="104472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6</a:t>
            </a:r>
            <a:endParaRPr b="1" lang="en-US" sz="1100" spc="-1" strike="noStrike">
              <a:solidFill>
                <a:srgbClr val="000000"/>
              </a:solidFill>
              <a:latin typeface="Arial"/>
            </a:endParaRPr>
          </a:p>
        </p:txBody>
      </p:sp>
      <p:sp>
        <p:nvSpPr>
          <p:cNvPr id="7505" name="Rectangle 17"/>
          <p:cNvSpPr/>
          <p:nvPr/>
        </p:nvSpPr>
        <p:spPr>
          <a:xfrm>
            <a:off x="7248600" y="2101680"/>
            <a:ext cx="104616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Step 7</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50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4F0E37-3D75-4429-84A6-A8BE49EE9D5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508" name="Freeform 2"/>
          <p:cNvSpPr/>
          <p:nvPr/>
        </p:nvSpPr>
        <p:spPr>
          <a:xfrm>
            <a:off x="527040" y="907920"/>
            <a:ext cx="7912080" cy="237348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09"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Steps - With more flights</a:t>
            </a:r>
            <a:endParaRPr b="1" lang="en-US" sz="1600" spc="-1" strike="noStrike">
              <a:solidFill>
                <a:srgbClr val="000000"/>
              </a:solidFill>
              <a:latin typeface="Arial"/>
            </a:endParaRPr>
          </a:p>
        </p:txBody>
      </p:sp>
      <p:sp>
        <p:nvSpPr>
          <p:cNvPr id="7510" name="Freeform 4"/>
          <p:cNvSpPr/>
          <p:nvPr/>
        </p:nvSpPr>
        <p:spPr>
          <a:xfrm>
            <a:off x="527040" y="1628640"/>
            <a:ext cx="7900920" cy="250200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11" name="Freeform 5"/>
          <p:cNvSpPr/>
          <p:nvPr/>
        </p:nvSpPr>
        <p:spPr>
          <a:xfrm>
            <a:off x="527040" y="2349360"/>
            <a:ext cx="7900920" cy="300204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12" name="Freeform 6"/>
          <p:cNvSpPr/>
          <p:nvPr/>
        </p:nvSpPr>
        <p:spPr>
          <a:xfrm>
            <a:off x="527040" y="2952720"/>
            <a:ext cx="7900920" cy="3500640"/>
          </a:xfrm>
          <a:prstGeom prst="pie">
            <a:avLst/>
          </a:prstGeom>
          <a:no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51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6C17B8-66F6-443C-9F35-ABEF909CD5F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515" name="Rectangle 2"/>
          <p:cNvSpPr/>
          <p:nvPr/>
        </p:nvSpPr>
        <p:spPr>
          <a:xfrm>
            <a:off x="5897520" y="2681280"/>
            <a:ext cx="22748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516" name="Rectangle 3"/>
          <p:cNvSpPr/>
          <p:nvPr/>
        </p:nvSpPr>
        <p:spPr>
          <a:xfrm>
            <a:off x="3371760" y="3535200"/>
            <a:ext cx="22748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517"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Diagonal boxes</a:t>
            </a:r>
            <a:endParaRPr b="1" lang="en-US" sz="1600" spc="-1" strike="noStrike">
              <a:solidFill>
                <a:srgbClr val="000000"/>
              </a:solidFill>
              <a:latin typeface="Arial"/>
            </a:endParaRPr>
          </a:p>
        </p:txBody>
      </p:sp>
      <p:sp>
        <p:nvSpPr>
          <p:cNvPr id="7518" name="Rectangle 5"/>
          <p:cNvSpPr/>
          <p:nvPr/>
        </p:nvSpPr>
        <p:spPr>
          <a:xfrm>
            <a:off x="3308400" y="2693880"/>
            <a:ext cx="2274840" cy="755640"/>
          </a:xfrm>
          <a:prstGeom prst="rect">
            <a:avLst/>
          </a:prstGeom>
          <a:solidFill>
            <a:srgbClr val="8099cc"/>
          </a:solidFill>
          <a:ln w="12600">
            <a:solidFill>
              <a:srgbClr val="8099cc"/>
            </a:solidFill>
            <a:miter/>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19" name="Rectangle 6"/>
          <p:cNvSpPr/>
          <p:nvPr/>
        </p:nvSpPr>
        <p:spPr>
          <a:xfrm>
            <a:off x="5834160" y="1838160"/>
            <a:ext cx="2274840" cy="755640"/>
          </a:xfrm>
          <a:prstGeom prst="rect">
            <a:avLst/>
          </a:prstGeom>
          <a:solidFill>
            <a:srgbClr val="8099cc"/>
          </a:solidFill>
          <a:ln w="12600">
            <a:solidFill>
              <a:srgbClr val="8099cc"/>
            </a:solidFill>
            <a:miter/>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20" name="Rectangle 7"/>
          <p:cNvSpPr/>
          <p:nvPr/>
        </p:nvSpPr>
        <p:spPr>
          <a:xfrm>
            <a:off x="782640" y="3549600"/>
            <a:ext cx="2274840" cy="755640"/>
          </a:xfrm>
          <a:prstGeom prst="rect">
            <a:avLst/>
          </a:prstGeom>
          <a:solidFill>
            <a:srgbClr val="8099cc"/>
          </a:solidFill>
          <a:ln w="12600">
            <a:solidFill>
              <a:srgbClr val="8099cc"/>
            </a:solidFill>
            <a:miter/>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cxnSp>
        <p:nvCxnSpPr>
          <p:cNvPr id="7521" name="AutoShape 8"/>
          <p:cNvCxnSpPr/>
          <p:nvPr/>
        </p:nvCxnSpPr>
        <p:spPr>
          <a:xfrm flipH="1" flipV="1" rot="5400000">
            <a:off x="2367360" y="2600640"/>
            <a:ext cx="481680" cy="1416960"/>
          </a:xfrm>
          <a:prstGeom prst="bentConnector2">
            <a:avLst/>
          </a:prstGeom>
          <a:ln w="9360">
            <a:solidFill>
              <a:srgbClr val="003399"/>
            </a:solidFill>
            <a:miter/>
            <a:tailEnd len="med" type="triangle" w="med"/>
          </a:ln>
        </p:spPr>
      </p:cxnSp>
      <p:cxnSp>
        <p:nvCxnSpPr>
          <p:cNvPr id="7522" name="AutoShape 9"/>
          <p:cNvCxnSpPr>
            <a:stCxn id="7518" idx="0"/>
            <a:endCxn id="7519" idx="1"/>
          </p:cNvCxnSpPr>
          <p:nvPr/>
        </p:nvCxnSpPr>
        <p:spPr>
          <a:xfrm flipH="1" flipV="1" rot="5400000">
            <a:off x="4901400" y="1760760"/>
            <a:ext cx="478440" cy="1388160"/>
          </a:xfrm>
          <a:prstGeom prst="bentConnector2">
            <a:avLst/>
          </a:prstGeom>
          <a:ln w="9360">
            <a:solidFill>
              <a:srgbClr val="003399"/>
            </a:solidFill>
            <a:miter/>
            <a:tailEnd len="med" type="triangle" w="med"/>
          </a:ln>
        </p:spPr>
      </p:cxnSp>
      <p:sp>
        <p:nvSpPr>
          <p:cNvPr id="7523" name="Rectangle 10"/>
          <p:cNvSpPr/>
          <p:nvPr/>
        </p:nvSpPr>
        <p:spPr>
          <a:xfrm>
            <a:off x="617400" y="5546880"/>
            <a:ext cx="22608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24" name="AutoShape 11"/>
          <p:cNvSpPr/>
          <p:nvPr/>
        </p:nvSpPr>
        <p:spPr>
          <a:xfrm rot="5400000">
            <a:off x="1614600" y="5211720"/>
            <a:ext cx="264960" cy="31608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25" name="Rectangle 12"/>
          <p:cNvSpPr/>
          <p:nvPr/>
        </p:nvSpPr>
        <p:spPr>
          <a:xfrm>
            <a:off x="3400560" y="5546880"/>
            <a:ext cx="22604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26" name="AutoShape 13"/>
          <p:cNvSpPr/>
          <p:nvPr/>
        </p:nvSpPr>
        <p:spPr>
          <a:xfrm rot="5400000">
            <a:off x="4387320" y="5211720"/>
            <a:ext cx="264960" cy="3157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27" name="Rectangle 14"/>
          <p:cNvSpPr/>
          <p:nvPr/>
        </p:nvSpPr>
        <p:spPr>
          <a:xfrm>
            <a:off x="6165720" y="5546880"/>
            <a:ext cx="2262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28" name="AutoShape 15"/>
          <p:cNvSpPr/>
          <p:nvPr/>
        </p:nvSpPr>
        <p:spPr>
          <a:xfrm rot="5400000">
            <a:off x="7163640" y="521100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29" name="Rectangle 16"/>
          <p:cNvSpPr/>
          <p:nvPr/>
        </p:nvSpPr>
        <p:spPr>
          <a:xfrm>
            <a:off x="846000" y="4389480"/>
            <a:ext cx="22752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53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692593-155E-4494-A47E-0D14B87D4CC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532" name="Rectangle 2"/>
          <p:cNvSpPr/>
          <p:nvPr/>
        </p:nvSpPr>
        <p:spPr>
          <a:xfrm>
            <a:off x="6378480" y="2536920"/>
            <a:ext cx="181476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33" name="Rectangle 3"/>
          <p:cNvSpPr/>
          <p:nvPr/>
        </p:nvSpPr>
        <p:spPr>
          <a:xfrm>
            <a:off x="4511520" y="3297240"/>
            <a:ext cx="18147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34" name="Rectangle 4"/>
          <p:cNvSpPr/>
          <p:nvPr/>
        </p:nvSpPr>
        <p:spPr>
          <a:xfrm>
            <a:off x="2644920" y="4059360"/>
            <a:ext cx="181440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35"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Diagonal boxes</a:t>
            </a:r>
            <a:endParaRPr b="1" lang="en-US" sz="1600" spc="-1" strike="noStrike">
              <a:solidFill>
                <a:srgbClr val="000000"/>
              </a:solidFill>
              <a:latin typeface="Arial"/>
            </a:endParaRPr>
          </a:p>
        </p:txBody>
      </p:sp>
      <p:sp>
        <p:nvSpPr>
          <p:cNvPr id="7536" name="Rectangle 6"/>
          <p:cNvSpPr/>
          <p:nvPr/>
        </p:nvSpPr>
        <p:spPr>
          <a:xfrm>
            <a:off x="733320" y="4184640"/>
            <a:ext cx="1814760" cy="52056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37" name="Rectangle 7"/>
          <p:cNvSpPr/>
          <p:nvPr/>
        </p:nvSpPr>
        <p:spPr>
          <a:xfrm>
            <a:off x="2593800" y="3424320"/>
            <a:ext cx="1814760" cy="52056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38" name="Rectangle 8"/>
          <p:cNvSpPr/>
          <p:nvPr/>
        </p:nvSpPr>
        <p:spPr>
          <a:xfrm>
            <a:off x="4454640" y="2665440"/>
            <a:ext cx="1814400" cy="52056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39" name="Rectangle 9"/>
          <p:cNvSpPr/>
          <p:nvPr/>
        </p:nvSpPr>
        <p:spPr>
          <a:xfrm>
            <a:off x="6315120" y="1906560"/>
            <a:ext cx="1814400" cy="52056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cxnSp>
        <p:nvCxnSpPr>
          <p:cNvPr id="7540" name="AutoShape 10"/>
          <p:cNvCxnSpPr>
            <a:stCxn id="7536" idx="0"/>
            <a:endCxn id="7537" idx="1"/>
          </p:cNvCxnSpPr>
          <p:nvPr/>
        </p:nvCxnSpPr>
        <p:spPr>
          <a:xfrm flipH="1" flipV="1" rot="5400000">
            <a:off x="1867320" y="3457800"/>
            <a:ext cx="500760" cy="952920"/>
          </a:xfrm>
          <a:prstGeom prst="bentConnector2">
            <a:avLst/>
          </a:prstGeom>
          <a:ln w="9360">
            <a:solidFill>
              <a:srgbClr val="003399"/>
            </a:solidFill>
            <a:miter/>
            <a:tailEnd len="med" type="triangle" w="med"/>
          </a:ln>
        </p:spPr>
      </p:cxnSp>
      <p:cxnSp>
        <p:nvCxnSpPr>
          <p:cNvPr id="7541" name="AutoShape 11"/>
          <p:cNvCxnSpPr>
            <a:stCxn id="7537" idx="0"/>
            <a:endCxn id="7538" idx="1"/>
          </p:cNvCxnSpPr>
          <p:nvPr/>
        </p:nvCxnSpPr>
        <p:spPr>
          <a:xfrm flipH="1" flipV="1" rot="5400000">
            <a:off x="3728880" y="2698200"/>
            <a:ext cx="499320" cy="953280"/>
          </a:xfrm>
          <a:prstGeom prst="bentConnector2">
            <a:avLst/>
          </a:prstGeom>
          <a:ln w="9360">
            <a:solidFill>
              <a:srgbClr val="003399"/>
            </a:solidFill>
            <a:miter/>
            <a:tailEnd len="med" type="triangle" w="med"/>
          </a:ln>
        </p:spPr>
      </p:cxnSp>
      <p:cxnSp>
        <p:nvCxnSpPr>
          <p:cNvPr id="7542" name="AutoShape 12"/>
          <p:cNvCxnSpPr>
            <a:stCxn id="7538" idx="0"/>
            <a:endCxn id="7539" idx="1"/>
          </p:cNvCxnSpPr>
          <p:nvPr/>
        </p:nvCxnSpPr>
        <p:spPr>
          <a:xfrm flipH="1" flipV="1" rot="5400000">
            <a:off x="5589360" y="1939320"/>
            <a:ext cx="499320" cy="953280"/>
          </a:xfrm>
          <a:prstGeom prst="bentConnector2">
            <a:avLst/>
          </a:prstGeom>
          <a:ln w="9360">
            <a:solidFill>
              <a:srgbClr val="003399"/>
            </a:solidFill>
            <a:miter/>
            <a:tailEnd len="med" type="triangle" w="med"/>
          </a:ln>
        </p:spPr>
      </p:cxnSp>
      <p:sp>
        <p:nvSpPr>
          <p:cNvPr id="7543" name="Rectangle 13"/>
          <p:cNvSpPr/>
          <p:nvPr/>
        </p:nvSpPr>
        <p:spPr>
          <a:xfrm>
            <a:off x="558720" y="5546880"/>
            <a:ext cx="18129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44" name="AutoShape 14"/>
          <p:cNvSpPr/>
          <p:nvPr/>
        </p:nvSpPr>
        <p:spPr>
          <a:xfrm rot="5400000">
            <a:off x="1333080" y="5209920"/>
            <a:ext cx="264960" cy="3193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45" name="Rectangle 15"/>
          <p:cNvSpPr/>
          <p:nvPr/>
        </p:nvSpPr>
        <p:spPr>
          <a:xfrm>
            <a:off x="2554200" y="5546880"/>
            <a:ext cx="18147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46" name="AutoShape 16"/>
          <p:cNvSpPr/>
          <p:nvPr/>
        </p:nvSpPr>
        <p:spPr>
          <a:xfrm rot="5400000">
            <a:off x="3330000" y="521100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47" name="Rectangle 17"/>
          <p:cNvSpPr/>
          <p:nvPr/>
        </p:nvSpPr>
        <p:spPr>
          <a:xfrm>
            <a:off x="4549680" y="5546880"/>
            <a:ext cx="18147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48" name="AutoShape 18"/>
          <p:cNvSpPr/>
          <p:nvPr/>
        </p:nvSpPr>
        <p:spPr>
          <a:xfrm rot="5400000">
            <a:off x="5325480" y="521100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49" name="Rectangle 19"/>
          <p:cNvSpPr/>
          <p:nvPr/>
        </p:nvSpPr>
        <p:spPr>
          <a:xfrm>
            <a:off x="6545160" y="5546880"/>
            <a:ext cx="181476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50" name="AutoShape 20"/>
          <p:cNvSpPr/>
          <p:nvPr/>
        </p:nvSpPr>
        <p:spPr>
          <a:xfrm rot="5400000">
            <a:off x="7320960" y="521100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51" name="Rectangle 21"/>
          <p:cNvSpPr/>
          <p:nvPr/>
        </p:nvSpPr>
        <p:spPr>
          <a:xfrm>
            <a:off x="777960" y="482112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55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B3BCD5-3BFB-49C2-95B6-2479E246CCA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554" name="Rectangle 2"/>
          <p:cNvSpPr/>
          <p:nvPr/>
        </p:nvSpPr>
        <p:spPr>
          <a:xfrm>
            <a:off x="2279520" y="4205160"/>
            <a:ext cx="139572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55" name="Rectangle 3"/>
          <p:cNvSpPr/>
          <p:nvPr/>
        </p:nvSpPr>
        <p:spPr>
          <a:xfrm>
            <a:off x="3741840" y="3551400"/>
            <a:ext cx="139536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56" name="Rectangle 4"/>
          <p:cNvSpPr/>
          <p:nvPr/>
        </p:nvSpPr>
        <p:spPr>
          <a:xfrm>
            <a:off x="5203800" y="2895480"/>
            <a:ext cx="13953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557" name="Rectangle 5"/>
          <p:cNvSpPr/>
          <p:nvPr/>
        </p:nvSpPr>
        <p:spPr>
          <a:xfrm>
            <a:off x="6667560" y="2241720"/>
            <a:ext cx="139536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58" name="Rectangle 6"/>
          <p:cNvSpPr/>
          <p:nvPr/>
        </p:nvSpPr>
        <p:spPr>
          <a:xfrm>
            <a:off x="817560" y="4861080"/>
            <a:ext cx="139536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559"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Diagonal boxes</a:t>
            </a:r>
            <a:endParaRPr b="1" lang="en-US" sz="1600" spc="-1" strike="noStrike">
              <a:solidFill>
                <a:srgbClr val="000000"/>
              </a:solidFill>
              <a:latin typeface="Arial"/>
            </a:endParaRPr>
          </a:p>
        </p:txBody>
      </p:sp>
      <p:sp>
        <p:nvSpPr>
          <p:cNvPr id="7560" name="Rectangle 8"/>
          <p:cNvSpPr/>
          <p:nvPr/>
        </p:nvSpPr>
        <p:spPr>
          <a:xfrm>
            <a:off x="752400" y="4272120"/>
            <a:ext cx="1389240" cy="52200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61" name="Rectangle 9"/>
          <p:cNvSpPr/>
          <p:nvPr/>
        </p:nvSpPr>
        <p:spPr>
          <a:xfrm>
            <a:off x="2209680" y="3629160"/>
            <a:ext cx="1389240" cy="52200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62" name="Rectangle 10"/>
          <p:cNvSpPr/>
          <p:nvPr/>
        </p:nvSpPr>
        <p:spPr>
          <a:xfrm>
            <a:off x="3666960" y="2986200"/>
            <a:ext cx="1389240" cy="52200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63" name="Rectangle 11"/>
          <p:cNvSpPr/>
          <p:nvPr/>
        </p:nvSpPr>
        <p:spPr>
          <a:xfrm>
            <a:off x="5124600" y="2343240"/>
            <a:ext cx="1388880" cy="52236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64" name="Rectangle 12"/>
          <p:cNvSpPr/>
          <p:nvPr/>
        </p:nvSpPr>
        <p:spPr>
          <a:xfrm>
            <a:off x="6581880" y="1700280"/>
            <a:ext cx="1388880" cy="52236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cxnSp>
        <p:nvCxnSpPr>
          <p:cNvPr id="7565" name="AutoShape 13"/>
          <p:cNvCxnSpPr>
            <a:stCxn id="7560" idx="0"/>
            <a:endCxn id="7561" idx="1"/>
          </p:cNvCxnSpPr>
          <p:nvPr/>
        </p:nvCxnSpPr>
        <p:spPr>
          <a:xfrm flipH="1" flipV="1" rot="5400000">
            <a:off x="1638000" y="3700080"/>
            <a:ext cx="381960" cy="762480"/>
          </a:xfrm>
          <a:prstGeom prst="bentConnector2">
            <a:avLst/>
          </a:prstGeom>
          <a:ln w="9360">
            <a:solidFill>
              <a:srgbClr val="003399"/>
            </a:solidFill>
            <a:miter/>
            <a:tailEnd len="med" type="triangle" w="med"/>
          </a:ln>
        </p:spPr>
      </p:cxnSp>
      <p:cxnSp>
        <p:nvCxnSpPr>
          <p:cNvPr id="7566" name="AutoShape 14"/>
          <p:cNvCxnSpPr>
            <a:stCxn id="7561" idx="0"/>
            <a:endCxn id="7562" idx="1"/>
          </p:cNvCxnSpPr>
          <p:nvPr/>
        </p:nvCxnSpPr>
        <p:spPr>
          <a:xfrm flipH="1" flipV="1" rot="5400000">
            <a:off x="3095280" y="3057120"/>
            <a:ext cx="381960" cy="762480"/>
          </a:xfrm>
          <a:prstGeom prst="bentConnector2">
            <a:avLst/>
          </a:prstGeom>
          <a:ln w="9360">
            <a:solidFill>
              <a:srgbClr val="003399"/>
            </a:solidFill>
            <a:miter/>
            <a:tailEnd len="med" type="triangle" w="med"/>
          </a:ln>
        </p:spPr>
      </p:cxnSp>
      <p:cxnSp>
        <p:nvCxnSpPr>
          <p:cNvPr id="7567" name="AutoShape 15"/>
          <p:cNvCxnSpPr>
            <a:stCxn id="7562" idx="0"/>
            <a:endCxn id="7563" idx="1"/>
          </p:cNvCxnSpPr>
          <p:nvPr/>
        </p:nvCxnSpPr>
        <p:spPr>
          <a:xfrm flipH="1" flipV="1" rot="5400000">
            <a:off x="4552560" y="2413800"/>
            <a:ext cx="381960" cy="762840"/>
          </a:xfrm>
          <a:prstGeom prst="bentConnector2">
            <a:avLst/>
          </a:prstGeom>
          <a:ln w="9360">
            <a:solidFill>
              <a:srgbClr val="003399"/>
            </a:solidFill>
            <a:miter/>
            <a:tailEnd len="med" type="triangle" w="med"/>
          </a:ln>
        </p:spPr>
      </p:cxnSp>
      <p:cxnSp>
        <p:nvCxnSpPr>
          <p:cNvPr id="7568" name="AutoShape 16"/>
          <p:cNvCxnSpPr>
            <a:stCxn id="7563" idx="0"/>
            <a:endCxn id="7564" idx="1"/>
          </p:cNvCxnSpPr>
          <p:nvPr/>
        </p:nvCxnSpPr>
        <p:spPr>
          <a:xfrm flipH="1" flipV="1" rot="5400000">
            <a:off x="6009840" y="1770840"/>
            <a:ext cx="381960" cy="762840"/>
          </a:xfrm>
          <a:prstGeom prst="bentConnector2">
            <a:avLst/>
          </a:prstGeom>
          <a:ln w="9360">
            <a:solidFill>
              <a:srgbClr val="003399"/>
            </a:solidFill>
            <a:miter/>
            <a:tailEnd len="med" type="triangle" w="med"/>
          </a:ln>
        </p:spPr>
      </p:cxnSp>
      <p:sp>
        <p:nvSpPr>
          <p:cNvPr id="7569" name="Rectangle 17"/>
          <p:cNvSpPr/>
          <p:nvPr/>
        </p:nvSpPr>
        <p:spPr>
          <a:xfrm>
            <a:off x="681120" y="5546880"/>
            <a:ext cx="1388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70" name="AutoShape 18"/>
          <p:cNvSpPr/>
          <p:nvPr/>
        </p:nvSpPr>
        <p:spPr>
          <a:xfrm rot="5400000">
            <a:off x="1244160" y="5211720"/>
            <a:ext cx="264960" cy="3157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71" name="Rectangle 19"/>
          <p:cNvSpPr/>
          <p:nvPr/>
        </p:nvSpPr>
        <p:spPr>
          <a:xfrm>
            <a:off x="2254320" y="5546880"/>
            <a:ext cx="1388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72" name="AutoShape 20"/>
          <p:cNvSpPr/>
          <p:nvPr/>
        </p:nvSpPr>
        <p:spPr>
          <a:xfrm rot="5400000">
            <a:off x="2817000" y="521100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73" name="Rectangle 21"/>
          <p:cNvSpPr/>
          <p:nvPr/>
        </p:nvSpPr>
        <p:spPr>
          <a:xfrm>
            <a:off x="3878280" y="5546880"/>
            <a:ext cx="1388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74" name="AutoShape 22"/>
          <p:cNvSpPr/>
          <p:nvPr/>
        </p:nvSpPr>
        <p:spPr>
          <a:xfrm rot="5400000">
            <a:off x="4440960" y="521100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75" name="Rectangle 23"/>
          <p:cNvSpPr/>
          <p:nvPr/>
        </p:nvSpPr>
        <p:spPr>
          <a:xfrm>
            <a:off x="5451480" y="5546880"/>
            <a:ext cx="1388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76" name="AutoShape 24"/>
          <p:cNvSpPr/>
          <p:nvPr/>
        </p:nvSpPr>
        <p:spPr>
          <a:xfrm rot="5400000">
            <a:off x="6014520" y="5211720"/>
            <a:ext cx="264960" cy="3157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77" name="Rectangle 25"/>
          <p:cNvSpPr/>
          <p:nvPr/>
        </p:nvSpPr>
        <p:spPr>
          <a:xfrm>
            <a:off x="6970680" y="5546880"/>
            <a:ext cx="13892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78" name="AutoShape 26"/>
          <p:cNvSpPr/>
          <p:nvPr/>
        </p:nvSpPr>
        <p:spPr>
          <a:xfrm rot="5400000">
            <a:off x="7534440" y="5211720"/>
            <a:ext cx="264960" cy="31608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58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7837C1-CD8C-4B56-9E69-F34EF14182D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581" name="PlaceHolder 1"/>
          <p:cNvSpPr>
            <a:spLocks noGrp="1"/>
          </p:cNvSpPr>
          <p:nvPr>
            <p:ph type="title"/>
          </p:nvPr>
        </p:nvSpPr>
        <p:spPr>
          <a:xfrm>
            <a:off x="399600" y="514080"/>
            <a:ext cx="8350200" cy="258840"/>
          </a:xfrm>
          <a:prstGeom prst="rect">
            <a:avLst/>
          </a:prstGeom>
          <a:noFill/>
          <a:ln w="0">
            <a:noFill/>
          </a:ln>
        </p:spPr>
        <p:txBody>
          <a:bodyPr lIns="0" rIns="0" tIns="0" bIns="0" anchor="t">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Diagonal boxes</a:t>
            </a:r>
            <a:endParaRPr b="1" lang="en-US" sz="1600" spc="-1" strike="noStrike">
              <a:solidFill>
                <a:srgbClr val="000000"/>
              </a:solidFill>
              <a:latin typeface="Arial"/>
            </a:endParaRPr>
          </a:p>
        </p:txBody>
      </p:sp>
      <p:sp>
        <p:nvSpPr>
          <p:cNvPr id="7582" name="Rectangle 3"/>
          <p:cNvSpPr/>
          <p:nvPr/>
        </p:nvSpPr>
        <p:spPr>
          <a:xfrm>
            <a:off x="928800" y="4280040"/>
            <a:ext cx="1122120" cy="54288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cxnSp>
        <p:nvCxnSpPr>
          <p:cNvPr id="7583" name="AutoShape 4"/>
          <p:cNvCxnSpPr>
            <a:stCxn id="7582" idx="0"/>
          </p:cNvCxnSpPr>
          <p:nvPr/>
        </p:nvCxnSpPr>
        <p:spPr>
          <a:xfrm flipV="1" rot="16200000">
            <a:off x="882000" y="3671280"/>
            <a:ext cx="455040" cy="762840"/>
          </a:xfrm>
          <a:prstGeom prst="bentConnector4">
            <a:avLst>
              <a:gd name="adj1" fmla="val 697545"/>
              <a:gd name="adj2" fmla="val 129981"/>
            </a:avLst>
          </a:prstGeom>
          <a:ln w="0">
            <a:noFill/>
          </a:ln>
        </p:spPr>
      </p:cxnSp>
      <p:sp>
        <p:nvSpPr>
          <p:cNvPr id="7584" name="Rectangle 5"/>
          <p:cNvSpPr/>
          <p:nvPr/>
        </p:nvSpPr>
        <p:spPr>
          <a:xfrm>
            <a:off x="920880" y="5684760"/>
            <a:ext cx="9954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85" name="AutoShape 6"/>
          <p:cNvSpPr/>
          <p:nvPr/>
        </p:nvSpPr>
        <p:spPr>
          <a:xfrm rot="5400000">
            <a:off x="1292760" y="5348880"/>
            <a:ext cx="26532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86" name="Rectangle 7"/>
          <p:cNvSpPr/>
          <p:nvPr/>
        </p:nvSpPr>
        <p:spPr>
          <a:xfrm>
            <a:off x="2117880" y="568332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87" name="AutoShape 8"/>
          <p:cNvSpPr/>
          <p:nvPr/>
        </p:nvSpPr>
        <p:spPr>
          <a:xfrm rot="5400000">
            <a:off x="2490840" y="5348160"/>
            <a:ext cx="264960" cy="31608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88" name="Rectangle 9"/>
          <p:cNvSpPr/>
          <p:nvPr/>
        </p:nvSpPr>
        <p:spPr>
          <a:xfrm>
            <a:off x="3313080" y="568332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89" name="AutoShape 10"/>
          <p:cNvSpPr/>
          <p:nvPr/>
        </p:nvSpPr>
        <p:spPr>
          <a:xfrm rot="5400000">
            <a:off x="3685680" y="5348160"/>
            <a:ext cx="264960" cy="3157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90" name="Rectangle 11"/>
          <p:cNvSpPr/>
          <p:nvPr/>
        </p:nvSpPr>
        <p:spPr>
          <a:xfrm>
            <a:off x="4508640" y="5683320"/>
            <a:ext cx="9968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91" name="AutoShape 12"/>
          <p:cNvSpPr/>
          <p:nvPr/>
        </p:nvSpPr>
        <p:spPr>
          <a:xfrm rot="5400000">
            <a:off x="4881600" y="5348160"/>
            <a:ext cx="264960" cy="31608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92" name="Rectangle 13"/>
          <p:cNvSpPr/>
          <p:nvPr/>
        </p:nvSpPr>
        <p:spPr>
          <a:xfrm>
            <a:off x="5705640" y="5683320"/>
            <a:ext cx="99504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93" name="AutoShape 14"/>
          <p:cNvSpPr/>
          <p:nvPr/>
        </p:nvSpPr>
        <p:spPr>
          <a:xfrm rot="5400000">
            <a:off x="6077880" y="5347440"/>
            <a:ext cx="264960" cy="3175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94" name="Rectangle 15"/>
          <p:cNvSpPr/>
          <p:nvPr/>
        </p:nvSpPr>
        <p:spPr>
          <a:xfrm>
            <a:off x="6900840" y="5683320"/>
            <a:ext cx="99540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7595" name="AutoShape 16"/>
          <p:cNvSpPr/>
          <p:nvPr/>
        </p:nvSpPr>
        <p:spPr>
          <a:xfrm rot="5400000">
            <a:off x="7273440" y="5348160"/>
            <a:ext cx="264960" cy="315720"/>
          </a:xfrm>
          <a:prstGeom prst="rightArrow">
            <a:avLst>
              <a:gd name="adj1" fmla="val 49630"/>
              <a:gd name="adj2" fmla="val 50616"/>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596" name="Rectangle 17"/>
          <p:cNvSpPr/>
          <p:nvPr/>
        </p:nvSpPr>
        <p:spPr>
          <a:xfrm>
            <a:off x="2124000" y="3774960"/>
            <a:ext cx="1122480" cy="54288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97" name="Rectangle 18"/>
          <p:cNvSpPr/>
          <p:nvPr/>
        </p:nvSpPr>
        <p:spPr>
          <a:xfrm>
            <a:off x="3321000" y="3270240"/>
            <a:ext cx="1122480" cy="54288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98" name="Rectangle 19"/>
          <p:cNvSpPr/>
          <p:nvPr/>
        </p:nvSpPr>
        <p:spPr>
          <a:xfrm>
            <a:off x="4516560" y="2765520"/>
            <a:ext cx="1122120" cy="54288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599" name="Rectangle 20"/>
          <p:cNvSpPr/>
          <p:nvPr/>
        </p:nvSpPr>
        <p:spPr>
          <a:xfrm>
            <a:off x="5711760" y="2260440"/>
            <a:ext cx="1122480" cy="54324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sp>
        <p:nvSpPr>
          <p:cNvPr id="7600" name="Rectangle 21"/>
          <p:cNvSpPr/>
          <p:nvPr/>
        </p:nvSpPr>
        <p:spPr>
          <a:xfrm>
            <a:off x="6907320" y="1755720"/>
            <a:ext cx="1122120" cy="542880"/>
          </a:xfrm>
          <a:prstGeom prst="rect">
            <a:avLst/>
          </a:prstGeom>
          <a:solidFill>
            <a:srgbClr val="8099cc"/>
          </a:solidFill>
          <a:ln w="0">
            <a:noFill/>
          </a:ln>
        </p:spPr>
        <p:style>
          <a:lnRef idx="0"/>
          <a:fillRef idx="0"/>
          <a:effectRef idx="0"/>
          <a:fontRef idx="minor"/>
        </p:style>
        <p:txBody>
          <a:bodyPr lIns="87120" rIns="87120" tIns="43560" bIns="43560" anchor="ctr">
            <a:noAutofit/>
          </a:bodyPr>
          <a:p>
            <a:pPr algn="ctr">
              <a:lnSpc>
                <a:spcPct val="95000"/>
              </a:lnSpc>
              <a:tabLst>
                <a:tab algn="l" pos="0"/>
                <a:tab algn="l" pos="865080"/>
                <a:tab algn="l" pos="1730520"/>
                <a:tab algn="l" pos="2595600"/>
                <a:tab algn="l" pos="3460680"/>
                <a:tab algn="l" pos="4325760"/>
                <a:tab algn="l" pos="5191200"/>
                <a:tab algn="l" pos="6056280"/>
                <a:tab algn="l" pos="6921360"/>
                <a:tab algn="l" pos="7786800"/>
                <a:tab algn="l" pos="8651880"/>
                <a:tab algn="l" pos="9516960"/>
                <a:tab algn="l" pos="10382400"/>
              </a:tabLst>
            </a:pPr>
            <a:r>
              <a:rPr b="1" lang="de-DE" sz="1100" spc="-1" strike="noStrike">
                <a:solidFill>
                  <a:srgbClr val="000000"/>
                </a:solidFill>
                <a:latin typeface="Arial"/>
              </a:rPr>
              <a:t>Topic</a:t>
            </a:r>
            <a:endParaRPr b="1" lang="en-US" sz="1100" spc="-1" strike="noStrike">
              <a:solidFill>
                <a:srgbClr val="000000"/>
              </a:solidFill>
              <a:latin typeface="Arial"/>
            </a:endParaRPr>
          </a:p>
        </p:txBody>
      </p:sp>
      <p:cxnSp>
        <p:nvCxnSpPr>
          <p:cNvPr id="7601" name="AutoShape 22"/>
          <p:cNvCxnSpPr>
            <a:stCxn id="7582" idx="0"/>
            <a:endCxn id="7596" idx="1"/>
          </p:cNvCxnSpPr>
          <p:nvPr/>
        </p:nvCxnSpPr>
        <p:spPr>
          <a:xfrm flipH="1" flipV="1" rot="5400000">
            <a:off x="1690200" y="3845880"/>
            <a:ext cx="234360" cy="633960"/>
          </a:xfrm>
          <a:prstGeom prst="bentConnector2">
            <a:avLst/>
          </a:prstGeom>
          <a:ln w="9360">
            <a:solidFill>
              <a:srgbClr val="003399"/>
            </a:solidFill>
            <a:miter/>
            <a:tailEnd len="med" type="triangle" w="med"/>
          </a:ln>
        </p:spPr>
      </p:cxnSp>
      <p:cxnSp>
        <p:nvCxnSpPr>
          <p:cNvPr id="7602" name="AutoShape 23"/>
          <p:cNvCxnSpPr>
            <a:endCxn id="7597" idx="1"/>
          </p:cNvCxnSpPr>
          <p:nvPr/>
        </p:nvCxnSpPr>
        <p:spPr>
          <a:xfrm flipH="1" rot="10800000">
            <a:off x="2700360" y="3540960"/>
            <a:ext cx="621000" cy="224640"/>
          </a:xfrm>
          <a:prstGeom prst="bentConnector3">
            <a:avLst>
              <a:gd name="adj1" fmla="val -232"/>
            </a:avLst>
          </a:prstGeom>
          <a:ln w="9360">
            <a:solidFill>
              <a:srgbClr val="003399"/>
            </a:solidFill>
            <a:miter/>
            <a:tailEnd len="med" type="triangle" w="med"/>
          </a:ln>
        </p:spPr>
      </p:cxnSp>
      <p:cxnSp>
        <p:nvCxnSpPr>
          <p:cNvPr id="7603" name="AutoShape 24"/>
          <p:cNvCxnSpPr/>
          <p:nvPr/>
        </p:nvCxnSpPr>
        <p:spPr>
          <a:xfrm flipH="1" flipV="1" rot="5400000">
            <a:off x="4082760" y="2787120"/>
            <a:ext cx="234000" cy="687960"/>
          </a:xfrm>
          <a:prstGeom prst="bentConnector2">
            <a:avLst/>
          </a:prstGeom>
          <a:ln w="9360">
            <a:solidFill>
              <a:srgbClr val="003399"/>
            </a:solidFill>
            <a:miter/>
            <a:tailEnd len="med" type="triangle" w="med"/>
          </a:ln>
        </p:spPr>
      </p:cxnSp>
      <p:cxnSp>
        <p:nvCxnSpPr>
          <p:cNvPr id="7604" name="AutoShape 25"/>
          <p:cNvCxnSpPr/>
          <p:nvPr/>
        </p:nvCxnSpPr>
        <p:spPr>
          <a:xfrm flipH="1" flipV="1" rot="5400000">
            <a:off x="5241600" y="2307600"/>
            <a:ext cx="234360" cy="687960"/>
          </a:xfrm>
          <a:prstGeom prst="bentConnector2">
            <a:avLst/>
          </a:prstGeom>
          <a:ln w="9360">
            <a:solidFill>
              <a:srgbClr val="003399"/>
            </a:solidFill>
            <a:miter/>
            <a:tailEnd len="med" type="triangle" w="med"/>
          </a:ln>
        </p:spPr>
      </p:cxnSp>
      <p:cxnSp>
        <p:nvCxnSpPr>
          <p:cNvPr id="7605" name="AutoShape 26"/>
          <p:cNvCxnSpPr/>
          <p:nvPr/>
        </p:nvCxnSpPr>
        <p:spPr>
          <a:xfrm flipH="1" flipV="1" rot="5400000">
            <a:off x="6467040" y="1790280"/>
            <a:ext cx="234000" cy="687960"/>
          </a:xfrm>
          <a:prstGeom prst="bentConnector2">
            <a:avLst/>
          </a:prstGeom>
          <a:ln w="9360">
            <a:solidFill>
              <a:srgbClr val="003399"/>
            </a:solidFill>
            <a:miter/>
            <a:tailEnd len="med" type="triangle" w="med"/>
          </a:ln>
        </p:spPr>
      </p:cxnSp>
      <p:sp>
        <p:nvSpPr>
          <p:cNvPr id="7606" name="Rectangle 27"/>
          <p:cNvSpPr/>
          <p:nvPr/>
        </p:nvSpPr>
        <p:spPr>
          <a:xfrm>
            <a:off x="928800" y="4886280"/>
            <a:ext cx="1119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7607" name="Rectangle 28"/>
          <p:cNvSpPr/>
          <p:nvPr/>
        </p:nvSpPr>
        <p:spPr>
          <a:xfrm>
            <a:off x="2124000" y="4381560"/>
            <a:ext cx="111924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608" name="Rectangle 29"/>
          <p:cNvSpPr/>
          <p:nvPr/>
        </p:nvSpPr>
        <p:spPr>
          <a:xfrm>
            <a:off x="3319560" y="3876840"/>
            <a:ext cx="111924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609" name="Rectangle 30"/>
          <p:cNvSpPr/>
          <p:nvPr/>
        </p:nvSpPr>
        <p:spPr>
          <a:xfrm>
            <a:off x="4514760" y="3371760"/>
            <a:ext cx="1119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610" name="Rectangle 31"/>
          <p:cNvSpPr/>
          <p:nvPr/>
        </p:nvSpPr>
        <p:spPr>
          <a:xfrm>
            <a:off x="5710320" y="2867040"/>
            <a:ext cx="1119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
        <p:nvSpPr>
          <p:cNvPr id="7611" name="Rectangle 32"/>
          <p:cNvSpPr/>
          <p:nvPr/>
        </p:nvSpPr>
        <p:spPr>
          <a:xfrm>
            <a:off x="6907320" y="2363760"/>
            <a:ext cx="111924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1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4CFB7F-4837-4010-A80E-940394BC36A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614" name="Freeform 2"/>
          <p:cNvSpPr/>
          <p:nvPr/>
        </p:nvSpPr>
        <p:spPr>
          <a:xfrm>
            <a:off x="5484960" y="1639800"/>
            <a:ext cx="2155680" cy="41958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15" name="Freeform 3"/>
          <p:cNvSpPr/>
          <p:nvPr/>
        </p:nvSpPr>
        <p:spPr>
          <a:xfrm>
            <a:off x="3240000" y="2276640"/>
            <a:ext cx="2649600" cy="140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16" name="Freeform 4"/>
          <p:cNvSpPr/>
          <p:nvPr/>
        </p:nvSpPr>
        <p:spPr>
          <a:xfrm>
            <a:off x="3240000" y="3781440"/>
            <a:ext cx="2649600" cy="140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17" name="Freeform 5"/>
          <p:cNvSpPr/>
          <p:nvPr/>
        </p:nvSpPr>
        <p:spPr>
          <a:xfrm>
            <a:off x="1425600" y="2276640"/>
            <a:ext cx="2271600" cy="28936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18" name="Rectangle 6"/>
          <p:cNvSpPr/>
          <p:nvPr/>
        </p:nvSpPr>
        <p:spPr>
          <a:xfrm>
            <a:off x="1584360" y="3684240"/>
            <a:ext cx="171612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19" name="Rectangle 7"/>
          <p:cNvSpPr/>
          <p:nvPr/>
        </p:nvSpPr>
        <p:spPr>
          <a:xfrm>
            <a:off x="3784680" y="2463840"/>
            <a:ext cx="1717560" cy="145440"/>
          </a:xfrm>
          <a:prstGeom prst="rect">
            <a:avLst/>
          </a:prstGeom>
          <a:noFill/>
          <a:ln w="0">
            <a:noFill/>
          </a:ln>
        </p:spPr>
        <p:style>
          <a:lnRef idx="0"/>
          <a:fillRef idx="0"/>
          <a:effectRef idx="0"/>
          <a:fontRef idx="minor"/>
        </p:style>
        <p:txBody>
          <a:bodyPr lIns="0" rIns="0" tIns="0" bIns="0" anchor="t">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20" name="Rectangle 8"/>
          <p:cNvSpPr/>
          <p:nvPr/>
        </p:nvSpPr>
        <p:spPr>
          <a:xfrm>
            <a:off x="3784680" y="3973680"/>
            <a:ext cx="1717560" cy="145440"/>
          </a:xfrm>
          <a:prstGeom prst="rect">
            <a:avLst/>
          </a:prstGeom>
          <a:noFill/>
          <a:ln w="0">
            <a:noFill/>
          </a:ln>
        </p:spPr>
        <p:style>
          <a:lnRef idx="0"/>
          <a:fillRef idx="0"/>
          <a:effectRef idx="0"/>
          <a:fontRef idx="minor"/>
        </p:style>
        <p:txBody>
          <a:bodyPr lIns="0" rIns="0" tIns="0" bIns="0" anchor="t">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21" name="Rectangle 9"/>
          <p:cNvSpPr/>
          <p:nvPr/>
        </p:nvSpPr>
        <p:spPr>
          <a:xfrm>
            <a:off x="6188040" y="3684240"/>
            <a:ext cx="112572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Linear texts</a:t>
            </a:r>
            <a:endParaRPr b="1" lang="en-US" sz="1600" spc="-1" strike="noStrike">
              <a:solidFill>
                <a:srgbClr val="000000"/>
              </a:solidFill>
              <a:latin typeface="Arial"/>
            </a:endParaRPr>
          </a:p>
        </p:txBody>
      </p:sp>
    </p:spTree>
  </p:cSld>
</p:sld>
</file>

<file path=ppt/slides/slide2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2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34C18E-2B78-410D-9178-C61EF2C772D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7625" name="Group 2"/>
          <p:cNvGrpSpPr/>
          <p:nvPr/>
        </p:nvGrpSpPr>
        <p:grpSpPr>
          <a:xfrm>
            <a:off x="982800" y="1722600"/>
            <a:ext cx="7162200" cy="4103280"/>
            <a:chOff x="982800" y="1722600"/>
            <a:chExt cx="7162200" cy="4103280"/>
          </a:xfrm>
        </p:grpSpPr>
        <p:sp>
          <p:nvSpPr>
            <p:cNvPr id="7626" name="Freeform 3"/>
            <p:cNvSpPr/>
            <p:nvPr/>
          </p:nvSpPr>
          <p:spPr>
            <a:xfrm>
              <a:off x="5164200" y="1722600"/>
              <a:ext cx="2980800" cy="41032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27" name="Freeform 4"/>
            <p:cNvSpPr/>
            <p:nvPr/>
          </p:nvSpPr>
          <p:spPr>
            <a:xfrm>
              <a:off x="3071880" y="2577600"/>
              <a:ext cx="2785680" cy="3110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28" name="Freeform 5"/>
            <p:cNvSpPr/>
            <p:nvPr/>
          </p:nvSpPr>
          <p:spPr>
            <a:xfrm>
              <a:off x="982800" y="3291840"/>
              <a:ext cx="2783880" cy="21852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29" name="Rectangle 6"/>
            <p:cNvSpPr/>
            <p:nvPr/>
          </p:nvSpPr>
          <p:spPr>
            <a:xfrm>
              <a:off x="1099440" y="4435560"/>
              <a:ext cx="20764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30" name="Rectangle 7"/>
            <p:cNvSpPr/>
            <p:nvPr/>
          </p:nvSpPr>
          <p:spPr>
            <a:xfrm>
              <a:off x="3888720" y="4185720"/>
              <a:ext cx="160416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31" name="Rectangle 8"/>
            <p:cNvSpPr/>
            <p:nvPr/>
          </p:nvSpPr>
          <p:spPr>
            <a:xfrm>
              <a:off x="5972400" y="3824280"/>
              <a:ext cx="17560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763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Expansion</a:t>
            </a:r>
            <a:endParaRPr b="1" lang="en-US" sz="1600" spc="-1" strike="noStrike">
              <a:solidFill>
                <a:srgbClr val="000000"/>
              </a:solidFill>
              <a:latin typeface="Arial"/>
            </a:endParaRPr>
          </a:p>
        </p:txBody>
      </p:sp>
    </p:spTree>
  </p:cSld>
</p:sld>
</file>

<file path=ppt/slides/slide2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3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65EE8F-BCA4-4954-BA5E-089C04FFAF2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7635" name="Group 2"/>
          <p:cNvGrpSpPr/>
          <p:nvPr/>
        </p:nvGrpSpPr>
        <p:grpSpPr>
          <a:xfrm>
            <a:off x="990720" y="2205000"/>
            <a:ext cx="7292520" cy="3169800"/>
            <a:chOff x="990720" y="2205000"/>
            <a:chExt cx="7292520" cy="3169800"/>
          </a:xfrm>
        </p:grpSpPr>
        <p:sp>
          <p:nvSpPr>
            <p:cNvPr id="7636" name="Freeform 3"/>
            <p:cNvSpPr/>
            <p:nvPr/>
          </p:nvSpPr>
          <p:spPr>
            <a:xfrm>
              <a:off x="990720" y="2205000"/>
              <a:ext cx="7292520" cy="31698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37" name="Rectangle 4"/>
            <p:cNvSpPr/>
            <p:nvPr/>
          </p:nvSpPr>
          <p:spPr>
            <a:xfrm>
              <a:off x="1223640" y="3347280"/>
              <a:ext cx="25156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38" name="Rectangle 5"/>
            <p:cNvSpPr/>
            <p:nvPr/>
          </p:nvSpPr>
          <p:spPr>
            <a:xfrm>
              <a:off x="1223640" y="3964680"/>
              <a:ext cx="25156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639" name="Rectangle 6"/>
            <p:cNvSpPr/>
            <p:nvPr/>
          </p:nvSpPr>
          <p:spPr>
            <a:xfrm>
              <a:off x="1223640" y="4586040"/>
              <a:ext cx="25156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764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Diversion</a:t>
            </a:r>
            <a:endParaRPr b="1" lang="en-US" sz="1600" spc="-1" strike="noStrike">
              <a:solidFill>
                <a:srgbClr val="000000"/>
              </a:solidFill>
              <a:latin typeface="Arial"/>
            </a:endParaRPr>
          </a:p>
        </p:txBody>
      </p:sp>
    </p:spTree>
  </p:cSld>
</p:sld>
</file>

<file path=ppt/slides/slide2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4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4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59F3ED-A6D7-44B2-94B5-9311F988EF8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643"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Continuous</a:t>
            </a:r>
            <a:endParaRPr b="1" lang="en-US" sz="1600" spc="-1" strike="noStrike">
              <a:solidFill>
                <a:srgbClr val="000000"/>
              </a:solidFill>
              <a:latin typeface="Arial"/>
            </a:endParaRPr>
          </a:p>
        </p:txBody>
      </p:sp>
      <p:sp>
        <p:nvSpPr>
          <p:cNvPr id="7644" name="Freeform 3"/>
          <p:cNvSpPr/>
          <p:nvPr/>
        </p:nvSpPr>
        <p:spPr>
          <a:xfrm>
            <a:off x="4238640" y="4430880"/>
            <a:ext cx="1576440" cy="9428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45" name="Freeform 4"/>
          <p:cNvSpPr/>
          <p:nvPr/>
        </p:nvSpPr>
        <p:spPr>
          <a:xfrm>
            <a:off x="3038400" y="3730680"/>
            <a:ext cx="1303560" cy="1643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46" name="Freeform 5"/>
          <p:cNvSpPr/>
          <p:nvPr/>
        </p:nvSpPr>
        <p:spPr>
          <a:xfrm>
            <a:off x="5692680" y="4010040"/>
            <a:ext cx="1555920" cy="13622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47" name="Freeform 6"/>
          <p:cNvSpPr/>
          <p:nvPr/>
        </p:nvSpPr>
        <p:spPr>
          <a:xfrm>
            <a:off x="4535640" y="2836800"/>
            <a:ext cx="1555560" cy="13636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48" name="Freeform 7"/>
          <p:cNvSpPr/>
          <p:nvPr/>
        </p:nvSpPr>
        <p:spPr>
          <a:xfrm>
            <a:off x="5967360" y="2835360"/>
            <a:ext cx="1281240" cy="1292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49" name="Freeform 8"/>
          <p:cNvSpPr/>
          <p:nvPr/>
        </p:nvSpPr>
        <p:spPr>
          <a:xfrm>
            <a:off x="2352600" y="2492280"/>
            <a:ext cx="1579680" cy="1379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50" name="Freeform 9"/>
          <p:cNvSpPr/>
          <p:nvPr/>
        </p:nvSpPr>
        <p:spPr>
          <a:xfrm>
            <a:off x="1185840" y="3683160"/>
            <a:ext cx="1766880" cy="13795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51" name="Freeform 10"/>
          <p:cNvSpPr/>
          <p:nvPr/>
        </p:nvSpPr>
        <p:spPr>
          <a:xfrm>
            <a:off x="1187280" y="2494080"/>
            <a:ext cx="1297080" cy="1334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52" name="Rectangle 11"/>
          <p:cNvSpPr/>
          <p:nvPr/>
        </p:nvSpPr>
        <p:spPr>
          <a:xfrm>
            <a:off x="1276200" y="4457880"/>
            <a:ext cx="136224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3" name="Rectangle 12"/>
          <p:cNvSpPr/>
          <p:nvPr/>
        </p:nvSpPr>
        <p:spPr>
          <a:xfrm>
            <a:off x="1276200" y="2884680"/>
            <a:ext cx="86040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4" name="Rectangle 13"/>
          <p:cNvSpPr/>
          <p:nvPr/>
        </p:nvSpPr>
        <p:spPr>
          <a:xfrm>
            <a:off x="2627280" y="2876760"/>
            <a:ext cx="109692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5" name="Rectangle 14"/>
          <p:cNvSpPr/>
          <p:nvPr/>
        </p:nvSpPr>
        <p:spPr>
          <a:xfrm>
            <a:off x="3127320" y="4821480"/>
            <a:ext cx="110016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6" name="Rectangle 15"/>
          <p:cNvSpPr/>
          <p:nvPr/>
        </p:nvSpPr>
        <p:spPr>
          <a:xfrm>
            <a:off x="4479840" y="4821480"/>
            <a:ext cx="109872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7" name="Rectangle 16"/>
          <p:cNvSpPr/>
          <p:nvPr/>
        </p:nvSpPr>
        <p:spPr>
          <a:xfrm>
            <a:off x="5952960" y="4821480"/>
            <a:ext cx="110196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8" name="Rectangle 17"/>
          <p:cNvSpPr/>
          <p:nvPr/>
        </p:nvSpPr>
        <p:spPr>
          <a:xfrm>
            <a:off x="6203880" y="3257640"/>
            <a:ext cx="90972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59" name="Rectangle 18"/>
          <p:cNvSpPr/>
          <p:nvPr/>
        </p:nvSpPr>
        <p:spPr>
          <a:xfrm>
            <a:off x="4624560" y="3257640"/>
            <a:ext cx="109980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Tree>
  </p:cSld>
</p:sld>
</file>

<file path=ppt/slides/slide2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6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A107687-8415-46FD-94F6-259F40FAB77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662"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Cutout</a:t>
            </a:r>
            <a:endParaRPr b="1" lang="en-US" sz="1600" spc="-1" strike="noStrike">
              <a:solidFill>
                <a:srgbClr val="000000"/>
              </a:solidFill>
              <a:latin typeface="Arial"/>
            </a:endParaRPr>
          </a:p>
        </p:txBody>
      </p:sp>
      <p:grpSp>
        <p:nvGrpSpPr>
          <p:cNvPr id="7663" name="Group 3"/>
          <p:cNvGrpSpPr/>
          <p:nvPr/>
        </p:nvGrpSpPr>
        <p:grpSpPr>
          <a:xfrm>
            <a:off x="2273400" y="2176560"/>
            <a:ext cx="4575240" cy="3161880"/>
            <a:chOff x="2273400" y="2176560"/>
            <a:chExt cx="4575240" cy="3161880"/>
          </a:xfrm>
        </p:grpSpPr>
        <p:sp>
          <p:nvSpPr>
            <p:cNvPr id="7664" name="Freeform 4"/>
            <p:cNvSpPr/>
            <p:nvPr/>
          </p:nvSpPr>
          <p:spPr>
            <a:xfrm>
              <a:off x="2273400" y="2176560"/>
              <a:ext cx="4575240" cy="3161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65" name="Rectangle 5"/>
            <p:cNvSpPr/>
            <p:nvPr/>
          </p:nvSpPr>
          <p:spPr>
            <a:xfrm>
              <a:off x="2412720" y="2236320"/>
              <a:ext cx="321984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66" name="Rectangle 6"/>
            <p:cNvSpPr/>
            <p:nvPr/>
          </p:nvSpPr>
          <p:spPr>
            <a:xfrm>
              <a:off x="2412720" y="3640680"/>
              <a:ext cx="85068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67" name="Rectangle 7"/>
            <p:cNvSpPr/>
            <p:nvPr/>
          </p:nvSpPr>
          <p:spPr>
            <a:xfrm>
              <a:off x="3623760" y="3640680"/>
              <a:ext cx="322020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68" name="Rectangle 8"/>
            <p:cNvSpPr/>
            <p:nvPr/>
          </p:nvSpPr>
          <p:spPr>
            <a:xfrm>
              <a:off x="2412720" y="5100480"/>
              <a:ext cx="3219840" cy="159840"/>
            </a:xfrm>
            <a:prstGeom prst="rect">
              <a:avLst/>
            </a:prstGeom>
            <a:noFill/>
            <a:ln w="0">
              <a:noFill/>
            </a:ln>
          </p:spPr>
          <p:style>
            <a:lnRef idx="0"/>
            <a:fillRef idx="0"/>
            <a:effectRef idx="0"/>
            <a:fontRef idx="minor"/>
          </p:style>
          <p:txBody>
            <a:bodyPr lIns="0" rIns="0" tIns="0" bIns="0" anchor="b">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7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5D458B-C34E-435B-82B8-C1533F06557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671"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Linear</a:t>
            </a:r>
            <a:endParaRPr b="1" lang="en-US" sz="1600" spc="-1" strike="noStrike">
              <a:solidFill>
                <a:srgbClr val="000000"/>
              </a:solidFill>
              <a:latin typeface="Arial"/>
            </a:endParaRPr>
          </a:p>
        </p:txBody>
      </p:sp>
      <p:grpSp>
        <p:nvGrpSpPr>
          <p:cNvPr id="7672" name="Group 3"/>
          <p:cNvGrpSpPr/>
          <p:nvPr/>
        </p:nvGrpSpPr>
        <p:grpSpPr>
          <a:xfrm>
            <a:off x="1859040" y="1549440"/>
            <a:ext cx="5408280" cy="4365360"/>
            <a:chOff x="1859040" y="1549440"/>
            <a:chExt cx="5408280" cy="4365360"/>
          </a:xfrm>
        </p:grpSpPr>
        <p:sp>
          <p:nvSpPr>
            <p:cNvPr id="7673" name="Freeform 4"/>
            <p:cNvSpPr/>
            <p:nvPr/>
          </p:nvSpPr>
          <p:spPr>
            <a:xfrm>
              <a:off x="4309920" y="1549440"/>
              <a:ext cx="2957400" cy="4365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74" name="Freeform 5"/>
            <p:cNvSpPr/>
            <p:nvPr/>
          </p:nvSpPr>
          <p:spPr>
            <a:xfrm>
              <a:off x="1859040" y="2099880"/>
              <a:ext cx="3026520" cy="160956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75" name="Freeform 6"/>
            <p:cNvSpPr/>
            <p:nvPr/>
          </p:nvSpPr>
          <p:spPr>
            <a:xfrm>
              <a:off x="1859040" y="3818160"/>
              <a:ext cx="3026520" cy="160812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76" name="Rectangle 7"/>
            <p:cNvSpPr/>
            <p:nvPr/>
          </p:nvSpPr>
          <p:spPr>
            <a:xfrm>
              <a:off x="1974240" y="2886840"/>
              <a:ext cx="183924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77" name="Rectangle 8"/>
            <p:cNvSpPr/>
            <p:nvPr/>
          </p:nvSpPr>
          <p:spPr>
            <a:xfrm>
              <a:off x="1974240" y="3910320"/>
              <a:ext cx="183924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78" name="Rectangle 9"/>
            <p:cNvSpPr/>
            <p:nvPr/>
          </p:nvSpPr>
          <p:spPr>
            <a:xfrm>
              <a:off x="4991760" y="2189160"/>
              <a:ext cx="167616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7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8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02EE32-163A-4DA2-AE2E-3AF3FE0C363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681"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Linear</a:t>
            </a:r>
            <a:endParaRPr b="1" lang="en-US" sz="1600" spc="-1" strike="noStrike">
              <a:solidFill>
                <a:srgbClr val="000000"/>
              </a:solidFill>
              <a:latin typeface="Arial"/>
            </a:endParaRPr>
          </a:p>
        </p:txBody>
      </p:sp>
      <p:grpSp>
        <p:nvGrpSpPr>
          <p:cNvPr id="7682" name="Group 9"/>
          <p:cNvGrpSpPr/>
          <p:nvPr/>
        </p:nvGrpSpPr>
        <p:grpSpPr>
          <a:xfrm>
            <a:off x="1825560" y="1611360"/>
            <a:ext cx="5467320" cy="4265640"/>
            <a:chOff x="1825560" y="1611360"/>
            <a:chExt cx="5467320" cy="4265640"/>
          </a:xfrm>
        </p:grpSpPr>
        <p:sp>
          <p:nvSpPr>
            <p:cNvPr id="7683" name="Freeform 3"/>
            <p:cNvSpPr/>
            <p:nvPr/>
          </p:nvSpPr>
          <p:spPr>
            <a:xfrm>
              <a:off x="1825560" y="3816360"/>
              <a:ext cx="5467320" cy="2060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84" name="Freeform 4"/>
            <p:cNvSpPr/>
            <p:nvPr/>
          </p:nvSpPr>
          <p:spPr>
            <a:xfrm>
              <a:off x="1825560" y="1611360"/>
              <a:ext cx="5467320" cy="2060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85" name="Rectangle 5"/>
            <p:cNvSpPr/>
            <p:nvPr/>
          </p:nvSpPr>
          <p:spPr>
            <a:xfrm>
              <a:off x="2001600" y="2257560"/>
              <a:ext cx="374148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86" name="Rectangle 6"/>
            <p:cNvSpPr/>
            <p:nvPr/>
          </p:nvSpPr>
          <p:spPr>
            <a:xfrm>
              <a:off x="2001600" y="3662640"/>
              <a:ext cx="374148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87" name="Rectangle 7"/>
            <p:cNvSpPr/>
            <p:nvPr/>
          </p:nvSpPr>
          <p:spPr>
            <a:xfrm>
              <a:off x="2001600" y="4379760"/>
              <a:ext cx="374148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68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1BAB93B-0751-4DAF-867D-6E451D3828A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690"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Linear</a:t>
            </a:r>
            <a:endParaRPr b="1" lang="en-US" sz="1600" spc="-1" strike="noStrike">
              <a:solidFill>
                <a:srgbClr val="000000"/>
              </a:solidFill>
              <a:latin typeface="Arial"/>
            </a:endParaRPr>
          </a:p>
        </p:txBody>
      </p:sp>
      <p:grpSp>
        <p:nvGrpSpPr>
          <p:cNvPr id="7691" name="Group 3"/>
          <p:cNvGrpSpPr/>
          <p:nvPr/>
        </p:nvGrpSpPr>
        <p:grpSpPr>
          <a:xfrm>
            <a:off x="1433520" y="1668600"/>
            <a:ext cx="6264000" cy="4157640"/>
            <a:chOff x="1433520" y="1668600"/>
            <a:chExt cx="6264000" cy="4157640"/>
          </a:xfrm>
        </p:grpSpPr>
        <p:sp>
          <p:nvSpPr>
            <p:cNvPr id="7692" name="Freeform 4"/>
            <p:cNvSpPr/>
            <p:nvPr/>
          </p:nvSpPr>
          <p:spPr>
            <a:xfrm>
              <a:off x="5214960" y="1668600"/>
              <a:ext cx="2482560" cy="41576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93" name="Freeform 5"/>
            <p:cNvSpPr/>
            <p:nvPr/>
          </p:nvSpPr>
          <p:spPr>
            <a:xfrm>
              <a:off x="3647880" y="2082600"/>
              <a:ext cx="2259720" cy="3327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94" name="Freeform 6"/>
            <p:cNvSpPr/>
            <p:nvPr/>
          </p:nvSpPr>
          <p:spPr>
            <a:xfrm>
              <a:off x="2397600" y="2432160"/>
              <a:ext cx="1805760" cy="2648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95" name="Freeform 7"/>
            <p:cNvSpPr/>
            <p:nvPr/>
          </p:nvSpPr>
          <p:spPr>
            <a:xfrm>
              <a:off x="1433520" y="2828880"/>
              <a:ext cx="1353960" cy="18554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696" name="Rectangle 8"/>
            <p:cNvSpPr/>
            <p:nvPr/>
          </p:nvSpPr>
          <p:spPr>
            <a:xfrm>
              <a:off x="1524240" y="3666960"/>
              <a:ext cx="74880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97" name="Rectangle 9"/>
            <p:cNvSpPr/>
            <p:nvPr/>
          </p:nvSpPr>
          <p:spPr>
            <a:xfrm>
              <a:off x="2884320" y="3666960"/>
              <a:ext cx="96588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98" name="Rectangle 10"/>
            <p:cNvSpPr/>
            <p:nvPr/>
          </p:nvSpPr>
          <p:spPr>
            <a:xfrm>
              <a:off x="4295880" y="3666960"/>
              <a:ext cx="117072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699" name="Rectangle 11"/>
            <p:cNvSpPr/>
            <p:nvPr/>
          </p:nvSpPr>
          <p:spPr>
            <a:xfrm>
              <a:off x="6000120" y="3666960"/>
              <a:ext cx="1171080" cy="159840"/>
            </a:xfrm>
            <a:prstGeom prst="rect">
              <a:avLst/>
            </a:prstGeom>
            <a:solidFill>
              <a:srgbClr val="ffffff"/>
            </a:solid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0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AFF2AF-5EFA-44B5-98F1-AD33C84113D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02"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Linear</a:t>
            </a:r>
            <a:endParaRPr b="1" lang="en-US" sz="1600" spc="-1" strike="noStrike">
              <a:solidFill>
                <a:srgbClr val="000000"/>
              </a:solidFill>
              <a:latin typeface="Arial"/>
            </a:endParaRPr>
          </a:p>
        </p:txBody>
      </p:sp>
      <p:grpSp>
        <p:nvGrpSpPr>
          <p:cNvPr id="7703" name="Group 3"/>
          <p:cNvGrpSpPr/>
          <p:nvPr/>
        </p:nvGrpSpPr>
        <p:grpSpPr>
          <a:xfrm>
            <a:off x="1425600" y="2496960"/>
            <a:ext cx="6298920" cy="2516040"/>
            <a:chOff x="1425600" y="2496960"/>
            <a:chExt cx="6298920" cy="2516040"/>
          </a:xfrm>
        </p:grpSpPr>
        <p:sp>
          <p:nvSpPr>
            <p:cNvPr id="7704" name="Freeform 4"/>
            <p:cNvSpPr/>
            <p:nvPr/>
          </p:nvSpPr>
          <p:spPr>
            <a:xfrm>
              <a:off x="4622760" y="2496960"/>
              <a:ext cx="3101760" cy="23590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05" name="Freeform 5"/>
            <p:cNvSpPr/>
            <p:nvPr/>
          </p:nvSpPr>
          <p:spPr>
            <a:xfrm>
              <a:off x="2748960" y="2725200"/>
              <a:ext cx="2481120" cy="22276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06" name="Freeform 6"/>
            <p:cNvSpPr/>
            <p:nvPr/>
          </p:nvSpPr>
          <p:spPr>
            <a:xfrm>
              <a:off x="1425600" y="3060000"/>
              <a:ext cx="1861920" cy="19530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07" name="Rectangle 7"/>
            <p:cNvSpPr/>
            <p:nvPr/>
          </p:nvSpPr>
          <p:spPr>
            <a:xfrm>
              <a:off x="1539360" y="3955680"/>
              <a:ext cx="142488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708" name="Rectangle 8"/>
            <p:cNvSpPr/>
            <p:nvPr/>
          </p:nvSpPr>
          <p:spPr>
            <a:xfrm>
              <a:off x="3419280" y="3751560"/>
              <a:ext cx="142200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709" name="Rectangle 9"/>
            <p:cNvSpPr/>
            <p:nvPr/>
          </p:nvSpPr>
          <p:spPr>
            <a:xfrm>
              <a:off x="5337720" y="3596040"/>
              <a:ext cx="198324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1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9A5009-1815-4CC4-96AC-2CCB312DB70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12"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Linear</a:t>
            </a:r>
            <a:endParaRPr b="1" lang="en-US" sz="1600" spc="-1" strike="noStrike">
              <a:solidFill>
                <a:srgbClr val="000000"/>
              </a:solidFill>
              <a:latin typeface="Arial"/>
            </a:endParaRPr>
          </a:p>
        </p:txBody>
      </p:sp>
      <p:grpSp>
        <p:nvGrpSpPr>
          <p:cNvPr id="7713" name="Group 3"/>
          <p:cNvGrpSpPr/>
          <p:nvPr/>
        </p:nvGrpSpPr>
        <p:grpSpPr>
          <a:xfrm>
            <a:off x="1909800" y="1778040"/>
            <a:ext cx="5303880" cy="3958920"/>
            <a:chOff x="1909800" y="1778040"/>
            <a:chExt cx="5303880" cy="3958920"/>
          </a:xfrm>
        </p:grpSpPr>
        <p:sp>
          <p:nvSpPr>
            <p:cNvPr id="7714" name="Freeform 4"/>
            <p:cNvSpPr/>
            <p:nvPr/>
          </p:nvSpPr>
          <p:spPr>
            <a:xfrm>
              <a:off x="1909800" y="1778040"/>
              <a:ext cx="5303880" cy="3958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15" name="Rectangle 5"/>
            <p:cNvSpPr/>
            <p:nvPr/>
          </p:nvSpPr>
          <p:spPr>
            <a:xfrm>
              <a:off x="1956240" y="3677040"/>
              <a:ext cx="239976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716" name="Rectangle 6"/>
            <p:cNvSpPr/>
            <p:nvPr/>
          </p:nvSpPr>
          <p:spPr>
            <a:xfrm>
              <a:off x="4919760" y="3677040"/>
              <a:ext cx="215748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1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0338BD-0893-4C3A-98C3-F2FE9A255E1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19" name="PlaceHolder 1"/>
          <p:cNvSpPr>
            <a:spLocks noGrp="1"/>
          </p:cNvSpPr>
          <p:nvPr>
            <p:ph type="title"/>
          </p:nvPr>
        </p:nvSpPr>
        <p:spPr>
          <a:xfrm>
            <a:off x="401760" y="420840"/>
            <a:ext cx="8345520" cy="352080"/>
          </a:xfrm>
          <a:prstGeom prst="rect">
            <a:avLst/>
          </a:prstGeom>
          <a:noFill/>
          <a:ln w="0">
            <a:noFill/>
          </a:ln>
        </p:spPr>
        <p:txBody>
          <a:bodyPr lIns="93600" rIns="93600" tIns="46800" bIns="4680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Linear</a:t>
            </a:r>
            <a:endParaRPr b="1" lang="en-US" sz="1600" spc="-1" strike="noStrike">
              <a:solidFill>
                <a:srgbClr val="000000"/>
              </a:solidFill>
              <a:latin typeface="Arial"/>
            </a:endParaRPr>
          </a:p>
        </p:txBody>
      </p:sp>
      <p:grpSp>
        <p:nvGrpSpPr>
          <p:cNvPr id="7720" name="Group 3"/>
          <p:cNvGrpSpPr/>
          <p:nvPr/>
        </p:nvGrpSpPr>
        <p:grpSpPr>
          <a:xfrm>
            <a:off x="2271600" y="1454040"/>
            <a:ext cx="4587840" cy="4554360"/>
            <a:chOff x="2271600" y="1454040"/>
            <a:chExt cx="4587840" cy="4554360"/>
          </a:xfrm>
        </p:grpSpPr>
        <p:sp>
          <p:nvSpPr>
            <p:cNvPr id="7721" name="Freeform 4"/>
            <p:cNvSpPr/>
            <p:nvPr/>
          </p:nvSpPr>
          <p:spPr>
            <a:xfrm>
              <a:off x="2271600" y="1454040"/>
              <a:ext cx="4587840" cy="45543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22" name="Rectangle 5"/>
            <p:cNvSpPr/>
            <p:nvPr/>
          </p:nvSpPr>
          <p:spPr>
            <a:xfrm>
              <a:off x="2311920" y="3651120"/>
              <a:ext cx="209016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723" name="Rectangle 6"/>
            <p:cNvSpPr/>
            <p:nvPr/>
          </p:nvSpPr>
          <p:spPr>
            <a:xfrm>
              <a:off x="4480200" y="3651120"/>
              <a:ext cx="2153160" cy="1598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2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5EE8E1F-EEB9-40D1-9F95-77A1672434A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7726" name="Group 16"/>
          <p:cNvGrpSpPr/>
          <p:nvPr/>
        </p:nvGrpSpPr>
        <p:grpSpPr>
          <a:xfrm>
            <a:off x="1244520" y="1633680"/>
            <a:ext cx="6645240" cy="4173120"/>
            <a:chOff x="1244520" y="1633680"/>
            <a:chExt cx="6645240" cy="4173120"/>
          </a:xfrm>
        </p:grpSpPr>
        <p:sp>
          <p:nvSpPr>
            <p:cNvPr id="7727" name="Arc 2"/>
            <p:cNvSpPr/>
            <p:nvPr/>
          </p:nvSpPr>
          <p:spPr>
            <a:xfrm>
              <a:off x="1714320" y="1684440"/>
              <a:ext cx="6156360" cy="3870360"/>
            </a:xfrm>
            <a:prstGeom prst="pie">
              <a:avLst/>
            </a:prstGeom>
            <a:solidFill>
              <a:srgbClr val="ffffff"/>
            </a:solidFill>
            <a:ln cap="rnd"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28" name="Arc 3"/>
            <p:cNvSpPr/>
            <p:nvPr/>
          </p:nvSpPr>
          <p:spPr>
            <a:xfrm>
              <a:off x="1712880" y="2759040"/>
              <a:ext cx="4646520" cy="2795760"/>
            </a:xfrm>
            <a:prstGeom prst="pie">
              <a:avLst/>
            </a:prstGeom>
            <a:solidFill>
              <a:srgbClr val="80cccc"/>
            </a:solidFill>
            <a:ln cap="rnd"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29" name="Arc 4"/>
            <p:cNvSpPr/>
            <p:nvPr/>
          </p:nvSpPr>
          <p:spPr>
            <a:xfrm>
              <a:off x="1698480" y="3764160"/>
              <a:ext cx="3021120" cy="1806480"/>
            </a:xfrm>
            <a:prstGeom prst="pie">
              <a:avLst/>
            </a:prstGeom>
            <a:solidFill>
              <a:srgbClr val="8099cc"/>
            </a:solidFill>
            <a:ln cap="rnd"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30" name="Arc 5"/>
            <p:cNvSpPr/>
            <p:nvPr/>
          </p:nvSpPr>
          <p:spPr>
            <a:xfrm>
              <a:off x="1714320" y="4683240"/>
              <a:ext cx="1311480" cy="871560"/>
            </a:xfrm>
            <a:prstGeom prst="pie">
              <a:avLst/>
            </a:prstGeom>
            <a:solidFill>
              <a:srgbClr val="003399"/>
            </a:solidFill>
            <a:ln cap="rnd" w="12600">
              <a:solidFill>
                <a:srgbClr val="ffffff"/>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31" name="Rectangle 6"/>
            <p:cNvSpPr/>
            <p:nvPr/>
          </p:nvSpPr>
          <p:spPr>
            <a:xfrm>
              <a:off x="1244520" y="1633680"/>
              <a:ext cx="28872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100" spc="-1" strike="noStrike">
                  <a:solidFill>
                    <a:srgbClr val="000000"/>
                  </a:solidFill>
                  <a:latin typeface="Arial"/>
                </a:rPr>
                <a:t>High</a:t>
              </a:r>
              <a:endParaRPr b="1" lang="en-US" sz="1100" spc="-1" strike="noStrike">
                <a:solidFill>
                  <a:srgbClr val="000000"/>
                </a:solidFill>
                <a:latin typeface="Arial"/>
              </a:endParaRPr>
            </a:p>
          </p:txBody>
        </p:sp>
        <p:sp>
          <p:nvSpPr>
            <p:cNvPr id="7732" name="Rectangle 7"/>
            <p:cNvSpPr/>
            <p:nvPr/>
          </p:nvSpPr>
          <p:spPr>
            <a:xfrm>
              <a:off x="1276560" y="5332320"/>
              <a:ext cx="25668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100" spc="-1" strike="noStrike">
                  <a:solidFill>
                    <a:srgbClr val="000000"/>
                  </a:solidFill>
                  <a:latin typeface="Arial"/>
                </a:rPr>
                <a:t>Low</a:t>
              </a:r>
              <a:endParaRPr b="1" lang="en-US" sz="1100" spc="-1" strike="noStrike">
                <a:solidFill>
                  <a:srgbClr val="000000"/>
                </a:solidFill>
                <a:latin typeface="Arial"/>
              </a:endParaRPr>
            </a:p>
          </p:txBody>
        </p:sp>
        <p:sp>
          <p:nvSpPr>
            <p:cNvPr id="7733" name="Rectangle 8"/>
            <p:cNvSpPr/>
            <p:nvPr/>
          </p:nvSpPr>
          <p:spPr>
            <a:xfrm>
              <a:off x="7620120" y="5646960"/>
              <a:ext cx="25668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100" spc="-1" strike="noStrike">
                  <a:solidFill>
                    <a:srgbClr val="000000"/>
                  </a:solidFill>
                  <a:latin typeface="Arial"/>
                </a:rPr>
                <a:t>Low</a:t>
              </a:r>
              <a:endParaRPr b="1" lang="en-US" sz="1100" spc="-1" strike="noStrike">
                <a:solidFill>
                  <a:srgbClr val="000000"/>
                </a:solidFill>
                <a:latin typeface="Arial"/>
              </a:endParaRPr>
            </a:p>
          </p:txBody>
        </p:sp>
        <p:sp>
          <p:nvSpPr>
            <p:cNvPr id="7734" name="Rectangle 9"/>
            <p:cNvSpPr/>
            <p:nvPr/>
          </p:nvSpPr>
          <p:spPr>
            <a:xfrm>
              <a:off x="1914480" y="5646960"/>
              <a:ext cx="288720" cy="159840"/>
            </a:xfrm>
            <a:prstGeom prst="rect">
              <a:avLst/>
            </a:prstGeom>
            <a:noFill/>
            <a:ln w="0">
              <a:noFill/>
            </a:ln>
          </p:spPr>
          <p:style>
            <a:lnRef idx="0"/>
            <a:fillRef idx="0"/>
            <a:effectRef idx="0"/>
            <a:fontRef idx="minor"/>
          </p:style>
          <p:txBody>
            <a:bodyPr wrap="none" lIns="0" rIns="0" tIns="0" bIns="0" anchor="t">
              <a:spAutoFit/>
            </a:bodyPr>
            <a:p>
              <a:pPr algn="r">
                <a:lnSpc>
                  <a:spcPct val="95000"/>
                </a:lnSpc>
                <a:tabLst>
                  <a:tab algn="l" pos="0"/>
                  <a:tab algn="l" pos="954000"/>
                  <a:tab algn="l" pos="1908000"/>
                  <a:tab algn="l" pos="2862360"/>
                  <a:tab algn="l" pos="3816360"/>
                  <a:tab algn="l" pos="4770360"/>
                  <a:tab algn="l" pos="5724360"/>
                  <a:tab algn="l" pos="6678720"/>
                  <a:tab algn="l" pos="7632720"/>
                  <a:tab algn="l" pos="8586720"/>
                  <a:tab algn="l" pos="9540720"/>
                  <a:tab algn="l" pos="10495080"/>
                </a:tabLst>
              </a:pPr>
              <a:r>
                <a:rPr b="0" lang="de-DE" sz="1100" spc="-1" strike="noStrike">
                  <a:solidFill>
                    <a:srgbClr val="000000"/>
                  </a:solidFill>
                  <a:latin typeface="Arial"/>
                </a:rPr>
                <a:t>High</a:t>
              </a:r>
              <a:endParaRPr b="1" lang="en-US" sz="1100" spc="-1" strike="noStrike">
                <a:solidFill>
                  <a:srgbClr val="000000"/>
                </a:solidFill>
                <a:latin typeface="Arial"/>
              </a:endParaRPr>
            </a:p>
          </p:txBody>
        </p:sp>
        <p:grpSp>
          <p:nvGrpSpPr>
            <p:cNvPr id="7735" name="Group 10"/>
            <p:cNvGrpSpPr/>
            <p:nvPr/>
          </p:nvGrpSpPr>
          <p:grpSpPr>
            <a:xfrm>
              <a:off x="2287440" y="3044520"/>
              <a:ext cx="3429000" cy="2178360"/>
              <a:chOff x="2287440" y="3044520"/>
              <a:chExt cx="3429000" cy="2178360"/>
            </a:xfrm>
          </p:grpSpPr>
          <p:sp>
            <p:nvSpPr>
              <p:cNvPr id="7736" name="AutoShape 11"/>
              <p:cNvSpPr/>
              <p:nvPr/>
            </p:nvSpPr>
            <p:spPr>
              <a:xfrm rot="3300000">
                <a:off x="5505120" y="3086280"/>
                <a:ext cx="185040" cy="159480"/>
              </a:xfrm>
              <a:prstGeom prst="triangle">
                <a:avLst>
                  <a:gd name="adj" fmla="val 49995"/>
                </a:avLst>
              </a:prstGeom>
              <a:solidFill>
                <a:srgbClr val="003399"/>
              </a:solidFill>
              <a:ln w="12600">
                <a:solidFill>
                  <a:srgbClr val="003399"/>
                </a:solidFill>
                <a:miter/>
              </a:ln>
            </p:spPr>
            <p:style>
              <a:lnRef idx="0"/>
              <a:fillRef idx="0"/>
              <a:effectRef idx="0"/>
              <a:fontRef idx="minor"/>
            </p:style>
            <p:txBody>
              <a:bodyPr wrap="none" lIns="90000" rIns="90000" tIns="6480" bIns="64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37" name="Line 12"/>
              <p:cNvSpPr/>
              <p:nvPr/>
            </p:nvSpPr>
            <p:spPr>
              <a:xfrm flipH="1">
                <a:off x="2287440" y="3198960"/>
                <a:ext cx="3252960" cy="2023920"/>
              </a:xfrm>
              <a:prstGeom prst="line">
                <a:avLst/>
              </a:prstGeom>
              <a:ln w="2556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738" name="Freeform 13"/>
            <p:cNvSpPr/>
            <p:nvPr/>
          </p:nvSpPr>
          <p:spPr>
            <a:xfrm>
              <a:off x="1714320" y="1684440"/>
              <a:ext cx="6175440" cy="3879720"/>
            </a:xfrm>
            <a:prstGeom prst="pie">
              <a:avLst/>
            </a:prstGeom>
            <a:noFill/>
            <a:ln cap="rnd" w="12600">
              <a:solidFill>
                <a:srgbClr val="003366"/>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73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Radiating outward</a:t>
            </a:r>
            <a:endParaRPr b="1"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4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46CE37-7AB5-4E24-8CEE-0356E3B5574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42" name="PlaceHolder 1"/>
          <p:cNvSpPr>
            <a:spLocks noGrp="1"/>
          </p:cNvSpPr>
          <p:nvPr>
            <p:ph type="title"/>
          </p:nvPr>
        </p:nvSpPr>
        <p:spPr>
          <a:xfrm>
            <a:off x="404640" y="51552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Expansion</a:t>
            </a:r>
            <a:endParaRPr b="1" lang="en-US" sz="1600" spc="-1" strike="noStrike">
              <a:solidFill>
                <a:srgbClr val="000000"/>
              </a:solidFill>
              <a:latin typeface="Arial"/>
            </a:endParaRPr>
          </a:p>
        </p:txBody>
      </p:sp>
      <p:grpSp>
        <p:nvGrpSpPr>
          <p:cNvPr id="7743" name="Group 25"/>
          <p:cNvGrpSpPr/>
          <p:nvPr/>
        </p:nvGrpSpPr>
        <p:grpSpPr>
          <a:xfrm>
            <a:off x="474120" y="965880"/>
            <a:ext cx="7934760" cy="5434200"/>
            <a:chOff x="474120" y="965880"/>
            <a:chExt cx="7934760" cy="5434200"/>
          </a:xfrm>
        </p:grpSpPr>
        <p:sp>
          <p:nvSpPr>
            <p:cNvPr id="7744" name="Rectangle 26"/>
            <p:cNvSpPr/>
            <p:nvPr/>
          </p:nvSpPr>
          <p:spPr>
            <a:xfrm>
              <a:off x="6594480" y="2319480"/>
              <a:ext cx="1814400" cy="2966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p:txBody>
        </p:sp>
        <p:sp>
          <p:nvSpPr>
            <p:cNvPr id="7745" name="Oval 27"/>
            <p:cNvSpPr/>
            <p:nvPr/>
          </p:nvSpPr>
          <p:spPr>
            <a:xfrm rot="3480600">
              <a:off x="2560320" y="536400"/>
              <a:ext cx="2476440" cy="62931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46" name="Oval 28"/>
            <p:cNvSpPr/>
            <p:nvPr/>
          </p:nvSpPr>
          <p:spPr>
            <a:xfrm rot="3480600">
              <a:off x="2080080" y="1863000"/>
              <a:ext cx="2003400" cy="4608360"/>
            </a:xfrm>
            <a:prstGeom prst="ellipse">
              <a:avLst/>
            </a:prstGeom>
            <a:solidFill>
              <a:srgbClr val="80cccc"/>
            </a:solidFill>
            <a:ln w="0">
              <a:noFill/>
            </a:ln>
          </p:spPr>
          <p:style>
            <a:lnRef idx="0"/>
            <a:fillRef idx="0"/>
            <a:effectRef idx="0"/>
            <a:fontRef idx="minor"/>
          </p:style>
          <p:txBody>
            <a:bodyPr tIns="90000" bIns="9000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47" name="Oval 29"/>
            <p:cNvSpPr/>
            <p:nvPr/>
          </p:nvSpPr>
          <p:spPr>
            <a:xfrm rot="3480600">
              <a:off x="1676160" y="3325320"/>
              <a:ext cx="1265040" cy="2764080"/>
            </a:xfrm>
            <a:prstGeom prst="ellipse">
              <a:avLst/>
            </a:prstGeom>
            <a:solidFill>
              <a:srgbClr val="8099cc"/>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48" name="Oval 30"/>
            <p:cNvSpPr/>
            <p:nvPr/>
          </p:nvSpPr>
          <p:spPr>
            <a:xfrm rot="3480600">
              <a:off x="1446840" y="4240800"/>
              <a:ext cx="733320" cy="1602000"/>
            </a:xfrm>
            <a:prstGeom prst="ellipse">
              <a:avLst/>
            </a:prstGeom>
            <a:solidFill>
              <a:srgbClr val="003399"/>
            </a:solidFill>
            <a:ln w="0">
              <a:noFill/>
            </a:ln>
          </p:spPr>
          <p:style>
            <a:lnRef idx="0"/>
            <a:fillRef idx="0"/>
            <a:effectRef idx="0"/>
            <a:fontRef idx="minor"/>
          </p:style>
          <p:txBody>
            <a:bodyPr lIns="18000" rIns="18000" tIns="18000" bIns="1800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49" name="Text Box 31"/>
            <p:cNvSpPr/>
            <p:nvPr/>
          </p:nvSpPr>
          <p:spPr>
            <a:xfrm>
              <a:off x="1512720" y="4924440"/>
              <a:ext cx="33624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a:t>
              </a:r>
              <a:endParaRPr b="1" lang="en-US" sz="1100" spc="-1" strike="noStrike">
                <a:solidFill>
                  <a:srgbClr val="000000"/>
                </a:solidFill>
                <a:latin typeface="Arial"/>
              </a:endParaRPr>
            </a:p>
          </p:txBody>
        </p:sp>
        <p:sp>
          <p:nvSpPr>
            <p:cNvPr id="7750" name="Text Box 32"/>
            <p:cNvSpPr/>
            <p:nvPr/>
          </p:nvSpPr>
          <p:spPr>
            <a:xfrm>
              <a:off x="2679840" y="4110120"/>
              <a:ext cx="33624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a:t>
              </a:r>
              <a:endParaRPr b="1" lang="en-US" sz="1100" spc="-1" strike="noStrike">
                <a:solidFill>
                  <a:srgbClr val="000000"/>
                </a:solidFill>
                <a:latin typeface="Arial"/>
              </a:endParaRPr>
            </a:p>
          </p:txBody>
        </p:sp>
        <p:sp>
          <p:nvSpPr>
            <p:cNvPr id="7751" name="Text Box 33"/>
            <p:cNvSpPr/>
            <p:nvPr/>
          </p:nvSpPr>
          <p:spPr>
            <a:xfrm>
              <a:off x="3699000" y="3225960"/>
              <a:ext cx="33624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7752" name="Text Box 34"/>
            <p:cNvSpPr/>
            <p:nvPr/>
          </p:nvSpPr>
          <p:spPr>
            <a:xfrm>
              <a:off x="5381640" y="2205000"/>
              <a:ext cx="33624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7753" name="Line 35"/>
            <p:cNvSpPr/>
            <p:nvPr/>
          </p:nvSpPr>
          <p:spPr>
            <a:xfrm flipH="1" flipV="1">
              <a:off x="1903320" y="5253120"/>
              <a:ext cx="1254240" cy="542880"/>
            </a:xfrm>
            <a:prstGeom prst="line">
              <a:avLst/>
            </a:prstGeom>
            <a:ln w="12600">
              <a:solidFill>
                <a:srgbClr val="000066"/>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54" name="Line 36"/>
            <p:cNvSpPr/>
            <p:nvPr/>
          </p:nvSpPr>
          <p:spPr>
            <a:xfrm flipH="1" flipV="1">
              <a:off x="3033720" y="4435560"/>
              <a:ext cx="1504800" cy="544320"/>
            </a:xfrm>
            <a:prstGeom prst="line">
              <a:avLst/>
            </a:prstGeom>
            <a:ln w="12600">
              <a:solidFill>
                <a:srgbClr val="000066"/>
              </a:solidFill>
              <a:miter/>
              <a:tailEnd len="lg"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55" name="Line 37"/>
            <p:cNvSpPr/>
            <p:nvPr/>
          </p:nvSpPr>
          <p:spPr>
            <a:xfrm flipH="1" flipV="1">
              <a:off x="4336560" y="3498480"/>
              <a:ext cx="1381320" cy="544680"/>
            </a:xfrm>
            <a:prstGeom prst="line">
              <a:avLst/>
            </a:prstGeom>
            <a:ln w="12600">
              <a:solidFill>
                <a:srgbClr val="000066"/>
              </a:solidFill>
              <a:miter/>
              <a:tailEnd len="lg"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56" name="Line 38"/>
            <p:cNvSpPr/>
            <p:nvPr/>
          </p:nvSpPr>
          <p:spPr>
            <a:xfrm flipH="1" flipV="1">
              <a:off x="6030720" y="2466720"/>
              <a:ext cx="563400" cy="68040"/>
            </a:xfrm>
            <a:prstGeom prst="line">
              <a:avLst/>
            </a:prstGeom>
            <a:ln w="12600">
              <a:solidFill>
                <a:srgbClr val="000066"/>
              </a:solidFill>
              <a:miter/>
              <a:tailEnd len="lg" type="triangle" w="med"/>
            </a:ln>
          </p:spPr>
          <p:style>
            <a:lnRef idx="0"/>
            <a:fillRef idx="0"/>
            <a:effectRef idx="0"/>
            <a:fontRef idx="minor"/>
          </p:style>
          <p:txBody>
            <a:bodyPr lIns="90000" rIns="90000" tIns="21240" bIns="212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57" name="Rectangle 39"/>
            <p:cNvSpPr/>
            <p:nvPr/>
          </p:nvSpPr>
          <p:spPr>
            <a:xfrm>
              <a:off x="5829480" y="385272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p:txBody>
        </p:sp>
        <p:sp>
          <p:nvSpPr>
            <p:cNvPr id="7758" name="Rectangle 40"/>
            <p:cNvSpPr/>
            <p:nvPr/>
          </p:nvSpPr>
          <p:spPr>
            <a:xfrm>
              <a:off x="4775040" y="4789440"/>
              <a:ext cx="18147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p:txBody>
        </p:sp>
        <p:sp>
          <p:nvSpPr>
            <p:cNvPr id="7759" name="Rectangle 41"/>
            <p:cNvSpPr/>
            <p:nvPr/>
          </p:nvSpPr>
          <p:spPr>
            <a:xfrm>
              <a:off x="3333600" y="5673600"/>
              <a:ext cx="18147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6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1D016C-81B4-45C6-B0E0-59BF4181B40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6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Step by step actions</a:t>
            </a:r>
            <a:endParaRPr b="1" lang="en-US" sz="1600" spc="-1" strike="noStrike">
              <a:solidFill>
                <a:srgbClr val="000000"/>
              </a:solidFill>
              <a:latin typeface="Arial"/>
            </a:endParaRPr>
          </a:p>
        </p:txBody>
      </p:sp>
      <p:grpSp>
        <p:nvGrpSpPr>
          <p:cNvPr id="7763" name="Group 9"/>
          <p:cNvGrpSpPr/>
          <p:nvPr/>
        </p:nvGrpSpPr>
        <p:grpSpPr>
          <a:xfrm>
            <a:off x="944640" y="1844280"/>
            <a:ext cx="7273800" cy="3838680"/>
            <a:chOff x="944640" y="1844280"/>
            <a:chExt cx="7273800" cy="3838680"/>
          </a:xfrm>
        </p:grpSpPr>
        <p:sp>
          <p:nvSpPr>
            <p:cNvPr id="7764" name="AutoShape 3"/>
            <p:cNvSpPr/>
            <p:nvPr/>
          </p:nvSpPr>
          <p:spPr>
            <a:xfrm rot="16200000">
              <a:off x="6661800" y="3240360"/>
              <a:ext cx="2066760" cy="1046160"/>
            </a:xfrm>
            <a:prstGeom prst="pie">
              <a:avLst/>
            </a:prstGeom>
            <a:solidFill>
              <a:srgbClr val="ffffff"/>
            </a:solidFill>
            <a:ln w="12600">
              <a:solidFill>
                <a:srgbClr val="003399"/>
              </a:solidFill>
              <a:miter/>
            </a:ln>
          </p:spPr>
          <p:style>
            <a:lnRef idx="0"/>
            <a:fillRef idx="0"/>
            <a:effectRef idx="0"/>
            <a:fontRef idx="minor"/>
          </p:style>
          <p:txBody>
            <a:bodyPr lIns="9000" rIns="9000" tIns="9000" bIns="9000" anchor="ctr" anchorCtr="1" vert="eaVert">
              <a:no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Step 6</a:t>
              </a:r>
              <a:endParaRPr b="1" lang="en-US" sz="1100" spc="-1" strike="noStrike">
                <a:solidFill>
                  <a:srgbClr val="000000"/>
                </a:solidFill>
                <a:latin typeface="Arial"/>
              </a:endParaRPr>
            </a:p>
          </p:txBody>
        </p:sp>
        <p:sp>
          <p:nvSpPr>
            <p:cNvPr id="7765" name="AutoShape 4"/>
            <p:cNvSpPr/>
            <p:nvPr/>
          </p:nvSpPr>
          <p:spPr>
            <a:xfrm rot="16200000">
              <a:off x="5364000" y="3111480"/>
              <a:ext cx="2355840" cy="1305000"/>
            </a:xfrm>
            <a:prstGeom prst="pie">
              <a:avLst/>
            </a:prstGeom>
            <a:solidFill>
              <a:srgbClr val="ffffff"/>
            </a:solidFill>
            <a:ln w="12600">
              <a:solidFill>
                <a:srgbClr val="003399"/>
              </a:solidFill>
              <a:miter/>
            </a:ln>
          </p:spPr>
          <p:style>
            <a:lnRef idx="0"/>
            <a:fillRef idx="0"/>
            <a:effectRef idx="0"/>
            <a:fontRef idx="minor"/>
          </p:style>
          <p:txBody>
            <a:bodyPr lIns="9000" rIns="9000" tIns="9000" bIns="9000" anchor="ctr" anchorCtr="1" vert="eaVert">
              <a:no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Step 4</a:t>
              </a:r>
              <a:endParaRPr b="1" lang="en-US" sz="1100" spc="-1" strike="noStrike">
                <a:solidFill>
                  <a:srgbClr val="000000"/>
                </a:solidFill>
                <a:latin typeface="Arial"/>
              </a:endParaRPr>
            </a:p>
          </p:txBody>
        </p:sp>
        <p:sp>
          <p:nvSpPr>
            <p:cNvPr id="7766" name="AutoShape 5"/>
            <p:cNvSpPr/>
            <p:nvPr/>
          </p:nvSpPr>
          <p:spPr>
            <a:xfrm rot="16200000">
              <a:off x="3733920" y="2979360"/>
              <a:ext cx="2787480" cy="1568520"/>
            </a:xfrm>
            <a:prstGeom prst="pie">
              <a:avLst/>
            </a:prstGeom>
            <a:solidFill>
              <a:srgbClr val="ffffff"/>
            </a:solidFill>
            <a:ln w="12600">
              <a:solidFill>
                <a:srgbClr val="003399"/>
              </a:solidFill>
              <a:miter/>
            </a:ln>
          </p:spPr>
          <p:style>
            <a:lnRef idx="0"/>
            <a:fillRef idx="0"/>
            <a:effectRef idx="0"/>
            <a:fontRef idx="minor"/>
          </p:style>
          <p:txBody>
            <a:bodyPr lIns="9000" rIns="9000" tIns="9000" bIns="9000" anchor="ctr" anchorCtr="1" vert="eaVert">
              <a:no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Step 3</a:t>
              </a:r>
              <a:endParaRPr b="1" lang="en-US" sz="1100" spc="-1" strike="noStrike">
                <a:solidFill>
                  <a:srgbClr val="000000"/>
                </a:solidFill>
                <a:latin typeface="Arial"/>
              </a:endParaRPr>
            </a:p>
          </p:txBody>
        </p:sp>
        <p:sp>
          <p:nvSpPr>
            <p:cNvPr id="7767" name="AutoShape 6"/>
            <p:cNvSpPr/>
            <p:nvPr/>
          </p:nvSpPr>
          <p:spPr>
            <a:xfrm rot="16200000">
              <a:off x="1893240" y="2937240"/>
              <a:ext cx="3290760" cy="1654200"/>
            </a:xfrm>
            <a:prstGeom prst="pie">
              <a:avLst/>
            </a:prstGeom>
            <a:solidFill>
              <a:srgbClr val="ffffff"/>
            </a:solidFill>
            <a:ln w="12600">
              <a:solidFill>
                <a:srgbClr val="003399"/>
              </a:solidFill>
              <a:miter/>
            </a:ln>
          </p:spPr>
          <p:style>
            <a:lnRef idx="0"/>
            <a:fillRef idx="0"/>
            <a:effectRef idx="0"/>
            <a:fontRef idx="minor"/>
          </p:style>
          <p:txBody>
            <a:bodyPr lIns="9000" rIns="9000" tIns="9000" bIns="9000" anchor="ctr" anchorCtr="1" vert="eaVert">
              <a:no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Step 2</a:t>
              </a:r>
              <a:endParaRPr b="1" lang="en-US" sz="1100" spc="-1" strike="noStrike">
                <a:solidFill>
                  <a:srgbClr val="000000"/>
                </a:solidFill>
                <a:latin typeface="Arial"/>
              </a:endParaRPr>
            </a:p>
          </p:txBody>
        </p:sp>
        <p:sp>
          <p:nvSpPr>
            <p:cNvPr id="7768" name="AutoShape 7"/>
            <p:cNvSpPr/>
            <p:nvPr/>
          </p:nvSpPr>
          <p:spPr>
            <a:xfrm rot="16200000">
              <a:off x="-79920" y="2868840"/>
              <a:ext cx="3838680" cy="1789200"/>
            </a:xfrm>
            <a:prstGeom prst="pie">
              <a:avLst/>
            </a:prstGeom>
            <a:solidFill>
              <a:srgbClr val="ffffff"/>
            </a:solidFill>
            <a:ln w="12600">
              <a:solidFill>
                <a:srgbClr val="003399"/>
              </a:solidFill>
              <a:miter/>
            </a:ln>
          </p:spPr>
          <p:style>
            <a:lnRef idx="0"/>
            <a:fillRef idx="0"/>
            <a:effectRef idx="0"/>
            <a:fontRef idx="minor"/>
          </p:style>
          <p:txBody>
            <a:bodyPr lIns="9000" rIns="9000" tIns="9000" bIns="9000" anchor="ctr" anchorCtr="1" vert="eaVert">
              <a:no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Step 1</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77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20C246-3CEA-4CFB-8537-5B6D9121753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77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Interrelated Stages</a:t>
            </a:r>
            <a:endParaRPr b="1" lang="en-US" sz="1600" spc="-1" strike="noStrike">
              <a:solidFill>
                <a:srgbClr val="000000"/>
              </a:solidFill>
              <a:latin typeface="Arial"/>
            </a:endParaRPr>
          </a:p>
        </p:txBody>
      </p:sp>
      <p:grpSp>
        <p:nvGrpSpPr>
          <p:cNvPr id="7772" name="Group 66"/>
          <p:cNvGrpSpPr/>
          <p:nvPr/>
        </p:nvGrpSpPr>
        <p:grpSpPr>
          <a:xfrm>
            <a:off x="642960" y="1647720"/>
            <a:ext cx="7856280" cy="4195080"/>
            <a:chOff x="642960" y="1647720"/>
            <a:chExt cx="7856280" cy="4195080"/>
          </a:xfrm>
        </p:grpSpPr>
        <p:sp>
          <p:nvSpPr>
            <p:cNvPr id="7773" name="Rectangle 4"/>
            <p:cNvSpPr/>
            <p:nvPr/>
          </p:nvSpPr>
          <p:spPr>
            <a:xfrm>
              <a:off x="2970000" y="1931760"/>
              <a:ext cx="623880" cy="210600"/>
            </a:xfrm>
            <a:prstGeom prst="rect">
              <a:avLst/>
            </a:prstGeom>
            <a:solidFill>
              <a:srgbClr val="ffffff"/>
            </a:solidFill>
            <a:ln w="0">
              <a:noFill/>
            </a:ln>
          </p:spPr>
          <p:style>
            <a:lnRef idx="0"/>
            <a:fillRef idx="0"/>
            <a:effectRef idx="0"/>
            <a:fontRef idx="minor"/>
          </p:style>
          <p:txBody>
            <a:bodyPr lIns="33480" rIns="33480" tIns="36360" bIns="36360" anchor="t">
              <a:spAutoFit/>
            </a:bodyPr>
            <a:p>
              <a:pPr algn="ctr">
                <a:lnSpc>
                  <a:spcPct val="90000"/>
                </a:lnSpc>
                <a:spcBef>
                  <a:spcPts val="689"/>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774" name="Freeform 5"/>
            <p:cNvSpPr/>
            <p:nvPr/>
          </p:nvSpPr>
          <p:spPr>
            <a:xfrm>
              <a:off x="6438960" y="4174920"/>
              <a:ext cx="2060280" cy="1236600"/>
            </a:xfrm>
            <a:prstGeom prst="pie">
              <a:avLst/>
            </a:prstGeom>
            <a:solidFill>
              <a:srgbClr val="4066b2"/>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75" name="Rectangle 6"/>
            <p:cNvSpPr/>
            <p:nvPr/>
          </p:nvSpPr>
          <p:spPr>
            <a:xfrm>
              <a:off x="6664320" y="4197240"/>
              <a:ext cx="987480" cy="265320"/>
            </a:xfrm>
            <a:prstGeom prst="rect">
              <a:avLst/>
            </a:prstGeom>
            <a:noFill/>
            <a:ln w="0">
              <a:noFill/>
            </a:ln>
          </p:spPr>
          <p:style>
            <a:lnRef idx="0"/>
            <a:fillRef idx="0"/>
            <a:effectRef idx="0"/>
            <a:fontRef idx="minor"/>
          </p:style>
          <p:txBody>
            <a:bodyPr lIns="69840" rIns="69840" tIns="36360" bIns="36360" anchor="t">
              <a:spAutoFit/>
            </a:bodyPr>
            <a:p>
              <a:pPr algn="ctr">
                <a:lnSpc>
                  <a:spcPct val="90000"/>
                </a:lnSpc>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1" lang="nl-NL" sz="1400" spc="-1" strike="noStrike">
                  <a:solidFill>
                    <a:srgbClr val="000000"/>
                  </a:solidFill>
                  <a:latin typeface="Arial"/>
                </a:rPr>
                <a:t>.....</a:t>
              </a:r>
              <a:endParaRPr b="1" lang="en-US" sz="1400" spc="-1" strike="noStrike">
                <a:solidFill>
                  <a:srgbClr val="000000"/>
                </a:solidFill>
                <a:latin typeface="Arial"/>
              </a:endParaRPr>
            </a:p>
          </p:txBody>
        </p:sp>
        <p:sp>
          <p:nvSpPr>
            <p:cNvPr id="7776" name="Freeform 7"/>
            <p:cNvSpPr/>
            <p:nvPr/>
          </p:nvSpPr>
          <p:spPr>
            <a:xfrm>
              <a:off x="4657680" y="3627000"/>
              <a:ext cx="2058840" cy="1235160"/>
            </a:xfrm>
            <a:prstGeom prst="pie">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77" name="Rectangle 8"/>
            <p:cNvSpPr/>
            <p:nvPr/>
          </p:nvSpPr>
          <p:spPr>
            <a:xfrm>
              <a:off x="4890960" y="3719160"/>
              <a:ext cx="1117800" cy="265320"/>
            </a:xfrm>
            <a:prstGeom prst="rect">
              <a:avLst/>
            </a:prstGeom>
            <a:noFill/>
            <a:ln w="0">
              <a:noFill/>
            </a:ln>
          </p:spPr>
          <p:style>
            <a:lnRef idx="0"/>
            <a:fillRef idx="0"/>
            <a:effectRef idx="0"/>
            <a:fontRef idx="minor"/>
          </p:style>
          <p:txBody>
            <a:bodyPr lIns="69840" rIns="69840" tIns="36360" bIns="36360" anchor="t">
              <a:spAutoFit/>
            </a:bodyPr>
            <a:p>
              <a:pPr algn="ctr">
                <a:lnSpc>
                  <a:spcPct val="90000"/>
                </a:lnSpc>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1" lang="nl-NL" sz="1400" spc="-1" strike="noStrike">
                  <a:solidFill>
                    <a:srgbClr val="000000"/>
                  </a:solidFill>
                  <a:latin typeface="Arial"/>
                </a:rPr>
                <a:t>.....</a:t>
              </a:r>
              <a:endParaRPr b="1" lang="en-US" sz="1400" spc="-1" strike="noStrike">
                <a:solidFill>
                  <a:srgbClr val="000000"/>
                </a:solidFill>
                <a:latin typeface="Arial"/>
              </a:endParaRPr>
            </a:p>
          </p:txBody>
        </p:sp>
        <p:sp>
          <p:nvSpPr>
            <p:cNvPr id="7778" name="Freeform 9"/>
            <p:cNvSpPr/>
            <p:nvPr/>
          </p:nvSpPr>
          <p:spPr>
            <a:xfrm>
              <a:off x="2873160" y="3078000"/>
              <a:ext cx="2059200" cy="1236600"/>
            </a:xfrm>
            <a:prstGeom prst="pie">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79" name="Rectangle 10"/>
            <p:cNvSpPr/>
            <p:nvPr/>
          </p:nvSpPr>
          <p:spPr>
            <a:xfrm>
              <a:off x="3206520" y="3159000"/>
              <a:ext cx="885960" cy="265320"/>
            </a:xfrm>
            <a:prstGeom prst="rect">
              <a:avLst/>
            </a:prstGeom>
            <a:noFill/>
            <a:ln w="0">
              <a:noFill/>
            </a:ln>
          </p:spPr>
          <p:style>
            <a:lnRef idx="0"/>
            <a:fillRef idx="0"/>
            <a:effectRef idx="0"/>
            <a:fontRef idx="minor"/>
          </p:style>
          <p:txBody>
            <a:bodyPr lIns="69840" rIns="69840" tIns="36360" bIns="36360" anchor="t">
              <a:spAutoFit/>
            </a:bodyPr>
            <a:p>
              <a:pPr algn="ctr">
                <a:lnSpc>
                  <a:spcPct val="90000"/>
                </a:lnSpc>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1" lang="nl-NL" sz="1400" spc="-1" strike="noStrike">
                  <a:solidFill>
                    <a:srgbClr val="000000"/>
                  </a:solidFill>
                  <a:latin typeface="Arial"/>
                </a:rPr>
                <a:t>.....</a:t>
              </a:r>
              <a:endParaRPr b="1" lang="en-US" sz="1400" spc="-1" strike="noStrike">
                <a:solidFill>
                  <a:srgbClr val="000000"/>
                </a:solidFill>
                <a:latin typeface="Arial"/>
              </a:endParaRPr>
            </a:p>
          </p:txBody>
        </p:sp>
        <p:sp>
          <p:nvSpPr>
            <p:cNvPr id="7780" name="Freeform 11"/>
            <p:cNvSpPr/>
            <p:nvPr/>
          </p:nvSpPr>
          <p:spPr>
            <a:xfrm>
              <a:off x="1092240" y="2528640"/>
              <a:ext cx="2058840" cy="123660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81" name="Rectangle 12"/>
            <p:cNvSpPr/>
            <p:nvPr/>
          </p:nvSpPr>
          <p:spPr>
            <a:xfrm>
              <a:off x="1191960" y="2663640"/>
              <a:ext cx="1176480" cy="265320"/>
            </a:xfrm>
            <a:prstGeom prst="rect">
              <a:avLst/>
            </a:prstGeom>
            <a:noFill/>
            <a:ln w="0">
              <a:noFill/>
            </a:ln>
          </p:spPr>
          <p:style>
            <a:lnRef idx="0"/>
            <a:fillRef idx="0"/>
            <a:effectRef idx="0"/>
            <a:fontRef idx="minor"/>
          </p:style>
          <p:txBody>
            <a:bodyPr lIns="69840" rIns="69840" tIns="36360" bIns="36360" anchor="t">
              <a:spAutoFit/>
            </a:bodyPr>
            <a:p>
              <a:pPr algn="ctr">
                <a:lnSpc>
                  <a:spcPct val="90000"/>
                </a:lnSpc>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1" lang="nl-NL" sz="1400" spc="-1" strike="noStrike">
                  <a:solidFill>
                    <a:srgbClr val="ffffff"/>
                  </a:solidFill>
                  <a:latin typeface="Arial"/>
                </a:rPr>
                <a:t>.....</a:t>
              </a:r>
              <a:endParaRPr b="1" lang="en-US" sz="1400" spc="-1" strike="noStrike">
                <a:solidFill>
                  <a:srgbClr val="000000"/>
                </a:solidFill>
                <a:latin typeface="Arial"/>
              </a:endParaRPr>
            </a:p>
          </p:txBody>
        </p:sp>
        <p:sp>
          <p:nvSpPr>
            <p:cNvPr id="7782" name="Rectangle 18"/>
            <p:cNvSpPr/>
            <p:nvPr/>
          </p:nvSpPr>
          <p:spPr>
            <a:xfrm>
              <a:off x="2433600" y="4509720"/>
              <a:ext cx="623880" cy="210600"/>
            </a:xfrm>
            <a:prstGeom prst="rect">
              <a:avLst/>
            </a:prstGeom>
            <a:noFill/>
            <a:ln w="0">
              <a:noFill/>
            </a:ln>
          </p:spPr>
          <p:style>
            <a:lnRef idx="0"/>
            <a:fillRef idx="0"/>
            <a:effectRef idx="0"/>
            <a:fontRef idx="minor"/>
          </p:style>
          <p:txBody>
            <a:bodyPr lIns="33480" rIns="33480" tIns="36360" bIns="36360" anchor="t">
              <a:spAutoFit/>
            </a:bodyPr>
            <a:p>
              <a:pPr algn="ctr">
                <a:lnSpc>
                  <a:spcPct val="90000"/>
                </a:lnSpc>
                <a:spcBef>
                  <a:spcPts val="689"/>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783" name="Rectangle 19"/>
            <p:cNvSpPr/>
            <p:nvPr/>
          </p:nvSpPr>
          <p:spPr>
            <a:xfrm>
              <a:off x="4645080" y="2341440"/>
              <a:ext cx="628560" cy="210600"/>
            </a:xfrm>
            <a:prstGeom prst="rect">
              <a:avLst/>
            </a:prstGeom>
            <a:solidFill>
              <a:srgbClr val="ffffff"/>
            </a:solidFill>
            <a:ln w="0">
              <a:noFill/>
            </a:ln>
          </p:spPr>
          <p:style>
            <a:lnRef idx="0"/>
            <a:fillRef idx="0"/>
            <a:effectRef idx="0"/>
            <a:fontRef idx="minor"/>
          </p:style>
          <p:txBody>
            <a:bodyPr lIns="33480" rIns="33480" tIns="36360" bIns="36360" anchor="t">
              <a:spAutoFit/>
            </a:bodyPr>
            <a:p>
              <a:pPr algn="ctr">
                <a:lnSpc>
                  <a:spcPct val="90000"/>
                </a:lnSpc>
                <a:spcBef>
                  <a:spcPts val="689"/>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784" name="Rectangle 20"/>
            <p:cNvSpPr/>
            <p:nvPr/>
          </p:nvSpPr>
          <p:spPr>
            <a:xfrm>
              <a:off x="6456240" y="3016080"/>
              <a:ext cx="546120" cy="265320"/>
            </a:xfrm>
            <a:prstGeom prst="rect">
              <a:avLst/>
            </a:prstGeom>
            <a:solidFill>
              <a:srgbClr val="ffffff"/>
            </a:solidFill>
            <a:ln w="0">
              <a:noFill/>
            </a:ln>
          </p:spPr>
          <p:style>
            <a:lnRef idx="0"/>
            <a:fillRef idx="0"/>
            <a:effectRef idx="0"/>
            <a:fontRef idx="minor"/>
          </p:style>
          <p:txBody>
            <a:bodyPr lIns="33480" rIns="33480" tIns="36360" bIns="36360" anchor="t">
              <a:spAutoFit/>
            </a:bodyPr>
            <a:p>
              <a:pPr algn="ctr">
                <a:lnSpc>
                  <a:spcPct val="90000"/>
                </a:lnSpc>
                <a:spcBef>
                  <a:spcPts val="964"/>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7785" name="Rectangle 21"/>
            <p:cNvSpPr/>
            <p:nvPr/>
          </p:nvSpPr>
          <p:spPr>
            <a:xfrm>
              <a:off x="4219560" y="5149440"/>
              <a:ext cx="623880" cy="210600"/>
            </a:xfrm>
            <a:prstGeom prst="rect">
              <a:avLst/>
            </a:prstGeom>
            <a:solidFill>
              <a:srgbClr val="ffffff"/>
            </a:solidFill>
            <a:ln w="0">
              <a:noFill/>
            </a:ln>
          </p:spPr>
          <p:style>
            <a:lnRef idx="0"/>
            <a:fillRef idx="0"/>
            <a:effectRef idx="0"/>
            <a:fontRef idx="minor"/>
          </p:style>
          <p:txBody>
            <a:bodyPr lIns="33480" rIns="33480" tIns="36360" bIns="36360" anchor="t">
              <a:spAutoFit/>
            </a:bodyPr>
            <a:p>
              <a:pPr algn="ctr">
                <a:lnSpc>
                  <a:spcPct val="90000"/>
                </a:lnSpc>
                <a:spcBef>
                  <a:spcPts val="689"/>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786" name="Rectangle 23"/>
            <p:cNvSpPr/>
            <p:nvPr/>
          </p:nvSpPr>
          <p:spPr>
            <a:xfrm>
              <a:off x="642960" y="1647720"/>
              <a:ext cx="716040" cy="210600"/>
            </a:xfrm>
            <a:prstGeom prst="rect">
              <a:avLst/>
            </a:prstGeom>
            <a:solidFill>
              <a:srgbClr val="ffffff"/>
            </a:solidFill>
            <a:ln w="0">
              <a:noFill/>
            </a:ln>
          </p:spPr>
          <p:style>
            <a:lnRef idx="0"/>
            <a:fillRef idx="0"/>
            <a:effectRef idx="0"/>
            <a:fontRef idx="minor"/>
          </p:style>
          <p:txBody>
            <a:bodyPr lIns="33480" rIns="33480" tIns="36360" bIns="36360" anchor="t">
              <a:spAutoFit/>
            </a:bodyPr>
            <a:p>
              <a:pPr algn="ctr">
                <a:lnSpc>
                  <a:spcPct val="90000"/>
                </a:lnSpc>
                <a:spcBef>
                  <a:spcPts val="689"/>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7787" name="Rectangle 24"/>
            <p:cNvSpPr/>
            <p:nvPr/>
          </p:nvSpPr>
          <p:spPr>
            <a:xfrm>
              <a:off x="5973840" y="5632200"/>
              <a:ext cx="623880" cy="210600"/>
            </a:xfrm>
            <a:prstGeom prst="rect">
              <a:avLst/>
            </a:prstGeom>
            <a:solidFill>
              <a:srgbClr val="ffffff"/>
            </a:solidFill>
            <a:ln w="0">
              <a:noFill/>
            </a:ln>
          </p:spPr>
          <p:style>
            <a:lnRef idx="0"/>
            <a:fillRef idx="0"/>
            <a:effectRef idx="0"/>
            <a:fontRef idx="minor"/>
          </p:style>
          <p:txBody>
            <a:bodyPr lIns="33480" rIns="33480" tIns="36360" bIns="36360" anchor="t">
              <a:spAutoFit/>
            </a:bodyPr>
            <a:p>
              <a:pPr algn="ctr">
                <a:lnSpc>
                  <a:spcPct val="90000"/>
                </a:lnSpc>
                <a:spcBef>
                  <a:spcPts val="689"/>
                </a:spcBef>
                <a:tabLst>
                  <a:tab algn="l" pos="0"/>
                  <a:tab algn="l" pos="536400"/>
                  <a:tab algn="l" pos="1073160"/>
                  <a:tab algn="l" pos="1609560"/>
                  <a:tab algn="l" pos="2146320"/>
                  <a:tab algn="l" pos="2682720"/>
                  <a:tab algn="l" pos="3219480"/>
                  <a:tab algn="l" pos="3755880"/>
                  <a:tab algn="l" pos="4292640"/>
                  <a:tab algn="l" pos="4829040"/>
                  <a:tab algn="l" pos="5365800"/>
                  <a:tab algn="l" pos="5902200"/>
                  <a:tab algn="l" pos="6438960"/>
                  <a:tab algn="l" pos="6975360"/>
                  <a:tab algn="l" pos="7512120"/>
                  <a:tab algn="l" pos="8048520"/>
                  <a:tab algn="l" pos="8585280"/>
                  <a:tab algn="l" pos="9121680"/>
                  <a:tab algn="l" pos="9658440"/>
                  <a:tab algn="l" pos="10194840"/>
                  <a:tab algn="l" pos="10731600"/>
                </a:tabLst>
              </a:pPr>
              <a:r>
                <a:rPr b="0" lang="nl-NL" sz="1000" spc="-1" strike="noStrike">
                  <a:solidFill>
                    <a:srgbClr val="000000"/>
                  </a:solidFill>
                  <a:latin typeface="Arial"/>
                </a:rPr>
                <a:t>.....</a:t>
              </a:r>
              <a:endParaRPr b="1" lang="en-US" sz="1000" spc="-1" strike="noStrike">
                <a:solidFill>
                  <a:srgbClr val="000000"/>
                </a:solidFill>
                <a:latin typeface="Arial"/>
              </a:endParaRPr>
            </a:p>
          </p:txBody>
        </p:sp>
        <p:grpSp>
          <p:nvGrpSpPr>
            <p:cNvPr id="7788" name="Group 25"/>
            <p:cNvGrpSpPr/>
            <p:nvPr/>
          </p:nvGrpSpPr>
          <p:grpSpPr>
            <a:xfrm>
              <a:off x="657000" y="1999440"/>
              <a:ext cx="866520" cy="671400"/>
              <a:chOff x="657000" y="1999440"/>
              <a:chExt cx="866520" cy="671400"/>
            </a:xfrm>
          </p:grpSpPr>
          <p:sp>
            <p:nvSpPr>
              <p:cNvPr id="7789" name="Line 26"/>
              <p:cNvSpPr/>
              <p:nvPr/>
            </p:nvSpPr>
            <p:spPr>
              <a:xfrm flipV="1">
                <a:off x="657000" y="1999440"/>
                <a:ext cx="0" cy="6714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90" name="Line 27"/>
              <p:cNvSpPr/>
              <p:nvPr/>
            </p:nvSpPr>
            <p:spPr>
              <a:xfrm>
                <a:off x="657000" y="1999800"/>
                <a:ext cx="86400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91" name="Line 28"/>
              <p:cNvSpPr/>
              <p:nvPr/>
            </p:nvSpPr>
            <p:spPr>
              <a:xfrm>
                <a:off x="1523520" y="199980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792" name="Group 29"/>
            <p:cNvGrpSpPr/>
            <p:nvPr/>
          </p:nvGrpSpPr>
          <p:grpSpPr>
            <a:xfrm>
              <a:off x="2368440" y="3720960"/>
              <a:ext cx="875880" cy="671040"/>
              <a:chOff x="2368440" y="3720960"/>
              <a:chExt cx="875880" cy="671040"/>
            </a:xfrm>
          </p:grpSpPr>
          <p:sp>
            <p:nvSpPr>
              <p:cNvPr id="7793" name="Line 30"/>
              <p:cNvSpPr/>
              <p:nvPr/>
            </p:nvSpPr>
            <p:spPr>
              <a:xfrm>
                <a:off x="2368440" y="3720960"/>
                <a:ext cx="0" cy="6710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94" name="Line 31"/>
              <p:cNvSpPr/>
              <p:nvPr/>
            </p:nvSpPr>
            <p:spPr>
              <a:xfrm>
                <a:off x="2368440" y="4392000"/>
                <a:ext cx="87336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95" name="Line 32"/>
              <p:cNvSpPr/>
              <p:nvPr/>
            </p:nvSpPr>
            <p:spPr>
              <a:xfrm flipV="1">
                <a:off x="3244320" y="405540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796" name="Group 41"/>
            <p:cNvGrpSpPr/>
            <p:nvPr/>
          </p:nvGrpSpPr>
          <p:grpSpPr>
            <a:xfrm>
              <a:off x="4168800" y="4251600"/>
              <a:ext cx="875880" cy="671400"/>
              <a:chOff x="4168800" y="4251600"/>
              <a:chExt cx="875880" cy="671400"/>
            </a:xfrm>
          </p:grpSpPr>
          <p:sp>
            <p:nvSpPr>
              <p:cNvPr id="7797" name="Line 42"/>
              <p:cNvSpPr/>
              <p:nvPr/>
            </p:nvSpPr>
            <p:spPr>
              <a:xfrm>
                <a:off x="4168800" y="4251600"/>
                <a:ext cx="0" cy="6714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98" name="Line 43"/>
              <p:cNvSpPr/>
              <p:nvPr/>
            </p:nvSpPr>
            <p:spPr>
              <a:xfrm>
                <a:off x="4168800" y="4922640"/>
                <a:ext cx="87336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799" name="Line 44"/>
              <p:cNvSpPr/>
              <p:nvPr/>
            </p:nvSpPr>
            <p:spPr>
              <a:xfrm flipV="1">
                <a:off x="5044680" y="458604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00" name="Group 45"/>
            <p:cNvGrpSpPr/>
            <p:nvPr/>
          </p:nvGrpSpPr>
          <p:grpSpPr>
            <a:xfrm>
              <a:off x="5886360" y="4790880"/>
              <a:ext cx="875880" cy="671040"/>
              <a:chOff x="5886360" y="4790880"/>
              <a:chExt cx="875880" cy="671040"/>
            </a:xfrm>
          </p:grpSpPr>
          <p:sp>
            <p:nvSpPr>
              <p:cNvPr id="7801" name="Line 46"/>
              <p:cNvSpPr/>
              <p:nvPr/>
            </p:nvSpPr>
            <p:spPr>
              <a:xfrm>
                <a:off x="5886360" y="4790880"/>
                <a:ext cx="0" cy="6710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02" name="Line 47"/>
              <p:cNvSpPr/>
              <p:nvPr/>
            </p:nvSpPr>
            <p:spPr>
              <a:xfrm>
                <a:off x="5886360" y="5461920"/>
                <a:ext cx="87336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03" name="Line 48"/>
              <p:cNvSpPr/>
              <p:nvPr/>
            </p:nvSpPr>
            <p:spPr>
              <a:xfrm flipV="1">
                <a:off x="6762240" y="512532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04" name="Group 53"/>
            <p:cNvGrpSpPr/>
            <p:nvPr/>
          </p:nvGrpSpPr>
          <p:grpSpPr>
            <a:xfrm>
              <a:off x="2784240" y="2365200"/>
              <a:ext cx="876240" cy="671040"/>
              <a:chOff x="2784240" y="2365200"/>
              <a:chExt cx="876240" cy="671040"/>
            </a:xfrm>
          </p:grpSpPr>
          <p:sp>
            <p:nvSpPr>
              <p:cNvPr id="7805" name="Line 54"/>
              <p:cNvSpPr/>
              <p:nvPr/>
            </p:nvSpPr>
            <p:spPr>
              <a:xfrm flipV="1">
                <a:off x="3660480" y="2365200"/>
                <a:ext cx="0" cy="6710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06" name="Line 55"/>
              <p:cNvSpPr/>
              <p:nvPr/>
            </p:nvSpPr>
            <p:spPr>
              <a:xfrm flipH="1">
                <a:off x="2786760" y="2365200"/>
                <a:ext cx="87372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07" name="Line 56"/>
              <p:cNvSpPr/>
              <p:nvPr/>
            </p:nvSpPr>
            <p:spPr>
              <a:xfrm>
                <a:off x="2784240" y="236520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08" name="Group 57"/>
            <p:cNvGrpSpPr/>
            <p:nvPr/>
          </p:nvGrpSpPr>
          <p:grpSpPr>
            <a:xfrm>
              <a:off x="4434120" y="2876400"/>
              <a:ext cx="875880" cy="671040"/>
              <a:chOff x="4434120" y="2876400"/>
              <a:chExt cx="875880" cy="671040"/>
            </a:xfrm>
          </p:grpSpPr>
          <p:sp>
            <p:nvSpPr>
              <p:cNvPr id="7809" name="Line 58"/>
              <p:cNvSpPr/>
              <p:nvPr/>
            </p:nvSpPr>
            <p:spPr>
              <a:xfrm flipV="1">
                <a:off x="5310000" y="2876400"/>
                <a:ext cx="0" cy="6710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10" name="Line 59"/>
              <p:cNvSpPr/>
              <p:nvPr/>
            </p:nvSpPr>
            <p:spPr>
              <a:xfrm flipH="1">
                <a:off x="4436640" y="2876400"/>
                <a:ext cx="87336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11" name="Line 60"/>
              <p:cNvSpPr/>
              <p:nvPr/>
            </p:nvSpPr>
            <p:spPr>
              <a:xfrm>
                <a:off x="4434120" y="287640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12" name="Group 61"/>
            <p:cNvGrpSpPr/>
            <p:nvPr/>
          </p:nvGrpSpPr>
          <p:grpSpPr>
            <a:xfrm>
              <a:off x="6169320" y="3444120"/>
              <a:ext cx="875880" cy="671400"/>
              <a:chOff x="6169320" y="3444120"/>
              <a:chExt cx="875880" cy="671400"/>
            </a:xfrm>
          </p:grpSpPr>
          <p:sp>
            <p:nvSpPr>
              <p:cNvPr id="7813" name="Line 62"/>
              <p:cNvSpPr/>
              <p:nvPr/>
            </p:nvSpPr>
            <p:spPr>
              <a:xfrm flipV="1">
                <a:off x="7045200" y="3444120"/>
                <a:ext cx="0" cy="6714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14" name="Line 63"/>
              <p:cNvSpPr/>
              <p:nvPr/>
            </p:nvSpPr>
            <p:spPr>
              <a:xfrm flipH="1">
                <a:off x="6171840" y="3444480"/>
                <a:ext cx="87336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15" name="Line 64"/>
              <p:cNvSpPr/>
              <p:nvPr/>
            </p:nvSpPr>
            <p:spPr>
              <a:xfrm>
                <a:off x="6169320" y="3444480"/>
                <a:ext cx="0" cy="336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2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81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7129CF-57B2-4B3A-A3A8-1AA780F78B1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81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ＭＳ Ｐゴシック"/>
              </a:rPr>
              <a:t>Movements</a:t>
            </a:r>
            <a:endParaRPr b="1" lang="en-US" sz="1600" spc="-1" strike="noStrike">
              <a:solidFill>
                <a:srgbClr val="000000"/>
              </a:solidFill>
              <a:latin typeface="Arial"/>
            </a:endParaRPr>
          </a:p>
        </p:txBody>
      </p:sp>
      <p:sp>
        <p:nvSpPr>
          <p:cNvPr id="7819" name="Rectangle 3"/>
          <p:cNvSpPr/>
          <p:nvPr/>
        </p:nvSpPr>
        <p:spPr>
          <a:xfrm>
            <a:off x="878040" y="3505320"/>
            <a:ext cx="113004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7820" name="Rectangle 4"/>
          <p:cNvSpPr/>
          <p:nvPr/>
        </p:nvSpPr>
        <p:spPr>
          <a:xfrm>
            <a:off x="2354400" y="3505320"/>
            <a:ext cx="113184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7821" name="Rectangle 5"/>
          <p:cNvSpPr/>
          <p:nvPr/>
        </p:nvSpPr>
        <p:spPr>
          <a:xfrm>
            <a:off x="3902040" y="3505320"/>
            <a:ext cx="113040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7822" name="Rectangle 6"/>
          <p:cNvSpPr/>
          <p:nvPr/>
        </p:nvSpPr>
        <p:spPr>
          <a:xfrm>
            <a:off x="5589720" y="3505320"/>
            <a:ext cx="113184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7823" name="Rectangle 7"/>
          <p:cNvSpPr/>
          <p:nvPr/>
        </p:nvSpPr>
        <p:spPr>
          <a:xfrm>
            <a:off x="7137360" y="3505320"/>
            <a:ext cx="1131840" cy="5857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grpSp>
        <p:nvGrpSpPr>
          <p:cNvPr id="7824" name="Group 18"/>
          <p:cNvGrpSpPr/>
          <p:nvPr/>
        </p:nvGrpSpPr>
        <p:grpSpPr>
          <a:xfrm>
            <a:off x="1731960" y="2803320"/>
            <a:ext cx="807840" cy="471600"/>
            <a:chOff x="1731960" y="2803320"/>
            <a:chExt cx="807840" cy="471600"/>
          </a:xfrm>
        </p:grpSpPr>
        <p:sp>
          <p:nvSpPr>
            <p:cNvPr id="7825" name="Line 19"/>
            <p:cNvSpPr/>
            <p:nvPr/>
          </p:nvSpPr>
          <p:spPr>
            <a:xfrm flipV="1">
              <a:off x="1731960" y="2803320"/>
              <a:ext cx="0" cy="4712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26" name="Line 20"/>
            <p:cNvSpPr/>
            <p:nvPr/>
          </p:nvSpPr>
          <p:spPr>
            <a:xfrm>
              <a:off x="1731960" y="2803680"/>
              <a:ext cx="80604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27" name="Line 21"/>
            <p:cNvSpPr/>
            <p:nvPr/>
          </p:nvSpPr>
          <p:spPr>
            <a:xfrm>
              <a:off x="2539800" y="2803680"/>
              <a:ext cx="0" cy="47124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28" name="Group 22"/>
          <p:cNvGrpSpPr/>
          <p:nvPr/>
        </p:nvGrpSpPr>
        <p:grpSpPr>
          <a:xfrm>
            <a:off x="3348000" y="2800080"/>
            <a:ext cx="807840" cy="471600"/>
            <a:chOff x="3348000" y="2800080"/>
            <a:chExt cx="807840" cy="471600"/>
          </a:xfrm>
        </p:grpSpPr>
        <p:sp>
          <p:nvSpPr>
            <p:cNvPr id="7829" name="Line 23"/>
            <p:cNvSpPr/>
            <p:nvPr/>
          </p:nvSpPr>
          <p:spPr>
            <a:xfrm flipV="1">
              <a:off x="3348000" y="2800080"/>
              <a:ext cx="0" cy="4712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30" name="Line 24"/>
            <p:cNvSpPr/>
            <p:nvPr/>
          </p:nvSpPr>
          <p:spPr>
            <a:xfrm>
              <a:off x="3348000" y="2800440"/>
              <a:ext cx="80604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31" name="Line 25"/>
            <p:cNvSpPr/>
            <p:nvPr/>
          </p:nvSpPr>
          <p:spPr>
            <a:xfrm>
              <a:off x="4155840" y="2800440"/>
              <a:ext cx="0" cy="47124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32" name="Group 34"/>
          <p:cNvGrpSpPr/>
          <p:nvPr/>
        </p:nvGrpSpPr>
        <p:grpSpPr>
          <a:xfrm>
            <a:off x="1596960" y="2664000"/>
            <a:ext cx="4380120" cy="604800"/>
            <a:chOff x="1596960" y="2664000"/>
            <a:chExt cx="4380120" cy="604800"/>
          </a:xfrm>
        </p:grpSpPr>
        <p:sp>
          <p:nvSpPr>
            <p:cNvPr id="7833" name="Line 31"/>
            <p:cNvSpPr/>
            <p:nvPr/>
          </p:nvSpPr>
          <p:spPr>
            <a:xfrm flipV="1">
              <a:off x="1596960" y="2664000"/>
              <a:ext cx="0" cy="6048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34" name="Line 32"/>
            <p:cNvSpPr/>
            <p:nvPr/>
          </p:nvSpPr>
          <p:spPr>
            <a:xfrm>
              <a:off x="1596960" y="2664000"/>
              <a:ext cx="437832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35" name="Line 33"/>
            <p:cNvSpPr/>
            <p:nvPr/>
          </p:nvSpPr>
          <p:spPr>
            <a:xfrm>
              <a:off x="5977080" y="2664000"/>
              <a:ext cx="0" cy="6048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36" name="Group 35"/>
          <p:cNvGrpSpPr/>
          <p:nvPr/>
        </p:nvGrpSpPr>
        <p:grpSpPr>
          <a:xfrm>
            <a:off x="1757880" y="4305240"/>
            <a:ext cx="807480" cy="471600"/>
            <a:chOff x="1757880" y="4305240"/>
            <a:chExt cx="807480" cy="471600"/>
          </a:xfrm>
        </p:grpSpPr>
        <p:sp>
          <p:nvSpPr>
            <p:cNvPr id="7837" name="Line 36"/>
            <p:cNvSpPr/>
            <p:nvPr/>
          </p:nvSpPr>
          <p:spPr>
            <a:xfrm>
              <a:off x="2565360" y="4305240"/>
              <a:ext cx="0" cy="4716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38" name="Line 37"/>
            <p:cNvSpPr/>
            <p:nvPr/>
          </p:nvSpPr>
          <p:spPr>
            <a:xfrm flipH="1">
              <a:off x="1759680" y="4776840"/>
              <a:ext cx="80568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39" name="Line 38"/>
            <p:cNvSpPr/>
            <p:nvPr/>
          </p:nvSpPr>
          <p:spPr>
            <a:xfrm flipV="1">
              <a:off x="1757880" y="4305240"/>
              <a:ext cx="0" cy="471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40" name="Group 39"/>
          <p:cNvGrpSpPr/>
          <p:nvPr/>
        </p:nvGrpSpPr>
        <p:grpSpPr>
          <a:xfrm>
            <a:off x="6536160" y="4321080"/>
            <a:ext cx="807480" cy="471600"/>
            <a:chOff x="6536160" y="4321080"/>
            <a:chExt cx="807480" cy="471600"/>
          </a:xfrm>
        </p:grpSpPr>
        <p:sp>
          <p:nvSpPr>
            <p:cNvPr id="7841" name="Line 40"/>
            <p:cNvSpPr/>
            <p:nvPr/>
          </p:nvSpPr>
          <p:spPr>
            <a:xfrm>
              <a:off x="7343640" y="4321080"/>
              <a:ext cx="0" cy="47160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42" name="Line 41"/>
            <p:cNvSpPr/>
            <p:nvPr/>
          </p:nvSpPr>
          <p:spPr>
            <a:xfrm flipH="1">
              <a:off x="6537960" y="4792680"/>
              <a:ext cx="80568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43" name="Line 42"/>
            <p:cNvSpPr/>
            <p:nvPr/>
          </p:nvSpPr>
          <p:spPr>
            <a:xfrm flipV="1">
              <a:off x="6536160" y="4321080"/>
              <a:ext cx="0" cy="47160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7844" name="Group 43"/>
          <p:cNvGrpSpPr/>
          <p:nvPr/>
        </p:nvGrpSpPr>
        <p:grpSpPr>
          <a:xfrm>
            <a:off x="3193920" y="4317840"/>
            <a:ext cx="2694240" cy="462240"/>
            <a:chOff x="3193920" y="4317840"/>
            <a:chExt cx="2694240" cy="462240"/>
          </a:xfrm>
        </p:grpSpPr>
        <p:sp>
          <p:nvSpPr>
            <p:cNvPr id="7845" name="Line 44"/>
            <p:cNvSpPr/>
            <p:nvPr/>
          </p:nvSpPr>
          <p:spPr>
            <a:xfrm>
              <a:off x="5888160" y="4317840"/>
              <a:ext cx="0" cy="46224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46" name="Line 45"/>
            <p:cNvSpPr/>
            <p:nvPr/>
          </p:nvSpPr>
          <p:spPr>
            <a:xfrm flipH="1">
              <a:off x="3195000" y="4780080"/>
              <a:ext cx="2693160" cy="0"/>
            </a:xfrm>
            <a:prstGeom prst="line">
              <a:avLst/>
            </a:prstGeom>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47" name="Line 46"/>
            <p:cNvSpPr/>
            <p:nvPr/>
          </p:nvSpPr>
          <p:spPr>
            <a:xfrm flipV="1">
              <a:off x="3193920" y="4317840"/>
              <a:ext cx="0" cy="462240"/>
            </a:xfrm>
            <a:prstGeom prst="line">
              <a:avLst/>
            </a:prstGeom>
            <a:ln w="12600">
              <a:solidFill>
                <a:srgbClr val="003399"/>
              </a:solidFill>
              <a:miter/>
              <a:tailEnd len="med" type="triangle" w="me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4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84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A97EEAB-DA9C-4E11-8922-3E852047174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85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Diamond</a:t>
            </a:r>
            <a:endParaRPr b="1" lang="en-US" sz="1600" spc="-1" strike="noStrike">
              <a:solidFill>
                <a:srgbClr val="000000"/>
              </a:solidFill>
              <a:latin typeface="Arial"/>
            </a:endParaRPr>
          </a:p>
        </p:txBody>
      </p:sp>
      <p:grpSp>
        <p:nvGrpSpPr>
          <p:cNvPr id="7851" name="Group 29"/>
          <p:cNvGrpSpPr/>
          <p:nvPr/>
        </p:nvGrpSpPr>
        <p:grpSpPr>
          <a:xfrm>
            <a:off x="2128680" y="1916280"/>
            <a:ext cx="4888080" cy="3600360"/>
            <a:chOff x="2128680" y="1916280"/>
            <a:chExt cx="4888080" cy="3600360"/>
          </a:xfrm>
        </p:grpSpPr>
        <p:sp>
          <p:nvSpPr>
            <p:cNvPr id="7852" name="Oval 10"/>
            <p:cNvSpPr/>
            <p:nvPr/>
          </p:nvSpPr>
          <p:spPr>
            <a:xfrm>
              <a:off x="5478480" y="3809880"/>
              <a:ext cx="1538280" cy="76680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53" name="Rectangle 3"/>
            <p:cNvSpPr/>
            <p:nvPr/>
          </p:nvSpPr>
          <p:spPr>
            <a:xfrm>
              <a:off x="5208480" y="2735280"/>
              <a:ext cx="1800360" cy="152280"/>
            </a:xfrm>
            <a:prstGeom prst="rect">
              <a:avLst/>
            </a:prstGeom>
            <a:noFill/>
            <a:ln w="0">
              <a:noFill/>
            </a:ln>
          </p:spPr>
          <p:style>
            <a:lnRef idx="0"/>
            <a:fillRef idx="0"/>
            <a:effectRef idx="0"/>
            <a:fontRef idx="minor"/>
          </p:style>
          <p:txBody>
            <a:bodyPr lIns="0" rIns="0" tIns="0" bIns="0" anchor="ctr">
              <a:spAutoFit/>
            </a:bodyPr>
            <a:p>
              <a:pPr marL="114480" indent="-114480">
                <a:lnSpc>
                  <a:spcPct val="100000"/>
                </a:lnSpc>
                <a:buClr>
                  <a:srgbClr val="000000"/>
                </a:buClr>
                <a:buSzPct val="70000"/>
                <a:buFont typeface="Marlett"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54" name="Rectangle 4"/>
            <p:cNvSpPr/>
            <p:nvPr/>
          </p:nvSpPr>
          <p:spPr>
            <a:xfrm>
              <a:off x="5430960" y="4259160"/>
              <a:ext cx="1569960" cy="152640"/>
            </a:xfrm>
            <a:prstGeom prst="rect">
              <a:avLst/>
            </a:prstGeom>
            <a:noFill/>
            <a:ln w="0">
              <a:noFill/>
            </a:ln>
          </p:spPr>
          <p:style>
            <a:lnRef idx="0"/>
            <a:fillRef idx="0"/>
            <a:effectRef idx="0"/>
            <a:fontRef idx="minor"/>
          </p:style>
          <p:txBody>
            <a:bodyPr lIns="0" rIns="0" tIns="0" bIns="0" anchor="ctr">
              <a:spAutoFit/>
            </a:bodyPr>
            <a:p>
              <a:pPr marL="114480" indent="-114480">
                <a:lnSpc>
                  <a:spcPct val="100000"/>
                </a:lnSpc>
                <a:buClr>
                  <a:srgbClr val="000000"/>
                </a:buClr>
                <a:buSzPct val="70000"/>
                <a:buFont typeface="Marlett"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55" name="Oval 5"/>
            <p:cNvSpPr/>
            <p:nvPr/>
          </p:nvSpPr>
          <p:spPr>
            <a:xfrm>
              <a:off x="2876400" y="4749840"/>
              <a:ext cx="1538280" cy="76680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56" name="Oval 6"/>
            <p:cNvSpPr/>
            <p:nvPr/>
          </p:nvSpPr>
          <p:spPr>
            <a:xfrm>
              <a:off x="4734000" y="4749840"/>
              <a:ext cx="1539720" cy="76680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57" name="Oval 7"/>
            <p:cNvSpPr/>
            <p:nvPr/>
          </p:nvSpPr>
          <p:spPr>
            <a:xfrm>
              <a:off x="3699000" y="3017880"/>
              <a:ext cx="1771560" cy="1233360"/>
            </a:xfrm>
            <a:prstGeom prst="ellipse">
              <a:avLst/>
            </a:prstGeom>
            <a:solidFill>
              <a:srgbClr val="8099cc"/>
            </a:solidFill>
            <a:ln w="0">
              <a:noFill/>
            </a:ln>
          </p:spPr>
          <p:style>
            <a:lnRef idx="0"/>
            <a:fillRef idx="0"/>
            <a:effectRef idx="0"/>
            <a:fontRef idx="minor"/>
          </p:style>
          <p:txBody>
            <a:bodyPr lIns="90000" rIns="90000" tIns="46800" bIns="46800" anchor="ctr" anchorCtr="1">
              <a:noAutofit/>
            </a:bodyPr>
            <a:p>
              <a:pPr algn="ct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t>
              </a:r>
              <a:endParaRPr b="1" lang="en-US" sz="1100" spc="-1" strike="noStrike">
                <a:solidFill>
                  <a:srgbClr val="000000"/>
                </a:solidFill>
                <a:latin typeface="Arial"/>
              </a:endParaRPr>
            </a:p>
          </p:txBody>
        </p:sp>
        <p:sp>
          <p:nvSpPr>
            <p:cNvPr id="7858" name="Oval 8"/>
            <p:cNvSpPr/>
            <p:nvPr/>
          </p:nvSpPr>
          <p:spPr>
            <a:xfrm>
              <a:off x="3803760" y="1916280"/>
              <a:ext cx="1538280" cy="76644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59" name="Oval 9"/>
            <p:cNvSpPr/>
            <p:nvPr/>
          </p:nvSpPr>
          <p:spPr>
            <a:xfrm>
              <a:off x="5478480" y="2681280"/>
              <a:ext cx="1538280" cy="76824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60" name="Oval 11"/>
            <p:cNvSpPr/>
            <p:nvPr/>
          </p:nvSpPr>
          <p:spPr>
            <a:xfrm>
              <a:off x="2128680" y="2681280"/>
              <a:ext cx="1538280" cy="76824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7861" name="Oval 12"/>
            <p:cNvSpPr/>
            <p:nvPr/>
          </p:nvSpPr>
          <p:spPr>
            <a:xfrm>
              <a:off x="2128680" y="3809880"/>
              <a:ext cx="1538280" cy="766800"/>
            </a:xfrm>
            <a:prstGeom prst="ellipse">
              <a:avLst/>
            </a:prstGeom>
            <a:solidFill>
              <a:srgbClr val="ffffff"/>
            </a:solidFill>
            <a:ln w="12600">
              <a:solidFill>
                <a:srgbClr val="003399"/>
              </a:solidFill>
              <a:miter/>
            </a:ln>
          </p:spPr>
          <p:style>
            <a:lnRef idx="0"/>
            <a:fillRef idx="0"/>
            <a:effectRef idx="0"/>
            <a:fontRef idx="minor"/>
          </p:style>
          <p:txBody>
            <a:bodyPr lIns="90000" rIns="90000" tIns="46800" bIns="46800" anchor="ctr" anchorCtr="1">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cxnSp>
          <p:nvCxnSpPr>
            <p:cNvPr id="7862" name="AutoShape 13"/>
            <p:cNvCxnSpPr>
              <a:stCxn id="7857" idx="0"/>
              <a:endCxn id="7858" idx="4"/>
            </p:cNvCxnSpPr>
            <p:nvPr/>
          </p:nvCxnSpPr>
          <p:spPr>
            <a:xfrm flipH="1" flipV="1">
              <a:off x="4572720" y="2682000"/>
              <a:ext cx="11880" cy="335880"/>
            </a:xfrm>
            <a:prstGeom prst="straightConnector1">
              <a:avLst/>
            </a:prstGeom>
            <a:ln w="12600">
              <a:solidFill>
                <a:srgbClr val="003399"/>
              </a:solidFill>
              <a:miter/>
              <a:headEnd len="med" type="triangle" w="med"/>
              <a:tailEnd len="med" type="triangle" w="med"/>
            </a:ln>
          </p:spPr>
        </p:cxnSp>
        <p:cxnSp>
          <p:nvCxnSpPr>
            <p:cNvPr id="7863" name="AutoShape 14"/>
            <p:cNvCxnSpPr>
              <a:stCxn id="7856" idx="2"/>
              <a:endCxn id="7855" idx="6"/>
            </p:cNvCxnSpPr>
            <p:nvPr/>
          </p:nvCxnSpPr>
          <p:spPr>
            <a:xfrm flipH="1">
              <a:off x="4413960" y="5133600"/>
              <a:ext cx="320040" cy="1080"/>
            </a:xfrm>
            <a:prstGeom prst="straightConnector1">
              <a:avLst/>
            </a:prstGeom>
            <a:ln w="12600">
              <a:solidFill>
                <a:srgbClr val="003399"/>
              </a:solidFill>
              <a:miter/>
              <a:headEnd len="med" type="triangle" w="med"/>
              <a:tailEnd len="med" type="triangle" w="med"/>
            </a:ln>
          </p:spPr>
        </p:cxnSp>
        <p:cxnSp>
          <p:nvCxnSpPr>
            <p:cNvPr id="7864" name="AutoShape 15"/>
            <p:cNvCxnSpPr>
              <a:stCxn id="7858" idx="5"/>
              <a:endCxn id="7859" idx="1"/>
            </p:cNvCxnSpPr>
            <p:nvPr/>
          </p:nvCxnSpPr>
          <p:spPr>
            <a:xfrm>
              <a:off x="5116320" y="2570040"/>
              <a:ext cx="587880" cy="224640"/>
            </a:xfrm>
            <a:prstGeom prst="straightConnector1">
              <a:avLst/>
            </a:prstGeom>
            <a:ln w="12600">
              <a:solidFill>
                <a:srgbClr val="003399"/>
              </a:solidFill>
              <a:miter/>
              <a:headEnd len="med" type="triangle" w="med"/>
              <a:tailEnd len="med" type="triangle" w="med"/>
            </a:ln>
          </p:spPr>
        </p:cxnSp>
        <p:cxnSp>
          <p:nvCxnSpPr>
            <p:cNvPr id="7865" name="AutoShape 16"/>
            <p:cNvCxnSpPr>
              <a:stCxn id="7859" idx="4"/>
              <a:endCxn id="7852" idx="0"/>
            </p:cNvCxnSpPr>
            <p:nvPr/>
          </p:nvCxnSpPr>
          <p:spPr>
            <a:xfrm>
              <a:off x="6248160" y="3449160"/>
              <a:ext cx="1080" cy="361080"/>
            </a:xfrm>
            <a:prstGeom prst="straightConnector1">
              <a:avLst/>
            </a:prstGeom>
            <a:ln w="12600">
              <a:solidFill>
                <a:srgbClr val="003399"/>
              </a:solidFill>
              <a:miter/>
              <a:headEnd len="med" type="triangle" w="med"/>
              <a:tailEnd len="med" type="triangle" w="med"/>
            </a:ln>
          </p:spPr>
        </p:cxnSp>
        <p:cxnSp>
          <p:nvCxnSpPr>
            <p:cNvPr id="7866" name="AutoShape 17"/>
            <p:cNvCxnSpPr>
              <a:stCxn id="7852" idx="4"/>
              <a:endCxn id="7856" idx="7"/>
            </p:cNvCxnSpPr>
            <p:nvPr/>
          </p:nvCxnSpPr>
          <p:spPr>
            <a:xfrm flipH="1">
              <a:off x="6048000" y="4576680"/>
              <a:ext cx="200880" cy="286560"/>
            </a:xfrm>
            <a:prstGeom prst="straightConnector1">
              <a:avLst/>
            </a:prstGeom>
            <a:ln w="12600">
              <a:solidFill>
                <a:srgbClr val="003399"/>
              </a:solidFill>
              <a:miter/>
              <a:headEnd len="med" type="triangle" w="med"/>
              <a:tailEnd len="med" type="triangle" w="med"/>
            </a:ln>
          </p:spPr>
        </p:cxnSp>
        <p:cxnSp>
          <p:nvCxnSpPr>
            <p:cNvPr id="7867" name="AutoShape 18"/>
            <p:cNvCxnSpPr>
              <a:stCxn id="7855" idx="1"/>
              <a:endCxn id="7861" idx="4"/>
            </p:cNvCxnSpPr>
            <p:nvPr/>
          </p:nvCxnSpPr>
          <p:spPr>
            <a:xfrm flipH="1" flipV="1">
              <a:off x="2898000" y="4576320"/>
              <a:ext cx="204120" cy="286560"/>
            </a:xfrm>
            <a:prstGeom prst="straightConnector1">
              <a:avLst/>
            </a:prstGeom>
            <a:ln w="12600">
              <a:solidFill>
                <a:srgbClr val="003399"/>
              </a:solidFill>
              <a:miter/>
              <a:headEnd len="med" type="triangle" w="med"/>
              <a:tailEnd len="med" type="triangle" w="med"/>
            </a:ln>
          </p:spPr>
        </p:cxnSp>
        <p:cxnSp>
          <p:nvCxnSpPr>
            <p:cNvPr id="7868" name="AutoShape 19"/>
            <p:cNvCxnSpPr>
              <a:stCxn id="7860" idx="4"/>
              <a:endCxn id="7861" idx="0"/>
            </p:cNvCxnSpPr>
            <p:nvPr/>
          </p:nvCxnSpPr>
          <p:spPr>
            <a:xfrm>
              <a:off x="2898360" y="3449160"/>
              <a:ext cx="1080" cy="361080"/>
            </a:xfrm>
            <a:prstGeom prst="straightConnector1">
              <a:avLst/>
            </a:prstGeom>
            <a:ln w="12600">
              <a:solidFill>
                <a:srgbClr val="003399"/>
              </a:solidFill>
              <a:miter/>
              <a:headEnd len="med" type="triangle" w="med"/>
              <a:tailEnd len="med" type="triangle" w="med"/>
            </a:ln>
          </p:spPr>
        </p:cxnSp>
        <p:cxnSp>
          <p:nvCxnSpPr>
            <p:cNvPr id="7869" name="AutoShape 20"/>
            <p:cNvCxnSpPr>
              <a:stCxn id="7860" idx="7"/>
              <a:endCxn id="7858" idx="3"/>
            </p:cNvCxnSpPr>
            <p:nvPr/>
          </p:nvCxnSpPr>
          <p:spPr>
            <a:xfrm flipV="1">
              <a:off x="3441600" y="2569680"/>
              <a:ext cx="588240" cy="224640"/>
            </a:xfrm>
            <a:prstGeom prst="straightConnector1">
              <a:avLst/>
            </a:prstGeom>
            <a:ln w="12600">
              <a:solidFill>
                <a:srgbClr val="003399"/>
              </a:solidFill>
              <a:miter/>
              <a:headEnd len="med" type="triangle" w="med"/>
              <a:tailEnd len="med" type="triangle" w="med"/>
            </a:ln>
          </p:spPr>
        </p:cxnSp>
        <p:cxnSp>
          <p:nvCxnSpPr>
            <p:cNvPr id="7870" name="AutoShape 21"/>
            <p:cNvCxnSpPr>
              <a:stCxn id="7857" idx="3"/>
              <a:endCxn id="7861" idx="6"/>
            </p:cNvCxnSpPr>
            <p:nvPr/>
          </p:nvCxnSpPr>
          <p:spPr>
            <a:xfrm flipH="1">
              <a:off x="3666240" y="4070160"/>
              <a:ext cx="291240" cy="124200"/>
            </a:xfrm>
            <a:prstGeom prst="straightConnector1">
              <a:avLst/>
            </a:prstGeom>
            <a:ln w="12600">
              <a:solidFill>
                <a:srgbClr val="003399"/>
              </a:solidFill>
              <a:miter/>
              <a:headEnd len="med" type="triangle" w="med"/>
              <a:tailEnd len="med" type="triangle" w="med"/>
            </a:ln>
          </p:spPr>
        </p:cxnSp>
        <p:cxnSp>
          <p:nvCxnSpPr>
            <p:cNvPr id="7871" name="AutoShape 22"/>
            <p:cNvCxnSpPr>
              <a:stCxn id="7857" idx="5"/>
              <a:endCxn id="7852" idx="2"/>
            </p:cNvCxnSpPr>
            <p:nvPr/>
          </p:nvCxnSpPr>
          <p:spPr>
            <a:xfrm>
              <a:off x="5211360" y="4070160"/>
              <a:ext cx="267120" cy="124200"/>
            </a:xfrm>
            <a:prstGeom prst="straightConnector1">
              <a:avLst/>
            </a:prstGeom>
            <a:ln w="12600">
              <a:solidFill>
                <a:srgbClr val="003399"/>
              </a:solidFill>
              <a:miter/>
              <a:headEnd len="med" type="triangle" w="med"/>
              <a:tailEnd len="med" type="triangle" w="med"/>
            </a:ln>
          </p:spPr>
        </p:cxnSp>
        <p:cxnSp>
          <p:nvCxnSpPr>
            <p:cNvPr id="7872" name="AutoShape 23"/>
            <p:cNvCxnSpPr>
              <a:stCxn id="7857" idx="7"/>
              <a:endCxn id="7859" idx="2"/>
            </p:cNvCxnSpPr>
            <p:nvPr/>
          </p:nvCxnSpPr>
          <p:spPr>
            <a:xfrm flipV="1">
              <a:off x="5211360" y="3064680"/>
              <a:ext cx="267120" cy="134280"/>
            </a:xfrm>
            <a:prstGeom prst="straightConnector1">
              <a:avLst/>
            </a:prstGeom>
            <a:ln w="12600">
              <a:solidFill>
                <a:srgbClr val="003399"/>
              </a:solidFill>
              <a:miter/>
              <a:headEnd len="med" type="triangle" w="med"/>
              <a:tailEnd len="med" type="triangle" w="med"/>
            </a:ln>
          </p:spPr>
        </p:cxnSp>
        <p:cxnSp>
          <p:nvCxnSpPr>
            <p:cNvPr id="7873" name="AutoShape 24"/>
            <p:cNvCxnSpPr>
              <a:stCxn id="7860" idx="6"/>
              <a:endCxn id="7857" idx="1"/>
            </p:cNvCxnSpPr>
            <p:nvPr/>
          </p:nvCxnSpPr>
          <p:spPr>
            <a:xfrm>
              <a:off x="3666600" y="3065040"/>
              <a:ext cx="291240" cy="134280"/>
            </a:xfrm>
            <a:prstGeom prst="straightConnector1">
              <a:avLst/>
            </a:prstGeom>
            <a:ln w="12600">
              <a:solidFill>
                <a:srgbClr val="003399"/>
              </a:solidFill>
              <a:miter/>
              <a:headEnd len="med" type="triangle" w="med"/>
              <a:tailEnd len="med" type="triangle" w="med"/>
            </a:ln>
          </p:spPr>
        </p:cxnSp>
        <p:cxnSp>
          <p:nvCxnSpPr>
            <p:cNvPr id="7874" name="AutoShape 25"/>
            <p:cNvCxnSpPr/>
            <p:nvPr/>
          </p:nvCxnSpPr>
          <p:spPr>
            <a:xfrm flipV="1">
              <a:off x="4005000" y="4190760"/>
              <a:ext cx="275400" cy="605520"/>
            </a:xfrm>
            <a:prstGeom prst="straightConnector1">
              <a:avLst/>
            </a:prstGeom>
            <a:ln w="12600">
              <a:solidFill>
                <a:srgbClr val="003399"/>
              </a:solidFill>
              <a:miter/>
              <a:headEnd len="med" type="triangle" w="med"/>
              <a:tailEnd len="med" type="triangle" w="med"/>
            </a:ln>
          </p:spPr>
        </p:cxnSp>
        <p:cxnSp>
          <p:nvCxnSpPr>
            <p:cNvPr id="7875" name="AutoShape 26"/>
            <p:cNvCxnSpPr/>
            <p:nvPr/>
          </p:nvCxnSpPr>
          <p:spPr>
            <a:xfrm flipH="1" flipV="1">
              <a:off x="5013000" y="4142880"/>
              <a:ext cx="327600" cy="594720"/>
            </a:xfrm>
            <a:prstGeom prst="straightConnector1">
              <a:avLst/>
            </a:prstGeom>
            <a:ln w="12600">
              <a:solidFill>
                <a:srgbClr val="003399"/>
              </a:solidFill>
              <a:miter/>
              <a:headEnd len="med" type="triangle" w="med"/>
              <a:tailEnd len="med" type="triangle" w="med"/>
            </a:ln>
          </p:spPr>
        </p:cxnSp>
      </p:grpSp>
    </p:spTree>
  </p:cSld>
  <mc:AlternateContent>
    <mc:Choice Requires="p14">
      <p:transition spd="slow" p14:dur="2000"/>
    </mc:Choice>
    <mc:Fallback>
      <p:transition spd="slow"/>
    </mc:Fallback>
  </mc:AlternateContent>
</p:sld>
</file>

<file path=ppt/slides/slide2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87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43D1D26-4B0E-491E-9AF7-33733F8BBE3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87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Leverage</a:t>
            </a:r>
            <a:endParaRPr b="1" lang="en-US" sz="1600" spc="-1" strike="noStrike">
              <a:solidFill>
                <a:srgbClr val="000000"/>
              </a:solidFill>
              <a:latin typeface="Arial"/>
            </a:endParaRPr>
          </a:p>
        </p:txBody>
      </p:sp>
      <p:sp>
        <p:nvSpPr>
          <p:cNvPr id="7879" name="Freeform 3"/>
          <p:cNvSpPr/>
          <p:nvPr/>
        </p:nvSpPr>
        <p:spPr>
          <a:xfrm>
            <a:off x="4030560" y="5057640"/>
            <a:ext cx="561960" cy="4399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80" name="Freeform 4"/>
          <p:cNvSpPr/>
          <p:nvPr/>
        </p:nvSpPr>
        <p:spPr>
          <a:xfrm>
            <a:off x="1979640" y="4265640"/>
            <a:ext cx="4537080" cy="129204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81" name="Oval 5"/>
          <p:cNvSpPr/>
          <p:nvPr/>
        </p:nvSpPr>
        <p:spPr>
          <a:xfrm>
            <a:off x="5672160" y="4017960"/>
            <a:ext cx="1266840" cy="126684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82" name="Arc 6"/>
          <p:cNvSpPr/>
          <p:nvPr/>
        </p:nvSpPr>
        <p:spPr>
          <a:xfrm>
            <a:off x="2098800" y="2867040"/>
            <a:ext cx="1449360" cy="1981080"/>
          </a:xfrm>
          <a:prstGeom prst="pie">
            <a:avLst/>
          </a:prstGeom>
          <a:noFill/>
          <a:ln cap="rnd" w="12600">
            <a:solidFill>
              <a:srgbClr val="003366"/>
            </a:solidFill>
            <a:custDash>
              <a:ds d="100000" sp="1000"/>
            </a:cust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83" name="Oval 7"/>
          <p:cNvSpPr/>
          <p:nvPr/>
        </p:nvSpPr>
        <p:spPr>
          <a:xfrm>
            <a:off x="2962440" y="2598840"/>
            <a:ext cx="355320" cy="3553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84" name="Rectangle 8"/>
          <p:cNvSpPr/>
          <p:nvPr/>
        </p:nvSpPr>
        <p:spPr>
          <a:xfrm>
            <a:off x="2765520" y="2205000"/>
            <a:ext cx="731880" cy="159840"/>
          </a:xfrm>
          <a:prstGeom prst="rect">
            <a:avLst/>
          </a:prstGeom>
          <a:noFill/>
          <a:ln w="0">
            <a:noFill/>
          </a:ln>
        </p:spPr>
        <p:style>
          <a:lnRef idx="0"/>
          <a:fillRef idx="0"/>
          <a:effectRef idx="0"/>
          <a:fontRef idx="minor"/>
        </p:style>
        <p:txBody>
          <a:bodyPr lIns="0" rIns="0" tIns="0" bIns="0" anchor="t">
            <a:spAutoFit/>
          </a:bodyPr>
          <a:p>
            <a:pPr algn="ct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885" name="Rectangle 9"/>
          <p:cNvSpPr/>
          <p:nvPr/>
        </p:nvSpPr>
        <p:spPr>
          <a:xfrm>
            <a:off x="5781600" y="4570560"/>
            <a:ext cx="1046160" cy="159840"/>
          </a:xfrm>
          <a:prstGeom prst="rect">
            <a:avLst/>
          </a:prstGeom>
          <a:solidFill>
            <a:srgbClr val="ffffff"/>
          </a:solid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88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FD001C1-FA2F-4CC4-9AA8-17C3FC0D8F7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888" name="Rectangle 13"/>
          <p:cNvSpPr/>
          <p:nvPr/>
        </p:nvSpPr>
        <p:spPr>
          <a:xfrm>
            <a:off x="5475240" y="1913040"/>
            <a:ext cx="2897280" cy="259056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Benefits</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7889" name="Rectangle 12"/>
          <p:cNvSpPr/>
          <p:nvPr/>
        </p:nvSpPr>
        <p:spPr>
          <a:xfrm>
            <a:off x="826920" y="2751120"/>
            <a:ext cx="2897280" cy="259092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Costs</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789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Balance 1</a:t>
            </a:r>
            <a:endParaRPr b="1" lang="en-US" sz="1600" spc="-1" strike="noStrike">
              <a:solidFill>
                <a:srgbClr val="000000"/>
              </a:solidFill>
              <a:latin typeface="Arial"/>
            </a:endParaRPr>
          </a:p>
        </p:txBody>
      </p:sp>
      <p:sp>
        <p:nvSpPr>
          <p:cNvPr id="7891" name="AutoShape 3"/>
          <p:cNvSpPr/>
          <p:nvPr/>
        </p:nvSpPr>
        <p:spPr>
          <a:xfrm flipV="1">
            <a:off x="4257720" y="5500800"/>
            <a:ext cx="598320" cy="520560"/>
          </a:xfrm>
          <a:prstGeom prst="pie">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92" name="Line 4"/>
          <p:cNvSpPr/>
          <p:nvPr/>
        </p:nvSpPr>
        <p:spPr>
          <a:xfrm>
            <a:off x="826920" y="5494320"/>
            <a:ext cx="2892600" cy="0"/>
          </a:xfrm>
          <a:prstGeom prst="line">
            <a:avLst/>
          </a:prstGeom>
          <a:ln w="50760">
            <a:solidFill>
              <a:srgbClr val="8099cc"/>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93" name="Line 5"/>
          <p:cNvSpPr/>
          <p:nvPr/>
        </p:nvSpPr>
        <p:spPr>
          <a:xfrm>
            <a:off x="5475240" y="4656240"/>
            <a:ext cx="2892600" cy="0"/>
          </a:xfrm>
          <a:prstGeom prst="line">
            <a:avLst/>
          </a:prstGeom>
          <a:ln w="50760">
            <a:solidFill>
              <a:srgbClr val="8099cc"/>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894" name="Group 8"/>
          <p:cNvGrpSpPr/>
          <p:nvPr/>
        </p:nvGrpSpPr>
        <p:grpSpPr>
          <a:xfrm>
            <a:off x="2271600" y="4656240"/>
            <a:ext cx="4649760" cy="1220760"/>
            <a:chOff x="2271600" y="4656240"/>
            <a:chExt cx="4649760" cy="1220760"/>
          </a:xfrm>
        </p:grpSpPr>
        <p:sp>
          <p:nvSpPr>
            <p:cNvPr id="7895" name="Freeform 9"/>
            <p:cNvSpPr/>
            <p:nvPr/>
          </p:nvSpPr>
          <p:spPr>
            <a:xfrm>
              <a:off x="2271600" y="4656240"/>
              <a:ext cx="4649760" cy="1220760"/>
            </a:xfrm>
            <a:prstGeom prst="pie">
              <a:avLst/>
            </a:prstGeom>
            <a:noFill/>
            <a:ln cap="rnd" w="5076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896" name="Line 10"/>
            <p:cNvSpPr/>
            <p:nvPr/>
          </p:nvSpPr>
          <p:spPr>
            <a:xfrm flipH="1" flipV="1">
              <a:off x="4477680" y="5042520"/>
              <a:ext cx="133920" cy="750600"/>
            </a:xfrm>
            <a:prstGeom prst="line">
              <a:avLst/>
            </a:prstGeom>
            <a:ln w="76320">
              <a:solidFill>
                <a:srgbClr val="8099cc"/>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89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2E7DF9-D9E3-4823-96B1-D4B49978F47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89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Balance 2</a:t>
            </a:r>
            <a:endParaRPr b="1" lang="en-US" sz="1600" spc="-1" strike="noStrike">
              <a:solidFill>
                <a:srgbClr val="000000"/>
              </a:solidFill>
              <a:latin typeface="Arial"/>
            </a:endParaRPr>
          </a:p>
        </p:txBody>
      </p:sp>
      <p:grpSp>
        <p:nvGrpSpPr>
          <p:cNvPr id="7900" name="Group 30"/>
          <p:cNvGrpSpPr/>
          <p:nvPr/>
        </p:nvGrpSpPr>
        <p:grpSpPr>
          <a:xfrm>
            <a:off x="1893960" y="3213000"/>
            <a:ext cx="5346720" cy="2448000"/>
            <a:chOff x="1893960" y="3213000"/>
            <a:chExt cx="5346720" cy="2448000"/>
          </a:xfrm>
        </p:grpSpPr>
        <p:grpSp>
          <p:nvGrpSpPr>
            <p:cNvPr id="7901" name="Group 31"/>
            <p:cNvGrpSpPr/>
            <p:nvPr/>
          </p:nvGrpSpPr>
          <p:grpSpPr>
            <a:xfrm>
              <a:off x="1893960" y="4408560"/>
              <a:ext cx="5245200" cy="1252440"/>
              <a:chOff x="1893960" y="4408560"/>
              <a:chExt cx="5245200" cy="1252440"/>
            </a:xfrm>
          </p:grpSpPr>
          <p:sp>
            <p:nvSpPr>
              <p:cNvPr id="7902" name="Freeform 32"/>
              <p:cNvSpPr/>
              <p:nvPr/>
            </p:nvSpPr>
            <p:spPr>
              <a:xfrm>
                <a:off x="2687760" y="4630680"/>
                <a:ext cx="3659040" cy="459000"/>
              </a:xfrm>
              <a:prstGeom prst="pie">
                <a:avLst/>
              </a:prstGeom>
              <a:noFill/>
              <a:ln cap="rnd" w="7632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3" name="Freeform 33"/>
              <p:cNvSpPr/>
              <p:nvPr/>
            </p:nvSpPr>
            <p:spPr>
              <a:xfrm>
                <a:off x="4059360" y="4745160"/>
                <a:ext cx="915840" cy="915840"/>
              </a:xfrm>
              <a:prstGeom prst="pie">
                <a:avLst/>
              </a:prstGeom>
              <a:solidFill>
                <a:srgbClr val="8099cc"/>
              </a:solidFill>
              <a:ln cap="rnd" w="936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4" name="Arc 34"/>
              <p:cNvSpPr/>
              <p:nvPr/>
            </p:nvSpPr>
            <p:spPr>
              <a:xfrm>
                <a:off x="4175280" y="4861080"/>
                <a:ext cx="685800" cy="228600"/>
              </a:xfrm>
              <a:prstGeom prst="pie">
                <a:avLst/>
              </a:prstGeom>
              <a:blipFill rotWithShape="0">
                <a:blip r:embed="rId1"/>
                <a:srcRect/>
                <a:tile tx="0" ty="0" sx="100000" sy="100000" algn="ctr"/>
              </a:blipFill>
              <a:ln cap="rnd" w="936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5" name="Arc 35"/>
              <p:cNvSpPr/>
              <p:nvPr/>
            </p:nvSpPr>
            <p:spPr>
              <a:xfrm>
                <a:off x="4175280" y="4975200"/>
                <a:ext cx="685800" cy="228600"/>
              </a:xfrm>
              <a:prstGeom prst="pie">
                <a:avLst/>
              </a:prstGeom>
              <a:solidFill>
                <a:srgbClr val="8099cc"/>
              </a:solidFill>
              <a:ln cap="rnd" w="936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6" name="Line 36"/>
              <p:cNvSpPr/>
              <p:nvPr/>
            </p:nvSpPr>
            <p:spPr>
              <a:xfrm>
                <a:off x="4192560" y="4973760"/>
                <a:ext cx="0" cy="457200"/>
              </a:xfrm>
              <a:prstGeom prst="line">
                <a:avLst/>
              </a:prstGeom>
              <a:ln w="12600">
                <a:solidFill>
                  <a:srgbClr val="ffffff"/>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7" name="Line 37"/>
              <p:cNvSpPr/>
              <p:nvPr/>
            </p:nvSpPr>
            <p:spPr>
              <a:xfrm>
                <a:off x="4851360" y="4973760"/>
                <a:ext cx="0" cy="457200"/>
              </a:xfrm>
              <a:prstGeom prst="line">
                <a:avLst/>
              </a:prstGeom>
              <a:ln w="12600">
                <a:solidFill>
                  <a:srgbClr val="ffffff"/>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8" name="Rectangle 38"/>
              <p:cNvSpPr/>
              <p:nvPr/>
            </p:nvSpPr>
            <p:spPr>
              <a:xfrm>
                <a:off x="4160880" y="4935600"/>
                <a:ext cx="61920" cy="584280"/>
              </a:xfrm>
              <a:prstGeom prst="rect">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09" name="Rectangle 39"/>
              <p:cNvSpPr/>
              <p:nvPr/>
            </p:nvSpPr>
            <p:spPr>
              <a:xfrm>
                <a:off x="4808520" y="4935600"/>
                <a:ext cx="61920" cy="584280"/>
              </a:xfrm>
              <a:prstGeom prst="rect">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0" name="Line 40"/>
              <p:cNvSpPr/>
              <p:nvPr/>
            </p:nvSpPr>
            <p:spPr>
              <a:xfrm>
                <a:off x="3699000" y="4516560"/>
                <a:ext cx="0" cy="63360"/>
              </a:xfrm>
              <a:prstGeom prst="line">
                <a:avLst/>
              </a:prstGeom>
              <a:ln w="12600">
                <a:solidFill>
                  <a:srgbClr val="003399"/>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1" name="AutoShape 41"/>
              <p:cNvSpPr/>
              <p:nvPr/>
            </p:nvSpPr>
            <p:spPr>
              <a:xfrm>
                <a:off x="2514600" y="4522680"/>
                <a:ext cx="560520" cy="216000"/>
              </a:xfrm>
              <a:prstGeom prst="roundRect">
                <a:avLst>
                  <a:gd name="adj" fmla="val 47361"/>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2" name="Line 42"/>
              <p:cNvSpPr/>
              <p:nvPr/>
            </p:nvSpPr>
            <p:spPr>
              <a:xfrm>
                <a:off x="1906560" y="4516560"/>
                <a:ext cx="0" cy="63360"/>
              </a:xfrm>
              <a:prstGeom prst="line">
                <a:avLst/>
              </a:prstGeom>
              <a:ln w="12600">
                <a:solidFill>
                  <a:srgbClr val="003399"/>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3" name="Oval 43"/>
              <p:cNvSpPr/>
              <p:nvPr/>
            </p:nvSpPr>
            <p:spPr>
              <a:xfrm>
                <a:off x="1893960" y="4471920"/>
                <a:ext cx="1803600" cy="203400"/>
              </a:xfrm>
              <a:prstGeom prst="ellipse">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4" name="Oval 44"/>
              <p:cNvSpPr/>
              <p:nvPr/>
            </p:nvSpPr>
            <p:spPr>
              <a:xfrm>
                <a:off x="1893960" y="4408560"/>
                <a:ext cx="1816200" cy="216000"/>
              </a:xfrm>
              <a:prstGeom prst="ellipse">
                <a:avLst/>
              </a:prstGeom>
              <a:solidFill>
                <a:srgbClr val="ffffff"/>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5" name="Line 45"/>
              <p:cNvSpPr/>
              <p:nvPr/>
            </p:nvSpPr>
            <p:spPr>
              <a:xfrm>
                <a:off x="7128000" y="4516560"/>
                <a:ext cx="0" cy="63360"/>
              </a:xfrm>
              <a:prstGeom prst="line">
                <a:avLst/>
              </a:prstGeom>
              <a:ln w="12600">
                <a:solidFill>
                  <a:srgbClr val="003399"/>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6" name="AutoShape 46"/>
              <p:cNvSpPr/>
              <p:nvPr/>
            </p:nvSpPr>
            <p:spPr>
              <a:xfrm>
                <a:off x="5943600" y="4522680"/>
                <a:ext cx="559080" cy="216000"/>
              </a:xfrm>
              <a:prstGeom prst="roundRect">
                <a:avLst>
                  <a:gd name="adj" fmla="val 47361"/>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7" name="Line 47"/>
              <p:cNvSpPr/>
              <p:nvPr/>
            </p:nvSpPr>
            <p:spPr>
              <a:xfrm>
                <a:off x="5335560" y="4516560"/>
                <a:ext cx="0" cy="63360"/>
              </a:xfrm>
              <a:prstGeom prst="line">
                <a:avLst/>
              </a:prstGeom>
              <a:ln w="12600">
                <a:solidFill>
                  <a:srgbClr val="003399"/>
                </a:solidFill>
                <a:miter/>
              </a:ln>
            </p:spPr>
            <p:style>
              <a:lnRef idx="0"/>
              <a:fillRef idx="0"/>
              <a:effectRef idx="0"/>
              <a:fontRef idx="minor"/>
            </p:style>
            <p:txBody>
              <a:bodyPr lIns="90000" rIns="90000" tIns="16560" bIns="165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8" name="Oval 48"/>
              <p:cNvSpPr/>
              <p:nvPr/>
            </p:nvSpPr>
            <p:spPr>
              <a:xfrm>
                <a:off x="5322960" y="4471920"/>
                <a:ext cx="1803600" cy="203400"/>
              </a:xfrm>
              <a:prstGeom prst="ellipse">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19" name="Oval 49"/>
              <p:cNvSpPr/>
              <p:nvPr/>
            </p:nvSpPr>
            <p:spPr>
              <a:xfrm>
                <a:off x="5322960" y="4408560"/>
                <a:ext cx="1816200" cy="216000"/>
              </a:xfrm>
              <a:prstGeom prst="ellipse">
                <a:avLst/>
              </a:prstGeom>
              <a:solidFill>
                <a:srgbClr val="ffffff"/>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20" name="Line 50"/>
              <p:cNvSpPr/>
              <p:nvPr/>
            </p:nvSpPr>
            <p:spPr>
              <a:xfrm>
                <a:off x="4516560" y="5113440"/>
                <a:ext cx="0" cy="419040"/>
              </a:xfrm>
              <a:prstGeom prst="line">
                <a:avLst/>
              </a:prstGeom>
              <a:ln w="2556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21" name="Freeform 51"/>
              <p:cNvSpPr/>
              <p:nvPr/>
            </p:nvSpPr>
            <p:spPr>
              <a:xfrm>
                <a:off x="4413240" y="5087880"/>
                <a:ext cx="192240" cy="192240"/>
              </a:xfrm>
              <a:prstGeom prst="pie">
                <a:avLst/>
              </a:prstGeom>
              <a:solidFill>
                <a:srgbClr val="ffffff"/>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922" name="Rectangle 52"/>
            <p:cNvSpPr/>
            <p:nvPr/>
          </p:nvSpPr>
          <p:spPr>
            <a:xfrm>
              <a:off x="1970280" y="321300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p:txBody>
        </p:sp>
        <p:sp>
          <p:nvSpPr>
            <p:cNvPr id="7923" name="Rectangle 53"/>
            <p:cNvSpPr/>
            <p:nvPr/>
          </p:nvSpPr>
          <p:spPr>
            <a:xfrm>
              <a:off x="5426280" y="321300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 </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 </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2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328FEB-54C9-481A-9424-826910B6280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2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Springender Punkt</a:t>
            </a:r>
            <a:endParaRPr b="1" lang="en-US" sz="1600" spc="-1" strike="noStrike">
              <a:solidFill>
                <a:srgbClr val="000000"/>
              </a:solidFill>
              <a:latin typeface="Arial"/>
            </a:endParaRPr>
          </a:p>
        </p:txBody>
      </p:sp>
      <p:grpSp>
        <p:nvGrpSpPr>
          <p:cNvPr id="7927" name="Group 14"/>
          <p:cNvGrpSpPr/>
          <p:nvPr/>
        </p:nvGrpSpPr>
        <p:grpSpPr>
          <a:xfrm>
            <a:off x="2246040" y="2637000"/>
            <a:ext cx="4638600" cy="3195360"/>
            <a:chOff x="2246040" y="2637000"/>
            <a:chExt cx="4638600" cy="3195360"/>
          </a:xfrm>
        </p:grpSpPr>
        <p:sp>
          <p:nvSpPr>
            <p:cNvPr id="7928" name="Rectangle 12"/>
            <p:cNvSpPr/>
            <p:nvPr/>
          </p:nvSpPr>
          <p:spPr>
            <a:xfrm>
              <a:off x="4567320" y="3546360"/>
              <a:ext cx="2249280" cy="2133720"/>
            </a:xfrm>
            <a:prstGeom prst="rect">
              <a:avLst/>
            </a:prstGeom>
            <a:solidFill>
              <a:srgbClr val="ffffff"/>
            </a:solidFill>
            <a:ln w="1260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Text</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7929" name="Oval 5"/>
            <p:cNvSpPr/>
            <p:nvPr/>
          </p:nvSpPr>
          <p:spPr>
            <a:xfrm>
              <a:off x="4781520" y="2943360"/>
              <a:ext cx="446040" cy="444240"/>
            </a:xfrm>
            <a:prstGeom prst="ellipse">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7930" name="Group 6"/>
            <p:cNvGrpSpPr/>
            <p:nvPr/>
          </p:nvGrpSpPr>
          <p:grpSpPr>
            <a:xfrm>
              <a:off x="2303640" y="2637000"/>
              <a:ext cx="2329920" cy="3047760"/>
              <a:chOff x="2303640" y="2637000"/>
              <a:chExt cx="2329920" cy="3047760"/>
            </a:xfrm>
          </p:grpSpPr>
          <p:sp>
            <p:nvSpPr>
              <p:cNvPr id="7931" name="Arc 7"/>
              <p:cNvSpPr/>
              <p:nvPr/>
            </p:nvSpPr>
            <p:spPr>
              <a:xfrm>
                <a:off x="2303640" y="4278240"/>
                <a:ext cx="788040" cy="1406520"/>
              </a:xfrm>
              <a:prstGeom prst="pie">
                <a:avLst/>
              </a:prstGeom>
              <a:noFill/>
              <a:ln cap="rnd" w="9360">
                <a:solidFill>
                  <a:srgbClr val="003366"/>
                </a:solidFill>
                <a:custDash>
                  <a:ds d="100000" sp="1000"/>
                </a:cust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32" name="Arc 8"/>
              <p:cNvSpPr/>
              <p:nvPr/>
            </p:nvSpPr>
            <p:spPr>
              <a:xfrm>
                <a:off x="3074040" y="2637000"/>
                <a:ext cx="1559520" cy="3047760"/>
              </a:xfrm>
              <a:prstGeom prst="pie">
                <a:avLst/>
              </a:prstGeom>
              <a:noFill/>
              <a:ln cap="rnd" w="9360">
                <a:solidFill>
                  <a:srgbClr val="003399"/>
                </a:solidFill>
                <a:custDash>
                  <a:ds d="100000" sp="1000"/>
                </a:custDash>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933" name="Line 9"/>
            <p:cNvSpPr/>
            <p:nvPr/>
          </p:nvSpPr>
          <p:spPr>
            <a:xfrm flipH="1">
              <a:off x="2246040" y="5832360"/>
              <a:ext cx="4638600" cy="0"/>
            </a:xfrm>
            <a:prstGeom prst="line">
              <a:avLst/>
            </a:prstGeom>
            <a:ln w="50760">
              <a:solidFill>
                <a:srgbClr val="8099cc"/>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3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3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8480CDC-621A-4BD8-AA84-696A486342A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grpSp>
        <p:nvGrpSpPr>
          <p:cNvPr id="7936" name="Group 14"/>
          <p:cNvGrpSpPr/>
          <p:nvPr/>
        </p:nvGrpSpPr>
        <p:grpSpPr>
          <a:xfrm>
            <a:off x="1824120" y="1613520"/>
            <a:ext cx="5514480" cy="4249800"/>
            <a:chOff x="1824120" y="1613520"/>
            <a:chExt cx="5514480" cy="4249800"/>
          </a:xfrm>
        </p:grpSpPr>
        <p:sp>
          <p:nvSpPr>
            <p:cNvPr id="7937" name="Freeform 2"/>
            <p:cNvSpPr/>
            <p:nvPr/>
          </p:nvSpPr>
          <p:spPr>
            <a:xfrm>
              <a:off x="3184560" y="2371680"/>
              <a:ext cx="2747520" cy="26859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38" name="AutoShape 3"/>
            <p:cNvSpPr/>
            <p:nvPr/>
          </p:nvSpPr>
          <p:spPr>
            <a:xfrm>
              <a:off x="2673360" y="2925720"/>
              <a:ext cx="1007640" cy="1622520"/>
            </a:xfrm>
            <a:prstGeom prst="rightArrow">
              <a:avLst>
                <a:gd name="adj1" fmla="val 48481"/>
                <a:gd name="adj2" fmla="val 49389"/>
              </a:avLst>
            </a:prstGeom>
            <a:solidFill>
              <a:srgbClr val="8099cc"/>
            </a:solidFill>
            <a:ln w="0">
              <a:noFill/>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39" name="AutoShape 4"/>
            <p:cNvSpPr/>
            <p:nvPr/>
          </p:nvSpPr>
          <p:spPr>
            <a:xfrm flipH="1">
              <a:off x="5431680" y="2925720"/>
              <a:ext cx="1007640" cy="1622520"/>
            </a:xfrm>
            <a:prstGeom prst="rightArrow">
              <a:avLst>
                <a:gd name="adj1" fmla="val 48481"/>
                <a:gd name="adj2" fmla="val 49389"/>
              </a:avLst>
            </a:prstGeom>
            <a:solidFill>
              <a:srgbClr val="8099cc"/>
            </a:solidFill>
            <a:ln w="0">
              <a:noFill/>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40" name="AutoShape 5"/>
            <p:cNvSpPr/>
            <p:nvPr/>
          </p:nvSpPr>
          <p:spPr>
            <a:xfrm flipH="1" rot="16200000">
              <a:off x="4047840" y="1536840"/>
              <a:ext cx="984240" cy="1660320"/>
            </a:xfrm>
            <a:prstGeom prst="rightArrow">
              <a:avLst>
                <a:gd name="adj1" fmla="val 48481"/>
                <a:gd name="adj2" fmla="val 49389"/>
              </a:avLst>
            </a:prstGeom>
            <a:solidFill>
              <a:srgbClr val="8099cc"/>
            </a:solidFill>
            <a:ln w="0">
              <a:noFill/>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41" name="AutoShape 6"/>
            <p:cNvSpPr/>
            <p:nvPr/>
          </p:nvSpPr>
          <p:spPr>
            <a:xfrm flipH="1" flipV="1" rot="5400000">
              <a:off x="4047840" y="4233960"/>
              <a:ext cx="984240" cy="1660320"/>
            </a:xfrm>
            <a:prstGeom prst="rightArrow">
              <a:avLst>
                <a:gd name="adj1" fmla="val 48481"/>
                <a:gd name="adj2" fmla="val 49389"/>
              </a:avLst>
            </a:prstGeom>
            <a:solidFill>
              <a:srgbClr val="8099cc"/>
            </a:solidFill>
            <a:ln w="0">
              <a:noFill/>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42" name="Rectangle 7"/>
            <p:cNvSpPr/>
            <p:nvPr/>
          </p:nvSpPr>
          <p:spPr>
            <a:xfrm>
              <a:off x="4168800" y="1613520"/>
              <a:ext cx="742320" cy="145440"/>
            </a:xfrm>
            <a:prstGeom prst="rect">
              <a:avLst/>
            </a:prstGeom>
            <a:noFill/>
            <a:ln w="0">
              <a:noFill/>
            </a:ln>
          </p:spPr>
          <p:style>
            <a:lnRef idx="0"/>
            <a:fillRef idx="0"/>
            <a:effectRef idx="0"/>
            <a:fontRef idx="minor"/>
          </p:style>
          <p:txBody>
            <a:bodyPr lIns="0" rIns="0" tIns="0" bIns="0" anchor="b"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943" name="Rectangle 8"/>
            <p:cNvSpPr/>
            <p:nvPr/>
          </p:nvSpPr>
          <p:spPr>
            <a:xfrm>
              <a:off x="1824120" y="3639600"/>
              <a:ext cx="74448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944" name="Rectangle 9"/>
            <p:cNvSpPr/>
            <p:nvPr/>
          </p:nvSpPr>
          <p:spPr>
            <a:xfrm>
              <a:off x="3816360" y="3639600"/>
              <a:ext cx="1520280" cy="145440"/>
            </a:xfrm>
            <a:prstGeom prst="rect">
              <a:avLst/>
            </a:prstGeom>
            <a:noFill/>
            <a:ln w="0">
              <a:noFill/>
            </a:ln>
          </p:spPr>
          <p:style>
            <a:lnRef idx="0"/>
            <a:fillRef idx="0"/>
            <a:effectRef idx="0"/>
            <a:fontRef idx="minor"/>
          </p:style>
          <p:txBody>
            <a:bodyPr lIns="0" rIns="0" tIns="0" bIns="0" anchor="ctr" anchorCtr="1">
              <a:spAutoFit/>
            </a:bodyPr>
            <a:p>
              <a:pPr algn="ct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945" name="Rectangle 10"/>
            <p:cNvSpPr/>
            <p:nvPr/>
          </p:nvSpPr>
          <p:spPr>
            <a:xfrm>
              <a:off x="6594480" y="3639600"/>
              <a:ext cx="744120" cy="145440"/>
            </a:xfrm>
            <a:prstGeom prst="rect">
              <a:avLst/>
            </a:prstGeom>
            <a:noFill/>
            <a:ln w="0">
              <a:noFill/>
            </a:ln>
          </p:spPr>
          <p:style>
            <a:lnRef idx="0"/>
            <a:fillRef idx="0"/>
            <a:effectRef idx="0"/>
            <a:fontRef idx="minor"/>
          </p:style>
          <p:txBody>
            <a:bodyPr lIns="0" rIns="0" tIns="0" bIns="0" anchor="ctr">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sp>
          <p:nvSpPr>
            <p:cNvPr id="7946" name="Rectangle 11"/>
            <p:cNvSpPr/>
            <p:nvPr/>
          </p:nvSpPr>
          <p:spPr>
            <a:xfrm>
              <a:off x="4168800" y="5717880"/>
              <a:ext cx="742320" cy="1454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001"/>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000" spc="-1" strike="noStrike">
                  <a:solidFill>
                    <a:srgbClr val="000000"/>
                  </a:solidFill>
                  <a:latin typeface="Arial"/>
                </a:rPr>
                <a:t>...</a:t>
              </a:r>
              <a:endParaRPr b="1" lang="en-US" sz="1000" spc="-1" strike="noStrike">
                <a:solidFill>
                  <a:srgbClr val="000000"/>
                </a:solidFill>
                <a:latin typeface="Arial"/>
              </a:endParaRPr>
            </a:p>
          </p:txBody>
        </p:sp>
      </p:grpSp>
      <p:sp>
        <p:nvSpPr>
          <p:cNvPr id="794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Forces at work</a:t>
            </a:r>
            <a:endParaRPr b="1" lang="en-US" sz="1600" spc="-1" strike="noStrike">
              <a:solidFill>
                <a:srgbClr val="000000"/>
              </a:solidFill>
              <a:latin typeface="Arial"/>
            </a:endParaRPr>
          </a:p>
        </p:txBody>
      </p:sp>
    </p:spTree>
  </p:cSld>
</p:sld>
</file>

<file path=ppt/slides/slide2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4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90CFFFE-2CB1-4ED7-8BA0-1B3AA785534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5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Forced</a:t>
            </a:r>
            <a:endParaRPr b="1" lang="en-US" sz="1600" spc="-1" strike="noStrike">
              <a:solidFill>
                <a:srgbClr val="000000"/>
              </a:solidFill>
              <a:latin typeface="Arial"/>
            </a:endParaRPr>
          </a:p>
        </p:txBody>
      </p:sp>
      <p:grpSp>
        <p:nvGrpSpPr>
          <p:cNvPr id="7951" name="Group 3"/>
          <p:cNvGrpSpPr/>
          <p:nvPr/>
        </p:nvGrpSpPr>
        <p:grpSpPr>
          <a:xfrm>
            <a:off x="1657440" y="1959120"/>
            <a:ext cx="6306840" cy="3520080"/>
            <a:chOff x="1657440" y="1959120"/>
            <a:chExt cx="6306840" cy="3520080"/>
          </a:xfrm>
        </p:grpSpPr>
        <p:sp>
          <p:nvSpPr>
            <p:cNvPr id="7952" name="Freeform 4"/>
            <p:cNvSpPr/>
            <p:nvPr/>
          </p:nvSpPr>
          <p:spPr>
            <a:xfrm>
              <a:off x="4900320" y="2026800"/>
              <a:ext cx="1335240" cy="137340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53" name="Freeform 5"/>
            <p:cNvSpPr/>
            <p:nvPr/>
          </p:nvSpPr>
          <p:spPr>
            <a:xfrm>
              <a:off x="4900320" y="4043160"/>
              <a:ext cx="1341360" cy="138960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54" name="Freeform 6"/>
            <p:cNvSpPr/>
            <p:nvPr/>
          </p:nvSpPr>
          <p:spPr>
            <a:xfrm>
              <a:off x="2944800" y="4043160"/>
              <a:ext cx="1352880" cy="140220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55" name="Freeform 7"/>
            <p:cNvSpPr/>
            <p:nvPr/>
          </p:nvSpPr>
          <p:spPr>
            <a:xfrm>
              <a:off x="2944800" y="2014200"/>
              <a:ext cx="1352880" cy="138600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56" name="Rectangle 8"/>
            <p:cNvSpPr/>
            <p:nvPr/>
          </p:nvSpPr>
          <p:spPr>
            <a:xfrm>
              <a:off x="1657440" y="1959120"/>
              <a:ext cx="152784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57" name="Rectangle 9"/>
            <p:cNvSpPr/>
            <p:nvPr/>
          </p:nvSpPr>
          <p:spPr>
            <a:xfrm>
              <a:off x="6436080" y="1959120"/>
              <a:ext cx="152820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58" name="Rectangle 10"/>
            <p:cNvSpPr/>
            <p:nvPr/>
          </p:nvSpPr>
          <p:spPr>
            <a:xfrm>
              <a:off x="1657440" y="5319360"/>
              <a:ext cx="152784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59" name="Rectangle 11"/>
            <p:cNvSpPr/>
            <p:nvPr/>
          </p:nvSpPr>
          <p:spPr>
            <a:xfrm>
              <a:off x="6436080" y="5319360"/>
              <a:ext cx="152820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60" name="AutoShape 12"/>
            <p:cNvSpPr/>
            <p:nvPr/>
          </p:nvSpPr>
          <p:spPr>
            <a:xfrm>
              <a:off x="4289040" y="3402000"/>
              <a:ext cx="595080" cy="644400"/>
            </a:xfrm>
            <a:prstGeom prst="flowChartOr">
              <a:avLst/>
            </a:prstGeom>
            <a:solidFill>
              <a:srgbClr val="8099cc"/>
            </a:solidFill>
            <a:ln w="12600">
              <a:solidFill>
                <a:srgbClr val="ffffff"/>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p:sld>
</file>

<file path=ppt/slides/slide2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6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7F3581-EE61-4597-8B8A-18ED4EDDE39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6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Surround</a:t>
            </a:r>
            <a:endParaRPr b="1" lang="en-US" sz="1600" spc="-1" strike="noStrike">
              <a:solidFill>
                <a:srgbClr val="000000"/>
              </a:solidFill>
              <a:latin typeface="Arial"/>
            </a:endParaRPr>
          </a:p>
        </p:txBody>
      </p:sp>
      <p:sp>
        <p:nvSpPr>
          <p:cNvPr id="7964" name="Freeform 3"/>
          <p:cNvSpPr/>
          <p:nvPr/>
        </p:nvSpPr>
        <p:spPr>
          <a:xfrm>
            <a:off x="4057560" y="4871880"/>
            <a:ext cx="1017720" cy="119232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65" name="Oval 4"/>
          <p:cNvSpPr/>
          <p:nvPr/>
        </p:nvSpPr>
        <p:spPr>
          <a:xfrm>
            <a:off x="3902040" y="3184560"/>
            <a:ext cx="1327320" cy="132876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66" name="Freeform 5"/>
          <p:cNvSpPr/>
          <p:nvPr/>
        </p:nvSpPr>
        <p:spPr>
          <a:xfrm>
            <a:off x="5248440" y="4610160"/>
            <a:ext cx="882360" cy="89676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67" name="Freeform 6"/>
          <p:cNvSpPr/>
          <p:nvPr/>
        </p:nvSpPr>
        <p:spPr>
          <a:xfrm>
            <a:off x="5235480" y="2287440"/>
            <a:ext cx="866880" cy="88452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68" name="Freeform 7"/>
          <p:cNvSpPr/>
          <p:nvPr/>
        </p:nvSpPr>
        <p:spPr>
          <a:xfrm>
            <a:off x="3000240" y="4576680"/>
            <a:ext cx="865440" cy="90036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69" name="Freeform 8"/>
          <p:cNvSpPr/>
          <p:nvPr/>
        </p:nvSpPr>
        <p:spPr>
          <a:xfrm>
            <a:off x="3014640" y="2257560"/>
            <a:ext cx="865080" cy="89676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70" name="Freeform 9"/>
          <p:cNvSpPr/>
          <p:nvPr/>
        </p:nvSpPr>
        <p:spPr>
          <a:xfrm>
            <a:off x="4027320" y="1700280"/>
            <a:ext cx="1016280" cy="117792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71" name="Freeform 10"/>
          <p:cNvSpPr/>
          <p:nvPr/>
        </p:nvSpPr>
        <p:spPr>
          <a:xfrm>
            <a:off x="2468520" y="3354480"/>
            <a:ext cx="1135080" cy="107136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72" name="Freeform 11"/>
          <p:cNvSpPr/>
          <p:nvPr/>
        </p:nvSpPr>
        <p:spPr>
          <a:xfrm>
            <a:off x="5497560" y="3338640"/>
            <a:ext cx="1135080" cy="105732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73" name="Rectangle 12"/>
          <p:cNvSpPr/>
          <p:nvPr/>
        </p:nvSpPr>
        <p:spPr>
          <a:xfrm>
            <a:off x="4021200" y="3768840"/>
            <a:ext cx="1089000" cy="159840"/>
          </a:xfrm>
          <a:prstGeom prst="rect">
            <a:avLst/>
          </a:prstGeom>
          <a:solidFill>
            <a:srgbClr val="ffffff"/>
          </a:solidFill>
          <a:ln w="0">
            <a:noFill/>
          </a:ln>
        </p:spPr>
        <p:style>
          <a:lnRef idx="0"/>
          <a:fillRef idx="0"/>
          <a:effectRef idx="0"/>
          <a:fontRef idx="minor"/>
        </p:style>
        <p:txBody>
          <a:bodyPr lIns="0" rIns="0" tIns="0" bIns="0" anchor="ctr" anchorCtr="1">
            <a:spAutoFit/>
          </a:bodyPr>
          <a:p>
            <a:pPr algn="ct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Tree>
  </p:cSld>
</p:sld>
</file>

<file path=ppt/slides/slide2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7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7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63E5978-D1F2-4D84-8674-A1CB254CC79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7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Parallel</a:t>
            </a:r>
            <a:endParaRPr b="1" lang="en-US" sz="1600" spc="-1" strike="noStrike">
              <a:solidFill>
                <a:srgbClr val="000000"/>
              </a:solidFill>
              <a:latin typeface="Arial"/>
            </a:endParaRPr>
          </a:p>
        </p:txBody>
      </p:sp>
      <p:grpSp>
        <p:nvGrpSpPr>
          <p:cNvPr id="7977" name="Group 3"/>
          <p:cNvGrpSpPr/>
          <p:nvPr/>
        </p:nvGrpSpPr>
        <p:grpSpPr>
          <a:xfrm>
            <a:off x="1771560" y="2382840"/>
            <a:ext cx="5457600" cy="3061440"/>
            <a:chOff x="1771560" y="2382840"/>
            <a:chExt cx="5457600" cy="3061440"/>
          </a:xfrm>
        </p:grpSpPr>
        <p:grpSp>
          <p:nvGrpSpPr>
            <p:cNvPr id="7978" name="Group 4"/>
            <p:cNvGrpSpPr/>
            <p:nvPr/>
          </p:nvGrpSpPr>
          <p:grpSpPr>
            <a:xfrm>
              <a:off x="1771560" y="2382840"/>
              <a:ext cx="5457600" cy="3061440"/>
              <a:chOff x="1771560" y="2382840"/>
              <a:chExt cx="5457600" cy="3061440"/>
            </a:xfrm>
          </p:grpSpPr>
          <p:sp>
            <p:nvSpPr>
              <p:cNvPr id="7979" name="Freeform 5"/>
              <p:cNvSpPr/>
              <p:nvPr/>
            </p:nvSpPr>
            <p:spPr>
              <a:xfrm>
                <a:off x="1771560" y="4614480"/>
                <a:ext cx="5457600" cy="8298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80" name="Freeform 6"/>
              <p:cNvSpPr/>
              <p:nvPr/>
            </p:nvSpPr>
            <p:spPr>
              <a:xfrm>
                <a:off x="1805400" y="3325680"/>
                <a:ext cx="5174280" cy="204516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81" name="Freeform 7"/>
              <p:cNvSpPr/>
              <p:nvPr/>
            </p:nvSpPr>
            <p:spPr>
              <a:xfrm>
                <a:off x="1775160" y="2382840"/>
                <a:ext cx="5083560" cy="298800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7982" name="Rectangle 8"/>
            <p:cNvSpPr/>
            <p:nvPr/>
          </p:nvSpPr>
          <p:spPr>
            <a:xfrm>
              <a:off x="5394960" y="2727360"/>
              <a:ext cx="126756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83" name="Rectangle 9"/>
            <p:cNvSpPr/>
            <p:nvPr/>
          </p:nvSpPr>
          <p:spPr>
            <a:xfrm>
              <a:off x="5394960" y="3569400"/>
              <a:ext cx="126756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84" name="Rectangle 10"/>
            <p:cNvSpPr/>
            <p:nvPr/>
          </p:nvSpPr>
          <p:spPr>
            <a:xfrm>
              <a:off x="5394960" y="4952520"/>
              <a:ext cx="1342440" cy="159840"/>
            </a:xfrm>
            <a:prstGeom prst="rect">
              <a:avLst/>
            </a:prstGeom>
            <a:noFill/>
            <a:ln w="0">
              <a:noFill/>
            </a:ln>
          </p:spPr>
          <p:style>
            <a:lnRef idx="0"/>
            <a:fillRef idx="0"/>
            <a:effectRef idx="0"/>
            <a:fontRef idx="minor"/>
          </p:style>
          <p:txBody>
            <a:bodyPr lIns="0" rIns="0" tIns="0" bIns="0" anchor="t">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8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74F092-26C9-473A-B8DD-066E87AB1B5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8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Up &amp; away</a:t>
            </a:r>
            <a:endParaRPr b="1" lang="en-US" sz="1600" spc="-1" strike="noStrike">
              <a:solidFill>
                <a:srgbClr val="000000"/>
              </a:solidFill>
              <a:latin typeface="Arial"/>
            </a:endParaRPr>
          </a:p>
        </p:txBody>
      </p:sp>
      <p:grpSp>
        <p:nvGrpSpPr>
          <p:cNvPr id="7988" name="Group 3"/>
          <p:cNvGrpSpPr/>
          <p:nvPr/>
        </p:nvGrpSpPr>
        <p:grpSpPr>
          <a:xfrm>
            <a:off x="2881440" y="1933200"/>
            <a:ext cx="3550680" cy="3656160"/>
            <a:chOff x="2881440" y="1933200"/>
            <a:chExt cx="3550680" cy="3656160"/>
          </a:xfrm>
        </p:grpSpPr>
        <p:sp>
          <p:nvSpPr>
            <p:cNvPr id="7989" name="AutoShape 4"/>
            <p:cNvSpPr/>
            <p:nvPr/>
          </p:nvSpPr>
          <p:spPr>
            <a:xfrm flipV="1">
              <a:off x="4712760" y="1932840"/>
              <a:ext cx="1611360" cy="3654360"/>
            </a:xfrm>
            <a:custGeom>
              <a:avLst/>
              <a:gdLst>
                <a:gd name="textAreaLeft" fmla="*/ 215640 w 1611360"/>
                <a:gd name="textAreaRight" fmla="*/ 1395720 w 1611360"/>
                <a:gd name="textAreaTop" fmla="*/ 618480 h 3654360"/>
                <a:gd name="textAreaBottom" fmla="*/ 2751840 h 365436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90" name="AutoShape 5"/>
            <p:cNvSpPr/>
            <p:nvPr/>
          </p:nvSpPr>
          <p:spPr>
            <a:xfrm flipH="1" flipV="1">
              <a:off x="2881080" y="1935360"/>
              <a:ext cx="1611360" cy="3654000"/>
            </a:xfrm>
            <a:custGeom>
              <a:avLst/>
              <a:gdLst>
                <a:gd name="textAreaLeft" fmla="*/ 215640 w 1611360"/>
                <a:gd name="textAreaRight" fmla="*/ 1395720 w 1611360"/>
                <a:gd name="textAreaTop" fmla="*/ 619200 h 3654000"/>
                <a:gd name="textAreaBottom" fmla="*/ 2752200 h 365400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91" name="Rectangle 6"/>
            <p:cNvSpPr/>
            <p:nvPr/>
          </p:nvSpPr>
          <p:spPr>
            <a:xfrm>
              <a:off x="2901960" y="3844800"/>
              <a:ext cx="142056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92" name="Rectangle 7"/>
            <p:cNvSpPr/>
            <p:nvPr/>
          </p:nvSpPr>
          <p:spPr>
            <a:xfrm>
              <a:off x="5013360" y="3844800"/>
              <a:ext cx="141876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799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819033-4FE5-445C-8649-9B6C96B0477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7995" name="AutoShape 2"/>
          <p:cNvSpPr/>
          <p:nvPr/>
        </p:nvSpPr>
        <p:spPr>
          <a:xfrm>
            <a:off x="4756320" y="1989000"/>
            <a:ext cx="1747800" cy="3654720"/>
          </a:xfrm>
          <a:custGeom>
            <a:avLst/>
            <a:gdLst>
              <a:gd name="textAreaLeft" fmla="*/ 234000 w 1747800"/>
              <a:gd name="textAreaRight" fmla="*/ 1513800 w 1747800"/>
              <a:gd name="textAreaTop" fmla="*/ 618840 h 3654720"/>
              <a:gd name="textAreaBottom" fmla="*/ 2752560 h 365472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96" name="AutoShape 3"/>
          <p:cNvSpPr/>
          <p:nvPr/>
        </p:nvSpPr>
        <p:spPr>
          <a:xfrm flipH="1" flipV="1">
            <a:off x="2781720" y="1990080"/>
            <a:ext cx="1747800" cy="3654360"/>
          </a:xfrm>
          <a:custGeom>
            <a:avLst/>
            <a:gdLst>
              <a:gd name="textAreaLeft" fmla="*/ 234000 w 1747800"/>
              <a:gd name="textAreaRight" fmla="*/ 1513800 w 1747800"/>
              <a:gd name="textAreaTop" fmla="*/ 618480 h 3654360"/>
              <a:gd name="textAreaBottom" fmla="*/ 2751840 h 365436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7997" name="Rectangle 4"/>
          <p:cNvSpPr/>
          <p:nvPr/>
        </p:nvSpPr>
        <p:spPr>
          <a:xfrm>
            <a:off x="2793960" y="3954600"/>
            <a:ext cx="154008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98" name="Rectangle 5"/>
          <p:cNvSpPr/>
          <p:nvPr/>
        </p:nvSpPr>
        <p:spPr>
          <a:xfrm>
            <a:off x="5083200" y="3589560"/>
            <a:ext cx="153684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799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Up &amp; down</a:t>
            </a:r>
            <a:endParaRPr b="1" lang="en-US" sz="1600" spc="-1" strike="noStrike">
              <a:solidFill>
                <a:srgbClr val="000000"/>
              </a:solidFill>
              <a:latin typeface="Arial"/>
            </a:endParaRPr>
          </a:p>
        </p:txBody>
      </p:sp>
    </p:spTree>
  </p:cSld>
</p:sld>
</file>

<file path=ppt/slides/slide2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0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0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F6BC496-6C62-4DD5-AA78-44C6C978963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0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Flow down</a:t>
            </a:r>
            <a:endParaRPr b="1" lang="en-US" sz="1600" spc="-1" strike="noStrike">
              <a:solidFill>
                <a:srgbClr val="000000"/>
              </a:solidFill>
              <a:latin typeface="Arial"/>
            </a:endParaRPr>
          </a:p>
        </p:txBody>
      </p:sp>
      <p:grpSp>
        <p:nvGrpSpPr>
          <p:cNvPr id="8003" name="Group 3"/>
          <p:cNvGrpSpPr/>
          <p:nvPr/>
        </p:nvGrpSpPr>
        <p:grpSpPr>
          <a:xfrm>
            <a:off x="2490840" y="2135160"/>
            <a:ext cx="3941640" cy="3957120"/>
            <a:chOff x="2490840" y="2135160"/>
            <a:chExt cx="3941640" cy="3957120"/>
          </a:xfrm>
        </p:grpSpPr>
        <p:grpSp>
          <p:nvGrpSpPr>
            <p:cNvPr id="8004" name="Group 4"/>
            <p:cNvGrpSpPr/>
            <p:nvPr/>
          </p:nvGrpSpPr>
          <p:grpSpPr>
            <a:xfrm>
              <a:off x="2490840" y="2135160"/>
              <a:ext cx="3941640" cy="3957120"/>
              <a:chOff x="2490840" y="2135160"/>
              <a:chExt cx="3941640" cy="3957120"/>
            </a:xfrm>
          </p:grpSpPr>
          <p:sp>
            <p:nvSpPr>
              <p:cNvPr id="8005" name="Freeform 5"/>
              <p:cNvSpPr/>
              <p:nvPr/>
            </p:nvSpPr>
            <p:spPr>
              <a:xfrm>
                <a:off x="2491920" y="2135160"/>
                <a:ext cx="3936960" cy="395712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06" name="Rectangle 6"/>
              <p:cNvSpPr/>
              <p:nvPr/>
            </p:nvSpPr>
            <p:spPr>
              <a:xfrm>
                <a:off x="2490840" y="4313880"/>
                <a:ext cx="3941640" cy="217080"/>
              </a:xfrm>
              <a:prstGeom prst="rect">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07" name="Rectangle 7"/>
              <p:cNvSpPr/>
              <p:nvPr/>
            </p:nvSpPr>
            <p:spPr>
              <a:xfrm>
                <a:off x="2490840" y="3202560"/>
                <a:ext cx="3941640" cy="217080"/>
              </a:xfrm>
              <a:prstGeom prst="rect">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8008" name="Rectangle 8"/>
            <p:cNvSpPr/>
            <p:nvPr/>
          </p:nvSpPr>
          <p:spPr>
            <a:xfrm>
              <a:off x="2903040" y="2601720"/>
              <a:ext cx="311508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8009" name="Rectangle 9"/>
            <p:cNvSpPr/>
            <p:nvPr/>
          </p:nvSpPr>
          <p:spPr>
            <a:xfrm>
              <a:off x="3349800" y="3810240"/>
              <a:ext cx="222120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sp>
          <p:nvSpPr>
            <p:cNvPr id="8010" name="Rectangle 10"/>
            <p:cNvSpPr/>
            <p:nvPr/>
          </p:nvSpPr>
          <p:spPr>
            <a:xfrm>
              <a:off x="3755160" y="4987800"/>
              <a:ext cx="141084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Bef>
                  <a:spcPts val="1100"/>
                </a:spcBef>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de-DE" sz="1100" spc="-1" strike="noStrike">
                  <a:solidFill>
                    <a:srgbClr val="000000"/>
                  </a:solidFill>
                  <a:latin typeface="Arial"/>
                </a:rPr>
                <a:t>Text</a:t>
              </a:r>
              <a:endParaRPr b="1" lang="en-US" sz="1100" spc="-1" strike="noStrike">
                <a:solidFill>
                  <a:srgbClr val="000000"/>
                </a:solidFill>
                <a:latin typeface="Arial"/>
              </a:endParaRPr>
            </a:p>
          </p:txBody>
        </p:sp>
      </p:grpSp>
    </p:spTree>
  </p:cSld>
</p:sld>
</file>

<file path=ppt/slides/slide2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1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299E17-8C80-471A-9733-F2304B162F1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13" name="Freeform 2"/>
          <p:cNvSpPr/>
          <p:nvPr/>
        </p:nvSpPr>
        <p:spPr>
          <a:xfrm>
            <a:off x="5662440" y="2428920"/>
            <a:ext cx="1141560" cy="113184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14" name="Freeform 3"/>
          <p:cNvSpPr/>
          <p:nvPr/>
        </p:nvSpPr>
        <p:spPr>
          <a:xfrm>
            <a:off x="3086280" y="2382840"/>
            <a:ext cx="2317680" cy="3206880"/>
          </a:xfrm>
          <a:prstGeom prst="pie">
            <a:avLst/>
          </a:prstGeom>
          <a:solidFill>
            <a:srgbClr val="ffffff"/>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15" name="Rectangle 4"/>
          <p:cNvSpPr/>
          <p:nvPr/>
        </p:nvSpPr>
        <p:spPr>
          <a:xfrm>
            <a:off x="5386320" y="2386080"/>
            <a:ext cx="281160" cy="31986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16" name="Freeform 5"/>
          <p:cNvSpPr/>
          <p:nvPr/>
        </p:nvSpPr>
        <p:spPr>
          <a:xfrm>
            <a:off x="2411280" y="3598920"/>
            <a:ext cx="1924200" cy="1419120"/>
          </a:xfrm>
          <a:prstGeom prst="pie">
            <a:avLst/>
          </a:prstGeom>
          <a:solidFill>
            <a:srgbClr val="8099cc"/>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1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Pass through</a:t>
            </a:r>
            <a:endParaRPr b="1" lang="en-US" sz="1600" spc="-1" strike="noStrike">
              <a:solidFill>
                <a:srgbClr val="000000"/>
              </a:solidFill>
              <a:latin typeface="Arial"/>
            </a:endParaRPr>
          </a:p>
        </p:txBody>
      </p:sp>
      <p:sp>
        <p:nvSpPr>
          <p:cNvPr id="8018" name="Text Box 7"/>
          <p:cNvSpPr/>
          <p:nvPr/>
        </p:nvSpPr>
        <p:spPr>
          <a:xfrm>
            <a:off x="1581840" y="4976640"/>
            <a:ext cx="29664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8019" name="Text Box 8"/>
          <p:cNvSpPr/>
          <p:nvPr/>
        </p:nvSpPr>
        <p:spPr>
          <a:xfrm>
            <a:off x="7098480" y="2311560"/>
            <a:ext cx="29664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Tree>
  </p:cSld>
</p:sld>
</file>

<file path=ppt/slides/slide2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2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AE439D0-CC82-4595-8B78-4AB5419C737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2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ＭＳ Ｐゴシック"/>
              </a:rPr>
              <a:t>Gantt chart – 30-day month</a:t>
            </a:r>
            <a:endParaRPr b="1" lang="en-US" sz="1600" spc="-1" strike="noStrike">
              <a:solidFill>
                <a:srgbClr val="000000"/>
              </a:solidFill>
              <a:latin typeface="Arial"/>
            </a:endParaRPr>
          </a:p>
        </p:txBody>
      </p:sp>
      <p:sp>
        <p:nvSpPr>
          <p:cNvPr id="8023" name="Text Box 3"/>
          <p:cNvSpPr/>
          <p:nvPr/>
        </p:nvSpPr>
        <p:spPr>
          <a:xfrm>
            <a:off x="8072280" y="106200"/>
            <a:ext cx="672840" cy="145800"/>
          </a:xfrm>
          <a:prstGeom prst="rect">
            <a:avLst/>
          </a:prstGeom>
          <a:noFill/>
          <a:ln w="0">
            <a:noFill/>
          </a:ln>
        </p:spPr>
        <p:style>
          <a:lnRef idx="0"/>
          <a:fillRef idx="0"/>
          <a:effectRef idx="0"/>
          <a:fontRef idx="minor"/>
        </p:style>
        <p:txBody>
          <a:bodyPr wrap="none" lIns="0" rIns="0" tIns="0" bIns="0" anchor="t">
            <a:spAutoFit/>
          </a:bodyPr>
          <a:p>
            <a:pPr algn="r">
              <a:lnSpc>
                <a:spcPct val="106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969696"/>
                </a:solidFill>
                <a:latin typeface="Arial"/>
              </a:rPr>
              <a:t>Gantt charts</a:t>
            </a:r>
            <a:endParaRPr b="1" lang="en-US" sz="900" spc="-1" strike="noStrike">
              <a:solidFill>
                <a:srgbClr val="000000"/>
              </a:solidFill>
              <a:latin typeface="Arial"/>
            </a:endParaRPr>
          </a:p>
        </p:txBody>
      </p:sp>
      <p:grpSp>
        <p:nvGrpSpPr>
          <p:cNvPr id="8024" name="Group 4"/>
          <p:cNvGrpSpPr/>
          <p:nvPr/>
        </p:nvGrpSpPr>
        <p:grpSpPr>
          <a:xfrm>
            <a:off x="7270920" y="5970600"/>
            <a:ext cx="1490400" cy="323640"/>
            <a:chOff x="7270920" y="5970600"/>
            <a:chExt cx="1490400" cy="323640"/>
          </a:xfrm>
        </p:grpSpPr>
        <p:sp>
          <p:nvSpPr>
            <p:cNvPr id="8025" name="Rectangle 5"/>
            <p:cNvSpPr/>
            <p:nvPr/>
          </p:nvSpPr>
          <p:spPr>
            <a:xfrm>
              <a:off x="7270920" y="5970600"/>
              <a:ext cx="1490400" cy="323640"/>
            </a:xfrm>
            <a:prstGeom prst="rect">
              <a:avLst/>
            </a:prstGeom>
            <a:solidFill>
              <a:srgbClr val="ffffff"/>
            </a:solidFill>
            <a:ln w="324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26" name="Rectangle 6"/>
            <p:cNvSpPr/>
            <p:nvPr/>
          </p:nvSpPr>
          <p:spPr>
            <a:xfrm rot="18962400">
              <a:off x="7356240" y="6068520"/>
              <a:ext cx="136440" cy="12852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27" name="Text Box 7"/>
            <p:cNvSpPr/>
            <p:nvPr/>
          </p:nvSpPr>
          <p:spPr>
            <a:xfrm>
              <a:off x="7520040" y="6026040"/>
              <a:ext cx="650160" cy="2156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800" spc="-1" strike="noStrike">
                  <a:solidFill>
                    <a:srgbClr val="000000"/>
                  </a:solidFill>
                  <a:latin typeface="Arial"/>
                </a:rPr>
                <a:t>Milestone</a:t>
              </a:r>
              <a:endParaRPr b="1" lang="en-US" sz="800" spc="-1" strike="noStrike">
                <a:solidFill>
                  <a:srgbClr val="000000"/>
                </a:solidFill>
                <a:latin typeface="Arial"/>
              </a:endParaRPr>
            </a:p>
          </p:txBody>
        </p:sp>
      </p:grpSp>
      <p:graphicFrame>
        <p:nvGraphicFramePr>
          <p:cNvPr id="8028" name=""/>
          <p:cNvGraphicFramePr/>
          <p:nvPr/>
        </p:nvGraphicFramePr>
        <p:xfrm>
          <a:off x="395280" y="1406520"/>
          <a:ext cx="8329680" cy="4459320"/>
        </p:xfrm>
        <a:graphic>
          <a:graphicData uri="http://schemas.openxmlformats.org/drawingml/2006/table">
            <a:tbl>
              <a:tblPr/>
              <a:tblGrid>
                <a:gridCol w="1805040"/>
                <a:gridCol w="217440"/>
                <a:gridCol w="217440"/>
                <a:gridCol w="217440"/>
                <a:gridCol w="217440"/>
                <a:gridCol w="217800"/>
                <a:gridCol w="217440"/>
                <a:gridCol w="217440"/>
                <a:gridCol w="217440"/>
                <a:gridCol w="217440"/>
                <a:gridCol w="217440"/>
                <a:gridCol w="217440"/>
                <a:gridCol w="217440"/>
                <a:gridCol w="217800"/>
                <a:gridCol w="217440"/>
                <a:gridCol w="217440"/>
                <a:gridCol w="217440"/>
                <a:gridCol w="217440"/>
                <a:gridCol w="217440"/>
                <a:gridCol w="217440"/>
                <a:gridCol w="217800"/>
                <a:gridCol w="217440"/>
                <a:gridCol w="217440"/>
                <a:gridCol w="217440"/>
                <a:gridCol w="217440"/>
                <a:gridCol w="217440"/>
                <a:gridCol w="217440"/>
                <a:gridCol w="217440"/>
                <a:gridCol w="217800"/>
                <a:gridCol w="217440"/>
                <a:gridCol w="217440"/>
              </a:tblGrid>
              <a:tr h="30492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a:noFill/>
                    </a:lnL>
                    <a:lnR w="5760">
                      <a:solidFill>
                        <a:srgbClr val="8099cc"/>
                      </a:solidFill>
                      <a:prstDash val="solid"/>
                    </a:lnR>
                    <a:lnT>
                      <a:noFill/>
                    </a:lnT>
                    <a:lnB>
                      <a:noFill/>
                    </a:lnB>
                    <a:noFill/>
                  </a:tcPr>
                </a:tc>
                <a:tc gridSpan="16">
                  <a:txBody>
                    <a:bodyPr lIns="72000" rIns="7200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March</a:t>
                      </a:r>
                      <a:endParaRPr b="1" lang="en-US" sz="1000" spc="-1" strike="noStrike">
                        <a:solidFill>
                          <a:srgbClr val="000000"/>
                        </a:solidFill>
                        <a:latin typeface="Arial"/>
                      </a:endParaRPr>
                    </a:p>
                  </a:txBody>
                  <a:tcPr anchor="ctr" marL="72000" marR="72000">
                    <a:lnL w="5760">
                      <a:solidFill>
                        <a:srgbClr val="8099cc"/>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gridSpan="14">
                  <a:txBody>
                    <a:bodyPr lIns="72000" rIns="7200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April</a:t>
                      </a:r>
                      <a:endParaRPr b="1" lang="en-US" sz="1000" spc="-1" strike="noStrike">
                        <a:solidFill>
                          <a:srgbClr val="000000"/>
                        </a:solidFill>
                        <a:latin typeface="Arial"/>
                      </a:endParaRPr>
                    </a:p>
                  </a:txBody>
                  <a:tcPr anchor="ctr" marL="72000" marR="72000">
                    <a:lnL w="5760">
                      <a:solidFill>
                        <a:srgbClr val="ffffff"/>
                      </a:solidFill>
                      <a:prstDash val="solid"/>
                    </a:lnL>
                    <a:lnR w="5760">
                      <a:solidFill>
                        <a:srgbClr val="8099cc"/>
                      </a:solidFill>
                      <a:prstDash val="solid"/>
                    </a:lnR>
                    <a:lnT w="5760">
                      <a:solidFill>
                        <a:srgbClr val="8099cc"/>
                      </a:solidFill>
                      <a:prstDash val="solid"/>
                    </a:lnT>
                    <a:lnB w="5760">
                      <a:solidFill>
                        <a:srgbClr val="ffffff"/>
                      </a:solidFill>
                      <a:prstDash val="solid"/>
                    </a:lnB>
                    <a:solidFill>
                      <a:srgbClr val="8099cc"/>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r>
              <a:tr h="30636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a:noFill/>
                    </a:lnL>
                    <a:lnR w="5760">
                      <a:solidFill>
                        <a:srgbClr val="8099cc"/>
                      </a:solidFill>
                      <a:prstDash val="solid"/>
                    </a:lnR>
                    <a:lnT>
                      <a:noFill/>
                    </a:lnT>
                    <a:lnB>
                      <a:noFill/>
                    </a:lnB>
                    <a:no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16</a:t>
                      </a:r>
                      <a:endParaRPr b="1" lang="en-US" sz="800" spc="-1" strike="noStrike">
                        <a:solidFill>
                          <a:srgbClr val="000000"/>
                        </a:solidFill>
                        <a:latin typeface="Arial"/>
                      </a:endParaRPr>
                    </a:p>
                  </a:txBody>
                  <a:tcPr anchor="t">
                    <a:lnL w="5760">
                      <a:solidFill>
                        <a:srgbClr val="8099cc"/>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17</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18</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19</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20</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21</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22</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23</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24</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25</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26</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27</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28</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29</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30</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31</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2</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3</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4</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5</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6</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7</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8</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9</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10</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11</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12</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13</a:t>
                      </a:r>
                      <a:endParaRPr b="1" lang="en-US" sz="800" spc="-1" strike="noStrike">
                        <a:solidFill>
                          <a:srgbClr val="000000"/>
                        </a:solidFill>
                        <a:latin typeface="Arial"/>
                      </a:endParaRPr>
                    </a:p>
                  </a:txBody>
                  <a:tcPr anchor="t">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0" rIns="0" tIns="72000" bIns="72000" anchor="t">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pc="-1" strike="noStrike">
                          <a:solidFill>
                            <a:srgbClr val="000000"/>
                          </a:solidFill>
                          <a:latin typeface="Arial"/>
                        </a:rPr>
                        <a:t>14</a:t>
                      </a:r>
                      <a:endParaRPr b="1" lang="en-US" sz="800" spc="-1" strike="noStrike">
                        <a:solidFill>
                          <a:srgbClr val="000000"/>
                        </a:solidFill>
                        <a:latin typeface="Arial"/>
                      </a:endParaRPr>
                    </a:p>
                  </a:txBody>
                  <a:tcPr anchor="t">
                    <a:lnL w="5760">
                      <a:solidFill>
                        <a:srgbClr val="ffffff"/>
                      </a:solidFill>
                      <a:prstDash val="solid"/>
                    </a:lnL>
                    <a:lnR w="5760">
                      <a:solidFill>
                        <a:srgbClr val="8099cc"/>
                      </a:solidFill>
                      <a:prstDash val="solid"/>
                    </a:lnR>
                    <a:lnT w="5760">
                      <a:solidFill>
                        <a:srgbClr val="ffffff"/>
                      </a:solidFill>
                      <a:prstDash val="solid"/>
                    </a:lnT>
                    <a:lnB w="5760">
                      <a:solidFill>
                        <a:srgbClr val="8099cc"/>
                      </a:solidFill>
                      <a:prstDash val="solid"/>
                    </a:lnB>
                    <a:solidFill>
                      <a:srgbClr val="8099cc"/>
                    </a:solidFill>
                  </a:tcPr>
                </a:tc>
              </a:tr>
              <a:tr h="32076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Heading</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5760">
                      <a:solidFill>
                        <a:srgbClr val="8099cc"/>
                      </a:solidFill>
                      <a:prstDash val="solid"/>
                    </a:lnT>
                    <a:lnB w="13680">
                      <a:solidFill>
                        <a:srgbClr val="ffffff"/>
                      </a:solidFill>
                      <a:prstDash val="solid"/>
                    </a:lnB>
                    <a:noFill/>
                  </a:tcPr>
                </a:tc>
              </a:tr>
              <a:tr h="32040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Heading</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40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Heading</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solidFill>
                      <a:srgbClr val="ffffff"/>
                    </a:solidFill>
                  </a:tcPr>
                </a:tc>
              </a:tr>
              <a:tr h="32040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solidFill>
                      <a:srgbClr val="80cccc"/>
                    </a:solidFill>
                  </a:tcPr>
                </a:tc>
              </a:tr>
              <a:tr h="320760">
                <a:tc>
                  <a:txBody>
                    <a:bodyPr lIns="72000" rIns="72000" tIns="72000" bIns="72000" anchor="t">
                      <a:noAutofit/>
                    </a:bodyPr>
                    <a:p>
                      <a:pPr marL="185760" indent="-185760">
                        <a:lnSpc>
                          <a:spcPct val="106000"/>
                        </a:lnSpc>
                        <a:spcBef>
                          <a:spcPts val="1001"/>
                        </a:spcBef>
                        <a:buClr>
                          <a:srgbClr val="000000"/>
                        </a:buClr>
                        <a:buSzPct val="8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solidFill>
                      <a:srgbClr val="80cccc"/>
                    </a:solid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a:noFill/>
                    </a:lnB>
                    <a:solidFill>
                      <a:srgbClr val="80cccc"/>
                    </a:solidFill>
                  </a:tcPr>
                </a:tc>
              </a:tr>
            </a:tbl>
          </a:graphicData>
        </a:graphic>
      </p:graphicFrame>
      <p:grpSp>
        <p:nvGrpSpPr>
          <p:cNvPr id="8029" name="Group 520"/>
          <p:cNvGrpSpPr/>
          <p:nvPr/>
        </p:nvGrpSpPr>
        <p:grpSpPr>
          <a:xfrm>
            <a:off x="2176560" y="1161000"/>
            <a:ext cx="6578280" cy="159840"/>
            <a:chOff x="2176560" y="1161000"/>
            <a:chExt cx="6578280" cy="159840"/>
          </a:xfrm>
        </p:grpSpPr>
        <p:sp>
          <p:nvSpPr>
            <p:cNvPr id="8030" name="Line 521"/>
            <p:cNvSpPr/>
            <p:nvPr/>
          </p:nvSpPr>
          <p:spPr>
            <a:xfrm>
              <a:off x="2176560" y="1240200"/>
              <a:ext cx="6578280" cy="0"/>
            </a:xfrm>
            <a:prstGeom prst="line">
              <a:avLst/>
            </a:prstGeom>
            <a:ln cap="rnd"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31" name="Rectangle 522"/>
            <p:cNvSpPr/>
            <p:nvPr/>
          </p:nvSpPr>
          <p:spPr>
            <a:xfrm>
              <a:off x="4874760" y="1161000"/>
              <a:ext cx="1179360" cy="159840"/>
            </a:xfrm>
            <a:prstGeom prst="rect">
              <a:avLst/>
            </a:prstGeom>
            <a:solidFill>
              <a:srgbClr val="ffffff"/>
            </a:solidFill>
            <a:ln w="0">
              <a:noFill/>
            </a:ln>
          </p:spPr>
          <p:style>
            <a:lnRef idx="0"/>
            <a:fillRef idx="0"/>
            <a:effectRef idx="0"/>
            <a:fontRef idx="minor"/>
          </p:style>
          <p:txBody>
            <a:bodyPr wrap="none" lIns="72000" rIns="72000" tIns="0" bIns="0" anchor="b" anchorCtr="1">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Timeline (Days)</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3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3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DF49EA-8763-4AAA-9A42-9D5284E725C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3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ＭＳ Ｐゴシック"/>
              </a:rPr>
              <a:t>Gantt chart – 8-week or standard work day</a:t>
            </a:r>
            <a:endParaRPr b="1" lang="en-US" sz="1600" spc="-1" strike="noStrike">
              <a:solidFill>
                <a:srgbClr val="000000"/>
              </a:solidFill>
              <a:latin typeface="Arial"/>
            </a:endParaRPr>
          </a:p>
        </p:txBody>
      </p:sp>
      <p:sp>
        <p:nvSpPr>
          <p:cNvPr id="8035" name="Text Box 3"/>
          <p:cNvSpPr/>
          <p:nvPr/>
        </p:nvSpPr>
        <p:spPr>
          <a:xfrm>
            <a:off x="8072280" y="106200"/>
            <a:ext cx="672840" cy="145800"/>
          </a:xfrm>
          <a:prstGeom prst="rect">
            <a:avLst/>
          </a:prstGeom>
          <a:noFill/>
          <a:ln w="0">
            <a:noFill/>
          </a:ln>
        </p:spPr>
        <p:style>
          <a:lnRef idx="0"/>
          <a:fillRef idx="0"/>
          <a:effectRef idx="0"/>
          <a:fontRef idx="minor"/>
        </p:style>
        <p:txBody>
          <a:bodyPr wrap="none" lIns="0" rIns="0" tIns="0" bIns="0" anchor="t">
            <a:spAutoFit/>
          </a:bodyPr>
          <a:p>
            <a:pPr algn="r">
              <a:lnSpc>
                <a:spcPct val="106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900" spc="-1" strike="noStrike">
                <a:solidFill>
                  <a:srgbClr val="969696"/>
                </a:solidFill>
                <a:latin typeface="Arial"/>
              </a:rPr>
              <a:t>Gantt charts</a:t>
            </a:r>
            <a:endParaRPr b="1" lang="en-US" sz="900" spc="-1" strike="noStrike">
              <a:solidFill>
                <a:srgbClr val="000000"/>
              </a:solidFill>
              <a:latin typeface="Arial"/>
            </a:endParaRPr>
          </a:p>
        </p:txBody>
      </p:sp>
      <p:grpSp>
        <p:nvGrpSpPr>
          <p:cNvPr id="8036" name="Group 4"/>
          <p:cNvGrpSpPr/>
          <p:nvPr/>
        </p:nvGrpSpPr>
        <p:grpSpPr>
          <a:xfrm>
            <a:off x="7270920" y="5970600"/>
            <a:ext cx="1490400" cy="323640"/>
            <a:chOff x="7270920" y="5970600"/>
            <a:chExt cx="1490400" cy="323640"/>
          </a:xfrm>
        </p:grpSpPr>
        <p:sp>
          <p:nvSpPr>
            <p:cNvPr id="8037" name="Rectangle 5"/>
            <p:cNvSpPr/>
            <p:nvPr/>
          </p:nvSpPr>
          <p:spPr>
            <a:xfrm>
              <a:off x="7270920" y="5970600"/>
              <a:ext cx="1490400" cy="323640"/>
            </a:xfrm>
            <a:prstGeom prst="rect">
              <a:avLst/>
            </a:prstGeom>
            <a:solidFill>
              <a:srgbClr val="ffffff"/>
            </a:solidFill>
            <a:ln w="3240">
              <a:solidFill>
                <a:srgbClr val="003399"/>
              </a:solidFill>
              <a:miter/>
            </a:ln>
          </p:spPr>
          <p:style>
            <a:lnRef idx="0"/>
            <a:fillRef idx="0"/>
            <a:effectRef idx="0"/>
            <a:fontRef idx="minor"/>
          </p:style>
          <p:txBody>
            <a:bodyPr lIns="0" rIns="0" tIns="0" bIns="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38" name="Rectangle 6"/>
            <p:cNvSpPr/>
            <p:nvPr/>
          </p:nvSpPr>
          <p:spPr>
            <a:xfrm rot="18962400">
              <a:off x="7356240" y="6068520"/>
              <a:ext cx="136440" cy="12852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39" name="Text Box 7"/>
            <p:cNvSpPr/>
            <p:nvPr/>
          </p:nvSpPr>
          <p:spPr>
            <a:xfrm>
              <a:off x="7520040" y="6026040"/>
              <a:ext cx="650160" cy="21564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800" spc="-1" strike="noStrike">
                  <a:solidFill>
                    <a:srgbClr val="000000"/>
                  </a:solidFill>
                  <a:latin typeface="Arial"/>
                </a:rPr>
                <a:t>Milestone</a:t>
              </a:r>
              <a:endParaRPr b="1" lang="en-US" sz="800" spc="-1" strike="noStrike">
                <a:solidFill>
                  <a:srgbClr val="000000"/>
                </a:solidFill>
                <a:latin typeface="Arial"/>
              </a:endParaRPr>
            </a:p>
          </p:txBody>
        </p:sp>
      </p:grpSp>
      <p:graphicFrame>
        <p:nvGraphicFramePr>
          <p:cNvPr id="8040" name=""/>
          <p:cNvGraphicFramePr/>
          <p:nvPr/>
        </p:nvGraphicFramePr>
        <p:xfrm>
          <a:off x="395280" y="1406520"/>
          <a:ext cx="8345520" cy="4459320"/>
        </p:xfrm>
        <a:graphic>
          <a:graphicData uri="http://schemas.openxmlformats.org/drawingml/2006/table">
            <a:tbl>
              <a:tblPr/>
              <a:tblGrid>
                <a:gridCol w="2033640"/>
                <a:gridCol w="789120"/>
                <a:gridCol w="788760"/>
                <a:gridCol w="789120"/>
                <a:gridCol w="788760"/>
                <a:gridCol w="789120"/>
                <a:gridCol w="789120"/>
                <a:gridCol w="788760"/>
                <a:gridCol w="789120"/>
              </a:tblGrid>
              <a:tr h="30600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a:noFill/>
                    </a:lnL>
                    <a:lnR w="5760">
                      <a:solidFill>
                        <a:srgbClr val="8099cc"/>
                      </a:solidFill>
                      <a:prstDash val="solid"/>
                    </a:lnR>
                    <a:lnT>
                      <a:noFill/>
                    </a:lnT>
                    <a:lnB>
                      <a:noFill/>
                    </a:lnB>
                    <a:noFill/>
                  </a:tcPr>
                </a:tc>
                <a:tc>
                  <a:txBody>
                    <a:bodyPr lIns="72000" rIns="72000" tIns="72000" bIns="720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8099cc"/>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mm/dd</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8099cc"/>
                      </a:solidFill>
                      <a:prstDash val="solid"/>
                    </a:lnR>
                    <a:lnT w="5760">
                      <a:solidFill>
                        <a:srgbClr val="8099cc"/>
                      </a:solidFill>
                      <a:prstDash val="solid"/>
                    </a:lnT>
                    <a:lnB w="5760">
                      <a:solidFill>
                        <a:srgbClr val="ffffff"/>
                      </a:solidFill>
                      <a:prstDash val="solid"/>
                    </a:lnB>
                    <a:solidFill>
                      <a:srgbClr val="8099cc"/>
                    </a:solidFill>
                  </a:tcPr>
                </a:tc>
              </a:tr>
              <a:tr h="30636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a:noFill/>
                    </a:lnL>
                    <a:lnR w="5760">
                      <a:solidFill>
                        <a:srgbClr val="8099cc"/>
                      </a:solidFill>
                      <a:prstDash val="solid"/>
                    </a:lnR>
                    <a:lnT>
                      <a:noFill/>
                    </a:lnT>
                    <a:lnB>
                      <a:noFill/>
                    </a:lnB>
                    <a:no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8099cc"/>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2</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3</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4</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5</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6</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7</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ffffff"/>
                      </a:solidFill>
                      <a:prstDash val="solid"/>
                    </a:lnR>
                    <a:lnT w="5760">
                      <a:solidFill>
                        <a:srgbClr val="ffffff"/>
                      </a:solidFill>
                      <a:prstDash val="solid"/>
                    </a:lnT>
                    <a:lnB w="5760">
                      <a:solidFill>
                        <a:srgbClr val="8099cc"/>
                      </a:solidFill>
                      <a:prstDash val="solid"/>
                    </a:lnB>
                    <a:solidFill>
                      <a:srgbClr val="8099cc"/>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8</a:t>
                      </a:r>
                      <a:endParaRPr b="1" lang="en-US" sz="1000" spc="-1" strike="noStrike">
                        <a:solidFill>
                          <a:srgbClr val="000000"/>
                        </a:solidFill>
                        <a:latin typeface="Arial"/>
                      </a:endParaRPr>
                    </a:p>
                  </a:txBody>
                  <a:tcPr anchor="t" marL="72000" marR="72000">
                    <a:lnL w="5760">
                      <a:solidFill>
                        <a:srgbClr val="ffffff"/>
                      </a:solidFill>
                      <a:prstDash val="solid"/>
                    </a:lnL>
                    <a:lnR w="5760">
                      <a:solidFill>
                        <a:srgbClr val="8099cc"/>
                      </a:solidFill>
                      <a:prstDash val="solid"/>
                    </a:lnR>
                    <a:lnT w="5760">
                      <a:solidFill>
                        <a:srgbClr val="ffffff"/>
                      </a:solidFill>
                      <a:prstDash val="solid"/>
                    </a:lnT>
                    <a:lnB w="5760">
                      <a:solidFill>
                        <a:srgbClr val="8099cc"/>
                      </a:solidFill>
                      <a:prstDash val="solid"/>
                    </a:lnB>
                    <a:solidFill>
                      <a:srgbClr val="8099cc"/>
                    </a:solidFill>
                  </a:tcPr>
                </a:tc>
              </a:tr>
              <a:tr h="32076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Heading</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8099cc"/>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5760">
                      <a:solidFill>
                        <a:srgbClr val="8099cc"/>
                      </a:solidFill>
                      <a:prstDash val="solid"/>
                    </a:lnT>
                    <a:lnB w="13680">
                      <a:solidFill>
                        <a:srgbClr val="ffffff"/>
                      </a:solidFill>
                      <a:prstDash val="solid"/>
                    </a:lnB>
                    <a:noFill/>
                  </a:tcPr>
                </a:tc>
              </a:tr>
              <a:tr h="32040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Heading</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40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Heading</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no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solidFill>
                      <a:srgbClr val="80cccc"/>
                    </a:solidFill>
                  </a:tcPr>
                </a:tc>
              </a:tr>
              <a:tr h="32040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solidFill>
                      <a:srgbClr val="80cccc"/>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solidFill>
                      <a:srgbClr val="80cccc"/>
                    </a:solidFill>
                  </a:tcPr>
                </a:tc>
              </a:tr>
              <a:tr h="32076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w="13680">
                      <a:solidFill>
                        <a:srgbClr val="ffffff"/>
                      </a:solidFill>
                      <a:prstDash val="solid"/>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w="13680">
                      <a:solidFill>
                        <a:srgbClr val="ffffff"/>
                      </a:solidFill>
                      <a:prstDash val="solid"/>
                    </a:lnB>
                    <a:solidFill>
                      <a:srgbClr val="80cccc"/>
                    </a:solidFill>
                  </a:tcPr>
                </a:tc>
              </a:tr>
              <a:tr h="319680">
                <a:tc>
                  <a:txBody>
                    <a:bodyPr lIns="72000" rIns="72000" tIns="72000" bIns="72000" anchor="t">
                      <a:noAutofit/>
                    </a:bodyPr>
                    <a:p>
                      <a:pPr lvl="1" marL="179280" indent="-177840">
                        <a:lnSpc>
                          <a:spcPct val="106000"/>
                        </a:lnSpc>
                        <a:spcBef>
                          <a:spcPts val="1001"/>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Bullet</a:t>
                      </a:r>
                      <a:endParaRPr b="1" lang="en-US" sz="1000" spc="-1" strike="noStrike">
                        <a:solidFill>
                          <a:srgbClr val="000000"/>
                        </a:solidFill>
                        <a:latin typeface="Arial"/>
                      </a:endParaRPr>
                    </a:p>
                  </a:txBody>
                  <a:tcPr anchor="t" marL="72000" marR="72000">
                    <a:lnL>
                      <a:noFill/>
                    </a:lnL>
                    <a:lnR w="5760">
                      <a:solidFill>
                        <a:srgbClr val="003399"/>
                      </a:solidFill>
                      <a:prstDash val="solid"/>
                    </a:lnR>
                    <a:lnT>
                      <a:noFill/>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13680">
                      <a:solidFill>
                        <a:srgbClr val="ffffff"/>
                      </a:solidFill>
                      <a:prstDash val="solid"/>
                    </a:lnT>
                    <a:lnB>
                      <a:noFill/>
                    </a:lnB>
                    <a:no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a:noFill/>
                    </a:lnR>
                    <a:lnT w="13680">
                      <a:solidFill>
                        <a:srgbClr val="ffffff"/>
                      </a:solidFill>
                      <a:prstDash val="solid"/>
                    </a:lnT>
                    <a:lnB>
                      <a:noFill/>
                    </a:lnB>
                    <a:noFill/>
                  </a:tcPr>
                </a:tc>
              </a:tr>
            </a:tbl>
          </a:graphicData>
        </a:graphic>
      </p:graphicFrame>
      <p:grpSp>
        <p:nvGrpSpPr>
          <p:cNvPr id="8041" name="Group 196"/>
          <p:cNvGrpSpPr/>
          <p:nvPr/>
        </p:nvGrpSpPr>
        <p:grpSpPr>
          <a:xfrm>
            <a:off x="2448000" y="1161000"/>
            <a:ext cx="6306840" cy="159840"/>
            <a:chOff x="2448000" y="1161000"/>
            <a:chExt cx="6306840" cy="159840"/>
          </a:xfrm>
        </p:grpSpPr>
        <p:sp>
          <p:nvSpPr>
            <p:cNvPr id="8042" name="Line 197"/>
            <p:cNvSpPr/>
            <p:nvPr/>
          </p:nvSpPr>
          <p:spPr>
            <a:xfrm>
              <a:off x="2448000" y="1240200"/>
              <a:ext cx="6306840" cy="0"/>
            </a:xfrm>
            <a:prstGeom prst="line">
              <a:avLst/>
            </a:prstGeom>
            <a:ln cap="rnd"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43" name="Rectangle 198"/>
            <p:cNvSpPr/>
            <p:nvPr/>
          </p:nvSpPr>
          <p:spPr>
            <a:xfrm>
              <a:off x="4735800" y="1161000"/>
              <a:ext cx="1732680" cy="159840"/>
            </a:xfrm>
            <a:prstGeom prst="rect">
              <a:avLst/>
            </a:prstGeom>
            <a:solidFill>
              <a:srgbClr val="ffffff"/>
            </a:solidFill>
            <a:ln w="0">
              <a:noFill/>
            </a:ln>
          </p:spPr>
          <p:style>
            <a:lnRef idx="0"/>
            <a:fillRef idx="0"/>
            <a:effectRef idx="0"/>
            <a:fontRef idx="minor"/>
          </p:style>
          <p:txBody>
            <a:bodyPr wrap="none" lIns="72000" rIns="72000" tIns="0" bIns="0" anchor="b" anchorCtr="1">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Timeline (Hours/Weeks)</a:t>
              </a:r>
              <a:endParaRPr b="1" lang="en-US" sz="1100" spc="-1" strike="noStrike">
                <a:solidFill>
                  <a:srgbClr val="000000"/>
                </a:solidFill>
                <a:latin typeface="Arial"/>
              </a:endParaRPr>
            </a:p>
          </p:txBody>
        </p:sp>
      </p:grpSp>
      <p:sp>
        <p:nvSpPr>
          <p:cNvPr id="8044" name="Rectangle 199"/>
          <p:cNvSpPr/>
          <p:nvPr/>
        </p:nvSpPr>
        <p:spPr>
          <a:xfrm rot="2700000">
            <a:off x="275364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45" name="Rectangle 200"/>
          <p:cNvSpPr/>
          <p:nvPr/>
        </p:nvSpPr>
        <p:spPr>
          <a:xfrm rot="2700000">
            <a:off x="352512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46" name="Rectangle 201"/>
          <p:cNvSpPr/>
          <p:nvPr/>
        </p:nvSpPr>
        <p:spPr>
          <a:xfrm rot="2700000">
            <a:off x="430920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47" name="Rectangle 202"/>
          <p:cNvSpPr/>
          <p:nvPr/>
        </p:nvSpPr>
        <p:spPr>
          <a:xfrm rot="2700000">
            <a:off x="513180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48" name="Rectangle 203"/>
          <p:cNvSpPr/>
          <p:nvPr/>
        </p:nvSpPr>
        <p:spPr>
          <a:xfrm rot="2700000">
            <a:off x="590004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49" name="Rectangle 204"/>
          <p:cNvSpPr/>
          <p:nvPr/>
        </p:nvSpPr>
        <p:spPr>
          <a:xfrm rot="2700000">
            <a:off x="669060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50" name="Rectangle 205"/>
          <p:cNvSpPr/>
          <p:nvPr/>
        </p:nvSpPr>
        <p:spPr>
          <a:xfrm rot="2700000">
            <a:off x="748116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51" name="Rectangle 206"/>
          <p:cNvSpPr/>
          <p:nvPr/>
        </p:nvSpPr>
        <p:spPr>
          <a:xfrm rot="2700000">
            <a:off x="8273160" y="2110680"/>
            <a:ext cx="133200" cy="131760"/>
          </a:xfrm>
          <a:prstGeom prst="rect">
            <a:avLst/>
          </a:prstGeom>
          <a:solidFill>
            <a:srgbClr val="003399"/>
          </a:solidFill>
          <a:ln w="9360">
            <a:solidFill>
              <a:srgbClr val="ffffff"/>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5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B1A09A-D3C2-4752-892C-F71674E6ECF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5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ＭＳ Ｐゴシック"/>
              </a:rPr>
              <a:t>Update history</a:t>
            </a:r>
            <a:endParaRPr b="1" lang="en-US" sz="1600" spc="-1" strike="noStrike">
              <a:solidFill>
                <a:srgbClr val="000000"/>
              </a:solidFill>
              <a:latin typeface="Arial"/>
            </a:endParaRPr>
          </a:p>
        </p:txBody>
      </p:sp>
      <p:graphicFrame>
        <p:nvGraphicFramePr>
          <p:cNvPr id="8055" name=""/>
          <p:cNvGraphicFramePr/>
          <p:nvPr/>
        </p:nvGraphicFramePr>
        <p:xfrm>
          <a:off x="396720" y="1397160"/>
          <a:ext cx="8348760" cy="4514760"/>
        </p:xfrm>
        <a:graphic>
          <a:graphicData uri="http://schemas.openxmlformats.org/drawingml/2006/table">
            <a:tbl>
              <a:tblPr/>
              <a:tblGrid>
                <a:gridCol w="719280"/>
                <a:gridCol w="1360440"/>
                <a:gridCol w="4678560"/>
                <a:gridCol w="1590480"/>
              </a:tblGrid>
              <a:tr h="308160">
                <a:tc>
                  <a:txBody>
                    <a:bodyPr lIns="73080" rIns="73080" tIns="73080" bIns="7308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Version #</a:t>
                      </a:r>
                      <a:endParaRPr b="1" lang="en-US" sz="1000" spc="-1" strike="noStrike">
                        <a:solidFill>
                          <a:srgbClr val="000000"/>
                        </a:solidFill>
                        <a:latin typeface="Arial"/>
                      </a:endParaRPr>
                    </a:p>
                  </a:txBody>
                  <a:tcPr anchor="ctr" marL="73080" marR="73080">
                    <a:lnL>
                      <a:noFill/>
                    </a:lnL>
                    <a:lnR w="5760">
                      <a:solidFill>
                        <a:srgbClr val="ffffff"/>
                      </a:solidFill>
                      <a:prstDash val="solid"/>
                    </a:lnR>
                    <a:lnT w="5760">
                      <a:solidFill>
                        <a:srgbClr val="ffffff"/>
                      </a:solidFill>
                      <a:prstDash val="solid"/>
                    </a:lnT>
                    <a:lnB w="5760">
                      <a:solidFill>
                        <a:srgbClr val="ffffff"/>
                      </a:solidFill>
                      <a:prstDash val="solid"/>
                    </a:lnB>
                    <a:solidFill>
                      <a:srgbClr val="8099cc"/>
                    </a:solidFill>
                  </a:tcPr>
                </a:tc>
                <a:tc>
                  <a:txBody>
                    <a:bodyPr lIns="73080" rIns="73080" tIns="73080" bIns="7308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Update</a:t>
                      </a:r>
                      <a:endParaRPr b="1" lang="en-US" sz="1000" spc="-1" strike="noStrike">
                        <a:solidFill>
                          <a:srgbClr val="000000"/>
                        </a:solidFill>
                        <a:latin typeface="Arial"/>
                      </a:endParaRPr>
                    </a:p>
                  </a:txBody>
                  <a:tcPr anchor="ctr" marL="73080" marR="7308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8099cc"/>
                    </a:solidFill>
                  </a:tcPr>
                </a:tc>
                <a:tc>
                  <a:txBody>
                    <a:bodyPr lIns="73080" rIns="73080" tIns="73080" bIns="7308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Item</a:t>
                      </a:r>
                      <a:endParaRPr b="1" lang="en-US" sz="1000" spc="-1" strike="noStrike">
                        <a:solidFill>
                          <a:srgbClr val="000000"/>
                        </a:solidFill>
                        <a:latin typeface="Arial"/>
                      </a:endParaRPr>
                    </a:p>
                  </a:txBody>
                  <a:tcPr anchor="ctr" marL="73080" marR="7308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8099cc"/>
                    </a:solidFill>
                  </a:tcPr>
                </a:tc>
                <a:tc>
                  <a:txBody>
                    <a:bodyPr lIns="73080" rIns="73080" tIns="73080" bIns="7308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Author</a:t>
                      </a:r>
                      <a:endParaRPr b="1" lang="en-US" sz="1000" spc="-1" strike="noStrike">
                        <a:solidFill>
                          <a:srgbClr val="000000"/>
                        </a:solidFill>
                        <a:latin typeface="Arial"/>
                      </a:endParaRPr>
                    </a:p>
                  </a:txBody>
                  <a:tcPr anchor="ctr" marL="73080" marR="73080">
                    <a:lnL w="5760">
                      <a:solidFill>
                        <a:srgbClr val="ffffff"/>
                      </a:solidFill>
                      <a:prstDash val="solid"/>
                    </a:lnL>
                    <a:lnR w="5760">
                      <a:solidFill>
                        <a:srgbClr val="ffffff"/>
                      </a:solidFill>
                      <a:prstDash val="solid"/>
                    </a:lnR>
                    <a:lnT w="5760">
                      <a:solidFill>
                        <a:srgbClr val="ffffff"/>
                      </a:solidFill>
                      <a:prstDash val="solid"/>
                    </a:lnT>
                    <a:lnB w="5760">
                      <a:solidFill>
                        <a:srgbClr val="ffffff"/>
                      </a:solidFill>
                      <a:prstDash val="solid"/>
                    </a:lnB>
                    <a:solidFill>
                      <a:srgbClr val="8099cc"/>
                    </a:solid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5760">
                      <a:solidFill>
                        <a:srgbClr val="ffffff"/>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5760">
                      <a:solidFill>
                        <a:srgbClr val="ffffff"/>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5760">
                      <a:solidFill>
                        <a:srgbClr val="ffffff"/>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5760">
                      <a:solidFill>
                        <a:srgbClr val="ffffff"/>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w="4320">
                      <a:solidFill>
                        <a:srgbClr val="003399"/>
                      </a:solidFill>
                      <a:prstDash val="solid"/>
                    </a:lnB>
                    <a:noFill/>
                  </a:tcPr>
                </a:tc>
              </a:tr>
              <a:tr h="421200">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a:noFill/>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a:noFill/>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a:noFill/>
                    </a:lnB>
                    <a:noFill/>
                  </a:tcPr>
                </a:tc>
                <a:tc>
                  <a:txBody>
                    <a:bodyPr lIns="72000" rIns="72000" tIns="129600" bIns="129600" anchor="ctr">
                      <a:noAutofit/>
                    </a:bodyPr>
                    <a:p>
                      <a:pPr algn="ctr">
                        <a:lnSpc>
                          <a:spcPct val="106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a:noFill/>
                    </a:lnL>
                    <a:lnR>
                      <a:noFill/>
                    </a:lnR>
                    <a:lnT w="4320">
                      <a:solidFill>
                        <a:srgbClr val="003399"/>
                      </a:solidFill>
                      <a:prstDash val="solid"/>
                    </a:lnT>
                    <a:lnB>
                      <a:noFill/>
                    </a:lnB>
                    <a:noFill/>
                  </a:tcPr>
                </a:tc>
              </a:tr>
            </a:tbl>
          </a:graphicData>
        </a:graphic>
      </p:graphicFrame>
      <p:grpSp>
        <p:nvGrpSpPr>
          <p:cNvPr id="8056" name="Group 76"/>
          <p:cNvGrpSpPr/>
          <p:nvPr/>
        </p:nvGrpSpPr>
        <p:grpSpPr>
          <a:xfrm>
            <a:off x="399960" y="1160640"/>
            <a:ext cx="8361000" cy="159840"/>
            <a:chOff x="399960" y="1160640"/>
            <a:chExt cx="8361000" cy="159840"/>
          </a:xfrm>
        </p:grpSpPr>
        <p:sp>
          <p:nvSpPr>
            <p:cNvPr id="8057" name="Line 77"/>
            <p:cNvSpPr/>
            <p:nvPr/>
          </p:nvSpPr>
          <p:spPr>
            <a:xfrm>
              <a:off x="399960" y="1234800"/>
              <a:ext cx="8361000" cy="0"/>
            </a:xfrm>
            <a:prstGeom prst="line">
              <a:avLst/>
            </a:prstGeom>
            <a:ln cap="rnd"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58" name="Rectangle 78"/>
            <p:cNvSpPr/>
            <p:nvPr/>
          </p:nvSpPr>
          <p:spPr>
            <a:xfrm>
              <a:off x="4271040" y="1160640"/>
              <a:ext cx="618840" cy="159840"/>
            </a:xfrm>
            <a:prstGeom prst="rect">
              <a:avLst/>
            </a:prstGeom>
            <a:solidFill>
              <a:srgbClr val="ffffff"/>
            </a:solidFill>
            <a:ln w="0">
              <a:noFill/>
            </a:ln>
          </p:spPr>
          <p:style>
            <a:lnRef idx="0"/>
            <a:fillRef idx="0"/>
            <a:effectRef idx="0"/>
            <a:fontRef idx="minor"/>
          </p:style>
          <p:txBody>
            <a:bodyPr wrap="none" lIns="72000" rIns="72000" tIns="0" bIns="0" anchor="b" anchorCtr="1">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Header</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6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F08BA9-2461-4D24-8181-0FFAFC114B4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6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Table</a:t>
            </a:r>
            <a:endParaRPr b="1" lang="en-US" sz="1600" spc="-1" strike="noStrike">
              <a:solidFill>
                <a:srgbClr val="000000"/>
              </a:solidFill>
              <a:latin typeface="Arial"/>
            </a:endParaRPr>
          </a:p>
        </p:txBody>
      </p:sp>
      <p:graphicFrame>
        <p:nvGraphicFramePr>
          <p:cNvPr id="8062" name=""/>
          <p:cNvGraphicFramePr/>
          <p:nvPr/>
        </p:nvGraphicFramePr>
        <p:xfrm>
          <a:off x="654120" y="1682640"/>
          <a:ext cx="7719840" cy="4268880"/>
        </p:xfrm>
        <a:graphic>
          <a:graphicData uri="http://schemas.openxmlformats.org/drawingml/2006/table">
            <a:tbl>
              <a:tblPr/>
              <a:tblGrid>
                <a:gridCol w="1473120"/>
                <a:gridCol w="1600200"/>
                <a:gridCol w="1650960"/>
                <a:gridCol w="426960"/>
                <a:gridCol w="427320"/>
                <a:gridCol w="426960"/>
                <a:gridCol w="1714320"/>
              </a:tblGrid>
              <a:tr h="304920">
                <a:tc rowSpan="2">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8099cc"/>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rowSpan="2">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rowSpan="2">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gridSpan="3">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8099cc"/>
                      </a:solidFill>
                      <a:prstDash val="solid"/>
                    </a:lnT>
                    <a:lnB w="5760">
                      <a:solidFill>
                        <a:srgbClr val="ffffff"/>
                      </a:solidFill>
                      <a:prstDash val="solid"/>
                    </a:lnB>
                    <a:solidFill>
                      <a:srgbClr val="8099cc"/>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h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rowSpan="2">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Comments</a:t>
                      </a:r>
                      <a:endParaRPr b="1" lang="en-US" sz="1000" spc="-1" strike="noStrike">
                        <a:solidFill>
                          <a:srgbClr val="000000"/>
                        </a:solidFill>
                        <a:latin typeface="Arial"/>
                      </a:endParaRPr>
                    </a:p>
                  </a:txBody>
                  <a:tcPr anchor="ctr">
                    <a:lnL w="57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304920">
                <a:tc v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v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v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ffffff"/>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ffffff"/>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xxx</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ffffff"/>
                      </a:solidFill>
                      <a:prstDash val="solid"/>
                    </a:lnT>
                    <a:lnB w="5760">
                      <a:solidFill>
                        <a:srgbClr val="003399"/>
                      </a:solidFill>
                      <a:prstDash val="solid"/>
                    </a:lnB>
                    <a:solidFill>
                      <a:srgbClr val="8099cc"/>
                    </a:solidFill>
                  </a:tcPr>
                </a:tc>
                <a:tc vMerge="1">
                  <a: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a:noFill/>
                    </a:lnL>
                    <a:lnR>
                      <a:noFill/>
                    </a:lnR>
                    <a:lnT>
                      <a:noFill/>
                    </a:lnT>
                    <a:lnB>
                      <a:noFill/>
                    </a:lnB>
                    <a:solidFill>
                      <a:srgbClr val="729fcf"/>
                    </a:solidFill>
                  </a:tcPr>
                </a:tc>
              </a:tr>
              <a:tr h="731880">
                <a:tc>
                  <a:txBody>
                    <a:bodyPr lIns="72000" rIns="72000" tIns="72000" bIns="72000" anchor="ctr">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Centered ...</a:t>
                      </a:r>
                      <a:endParaRPr b="1" lang="en-US" sz="1000" spc="-1" strike="noStrike">
                        <a:solidFill>
                          <a:srgbClr val="000000"/>
                        </a:solidFill>
                        <a:latin typeface="Arial"/>
                      </a:endParaRPr>
                    </a:p>
                  </a:txBody>
                  <a:tcPr anchor="ctr"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1520">
                <a:tc>
                  <a:txBody>
                    <a:bodyPr lIns="72000" rIns="72000" tIns="72000" bIns="72000" anchor="ctr">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1880">
                <a:tc>
                  <a:txBody>
                    <a:bodyPr lIns="72000" rIns="72000" tIns="72000" bIns="72000" anchor="ctr">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 </a:t>
                      </a:r>
                      <a:r>
                        <a:rPr b="1" lang="de-DE" sz="1000" spc="-1" strike="noStrike">
                          <a:solidFill>
                            <a:srgbClr val="000000"/>
                          </a:solidFill>
                          <a:latin typeface="Arial"/>
                        </a:rPr>
                        <a:t>or justified</a:t>
                      </a:r>
                      <a:endParaRPr b="1" lang="en-US" sz="1000" spc="-1" strike="noStrike">
                        <a:solidFill>
                          <a:srgbClr val="000000"/>
                        </a:solidFill>
                        <a:latin typeface="Arial"/>
                      </a:endParaRPr>
                    </a:p>
                  </a:txBody>
                  <a:tcPr anchor="ctr"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1880">
                <a:tc>
                  <a:txBody>
                    <a:bodyPr lIns="72000" rIns="72000" tIns="72000" bIns="72000" anchor="ctr">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731880">
                <a:tc>
                  <a:txBody>
                    <a:bodyPr lIns="72000" rIns="72000" tIns="72000" bIns="72000" anchor="ctr">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xx</a:t>
                      </a:r>
                      <a:endParaRPr b="1" lang="en-US" sz="1000" spc="-1" strike="noStrike">
                        <a:solidFill>
                          <a:srgbClr val="000000"/>
                        </a:solidFill>
                        <a:latin typeface="Arial"/>
                      </a:endParaRPr>
                    </a:p>
                  </a:txBody>
                  <a:tcPr anchor="ctr"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1</a:t>
                      </a:r>
                      <a:endParaRPr b="1" lang="en-US" sz="10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6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4D580F-75E9-44FA-80E7-35CBF4E8A65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6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Progress chart</a:t>
            </a:r>
            <a:endParaRPr b="1" lang="en-US" sz="1600" spc="-1" strike="noStrike">
              <a:solidFill>
                <a:srgbClr val="000000"/>
              </a:solidFill>
              <a:latin typeface="Arial"/>
            </a:endParaRPr>
          </a:p>
        </p:txBody>
      </p:sp>
      <p:graphicFrame>
        <p:nvGraphicFramePr>
          <p:cNvPr id="8066" name=""/>
          <p:cNvGraphicFramePr/>
          <p:nvPr/>
        </p:nvGraphicFramePr>
        <p:xfrm>
          <a:off x="717480" y="1746360"/>
          <a:ext cx="7658280" cy="4146480"/>
        </p:xfrm>
        <a:graphic>
          <a:graphicData uri="http://schemas.openxmlformats.org/drawingml/2006/table">
            <a:tbl>
              <a:tblPr/>
              <a:tblGrid>
                <a:gridCol w="1130400"/>
                <a:gridCol w="4813200"/>
                <a:gridCol w="1714680"/>
              </a:tblGrid>
              <a:tr h="46044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When</a:t>
                      </a:r>
                      <a:endParaRPr b="1" lang="en-US" sz="1000" spc="-1" strike="noStrike">
                        <a:solidFill>
                          <a:srgbClr val="000000"/>
                        </a:solidFill>
                        <a:latin typeface="Arial"/>
                      </a:endParaRPr>
                    </a:p>
                  </a:txBody>
                  <a:tcPr anchor="ctr">
                    <a:lnL w="5760">
                      <a:solidFill>
                        <a:srgbClr val="8099cc"/>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What</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Who</a:t>
                      </a:r>
                      <a:endParaRPr b="1" lang="en-US" sz="1000" spc="-1" strike="noStrike">
                        <a:solidFill>
                          <a:srgbClr val="000000"/>
                        </a:solidFill>
                        <a:latin typeface="Arial"/>
                      </a:endParaRPr>
                    </a:p>
                  </a:txBody>
                  <a:tcPr anchor="ctr">
                    <a:lnL w="57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46188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5864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6188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6044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6188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5900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6188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46044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10.30 - 11.30</a:t>
                      </a:r>
                      <a:endParaRPr b="1" lang="en-US" sz="1000" spc="-1" strike="noStrike">
                        <a:solidFill>
                          <a:srgbClr val="000000"/>
                        </a:solidFill>
                        <a:latin typeface="Arial"/>
                      </a:endParaRPr>
                    </a:p>
                  </a:txBody>
                  <a:tcPr anchor="ctr">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6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F582763-38E9-49D0-8C6D-B0A82BB0102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6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Progress chart</a:t>
            </a:r>
            <a:endParaRPr b="1" lang="en-US" sz="1600" spc="-1" strike="noStrike">
              <a:solidFill>
                <a:srgbClr val="000000"/>
              </a:solidFill>
              <a:latin typeface="Arial"/>
            </a:endParaRPr>
          </a:p>
        </p:txBody>
      </p:sp>
      <p:graphicFrame>
        <p:nvGraphicFramePr>
          <p:cNvPr id="8070" name=""/>
          <p:cNvGraphicFramePr/>
          <p:nvPr/>
        </p:nvGraphicFramePr>
        <p:xfrm>
          <a:off x="647640" y="1901880"/>
          <a:ext cx="7734240" cy="3813120"/>
        </p:xfrm>
        <a:graphic>
          <a:graphicData uri="http://schemas.openxmlformats.org/drawingml/2006/table">
            <a:tbl>
              <a:tblPr/>
              <a:tblGrid>
                <a:gridCol w="2800440"/>
                <a:gridCol w="1282680"/>
                <a:gridCol w="1270080"/>
                <a:gridCol w="2381040"/>
              </a:tblGrid>
              <a:tr h="460440">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What</a:t>
                      </a:r>
                      <a:endParaRPr b="1" lang="en-US" sz="1000" spc="-1" strike="noStrike">
                        <a:solidFill>
                          <a:srgbClr val="000000"/>
                        </a:solidFill>
                        <a:latin typeface="Arial"/>
                      </a:endParaRPr>
                    </a:p>
                  </a:txBody>
                  <a:tcPr anchor="ctr">
                    <a:lnL w="5760">
                      <a:solidFill>
                        <a:srgbClr val="8099cc"/>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Who</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When</a:t>
                      </a:r>
                      <a:endParaRPr b="1" lang="en-US" sz="1000" spc="-1" strike="noStrike">
                        <a:solidFill>
                          <a:srgbClr val="000000"/>
                        </a:solidFill>
                        <a:latin typeface="Arial"/>
                      </a:endParaRPr>
                    </a:p>
                  </a:txBody>
                  <a:tcPr anchor="ctr">
                    <a:lnL w="5760">
                      <a:solidFill>
                        <a:srgbClr val="ffffff"/>
                      </a:solidFill>
                      <a:prstDash val="solid"/>
                    </a:lnL>
                    <a:lnR w="5760">
                      <a:solidFill>
                        <a:srgbClr val="ffffff"/>
                      </a:solidFill>
                      <a:prstDash val="solid"/>
                    </a:lnR>
                    <a:lnT w="5760">
                      <a:solidFill>
                        <a:srgbClr val="8099cc"/>
                      </a:solidFill>
                      <a:prstDash val="solid"/>
                    </a:lnT>
                    <a:lnB w="5760">
                      <a:solidFill>
                        <a:srgbClr val="003399"/>
                      </a:solidFill>
                      <a:prstDash val="solid"/>
                    </a:lnB>
                    <a:solidFill>
                      <a:srgbClr val="8099cc"/>
                    </a:solidFill>
                  </a:tcPr>
                </a:tc>
                <a:tc>
                  <a:txBody>
                    <a:bodyPr lIns="0" rIns="0" tIns="0" bIns="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000" spc="-1" strike="noStrike">
                          <a:solidFill>
                            <a:srgbClr val="000000"/>
                          </a:solidFill>
                          <a:latin typeface="Arial"/>
                        </a:rPr>
                        <a:t>Impact</a:t>
                      </a:r>
                      <a:endParaRPr b="1" lang="en-US" sz="1000" spc="-1" strike="noStrike">
                        <a:solidFill>
                          <a:srgbClr val="000000"/>
                        </a:solidFill>
                        <a:latin typeface="Arial"/>
                      </a:endParaRPr>
                    </a:p>
                  </a:txBody>
                  <a:tcPr anchor="ctr">
                    <a:lnL w="5760">
                      <a:solidFill>
                        <a:srgbClr val="ffffff"/>
                      </a:solidFill>
                      <a:prstDash val="solid"/>
                    </a:lnL>
                    <a:lnR w="5760">
                      <a:solidFill>
                        <a:srgbClr val="8099cc"/>
                      </a:solidFill>
                      <a:prstDash val="solid"/>
                    </a:lnR>
                    <a:lnT w="5760">
                      <a:solidFill>
                        <a:srgbClr val="8099cc"/>
                      </a:solidFill>
                      <a:prstDash val="solid"/>
                    </a:lnT>
                    <a:lnB w="5760">
                      <a:solidFill>
                        <a:srgbClr val="003399"/>
                      </a:solidFill>
                      <a:prstDash val="solid"/>
                    </a:lnB>
                    <a:solidFill>
                      <a:srgbClr val="8099cc"/>
                    </a:solidFill>
                  </a:tcPr>
                </a:tc>
              </a:tr>
              <a:tr h="457200">
                <a:tc>
                  <a:txBody>
                    <a:bodyPr lIns="72000" rIns="72000" tIns="72000" bIns="72000" anchor="ctr">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r h="2895480">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c>
                  <a:txBody>
                    <a:bodyPr lIns="72000" rIns="72000" tIns="72000" bIns="72000" anchor="t">
                      <a:noAutofit/>
                    </a:bodyPr>
                    <a:p>
                      <a:pP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72000" marR="72000">
                    <a:lnL w="5760">
                      <a:solidFill>
                        <a:srgbClr val="003399"/>
                      </a:solidFill>
                      <a:prstDash val="solid"/>
                    </a:lnL>
                    <a:lnR w="5760">
                      <a:solidFill>
                        <a:srgbClr val="003399"/>
                      </a:solidFill>
                      <a:prstDash val="solid"/>
                    </a:lnR>
                    <a:lnT w="5760">
                      <a:solidFill>
                        <a:srgbClr val="003399"/>
                      </a:solidFill>
                      <a:prstDash val="solid"/>
                    </a:lnT>
                    <a:lnB w="5760">
                      <a:solidFill>
                        <a:srgbClr val="003399"/>
                      </a:solidFill>
                      <a:prstDash val="solid"/>
                    </a:lnB>
                    <a:solidFill>
                      <a:srgbClr val="ffffff"/>
                    </a:solidFill>
                  </a:tcPr>
                </a:tc>
              </a:tr>
            </a:tbl>
          </a:graphicData>
        </a:graphic>
      </p:graphicFrame>
    </p:spTree>
  </p:cSld>
  <mc:AlternateContent>
    <mc:Choice Requires="p14">
      <p:transition spd="slow" p14:dur="2000"/>
    </mc:Choice>
    <mc:Fallback>
      <p:transition spd="slow"/>
    </mc:Fallback>
  </mc:AlternateContent>
</p:sld>
</file>

<file path=ppt/slides/slide2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1"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72"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A959B5-BD5B-42D9-B34C-617852D12BE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07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Phases and threads with chevrons</a:t>
            </a:r>
            <a:endParaRPr b="1" lang="en-US" sz="1600" spc="-1" strike="noStrike">
              <a:solidFill>
                <a:srgbClr val="000000"/>
              </a:solidFill>
              <a:latin typeface="Arial"/>
            </a:endParaRPr>
          </a:p>
        </p:txBody>
      </p:sp>
      <p:grpSp>
        <p:nvGrpSpPr>
          <p:cNvPr id="8074" name="Group 3"/>
          <p:cNvGrpSpPr/>
          <p:nvPr/>
        </p:nvGrpSpPr>
        <p:grpSpPr>
          <a:xfrm>
            <a:off x="1647720" y="1628640"/>
            <a:ext cx="7045200" cy="648000"/>
            <a:chOff x="1647720" y="1628640"/>
            <a:chExt cx="7045200" cy="648000"/>
          </a:xfrm>
        </p:grpSpPr>
        <p:sp>
          <p:nvSpPr>
            <p:cNvPr id="8075" name="AutoShape 4"/>
            <p:cNvSpPr/>
            <p:nvPr/>
          </p:nvSpPr>
          <p:spPr>
            <a:xfrm>
              <a:off x="5159160" y="1628640"/>
              <a:ext cx="1783080" cy="648000"/>
            </a:xfrm>
            <a:custGeom>
              <a:avLst/>
              <a:gdLst>
                <a:gd name="textAreaLeft" fmla="*/ 0 w 1783080"/>
                <a:gd name="textAreaRight" fmla="*/ 1783440 w 1783080"/>
                <a:gd name="textAreaTop" fmla="*/ 0 h 648000"/>
                <a:gd name="textAreaBottom" fmla="*/ 648000 h 64800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8076" name="AutoShape 5"/>
            <p:cNvSpPr/>
            <p:nvPr/>
          </p:nvSpPr>
          <p:spPr>
            <a:xfrm>
              <a:off x="6911640" y="1628640"/>
              <a:ext cx="1781280" cy="648000"/>
            </a:xfrm>
            <a:custGeom>
              <a:avLst/>
              <a:gdLst>
                <a:gd name="textAreaLeft" fmla="*/ 0 w 1781280"/>
                <a:gd name="textAreaRight" fmla="*/ 1781640 w 1781280"/>
                <a:gd name="textAreaTop" fmla="*/ 0 h 648000"/>
                <a:gd name="textAreaBottom" fmla="*/ 648000 h 64800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8077" name="AutoShape 6"/>
            <p:cNvSpPr/>
            <p:nvPr/>
          </p:nvSpPr>
          <p:spPr>
            <a:xfrm>
              <a:off x="1647720" y="1628640"/>
              <a:ext cx="1787040" cy="648000"/>
            </a:xfrm>
            <a:custGeom>
              <a:avLst/>
              <a:gdLst>
                <a:gd name="textAreaLeft" fmla="*/ 0 w 1787040"/>
                <a:gd name="textAreaRight" fmla="*/ 1787400 w 1787040"/>
                <a:gd name="textAreaTop" fmla="*/ 0 h 648000"/>
                <a:gd name="textAreaBottom" fmla="*/ 648000 h 648000"/>
              </a:gdLst>
              <a:ahLst/>
              <a:rect l="textAreaLeft" t="textAreaTop" r="textAreaRight" b="textAreaBottom"/>
              <a:pathLst>
                <a:path w="21600" h="21600">
                  <a:moveTo>
                    <a:pt x="0" y="0"/>
                  </a:moveTo>
                  <a:lnTo>
                    <a:pt x="19698" y="0"/>
                  </a:lnTo>
                  <a:lnTo>
                    <a:pt x="21600" y="10800"/>
                  </a:lnTo>
                  <a:lnTo>
                    <a:pt x="19698"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t>
              </a:r>
              <a:endParaRPr b="1" lang="en-US" sz="1100" spc="-1" strike="noStrike">
                <a:solidFill>
                  <a:srgbClr val="000000"/>
                </a:solidFill>
                <a:latin typeface="Arial"/>
              </a:endParaRPr>
            </a:p>
          </p:txBody>
        </p:sp>
        <p:sp>
          <p:nvSpPr>
            <p:cNvPr id="8078" name="AutoShape 7"/>
            <p:cNvSpPr/>
            <p:nvPr/>
          </p:nvSpPr>
          <p:spPr>
            <a:xfrm>
              <a:off x="3405600" y="1628640"/>
              <a:ext cx="1783080" cy="648000"/>
            </a:xfrm>
            <a:custGeom>
              <a:avLst/>
              <a:gdLst>
                <a:gd name="textAreaLeft" fmla="*/ 0 w 1783080"/>
                <a:gd name="textAreaRight" fmla="*/ 1783440 w 1783080"/>
                <a:gd name="textAreaTop" fmla="*/ 0 h 648000"/>
                <a:gd name="textAreaBottom" fmla="*/ 648000 h 64800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t>
              </a:r>
              <a:endParaRPr b="1" lang="en-US" sz="1100" spc="-1" strike="noStrike">
                <a:solidFill>
                  <a:srgbClr val="000000"/>
                </a:solidFill>
                <a:latin typeface="Arial"/>
              </a:endParaRPr>
            </a:p>
          </p:txBody>
        </p:sp>
      </p:grpSp>
      <p:sp>
        <p:nvSpPr>
          <p:cNvPr id="8079" name="Rectangle 26"/>
          <p:cNvSpPr/>
          <p:nvPr/>
        </p:nvSpPr>
        <p:spPr>
          <a:xfrm>
            <a:off x="4927680" y="127080"/>
            <a:ext cx="3898800" cy="79380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矢の大きさを変える際はグループ化してください</a:t>
            </a:r>
            <a:r>
              <a:rPr b="0" lang="de-DE" sz="1000" spc="-1" strike="noStrike">
                <a:solidFill>
                  <a:srgbClr val="ff3300"/>
                </a:solidFill>
                <a:latin typeface="Arial"/>
              </a:rPr>
              <a:t>(</a:t>
            </a:r>
            <a:r>
              <a:rPr b="0" lang="ja-JP" sz="1000" spc="-1" strike="noStrike">
                <a:solidFill>
                  <a:srgbClr val="ff3300"/>
                </a:solidFill>
                <a:latin typeface="Arial"/>
              </a:rPr>
              <a:t>ツールバーの「図形の調整」よりグループ化を選択</a:t>
            </a:r>
            <a:r>
              <a:rPr b="0" lang="de-DE" sz="1000" spc="-1" strike="noStrike">
                <a:solidFill>
                  <a:srgbClr val="ff3300"/>
                </a:solidFill>
                <a:latin typeface="Arial"/>
              </a:rPr>
              <a:t>) </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矢の先を鋭くしたい場合には黄色いマークによって調節してください</a:t>
            </a:r>
            <a:endParaRPr b="1" lang="en-US" sz="1000" spc="-1" strike="noStrike">
              <a:solidFill>
                <a:srgbClr val="000000"/>
              </a:solidFill>
              <a:latin typeface="Arial"/>
            </a:endParaRPr>
          </a:p>
        </p:txBody>
      </p:sp>
      <p:sp>
        <p:nvSpPr>
          <p:cNvPr id="8080" name="Rectangle 40"/>
          <p:cNvSpPr/>
          <p:nvPr/>
        </p:nvSpPr>
        <p:spPr>
          <a:xfrm>
            <a:off x="1714680" y="2446200"/>
            <a:ext cx="1531800" cy="9036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81" name="Text Box 41"/>
          <p:cNvSpPr/>
          <p:nvPr/>
        </p:nvSpPr>
        <p:spPr>
          <a:xfrm>
            <a:off x="488880" y="2446200"/>
            <a:ext cx="28584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8082" name="Line 42"/>
          <p:cNvSpPr/>
          <p:nvPr/>
        </p:nvSpPr>
        <p:spPr>
          <a:xfrm>
            <a:off x="487440" y="3500280"/>
            <a:ext cx="8175600" cy="0"/>
          </a:xfrm>
          <a:prstGeom prst="line">
            <a:avLst/>
          </a:prstGeom>
          <a:ln w="12600">
            <a:solidFill>
              <a:srgbClr val="003399"/>
            </a:solidFill>
            <a:prstDash val="dash"/>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83" name="Text Box 43"/>
          <p:cNvSpPr/>
          <p:nvPr/>
        </p:nvSpPr>
        <p:spPr>
          <a:xfrm>
            <a:off x="488880" y="3670200"/>
            <a:ext cx="28584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8084" name="Line 44"/>
          <p:cNvSpPr/>
          <p:nvPr/>
        </p:nvSpPr>
        <p:spPr>
          <a:xfrm>
            <a:off x="487440" y="4724280"/>
            <a:ext cx="8175600" cy="0"/>
          </a:xfrm>
          <a:prstGeom prst="line">
            <a:avLst/>
          </a:prstGeom>
          <a:ln w="12600">
            <a:solidFill>
              <a:srgbClr val="003399"/>
            </a:solidFill>
            <a:prstDash val="dash"/>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85" name="Text Box 45"/>
          <p:cNvSpPr/>
          <p:nvPr/>
        </p:nvSpPr>
        <p:spPr>
          <a:xfrm>
            <a:off x="488880" y="4822920"/>
            <a:ext cx="285840" cy="33588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8086" name="Line 46"/>
          <p:cNvSpPr/>
          <p:nvPr/>
        </p:nvSpPr>
        <p:spPr>
          <a:xfrm>
            <a:off x="487440" y="5877000"/>
            <a:ext cx="8175600" cy="0"/>
          </a:xfrm>
          <a:prstGeom prst="line">
            <a:avLst/>
          </a:prstGeom>
          <a:ln w="12600">
            <a:solidFill>
              <a:srgbClr val="003399"/>
            </a:solidFill>
            <a:prstDash val="dash"/>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087" name="Rectangle 47"/>
          <p:cNvSpPr/>
          <p:nvPr/>
        </p:nvSpPr>
        <p:spPr>
          <a:xfrm>
            <a:off x="3463920" y="2446200"/>
            <a:ext cx="1531800" cy="9036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88" name="Rectangle 48"/>
          <p:cNvSpPr/>
          <p:nvPr/>
        </p:nvSpPr>
        <p:spPr>
          <a:xfrm>
            <a:off x="5213520" y="2446200"/>
            <a:ext cx="1531800" cy="9036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89" name="Rectangle 49"/>
          <p:cNvSpPr/>
          <p:nvPr/>
        </p:nvSpPr>
        <p:spPr>
          <a:xfrm>
            <a:off x="6964200" y="2446200"/>
            <a:ext cx="1532160" cy="9036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0" name="Rectangle 50"/>
          <p:cNvSpPr/>
          <p:nvPr/>
        </p:nvSpPr>
        <p:spPr>
          <a:xfrm>
            <a:off x="1714680" y="3670200"/>
            <a:ext cx="153180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1" name="Rectangle 51"/>
          <p:cNvSpPr/>
          <p:nvPr/>
        </p:nvSpPr>
        <p:spPr>
          <a:xfrm>
            <a:off x="1714680" y="4832280"/>
            <a:ext cx="153180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2" name="Rectangle 52"/>
          <p:cNvSpPr/>
          <p:nvPr/>
        </p:nvSpPr>
        <p:spPr>
          <a:xfrm>
            <a:off x="3463920" y="3670200"/>
            <a:ext cx="153180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3" name="Rectangle 53"/>
          <p:cNvSpPr/>
          <p:nvPr/>
        </p:nvSpPr>
        <p:spPr>
          <a:xfrm>
            <a:off x="5213520" y="3670200"/>
            <a:ext cx="153180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4" name="Rectangle 54"/>
          <p:cNvSpPr/>
          <p:nvPr/>
        </p:nvSpPr>
        <p:spPr>
          <a:xfrm>
            <a:off x="6964200" y="3670200"/>
            <a:ext cx="153216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5" name="Rectangle 55"/>
          <p:cNvSpPr/>
          <p:nvPr/>
        </p:nvSpPr>
        <p:spPr>
          <a:xfrm>
            <a:off x="3463920" y="4832280"/>
            <a:ext cx="153180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6" name="Rectangle 56"/>
          <p:cNvSpPr/>
          <p:nvPr/>
        </p:nvSpPr>
        <p:spPr>
          <a:xfrm>
            <a:off x="5213520" y="4832280"/>
            <a:ext cx="153180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097" name="Rectangle 57"/>
          <p:cNvSpPr/>
          <p:nvPr/>
        </p:nvSpPr>
        <p:spPr>
          <a:xfrm>
            <a:off x="6964200" y="4832280"/>
            <a:ext cx="1532160" cy="90324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98"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099"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BBF111B-B736-4A22-841B-87F6EC17A8E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10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Phases and threads with </a:t>
            </a:r>
            <a:r>
              <a:rPr b="1" lang="de-DE" sz="1600" spc="-1" strike="noStrike">
                <a:solidFill>
                  <a:srgbClr val="000000"/>
                </a:solidFill>
                <a:latin typeface="Arial"/>
                <a:ea typeface="ＭＳ Ｐゴシック"/>
              </a:rPr>
              <a:t>arrows</a:t>
            </a:r>
            <a:endParaRPr b="1" lang="en-US" sz="1600" spc="-1" strike="noStrike">
              <a:solidFill>
                <a:srgbClr val="000000"/>
              </a:solidFill>
              <a:latin typeface="Arial"/>
            </a:endParaRPr>
          </a:p>
        </p:txBody>
      </p:sp>
      <p:sp>
        <p:nvSpPr>
          <p:cNvPr id="8101" name="AutoShape 3"/>
          <p:cNvSpPr/>
          <p:nvPr/>
        </p:nvSpPr>
        <p:spPr>
          <a:xfrm>
            <a:off x="398520" y="2060640"/>
            <a:ext cx="6114960" cy="1224000"/>
          </a:xfrm>
          <a:prstGeom prst="rightArrow">
            <a:avLst>
              <a:gd name="adj1" fmla="val 67315"/>
              <a:gd name="adj2" fmla="val 48849"/>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8102" name="AutoShape 6"/>
          <p:cNvSpPr/>
          <p:nvPr/>
        </p:nvSpPr>
        <p:spPr>
          <a:xfrm>
            <a:off x="398520" y="3332160"/>
            <a:ext cx="6114960" cy="1224000"/>
          </a:xfrm>
          <a:prstGeom prst="rightArrow">
            <a:avLst>
              <a:gd name="adj1" fmla="val 67315"/>
              <a:gd name="adj2" fmla="val 48849"/>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8103" name="AutoShape 7"/>
          <p:cNvSpPr/>
          <p:nvPr/>
        </p:nvSpPr>
        <p:spPr>
          <a:xfrm>
            <a:off x="398520" y="4603680"/>
            <a:ext cx="6114960" cy="1224000"/>
          </a:xfrm>
          <a:prstGeom prst="rightArrow">
            <a:avLst>
              <a:gd name="adj1" fmla="val 67315"/>
              <a:gd name="adj2" fmla="val 48849"/>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a:t>
            </a:r>
            <a:endParaRPr b="1" lang="en-US" sz="1100" spc="-1" strike="noStrike">
              <a:solidFill>
                <a:srgbClr val="000000"/>
              </a:solidFill>
              <a:latin typeface="Arial"/>
            </a:endParaRPr>
          </a:p>
        </p:txBody>
      </p:sp>
      <p:sp>
        <p:nvSpPr>
          <p:cNvPr id="8104" name="Rectangle 8"/>
          <p:cNvSpPr/>
          <p:nvPr/>
        </p:nvSpPr>
        <p:spPr>
          <a:xfrm>
            <a:off x="1130400" y="1844640"/>
            <a:ext cx="1395360" cy="3960720"/>
          </a:xfrm>
          <a:prstGeom prst="rect">
            <a:avLst/>
          </a:prstGeom>
          <a:noFill/>
          <a:ln w="12600">
            <a:solidFill>
              <a:srgbClr val="003399"/>
            </a:solidFill>
            <a:prstDash val="dash"/>
            <a:miter/>
          </a:ln>
        </p:spPr>
        <p:style>
          <a:lnRef idx="0"/>
          <a:fillRef idx="0"/>
          <a:effectRef idx="0"/>
          <a:fontRef idx="minor"/>
        </p:style>
        <p:txBody>
          <a:bodyPr wrap="none" lIns="90000" rIns="90000" tIns="91440" bIns="9144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Phase 1</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8105" name="Rectangle 9"/>
          <p:cNvSpPr/>
          <p:nvPr/>
        </p:nvSpPr>
        <p:spPr>
          <a:xfrm>
            <a:off x="2792520" y="1844640"/>
            <a:ext cx="1393560" cy="3960720"/>
          </a:xfrm>
          <a:prstGeom prst="rect">
            <a:avLst/>
          </a:prstGeom>
          <a:noFill/>
          <a:ln w="12600">
            <a:solidFill>
              <a:srgbClr val="003399"/>
            </a:solidFill>
            <a:prstDash val="dash"/>
            <a:miter/>
          </a:ln>
        </p:spPr>
        <p:style>
          <a:lnRef idx="0"/>
          <a:fillRef idx="0"/>
          <a:effectRef idx="0"/>
          <a:fontRef idx="minor"/>
        </p:style>
        <p:txBody>
          <a:bodyPr wrap="none" lIns="90000" rIns="90000" tIns="91440" bIns="9144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Phase 2</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8106" name="Rectangle 10"/>
          <p:cNvSpPr/>
          <p:nvPr/>
        </p:nvSpPr>
        <p:spPr>
          <a:xfrm>
            <a:off x="4387680" y="1844640"/>
            <a:ext cx="1395720" cy="3960720"/>
          </a:xfrm>
          <a:prstGeom prst="rect">
            <a:avLst/>
          </a:prstGeom>
          <a:noFill/>
          <a:ln w="12600">
            <a:solidFill>
              <a:srgbClr val="003399"/>
            </a:solidFill>
            <a:prstDash val="dash"/>
            <a:miter/>
          </a:ln>
        </p:spPr>
        <p:style>
          <a:lnRef idx="0"/>
          <a:fillRef idx="0"/>
          <a:effectRef idx="0"/>
          <a:fontRef idx="minor"/>
        </p:style>
        <p:txBody>
          <a:bodyPr wrap="none" lIns="90000" rIns="90000" tIns="91440" bIns="9144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Phase 3</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t>
            </a:r>
            <a:endParaRPr b="1" lang="en-US" sz="1000" spc="-1" strike="noStrike">
              <a:solidFill>
                <a:srgbClr val="000000"/>
              </a:solidFill>
              <a:latin typeface="Arial"/>
            </a:endParaRPr>
          </a:p>
        </p:txBody>
      </p:sp>
      <p:sp>
        <p:nvSpPr>
          <p:cNvPr id="8107" name="Rectangle 12"/>
          <p:cNvSpPr/>
          <p:nvPr/>
        </p:nvSpPr>
        <p:spPr>
          <a:xfrm>
            <a:off x="6616800" y="2141640"/>
            <a:ext cx="2127240" cy="3746520"/>
          </a:xfrm>
          <a:prstGeom prst="rect">
            <a:avLst/>
          </a:prstGeom>
          <a:solidFill>
            <a:srgbClr val="ffffff"/>
          </a:solidFill>
          <a:ln w="9360">
            <a:solidFill>
              <a:srgbClr val="003399"/>
            </a:solidFill>
            <a:miter/>
          </a:ln>
        </p:spPr>
        <p:style>
          <a:lnRef idx="0"/>
          <a:fillRef idx="0"/>
          <a:effectRef idx="0"/>
          <a:fontRef idx="minor"/>
        </p:style>
        <p:txBody>
          <a:bodyPr lIns="72000" rIns="72000" tIns="72000" bIns="72000" anchor="t">
            <a:noAutofit/>
          </a:bodyPr>
          <a:p>
            <a:pPr>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Paragraph (if not needed, delete)</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a:t>
            </a:r>
            <a:endParaRPr b="1" lang="en-US" sz="1100" spc="-1" strike="noStrike">
              <a:solidFill>
                <a:srgbClr val="000000"/>
              </a:solidFill>
              <a:latin typeface="Arial"/>
            </a:endParaRPr>
          </a:p>
          <a:p>
            <a:pPr lvl="2" marL="344520" indent="-173160">
              <a:lnSpc>
                <a:spcPct val="106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Dash</a:t>
            </a:r>
            <a:endParaRPr b="1" lang="en-US" sz="1000" spc="-1" strike="noStrike">
              <a:solidFill>
                <a:srgbClr val="000000"/>
              </a:solidFill>
              <a:latin typeface="Arial"/>
            </a:endParaRPr>
          </a:p>
          <a:p>
            <a:pPr lvl="3" marL="517680" indent="-171720">
              <a:lnSpc>
                <a:spcPct val="106000"/>
              </a:lnSpc>
              <a:spcBef>
                <a:spcPts val="24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ＭＳ Ｐゴシック"/>
              </a:rPr>
              <a:t>Subbullet</a:t>
            </a:r>
            <a:endParaRPr b="1" lang="en-US" sz="1000" spc="-1" strike="noStrike">
              <a:solidFill>
                <a:srgbClr val="000000"/>
              </a:solidFill>
              <a:latin typeface="Arial"/>
            </a:endParaRPr>
          </a:p>
        </p:txBody>
      </p:sp>
      <p:sp>
        <p:nvSpPr>
          <p:cNvPr id="8108" name="Rectangle 5"/>
          <p:cNvSpPr/>
          <p:nvPr/>
        </p:nvSpPr>
        <p:spPr>
          <a:xfrm>
            <a:off x="6616800" y="1700280"/>
            <a:ext cx="2127240" cy="4316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Desired state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11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7E69721-607E-405C-BF54-A4320E66B9D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11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Roadmap and financial impact</a:t>
            </a:r>
            <a:endParaRPr b="1" lang="en-US" sz="1600" spc="-1" strike="noStrike">
              <a:solidFill>
                <a:srgbClr val="000000"/>
              </a:solidFill>
              <a:latin typeface="Arial"/>
            </a:endParaRPr>
          </a:p>
        </p:txBody>
      </p:sp>
      <p:grpSp>
        <p:nvGrpSpPr>
          <p:cNvPr id="8112" name="Group 3"/>
          <p:cNvGrpSpPr/>
          <p:nvPr/>
        </p:nvGrpSpPr>
        <p:grpSpPr>
          <a:xfrm>
            <a:off x="7264440" y="5408640"/>
            <a:ext cx="1479600" cy="537840"/>
            <a:chOff x="7264440" y="5408640"/>
            <a:chExt cx="1479600" cy="537840"/>
          </a:xfrm>
        </p:grpSpPr>
        <p:sp>
          <p:nvSpPr>
            <p:cNvPr id="8113" name="Rectangle 4"/>
            <p:cNvSpPr/>
            <p:nvPr/>
          </p:nvSpPr>
          <p:spPr>
            <a:xfrm>
              <a:off x="7322040" y="5601240"/>
              <a:ext cx="651240" cy="2995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Cost to achieve</a:t>
              </a:r>
              <a:endParaRPr b="1" lang="en-US" sz="1000" spc="-1" strike="noStrike">
                <a:solidFill>
                  <a:srgbClr val="000000"/>
                </a:solidFill>
                <a:latin typeface="Arial"/>
              </a:endParaRPr>
            </a:p>
          </p:txBody>
        </p:sp>
        <p:sp>
          <p:nvSpPr>
            <p:cNvPr id="8114" name="Rectangle 5"/>
            <p:cNvSpPr/>
            <p:nvPr/>
          </p:nvSpPr>
          <p:spPr>
            <a:xfrm>
              <a:off x="8013240" y="5601240"/>
              <a:ext cx="649800" cy="2995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Benefits</a:t>
              </a:r>
              <a:endParaRPr b="1" lang="en-US" sz="1000" spc="-1" strike="noStrike">
                <a:solidFill>
                  <a:srgbClr val="000000"/>
                </a:solidFill>
                <a:latin typeface="Arial"/>
              </a:endParaRPr>
            </a:p>
          </p:txBody>
        </p:sp>
        <p:sp>
          <p:nvSpPr>
            <p:cNvPr id="8115" name="Text Box 6"/>
            <p:cNvSpPr/>
            <p:nvPr/>
          </p:nvSpPr>
          <p:spPr>
            <a:xfrm>
              <a:off x="7618680" y="5408640"/>
              <a:ext cx="74916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Key (€ m)</a:t>
              </a:r>
              <a:endParaRPr b="1" lang="en-US" sz="1000" spc="-1" strike="noStrike">
                <a:solidFill>
                  <a:srgbClr val="000000"/>
                </a:solidFill>
                <a:latin typeface="Arial"/>
              </a:endParaRPr>
            </a:p>
          </p:txBody>
        </p:sp>
        <p:sp>
          <p:nvSpPr>
            <p:cNvPr id="8116" name="Rectangle 7"/>
            <p:cNvSpPr/>
            <p:nvPr/>
          </p:nvSpPr>
          <p:spPr>
            <a:xfrm>
              <a:off x="7264440" y="5438880"/>
              <a:ext cx="1479600" cy="5076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8117" name="Text Box 8"/>
          <p:cNvSpPr/>
          <p:nvPr/>
        </p:nvSpPr>
        <p:spPr>
          <a:xfrm>
            <a:off x="462240" y="2343240"/>
            <a:ext cx="6926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Initiative</a:t>
            </a:r>
            <a:endParaRPr b="1" lang="en-US" sz="1000" spc="-1" strike="noStrike">
              <a:solidFill>
                <a:srgbClr val="000000"/>
              </a:solidFill>
              <a:latin typeface="Arial"/>
            </a:endParaRPr>
          </a:p>
        </p:txBody>
      </p:sp>
      <p:sp>
        <p:nvSpPr>
          <p:cNvPr id="8118" name="Line 9"/>
          <p:cNvSpPr/>
          <p:nvPr/>
        </p:nvSpPr>
        <p:spPr>
          <a:xfrm>
            <a:off x="585720" y="2994120"/>
            <a:ext cx="692172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19" name="Line 10"/>
          <p:cNvSpPr/>
          <p:nvPr/>
        </p:nvSpPr>
        <p:spPr>
          <a:xfrm>
            <a:off x="585720" y="4848120"/>
            <a:ext cx="692172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20" name="Line 11"/>
          <p:cNvSpPr/>
          <p:nvPr/>
        </p:nvSpPr>
        <p:spPr>
          <a:xfrm>
            <a:off x="4233960" y="1720800"/>
            <a:ext cx="0" cy="426096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21" name="Line 12"/>
          <p:cNvSpPr/>
          <p:nvPr/>
        </p:nvSpPr>
        <p:spPr>
          <a:xfrm>
            <a:off x="2703600" y="1720800"/>
            <a:ext cx="0" cy="426096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22" name="Rectangle 13"/>
          <p:cNvSpPr/>
          <p:nvPr/>
        </p:nvSpPr>
        <p:spPr>
          <a:xfrm>
            <a:off x="1190520" y="1722600"/>
            <a:ext cx="1444680" cy="299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200x</a:t>
            </a:r>
            <a:endParaRPr b="1" lang="en-US" sz="1100" spc="-1" strike="noStrike">
              <a:solidFill>
                <a:srgbClr val="000000"/>
              </a:solidFill>
              <a:latin typeface="Arial"/>
            </a:endParaRPr>
          </a:p>
        </p:txBody>
      </p:sp>
      <p:sp>
        <p:nvSpPr>
          <p:cNvPr id="8123" name="Rectangle 14"/>
          <p:cNvSpPr/>
          <p:nvPr/>
        </p:nvSpPr>
        <p:spPr>
          <a:xfrm>
            <a:off x="2743200" y="1722600"/>
            <a:ext cx="1442880" cy="299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200x</a:t>
            </a:r>
            <a:endParaRPr b="1" lang="en-US" sz="1100" spc="-1" strike="noStrike">
              <a:solidFill>
                <a:srgbClr val="000000"/>
              </a:solidFill>
              <a:latin typeface="Arial"/>
            </a:endParaRPr>
          </a:p>
        </p:txBody>
      </p:sp>
      <p:sp>
        <p:nvSpPr>
          <p:cNvPr id="8124" name="Rectangle 15"/>
          <p:cNvSpPr/>
          <p:nvPr/>
        </p:nvSpPr>
        <p:spPr>
          <a:xfrm>
            <a:off x="4294080" y="1722600"/>
            <a:ext cx="1446480" cy="299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200x</a:t>
            </a:r>
            <a:endParaRPr b="1" lang="en-US" sz="1100" spc="-1" strike="noStrike">
              <a:solidFill>
                <a:srgbClr val="000000"/>
              </a:solidFill>
              <a:latin typeface="Arial"/>
            </a:endParaRPr>
          </a:p>
        </p:txBody>
      </p:sp>
      <p:sp>
        <p:nvSpPr>
          <p:cNvPr id="8125" name="Rectangle 16"/>
          <p:cNvSpPr/>
          <p:nvPr/>
        </p:nvSpPr>
        <p:spPr>
          <a:xfrm>
            <a:off x="5848200" y="1722600"/>
            <a:ext cx="1444680" cy="299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200x</a:t>
            </a:r>
            <a:endParaRPr b="1" lang="en-US" sz="1100" spc="-1" strike="noStrike">
              <a:solidFill>
                <a:srgbClr val="000000"/>
              </a:solidFill>
              <a:latin typeface="Arial"/>
            </a:endParaRPr>
          </a:p>
        </p:txBody>
      </p:sp>
      <p:sp>
        <p:nvSpPr>
          <p:cNvPr id="8126" name="Rectangle 17"/>
          <p:cNvSpPr/>
          <p:nvPr/>
        </p:nvSpPr>
        <p:spPr>
          <a:xfrm>
            <a:off x="1460520" y="2674800"/>
            <a:ext cx="46836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27" name="Rectangle 18"/>
          <p:cNvSpPr/>
          <p:nvPr/>
        </p:nvSpPr>
        <p:spPr>
          <a:xfrm>
            <a:off x="1943280" y="2674800"/>
            <a:ext cx="46656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28" name="Rectangle 19"/>
          <p:cNvSpPr/>
          <p:nvPr/>
        </p:nvSpPr>
        <p:spPr>
          <a:xfrm>
            <a:off x="2935440" y="2674800"/>
            <a:ext cx="4651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29" name="Rectangle 20"/>
          <p:cNvSpPr/>
          <p:nvPr/>
        </p:nvSpPr>
        <p:spPr>
          <a:xfrm>
            <a:off x="3444840" y="2674800"/>
            <a:ext cx="4651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30" name="Rectangle 21"/>
          <p:cNvSpPr/>
          <p:nvPr/>
        </p:nvSpPr>
        <p:spPr>
          <a:xfrm>
            <a:off x="4560840" y="2674800"/>
            <a:ext cx="4669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31" name="Rectangle 22"/>
          <p:cNvSpPr/>
          <p:nvPr/>
        </p:nvSpPr>
        <p:spPr>
          <a:xfrm>
            <a:off x="5056200" y="2674800"/>
            <a:ext cx="4651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32" name="Rectangle 23"/>
          <p:cNvSpPr/>
          <p:nvPr/>
        </p:nvSpPr>
        <p:spPr>
          <a:xfrm>
            <a:off x="6129360" y="2674800"/>
            <a:ext cx="46836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33" name="Rectangle 24"/>
          <p:cNvSpPr/>
          <p:nvPr/>
        </p:nvSpPr>
        <p:spPr>
          <a:xfrm>
            <a:off x="6611760" y="2674800"/>
            <a:ext cx="46548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34" name="Rectangle 25"/>
          <p:cNvSpPr/>
          <p:nvPr/>
        </p:nvSpPr>
        <p:spPr>
          <a:xfrm>
            <a:off x="1235160" y="4911840"/>
            <a:ext cx="2139840" cy="4172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35" name="Rectangle 26"/>
          <p:cNvSpPr/>
          <p:nvPr/>
        </p:nvSpPr>
        <p:spPr>
          <a:xfrm>
            <a:off x="1235160" y="3095640"/>
            <a:ext cx="2139840" cy="4176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36" name="Rectangle 27"/>
          <p:cNvSpPr/>
          <p:nvPr/>
        </p:nvSpPr>
        <p:spPr>
          <a:xfrm>
            <a:off x="3438360" y="3095640"/>
            <a:ext cx="2262240" cy="4176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37" name="Line 28"/>
          <p:cNvSpPr/>
          <p:nvPr/>
        </p:nvSpPr>
        <p:spPr>
          <a:xfrm>
            <a:off x="5794200" y="1720800"/>
            <a:ext cx="0" cy="426096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38" name="Rectangle 29"/>
          <p:cNvSpPr/>
          <p:nvPr/>
        </p:nvSpPr>
        <p:spPr>
          <a:xfrm>
            <a:off x="1235160" y="2200320"/>
            <a:ext cx="793800" cy="4176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39" name="Rectangle 30"/>
          <p:cNvSpPr/>
          <p:nvPr/>
        </p:nvSpPr>
        <p:spPr>
          <a:xfrm>
            <a:off x="2090880" y="2200320"/>
            <a:ext cx="1284120" cy="4176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40" name="Rectangle 31"/>
          <p:cNvSpPr/>
          <p:nvPr/>
        </p:nvSpPr>
        <p:spPr>
          <a:xfrm>
            <a:off x="3438360" y="2200320"/>
            <a:ext cx="1590840" cy="4176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41" name="Rectangle 32"/>
          <p:cNvSpPr/>
          <p:nvPr/>
        </p:nvSpPr>
        <p:spPr>
          <a:xfrm>
            <a:off x="1235160" y="4027320"/>
            <a:ext cx="1406520" cy="4176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42" name="Line 33"/>
          <p:cNvSpPr/>
          <p:nvPr/>
        </p:nvSpPr>
        <p:spPr>
          <a:xfrm>
            <a:off x="585720" y="3949560"/>
            <a:ext cx="692172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43" name="Text Box 34"/>
          <p:cNvSpPr/>
          <p:nvPr/>
        </p:nvSpPr>
        <p:spPr>
          <a:xfrm>
            <a:off x="398520" y="5719680"/>
            <a:ext cx="823680" cy="27684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l-GR" sz="1200" spc="-1" strike="noStrike">
                <a:solidFill>
                  <a:srgbClr val="000000"/>
                </a:solidFill>
                <a:latin typeface="Arial"/>
              </a:rPr>
              <a:t>Σ</a:t>
            </a:r>
            <a:endParaRPr b="1" lang="en-US" sz="1200" spc="-1" strike="noStrike">
              <a:solidFill>
                <a:srgbClr val="000000"/>
              </a:solidFill>
              <a:latin typeface="Arial"/>
            </a:endParaRPr>
          </a:p>
        </p:txBody>
      </p:sp>
      <p:sp>
        <p:nvSpPr>
          <p:cNvPr id="8144" name="Text Box 35"/>
          <p:cNvSpPr/>
          <p:nvPr/>
        </p:nvSpPr>
        <p:spPr>
          <a:xfrm>
            <a:off x="462240" y="3270240"/>
            <a:ext cx="6926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Initiative</a:t>
            </a:r>
            <a:endParaRPr b="1" lang="en-US" sz="1000" spc="-1" strike="noStrike">
              <a:solidFill>
                <a:srgbClr val="000000"/>
              </a:solidFill>
              <a:latin typeface="Arial"/>
            </a:endParaRPr>
          </a:p>
        </p:txBody>
      </p:sp>
      <p:sp>
        <p:nvSpPr>
          <p:cNvPr id="8145" name="Text Box 36"/>
          <p:cNvSpPr/>
          <p:nvPr/>
        </p:nvSpPr>
        <p:spPr>
          <a:xfrm>
            <a:off x="462240" y="4154400"/>
            <a:ext cx="6926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Initiative</a:t>
            </a:r>
            <a:endParaRPr b="1" lang="en-US" sz="1000" spc="-1" strike="noStrike">
              <a:solidFill>
                <a:srgbClr val="000000"/>
              </a:solidFill>
              <a:latin typeface="Arial"/>
            </a:endParaRPr>
          </a:p>
        </p:txBody>
      </p:sp>
      <p:sp>
        <p:nvSpPr>
          <p:cNvPr id="8146" name="Text Box 37"/>
          <p:cNvSpPr/>
          <p:nvPr/>
        </p:nvSpPr>
        <p:spPr>
          <a:xfrm>
            <a:off x="462240" y="5052960"/>
            <a:ext cx="6926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000000"/>
                </a:solidFill>
                <a:latin typeface="Arial"/>
              </a:rPr>
              <a:t>Initiative</a:t>
            </a:r>
            <a:endParaRPr b="1" lang="en-US" sz="1000" spc="-1" strike="noStrike">
              <a:solidFill>
                <a:srgbClr val="000000"/>
              </a:solidFill>
              <a:latin typeface="Arial"/>
            </a:endParaRPr>
          </a:p>
        </p:txBody>
      </p:sp>
      <p:sp>
        <p:nvSpPr>
          <p:cNvPr id="8147" name="Rectangle 38"/>
          <p:cNvSpPr/>
          <p:nvPr/>
        </p:nvSpPr>
        <p:spPr>
          <a:xfrm>
            <a:off x="1460520" y="3649680"/>
            <a:ext cx="468360" cy="192240"/>
          </a:xfrm>
          <a:prstGeom prst="rect">
            <a:avLst/>
          </a:prstGeom>
          <a:solidFill>
            <a:srgbClr val="ffffff"/>
          </a:solid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48" name="Rectangle 39"/>
          <p:cNvSpPr/>
          <p:nvPr/>
        </p:nvSpPr>
        <p:spPr>
          <a:xfrm>
            <a:off x="1943280" y="3649680"/>
            <a:ext cx="46656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49" name="Rectangle 40"/>
          <p:cNvSpPr/>
          <p:nvPr/>
        </p:nvSpPr>
        <p:spPr>
          <a:xfrm>
            <a:off x="2935440" y="3649680"/>
            <a:ext cx="4651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0" name="Rectangle 41"/>
          <p:cNvSpPr/>
          <p:nvPr/>
        </p:nvSpPr>
        <p:spPr>
          <a:xfrm>
            <a:off x="3444840" y="3649680"/>
            <a:ext cx="4651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1" name="Rectangle 42"/>
          <p:cNvSpPr/>
          <p:nvPr/>
        </p:nvSpPr>
        <p:spPr>
          <a:xfrm>
            <a:off x="4560840" y="3649680"/>
            <a:ext cx="4669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2" name="Rectangle 43"/>
          <p:cNvSpPr/>
          <p:nvPr/>
        </p:nvSpPr>
        <p:spPr>
          <a:xfrm>
            <a:off x="5056200" y="3649680"/>
            <a:ext cx="46512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3" name="Rectangle 44"/>
          <p:cNvSpPr/>
          <p:nvPr/>
        </p:nvSpPr>
        <p:spPr>
          <a:xfrm>
            <a:off x="6129360" y="3649680"/>
            <a:ext cx="46836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4" name="Rectangle 45"/>
          <p:cNvSpPr/>
          <p:nvPr/>
        </p:nvSpPr>
        <p:spPr>
          <a:xfrm>
            <a:off x="6611760" y="3649680"/>
            <a:ext cx="465480" cy="1922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5" name="Rectangle 46"/>
          <p:cNvSpPr/>
          <p:nvPr/>
        </p:nvSpPr>
        <p:spPr>
          <a:xfrm>
            <a:off x="1460520" y="4548240"/>
            <a:ext cx="46836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6" name="Rectangle 47"/>
          <p:cNvSpPr/>
          <p:nvPr/>
        </p:nvSpPr>
        <p:spPr>
          <a:xfrm>
            <a:off x="1943280" y="4548240"/>
            <a:ext cx="46656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7" name="Rectangle 48"/>
          <p:cNvSpPr/>
          <p:nvPr/>
        </p:nvSpPr>
        <p:spPr>
          <a:xfrm>
            <a:off x="2935440" y="4548240"/>
            <a:ext cx="46512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8" name="Rectangle 49"/>
          <p:cNvSpPr/>
          <p:nvPr/>
        </p:nvSpPr>
        <p:spPr>
          <a:xfrm>
            <a:off x="3444840" y="4548240"/>
            <a:ext cx="46512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59" name="Rectangle 50"/>
          <p:cNvSpPr/>
          <p:nvPr/>
        </p:nvSpPr>
        <p:spPr>
          <a:xfrm>
            <a:off x="4560840" y="4548240"/>
            <a:ext cx="46692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0" name="Rectangle 51"/>
          <p:cNvSpPr/>
          <p:nvPr/>
        </p:nvSpPr>
        <p:spPr>
          <a:xfrm>
            <a:off x="5056200" y="4548240"/>
            <a:ext cx="46512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1" name="Rectangle 52"/>
          <p:cNvSpPr/>
          <p:nvPr/>
        </p:nvSpPr>
        <p:spPr>
          <a:xfrm>
            <a:off x="6129360" y="4548240"/>
            <a:ext cx="46836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2" name="Rectangle 53"/>
          <p:cNvSpPr/>
          <p:nvPr/>
        </p:nvSpPr>
        <p:spPr>
          <a:xfrm>
            <a:off x="6611760" y="4548240"/>
            <a:ext cx="465480" cy="1904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3" name="Rectangle 54"/>
          <p:cNvSpPr/>
          <p:nvPr/>
        </p:nvSpPr>
        <p:spPr>
          <a:xfrm>
            <a:off x="1460520" y="5445000"/>
            <a:ext cx="46836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4" name="Rectangle 55"/>
          <p:cNvSpPr/>
          <p:nvPr/>
        </p:nvSpPr>
        <p:spPr>
          <a:xfrm>
            <a:off x="1943280" y="5445000"/>
            <a:ext cx="46656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5" name="Rectangle 56"/>
          <p:cNvSpPr/>
          <p:nvPr/>
        </p:nvSpPr>
        <p:spPr>
          <a:xfrm>
            <a:off x="2935440" y="5445000"/>
            <a:ext cx="46512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6" name="Rectangle 57"/>
          <p:cNvSpPr/>
          <p:nvPr/>
        </p:nvSpPr>
        <p:spPr>
          <a:xfrm>
            <a:off x="3444840" y="5445000"/>
            <a:ext cx="46512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7" name="Rectangle 58"/>
          <p:cNvSpPr/>
          <p:nvPr/>
        </p:nvSpPr>
        <p:spPr>
          <a:xfrm>
            <a:off x="4560840" y="5445000"/>
            <a:ext cx="46692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8" name="Rectangle 59"/>
          <p:cNvSpPr/>
          <p:nvPr/>
        </p:nvSpPr>
        <p:spPr>
          <a:xfrm>
            <a:off x="5056200" y="5445000"/>
            <a:ext cx="46512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69" name="Rectangle 60"/>
          <p:cNvSpPr/>
          <p:nvPr/>
        </p:nvSpPr>
        <p:spPr>
          <a:xfrm>
            <a:off x="6129360" y="5445000"/>
            <a:ext cx="46836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0" name="Rectangle 61"/>
          <p:cNvSpPr/>
          <p:nvPr/>
        </p:nvSpPr>
        <p:spPr>
          <a:xfrm>
            <a:off x="6611760" y="5445000"/>
            <a:ext cx="465480" cy="1908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1" name="Rectangle 62"/>
          <p:cNvSpPr/>
          <p:nvPr/>
        </p:nvSpPr>
        <p:spPr>
          <a:xfrm>
            <a:off x="1460520" y="5756400"/>
            <a:ext cx="46836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2" name="Rectangle 63"/>
          <p:cNvSpPr/>
          <p:nvPr/>
        </p:nvSpPr>
        <p:spPr>
          <a:xfrm>
            <a:off x="1943280" y="5756400"/>
            <a:ext cx="46656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3" name="Rectangle 64"/>
          <p:cNvSpPr/>
          <p:nvPr/>
        </p:nvSpPr>
        <p:spPr>
          <a:xfrm>
            <a:off x="2935440" y="5756400"/>
            <a:ext cx="46512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4" name="Rectangle 65"/>
          <p:cNvSpPr/>
          <p:nvPr/>
        </p:nvSpPr>
        <p:spPr>
          <a:xfrm>
            <a:off x="3444840" y="5756400"/>
            <a:ext cx="46512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5" name="Rectangle 66"/>
          <p:cNvSpPr/>
          <p:nvPr/>
        </p:nvSpPr>
        <p:spPr>
          <a:xfrm>
            <a:off x="4560840" y="5756400"/>
            <a:ext cx="46692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6" name="Rectangle 67"/>
          <p:cNvSpPr/>
          <p:nvPr/>
        </p:nvSpPr>
        <p:spPr>
          <a:xfrm>
            <a:off x="5056200" y="5756400"/>
            <a:ext cx="46512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7" name="Rectangle 68"/>
          <p:cNvSpPr/>
          <p:nvPr/>
        </p:nvSpPr>
        <p:spPr>
          <a:xfrm>
            <a:off x="6129360" y="5756400"/>
            <a:ext cx="46836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78" name="Rectangle 69"/>
          <p:cNvSpPr/>
          <p:nvPr/>
        </p:nvSpPr>
        <p:spPr>
          <a:xfrm>
            <a:off x="6611760" y="5756400"/>
            <a:ext cx="465480" cy="191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18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AEFD242-85AE-44B0-BEEA-E887EFFD61E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18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Swimlanes</a:t>
            </a:r>
            <a:endParaRPr b="1" lang="en-US" sz="1600" spc="-1" strike="noStrike">
              <a:solidFill>
                <a:srgbClr val="000000"/>
              </a:solidFill>
              <a:latin typeface="Arial"/>
            </a:endParaRPr>
          </a:p>
        </p:txBody>
      </p:sp>
      <p:sp>
        <p:nvSpPr>
          <p:cNvPr id="8182" name="Rectangle 2"/>
          <p:cNvSpPr/>
          <p:nvPr/>
        </p:nvSpPr>
        <p:spPr>
          <a:xfrm>
            <a:off x="411120" y="1773360"/>
            <a:ext cx="8332920" cy="863640"/>
          </a:xfrm>
          <a:prstGeom prst="rect">
            <a:avLst/>
          </a:prstGeom>
          <a:solidFill>
            <a:srgbClr val="8099cc"/>
          </a:solidFill>
          <a:ln w="12600">
            <a:solidFill>
              <a:srgbClr val="8099cc"/>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83" name="Rectangle 3"/>
          <p:cNvSpPr/>
          <p:nvPr/>
        </p:nvSpPr>
        <p:spPr>
          <a:xfrm>
            <a:off x="411120" y="3465360"/>
            <a:ext cx="8332920" cy="863640"/>
          </a:xfrm>
          <a:prstGeom prst="rect">
            <a:avLst/>
          </a:prstGeom>
          <a:solidFill>
            <a:srgbClr val="8099cc"/>
          </a:solidFill>
          <a:ln w="12600">
            <a:solidFill>
              <a:srgbClr val="8099cc"/>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84" name="Rectangle 4"/>
          <p:cNvSpPr/>
          <p:nvPr/>
        </p:nvSpPr>
        <p:spPr>
          <a:xfrm>
            <a:off x="411120" y="5157720"/>
            <a:ext cx="8332920" cy="863640"/>
          </a:xfrm>
          <a:prstGeom prst="rect">
            <a:avLst/>
          </a:prstGeom>
          <a:solidFill>
            <a:srgbClr val="8099cc"/>
          </a:solidFill>
          <a:ln w="12600">
            <a:solidFill>
              <a:srgbClr val="8099cc"/>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185" name="Text Box 6"/>
          <p:cNvSpPr/>
          <p:nvPr/>
        </p:nvSpPr>
        <p:spPr>
          <a:xfrm>
            <a:off x="378360" y="2081160"/>
            <a:ext cx="959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Department</a:t>
            </a:r>
            <a:endParaRPr b="1" lang="en-US" sz="1100" spc="-1" strike="noStrike">
              <a:solidFill>
                <a:srgbClr val="000000"/>
              </a:solidFill>
              <a:latin typeface="Arial"/>
            </a:endParaRPr>
          </a:p>
        </p:txBody>
      </p:sp>
      <p:sp>
        <p:nvSpPr>
          <p:cNvPr id="8186" name="Rectangle 7"/>
          <p:cNvSpPr/>
          <p:nvPr/>
        </p:nvSpPr>
        <p:spPr>
          <a:xfrm>
            <a:off x="1800360" y="195408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87" name="Rectangle 8"/>
          <p:cNvSpPr/>
          <p:nvPr/>
        </p:nvSpPr>
        <p:spPr>
          <a:xfrm>
            <a:off x="2927520" y="195408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88" name="Rectangle 9"/>
          <p:cNvSpPr/>
          <p:nvPr/>
        </p:nvSpPr>
        <p:spPr>
          <a:xfrm>
            <a:off x="4054320" y="195408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89" name="Rectangle 10"/>
          <p:cNvSpPr/>
          <p:nvPr/>
        </p:nvSpPr>
        <p:spPr>
          <a:xfrm>
            <a:off x="5183280" y="195408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90" name="Rectangle 11"/>
          <p:cNvSpPr/>
          <p:nvPr/>
        </p:nvSpPr>
        <p:spPr>
          <a:xfrm>
            <a:off x="6311880" y="195408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91" name="Rectangle 12"/>
          <p:cNvSpPr/>
          <p:nvPr/>
        </p:nvSpPr>
        <p:spPr>
          <a:xfrm>
            <a:off x="7440480" y="195408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cxnSp>
        <p:nvCxnSpPr>
          <p:cNvPr id="8192" name="AutoShape 13"/>
          <p:cNvCxnSpPr/>
          <p:nvPr/>
        </p:nvCxnSpPr>
        <p:spPr>
          <a:xfrm>
            <a:off x="2757240" y="2195280"/>
            <a:ext cx="167040" cy="1080"/>
          </a:xfrm>
          <a:prstGeom prst="straightConnector1">
            <a:avLst/>
          </a:prstGeom>
          <a:ln w="12600">
            <a:solidFill>
              <a:srgbClr val="003399"/>
            </a:solidFill>
            <a:miter/>
            <a:tailEnd len="med" type="triangle" w="med"/>
          </a:ln>
        </p:spPr>
      </p:cxnSp>
      <p:cxnSp>
        <p:nvCxnSpPr>
          <p:cNvPr id="8193" name="AutoShape 14"/>
          <p:cNvCxnSpPr>
            <a:stCxn id="8187" idx="3"/>
            <a:endCxn id="8188" idx="1"/>
          </p:cNvCxnSpPr>
          <p:nvPr/>
        </p:nvCxnSpPr>
        <p:spPr>
          <a:xfrm>
            <a:off x="3898800" y="2206440"/>
            <a:ext cx="155880" cy="1080"/>
          </a:xfrm>
          <a:prstGeom prst="straightConnector1">
            <a:avLst/>
          </a:prstGeom>
          <a:ln w="12600">
            <a:solidFill>
              <a:srgbClr val="003399"/>
            </a:solidFill>
            <a:miter/>
            <a:tailEnd len="med" type="triangle" w="med"/>
          </a:ln>
        </p:spPr>
      </p:cxnSp>
      <p:cxnSp>
        <p:nvCxnSpPr>
          <p:cNvPr id="8194" name="AutoShape 15"/>
          <p:cNvCxnSpPr>
            <a:stCxn id="8188" idx="3"/>
            <a:endCxn id="8189" idx="1"/>
          </p:cNvCxnSpPr>
          <p:nvPr/>
        </p:nvCxnSpPr>
        <p:spPr>
          <a:xfrm>
            <a:off x="5025600" y="2206440"/>
            <a:ext cx="158040" cy="1080"/>
          </a:xfrm>
          <a:prstGeom prst="straightConnector1">
            <a:avLst/>
          </a:prstGeom>
          <a:ln w="12600">
            <a:solidFill>
              <a:srgbClr val="003399"/>
            </a:solidFill>
            <a:miter/>
            <a:tailEnd len="med" type="triangle" w="med"/>
          </a:ln>
        </p:spPr>
      </p:cxnSp>
      <p:cxnSp>
        <p:nvCxnSpPr>
          <p:cNvPr id="8195" name="AutoShape 16"/>
          <p:cNvCxnSpPr/>
          <p:nvPr/>
        </p:nvCxnSpPr>
        <p:spPr>
          <a:xfrm>
            <a:off x="6163920" y="2193480"/>
            <a:ext cx="167040" cy="1080"/>
          </a:xfrm>
          <a:prstGeom prst="straightConnector1">
            <a:avLst/>
          </a:prstGeom>
          <a:ln w="12600">
            <a:solidFill>
              <a:srgbClr val="003399"/>
            </a:solidFill>
            <a:miter/>
            <a:tailEnd len="med" type="triangle" w="med"/>
          </a:ln>
        </p:spPr>
      </p:cxnSp>
      <p:cxnSp>
        <p:nvCxnSpPr>
          <p:cNvPr id="8196" name="AutoShape 17"/>
          <p:cNvCxnSpPr>
            <a:stCxn id="8190" idx="3"/>
            <a:endCxn id="8191" idx="1"/>
          </p:cNvCxnSpPr>
          <p:nvPr/>
        </p:nvCxnSpPr>
        <p:spPr>
          <a:xfrm>
            <a:off x="7283520" y="2206440"/>
            <a:ext cx="157680" cy="1080"/>
          </a:xfrm>
          <a:prstGeom prst="straightConnector1">
            <a:avLst/>
          </a:prstGeom>
          <a:ln w="12600">
            <a:solidFill>
              <a:srgbClr val="003399"/>
            </a:solidFill>
            <a:miter/>
            <a:tailEnd len="med" type="triangle" w="med"/>
          </a:ln>
        </p:spPr>
      </p:cxnSp>
      <p:sp>
        <p:nvSpPr>
          <p:cNvPr id="8197" name="Text Box 18"/>
          <p:cNvSpPr/>
          <p:nvPr/>
        </p:nvSpPr>
        <p:spPr>
          <a:xfrm>
            <a:off x="378360" y="2927520"/>
            <a:ext cx="959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Department</a:t>
            </a:r>
            <a:endParaRPr b="1" lang="en-US" sz="1100" spc="-1" strike="noStrike">
              <a:solidFill>
                <a:srgbClr val="000000"/>
              </a:solidFill>
              <a:latin typeface="Arial"/>
            </a:endParaRPr>
          </a:p>
        </p:txBody>
      </p:sp>
      <p:sp>
        <p:nvSpPr>
          <p:cNvPr id="8198" name="Rectangle 19"/>
          <p:cNvSpPr/>
          <p:nvPr/>
        </p:nvSpPr>
        <p:spPr>
          <a:xfrm>
            <a:off x="1800360" y="280044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199" name="Rectangle 20"/>
          <p:cNvSpPr/>
          <p:nvPr/>
        </p:nvSpPr>
        <p:spPr>
          <a:xfrm>
            <a:off x="2927520" y="280044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00" name="Rectangle 21"/>
          <p:cNvSpPr/>
          <p:nvPr/>
        </p:nvSpPr>
        <p:spPr>
          <a:xfrm>
            <a:off x="4054320" y="280044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01" name="Rectangle 22"/>
          <p:cNvSpPr/>
          <p:nvPr/>
        </p:nvSpPr>
        <p:spPr>
          <a:xfrm>
            <a:off x="5183280" y="280044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02" name="Rectangle 23"/>
          <p:cNvSpPr/>
          <p:nvPr/>
        </p:nvSpPr>
        <p:spPr>
          <a:xfrm>
            <a:off x="6311880" y="280044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03" name="Rectangle 24"/>
          <p:cNvSpPr/>
          <p:nvPr/>
        </p:nvSpPr>
        <p:spPr>
          <a:xfrm>
            <a:off x="7440480" y="280044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cxnSp>
        <p:nvCxnSpPr>
          <p:cNvPr id="8204" name="AutoShape 25"/>
          <p:cNvCxnSpPr>
            <a:stCxn id="8198" idx="3"/>
            <a:endCxn id="8199" idx="1"/>
          </p:cNvCxnSpPr>
          <p:nvPr/>
        </p:nvCxnSpPr>
        <p:spPr>
          <a:xfrm>
            <a:off x="2771280" y="3052440"/>
            <a:ext cx="156600" cy="1080"/>
          </a:xfrm>
          <a:prstGeom prst="straightConnector1">
            <a:avLst/>
          </a:prstGeom>
          <a:ln w="12600">
            <a:solidFill>
              <a:srgbClr val="003399"/>
            </a:solidFill>
            <a:miter/>
            <a:tailEnd len="med" type="triangle" w="med"/>
          </a:ln>
        </p:spPr>
      </p:cxnSp>
      <p:cxnSp>
        <p:nvCxnSpPr>
          <p:cNvPr id="8205" name="AutoShape 26"/>
          <p:cNvCxnSpPr>
            <a:stCxn id="8199" idx="3"/>
            <a:endCxn id="8200" idx="1"/>
          </p:cNvCxnSpPr>
          <p:nvPr/>
        </p:nvCxnSpPr>
        <p:spPr>
          <a:xfrm>
            <a:off x="3898800" y="3052440"/>
            <a:ext cx="155880" cy="1080"/>
          </a:xfrm>
          <a:prstGeom prst="straightConnector1">
            <a:avLst/>
          </a:prstGeom>
          <a:ln w="12600">
            <a:solidFill>
              <a:srgbClr val="003399"/>
            </a:solidFill>
            <a:miter/>
            <a:tailEnd len="med" type="triangle" w="med"/>
          </a:ln>
        </p:spPr>
      </p:cxnSp>
      <p:cxnSp>
        <p:nvCxnSpPr>
          <p:cNvPr id="8206" name="AutoShape 27"/>
          <p:cNvCxnSpPr>
            <a:stCxn id="8200" idx="3"/>
            <a:endCxn id="8201" idx="1"/>
          </p:cNvCxnSpPr>
          <p:nvPr/>
        </p:nvCxnSpPr>
        <p:spPr>
          <a:xfrm>
            <a:off x="5025600" y="3052440"/>
            <a:ext cx="158040" cy="1080"/>
          </a:xfrm>
          <a:prstGeom prst="straightConnector1">
            <a:avLst/>
          </a:prstGeom>
          <a:ln w="12600">
            <a:solidFill>
              <a:srgbClr val="003399"/>
            </a:solidFill>
            <a:miter/>
            <a:tailEnd len="med" type="triangle" w="med"/>
          </a:ln>
        </p:spPr>
      </p:cxnSp>
      <p:cxnSp>
        <p:nvCxnSpPr>
          <p:cNvPr id="8207" name="AutoShape 28"/>
          <p:cNvCxnSpPr>
            <a:stCxn id="8201" idx="3"/>
            <a:endCxn id="8202" idx="1"/>
          </p:cNvCxnSpPr>
          <p:nvPr/>
        </p:nvCxnSpPr>
        <p:spPr>
          <a:xfrm>
            <a:off x="6154200" y="3052440"/>
            <a:ext cx="158040" cy="1080"/>
          </a:xfrm>
          <a:prstGeom prst="straightConnector1">
            <a:avLst/>
          </a:prstGeom>
          <a:ln w="12600">
            <a:solidFill>
              <a:srgbClr val="003399"/>
            </a:solidFill>
            <a:miter/>
            <a:tailEnd len="med" type="triangle" w="med"/>
          </a:ln>
        </p:spPr>
      </p:cxnSp>
      <p:cxnSp>
        <p:nvCxnSpPr>
          <p:cNvPr id="8208" name="AutoShape 29"/>
          <p:cNvCxnSpPr>
            <a:stCxn id="8202" idx="3"/>
            <a:endCxn id="8203" idx="1"/>
          </p:cNvCxnSpPr>
          <p:nvPr/>
        </p:nvCxnSpPr>
        <p:spPr>
          <a:xfrm>
            <a:off x="7283520" y="3052440"/>
            <a:ext cx="157680" cy="1080"/>
          </a:xfrm>
          <a:prstGeom prst="straightConnector1">
            <a:avLst/>
          </a:prstGeom>
          <a:ln w="12600">
            <a:solidFill>
              <a:srgbClr val="003399"/>
            </a:solidFill>
            <a:miter/>
            <a:tailEnd len="med" type="triangle" w="med"/>
          </a:ln>
        </p:spPr>
      </p:cxnSp>
      <p:sp>
        <p:nvSpPr>
          <p:cNvPr id="8209" name="Text Box 30"/>
          <p:cNvSpPr/>
          <p:nvPr/>
        </p:nvSpPr>
        <p:spPr>
          <a:xfrm>
            <a:off x="378360" y="3773520"/>
            <a:ext cx="959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Department</a:t>
            </a:r>
            <a:endParaRPr b="1" lang="en-US" sz="1100" spc="-1" strike="noStrike">
              <a:solidFill>
                <a:srgbClr val="000000"/>
              </a:solidFill>
              <a:latin typeface="Arial"/>
            </a:endParaRPr>
          </a:p>
        </p:txBody>
      </p:sp>
      <p:sp>
        <p:nvSpPr>
          <p:cNvPr id="8210" name="Rectangle 31"/>
          <p:cNvSpPr/>
          <p:nvPr/>
        </p:nvSpPr>
        <p:spPr>
          <a:xfrm>
            <a:off x="1800360" y="364644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11" name="Rectangle 32"/>
          <p:cNvSpPr/>
          <p:nvPr/>
        </p:nvSpPr>
        <p:spPr>
          <a:xfrm>
            <a:off x="2927520" y="364644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12" name="Rectangle 33"/>
          <p:cNvSpPr/>
          <p:nvPr/>
        </p:nvSpPr>
        <p:spPr>
          <a:xfrm>
            <a:off x="4056120" y="364644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13" name="Rectangle 34"/>
          <p:cNvSpPr/>
          <p:nvPr/>
        </p:nvSpPr>
        <p:spPr>
          <a:xfrm>
            <a:off x="5183280" y="364644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14" name="Rectangle 35"/>
          <p:cNvSpPr/>
          <p:nvPr/>
        </p:nvSpPr>
        <p:spPr>
          <a:xfrm>
            <a:off x="6311880" y="364644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15" name="Rectangle 36"/>
          <p:cNvSpPr/>
          <p:nvPr/>
        </p:nvSpPr>
        <p:spPr>
          <a:xfrm>
            <a:off x="7440480" y="364644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cxnSp>
        <p:nvCxnSpPr>
          <p:cNvPr id="8216" name="AutoShape 37"/>
          <p:cNvCxnSpPr>
            <a:stCxn id="8210" idx="3"/>
            <a:endCxn id="8211" idx="1"/>
          </p:cNvCxnSpPr>
          <p:nvPr/>
        </p:nvCxnSpPr>
        <p:spPr>
          <a:xfrm>
            <a:off x="2771280" y="3898440"/>
            <a:ext cx="156600" cy="1080"/>
          </a:xfrm>
          <a:prstGeom prst="straightConnector1">
            <a:avLst/>
          </a:prstGeom>
          <a:ln w="12600">
            <a:solidFill>
              <a:srgbClr val="003399"/>
            </a:solidFill>
            <a:miter/>
            <a:tailEnd len="med" type="triangle" w="med"/>
          </a:ln>
        </p:spPr>
      </p:cxnSp>
      <p:cxnSp>
        <p:nvCxnSpPr>
          <p:cNvPr id="8217" name="AutoShape 38"/>
          <p:cNvCxnSpPr>
            <a:stCxn id="8211" idx="3"/>
            <a:endCxn id="8212" idx="1"/>
          </p:cNvCxnSpPr>
          <p:nvPr/>
        </p:nvCxnSpPr>
        <p:spPr>
          <a:xfrm>
            <a:off x="3898440" y="3898440"/>
            <a:ext cx="158040" cy="1080"/>
          </a:xfrm>
          <a:prstGeom prst="straightConnector1">
            <a:avLst/>
          </a:prstGeom>
          <a:ln w="12600">
            <a:solidFill>
              <a:srgbClr val="003399"/>
            </a:solidFill>
            <a:miter/>
            <a:tailEnd len="med" type="triangle" w="med"/>
          </a:ln>
        </p:spPr>
      </p:cxnSp>
      <p:cxnSp>
        <p:nvCxnSpPr>
          <p:cNvPr id="8218" name="AutoShape 39"/>
          <p:cNvCxnSpPr>
            <a:stCxn id="8212" idx="3"/>
            <a:endCxn id="8213" idx="1"/>
          </p:cNvCxnSpPr>
          <p:nvPr/>
        </p:nvCxnSpPr>
        <p:spPr>
          <a:xfrm>
            <a:off x="5027760" y="3898440"/>
            <a:ext cx="155880" cy="1080"/>
          </a:xfrm>
          <a:prstGeom prst="straightConnector1">
            <a:avLst/>
          </a:prstGeom>
          <a:ln w="12600">
            <a:solidFill>
              <a:srgbClr val="003399"/>
            </a:solidFill>
            <a:miter/>
            <a:tailEnd len="med" type="triangle" w="med"/>
          </a:ln>
        </p:spPr>
      </p:cxnSp>
      <p:cxnSp>
        <p:nvCxnSpPr>
          <p:cNvPr id="8219" name="AutoShape 40"/>
          <p:cNvCxnSpPr>
            <a:stCxn id="8213" idx="3"/>
            <a:endCxn id="8214" idx="1"/>
          </p:cNvCxnSpPr>
          <p:nvPr/>
        </p:nvCxnSpPr>
        <p:spPr>
          <a:xfrm>
            <a:off x="6154200" y="3898440"/>
            <a:ext cx="158040" cy="1080"/>
          </a:xfrm>
          <a:prstGeom prst="straightConnector1">
            <a:avLst/>
          </a:prstGeom>
          <a:ln w="12600">
            <a:solidFill>
              <a:srgbClr val="003399"/>
            </a:solidFill>
            <a:miter/>
            <a:tailEnd len="med" type="triangle" w="med"/>
          </a:ln>
        </p:spPr>
      </p:cxnSp>
      <p:cxnSp>
        <p:nvCxnSpPr>
          <p:cNvPr id="8220" name="AutoShape 41"/>
          <p:cNvCxnSpPr>
            <a:stCxn id="8214" idx="3"/>
            <a:endCxn id="8215" idx="1"/>
          </p:cNvCxnSpPr>
          <p:nvPr/>
        </p:nvCxnSpPr>
        <p:spPr>
          <a:xfrm>
            <a:off x="7283520" y="3898440"/>
            <a:ext cx="157680" cy="1080"/>
          </a:xfrm>
          <a:prstGeom prst="straightConnector1">
            <a:avLst/>
          </a:prstGeom>
          <a:ln w="12600">
            <a:solidFill>
              <a:srgbClr val="003399"/>
            </a:solidFill>
            <a:miter/>
            <a:tailEnd len="med" type="triangle" w="med"/>
          </a:ln>
        </p:spPr>
      </p:cxnSp>
      <p:sp>
        <p:nvSpPr>
          <p:cNvPr id="8221" name="Text Box 42"/>
          <p:cNvSpPr/>
          <p:nvPr/>
        </p:nvSpPr>
        <p:spPr>
          <a:xfrm>
            <a:off x="378360" y="4619520"/>
            <a:ext cx="959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Department</a:t>
            </a:r>
            <a:endParaRPr b="1" lang="en-US" sz="1100" spc="-1" strike="noStrike">
              <a:solidFill>
                <a:srgbClr val="000000"/>
              </a:solidFill>
              <a:latin typeface="Arial"/>
            </a:endParaRPr>
          </a:p>
        </p:txBody>
      </p:sp>
      <p:sp>
        <p:nvSpPr>
          <p:cNvPr id="8222" name="Rectangle 43"/>
          <p:cNvSpPr/>
          <p:nvPr/>
        </p:nvSpPr>
        <p:spPr>
          <a:xfrm>
            <a:off x="1800360" y="4492800"/>
            <a:ext cx="971280" cy="5029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23" name="Rectangle 44"/>
          <p:cNvSpPr/>
          <p:nvPr/>
        </p:nvSpPr>
        <p:spPr>
          <a:xfrm>
            <a:off x="2927520" y="4492800"/>
            <a:ext cx="971280" cy="5029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24" name="Rectangle 45"/>
          <p:cNvSpPr/>
          <p:nvPr/>
        </p:nvSpPr>
        <p:spPr>
          <a:xfrm>
            <a:off x="4054320" y="4492800"/>
            <a:ext cx="971640" cy="5029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25" name="Rectangle 46"/>
          <p:cNvSpPr/>
          <p:nvPr/>
        </p:nvSpPr>
        <p:spPr>
          <a:xfrm>
            <a:off x="5183280" y="4492800"/>
            <a:ext cx="971280" cy="5029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26" name="Rectangle 47"/>
          <p:cNvSpPr/>
          <p:nvPr/>
        </p:nvSpPr>
        <p:spPr>
          <a:xfrm>
            <a:off x="6311880" y="4492800"/>
            <a:ext cx="971640" cy="5029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27" name="Rectangle 48"/>
          <p:cNvSpPr/>
          <p:nvPr/>
        </p:nvSpPr>
        <p:spPr>
          <a:xfrm>
            <a:off x="7440480" y="4492800"/>
            <a:ext cx="971640" cy="5029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cxnSp>
        <p:nvCxnSpPr>
          <p:cNvPr id="8228" name="AutoShape 49"/>
          <p:cNvCxnSpPr>
            <a:stCxn id="8222" idx="3"/>
            <a:endCxn id="8223" idx="1"/>
          </p:cNvCxnSpPr>
          <p:nvPr/>
        </p:nvCxnSpPr>
        <p:spPr>
          <a:xfrm>
            <a:off x="2771280" y="4744800"/>
            <a:ext cx="156600" cy="1080"/>
          </a:xfrm>
          <a:prstGeom prst="straightConnector1">
            <a:avLst/>
          </a:prstGeom>
          <a:ln w="12600">
            <a:solidFill>
              <a:srgbClr val="003399"/>
            </a:solidFill>
            <a:miter/>
            <a:tailEnd len="med" type="triangle" w="med"/>
          </a:ln>
        </p:spPr>
      </p:cxnSp>
      <p:cxnSp>
        <p:nvCxnSpPr>
          <p:cNvPr id="8229" name="AutoShape 50"/>
          <p:cNvCxnSpPr>
            <a:stCxn id="8223" idx="3"/>
            <a:endCxn id="8224" idx="1"/>
          </p:cNvCxnSpPr>
          <p:nvPr/>
        </p:nvCxnSpPr>
        <p:spPr>
          <a:xfrm>
            <a:off x="3898800" y="4744800"/>
            <a:ext cx="155880" cy="1080"/>
          </a:xfrm>
          <a:prstGeom prst="straightConnector1">
            <a:avLst/>
          </a:prstGeom>
          <a:ln w="12600">
            <a:solidFill>
              <a:srgbClr val="003399"/>
            </a:solidFill>
            <a:miter/>
            <a:tailEnd len="med" type="triangle" w="med"/>
          </a:ln>
        </p:spPr>
      </p:cxnSp>
      <p:cxnSp>
        <p:nvCxnSpPr>
          <p:cNvPr id="8230" name="AutoShape 51"/>
          <p:cNvCxnSpPr>
            <a:stCxn id="8224" idx="3"/>
            <a:endCxn id="8225" idx="1"/>
          </p:cNvCxnSpPr>
          <p:nvPr/>
        </p:nvCxnSpPr>
        <p:spPr>
          <a:xfrm>
            <a:off x="5025600" y="4744800"/>
            <a:ext cx="158040" cy="1080"/>
          </a:xfrm>
          <a:prstGeom prst="straightConnector1">
            <a:avLst/>
          </a:prstGeom>
          <a:ln w="12600">
            <a:solidFill>
              <a:srgbClr val="003399"/>
            </a:solidFill>
            <a:miter/>
            <a:tailEnd len="med" type="triangle" w="med"/>
          </a:ln>
        </p:spPr>
      </p:cxnSp>
      <p:cxnSp>
        <p:nvCxnSpPr>
          <p:cNvPr id="8231" name="AutoShape 52"/>
          <p:cNvCxnSpPr>
            <a:stCxn id="8225" idx="3"/>
            <a:endCxn id="8226" idx="1"/>
          </p:cNvCxnSpPr>
          <p:nvPr/>
        </p:nvCxnSpPr>
        <p:spPr>
          <a:xfrm>
            <a:off x="6154200" y="4744800"/>
            <a:ext cx="158040" cy="1080"/>
          </a:xfrm>
          <a:prstGeom prst="straightConnector1">
            <a:avLst/>
          </a:prstGeom>
          <a:ln w="12600">
            <a:solidFill>
              <a:srgbClr val="003399"/>
            </a:solidFill>
            <a:miter/>
            <a:tailEnd len="med" type="triangle" w="med"/>
          </a:ln>
        </p:spPr>
      </p:cxnSp>
      <p:cxnSp>
        <p:nvCxnSpPr>
          <p:cNvPr id="8232" name="AutoShape 53"/>
          <p:cNvCxnSpPr>
            <a:stCxn id="8226" idx="3"/>
            <a:endCxn id="8227" idx="1"/>
          </p:cNvCxnSpPr>
          <p:nvPr/>
        </p:nvCxnSpPr>
        <p:spPr>
          <a:xfrm>
            <a:off x="7283520" y="4744800"/>
            <a:ext cx="157680" cy="1080"/>
          </a:xfrm>
          <a:prstGeom prst="straightConnector1">
            <a:avLst/>
          </a:prstGeom>
          <a:ln w="12600">
            <a:solidFill>
              <a:srgbClr val="003399"/>
            </a:solidFill>
            <a:miter/>
            <a:tailEnd len="med" type="triangle" w="med"/>
          </a:ln>
        </p:spPr>
      </p:cxnSp>
      <p:sp>
        <p:nvSpPr>
          <p:cNvPr id="8233" name="Text Box 54"/>
          <p:cNvSpPr/>
          <p:nvPr/>
        </p:nvSpPr>
        <p:spPr>
          <a:xfrm>
            <a:off x="378360" y="5465880"/>
            <a:ext cx="959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Department</a:t>
            </a:r>
            <a:endParaRPr b="1" lang="en-US" sz="1100" spc="-1" strike="noStrike">
              <a:solidFill>
                <a:srgbClr val="000000"/>
              </a:solidFill>
              <a:latin typeface="Arial"/>
            </a:endParaRPr>
          </a:p>
        </p:txBody>
      </p:sp>
      <p:sp>
        <p:nvSpPr>
          <p:cNvPr id="8234" name="Rectangle 55"/>
          <p:cNvSpPr/>
          <p:nvPr/>
        </p:nvSpPr>
        <p:spPr>
          <a:xfrm>
            <a:off x="1800360" y="533880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35" name="Rectangle 56"/>
          <p:cNvSpPr/>
          <p:nvPr/>
        </p:nvSpPr>
        <p:spPr>
          <a:xfrm>
            <a:off x="2927520" y="533880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36" name="Rectangle 57"/>
          <p:cNvSpPr/>
          <p:nvPr/>
        </p:nvSpPr>
        <p:spPr>
          <a:xfrm>
            <a:off x="4054320" y="533880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37" name="Rectangle 58"/>
          <p:cNvSpPr/>
          <p:nvPr/>
        </p:nvSpPr>
        <p:spPr>
          <a:xfrm>
            <a:off x="5183280" y="5338800"/>
            <a:ext cx="97128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38" name="Rectangle 59"/>
          <p:cNvSpPr/>
          <p:nvPr/>
        </p:nvSpPr>
        <p:spPr>
          <a:xfrm>
            <a:off x="6311880" y="533880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sp>
        <p:nvSpPr>
          <p:cNvPr id="8239" name="Rectangle 60"/>
          <p:cNvSpPr/>
          <p:nvPr/>
        </p:nvSpPr>
        <p:spPr>
          <a:xfrm>
            <a:off x="7440480" y="5338800"/>
            <a:ext cx="971640" cy="5032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000" spc="-1" strike="noStrike">
                <a:solidFill>
                  <a:srgbClr val="000000"/>
                </a:solidFill>
                <a:latin typeface="Arial"/>
              </a:rPr>
              <a:t>Activity</a:t>
            </a:r>
            <a:endParaRPr b="1" lang="en-US" sz="1000" spc="-1" strike="noStrike">
              <a:solidFill>
                <a:srgbClr val="000000"/>
              </a:solidFill>
              <a:latin typeface="Arial"/>
            </a:endParaRPr>
          </a:p>
        </p:txBody>
      </p:sp>
      <p:cxnSp>
        <p:nvCxnSpPr>
          <p:cNvPr id="8240" name="AutoShape 61"/>
          <p:cNvCxnSpPr>
            <a:stCxn id="8234" idx="3"/>
            <a:endCxn id="8235" idx="1"/>
          </p:cNvCxnSpPr>
          <p:nvPr/>
        </p:nvCxnSpPr>
        <p:spPr>
          <a:xfrm>
            <a:off x="2771280" y="5590800"/>
            <a:ext cx="156600" cy="1080"/>
          </a:xfrm>
          <a:prstGeom prst="straightConnector1">
            <a:avLst/>
          </a:prstGeom>
          <a:ln w="12600">
            <a:solidFill>
              <a:srgbClr val="003399"/>
            </a:solidFill>
            <a:miter/>
            <a:tailEnd len="med" type="triangle" w="med"/>
          </a:ln>
        </p:spPr>
      </p:cxnSp>
      <p:cxnSp>
        <p:nvCxnSpPr>
          <p:cNvPr id="8241" name="AutoShape 62"/>
          <p:cNvCxnSpPr>
            <a:stCxn id="8235" idx="3"/>
            <a:endCxn id="8236" idx="1"/>
          </p:cNvCxnSpPr>
          <p:nvPr/>
        </p:nvCxnSpPr>
        <p:spPr>
          <a:xfrm>
            <a:off x="3898800" y="5590800"/>
            <a:ext cx="155880" cy="1080"/>
          </a:xfrm>
          <a:prstGeom prst="straightConnector1">
            <a:avLst/>
          </a:prstGeom>
          <a:ln w="12600">
            <a:solidFill>
              <a:srgbClr val="003399"/>
            </a:solidFill>
            <a:miter/>
            <a:tailEnd len="med" type="triangle" w="med"/>
          </a:ln>
        </p:spPr>
      </p:cxnSp>
      <p:cxnSp>
        <p:nvCxnSpPr>
          <p:cNvPr id="8242" name="AutoShape 63"/>
          <p:cNvCxnSpPr>
            <a:stCxn id="8236" idx="3"/>
            <a:endCxn id="8237" idx="1"/>
          </p:cNvCxnSpPr>
          <p:nvPr/>
        </p:nvCxnSpPr>
        <p:spPr>
          <a:xfrm>
            <a:off x="5025600" y="5590800"/>
            <a:ext cx="158040" cy="1080"/>
          </a:xfrm>
          <a:prstGeom prst="straightConnector1">
            <a:avLst/>
          </a:prstGeom>
          <a:ln w="12600">
            <a:solidFill>
              <a:srgbClr val="003399"/>
            </a:solidFill>
            <a:miter/>
            <a:tailEnd len="med" type="triangle" w="med"/>
          </a:ln>
        </p:spPr>
      </p:cxnSp>
      <p:cxnSp>
        <p:nvCxnSpPr>
          <p:cNvPr id="8243" name="AutoShape 64"/>
          <p:cNvCxnSpPr>
            <a:stCxn id="8237" idx="3"/>
            <a:endCxn id="8238" idx="1"/>
          </p:cNvCxnSpPr>
          <p:nvPr/>
        </p:nvCxnSpPr>
        <p:spPr>
          <a:xfrm>
            <a:off x="6154200" y="5590800"/>
            <a:ext cx="158040" cy="1080"/>
          </a:xfrm>
          <a:prstGeom prst="straightConnector1">
            <a:avLst/>
          </a:prstGeom>
          <a:ln w="12600">
            <a:solidFill>
              <a:srgbClr val="003399"/>
            </a:solidFill>
            <a:miter/>
            <a:tailEnd len="med" type="triangle" w="med"/>
          </a:ln>
        </p:spPr>
      </p:cxnSp>
      <p:cxnSp>
        <p:nvCxnSpPr>
          <p:cNvPr id="8244" name="AutoShape 65"/>
          <p:cNvCxnSpPr>
            <a:stCxn id="8238" idx="3"/>
            <a:endCxn id="8239" idx="1"/>
          </p:cNvCxnSpPr>
          <p:nvPr/>
        </p:nvCxnSpPr>
        <p:spPr>
          <a:xfrm>
            <a:off x="7283520" y="5590800"/>
            <a:ext cx="157680" cy="1080"/>
          </a:xfrm>
          <a:prstGeom prst="straightConnector1">
            <a:avLst/>
          </a:prstGeom>
          <a:ln w="12600">
            <a:solidFill>
              <a:srgbClr val="003399"/>
            </a:solidFill>
            <a:miter/>
            <a:tailEnd len="med" type="triangle" w="med"/>
          </a:ln>
        </p:spPr>
      </p:cxnSp>
      <p:cxnSp>
        <p:nvCxnSpPr>
          <p:cNvPr id="8245" name="AutoShape 66"/>
          <p:cNvCxnSpPr/>
          <p:nvPr/>
        </p:nvCxnSpPr>
        <p:spPr>
          <a:xfrm flipH="1" rot="16200000">
            <a:off x="2657520" y="2024640"/>
            <a:ext cx="343440" cy="1221480"/>
          </a:xfrm>
          <a:prstGeom prst="bentConnector3">
            <a:avLst>
              <a:gd name="adj1" fmla="val 49527"/>
            </a:avLst>
          </a:prstGeom>
          <a:ln w="12600">
            <a:solidFill>
              <a:srgbClr val="003399"/>
            </a:solidFill>
            <a:miter/>
            <a:tailEnd len="med" type="triangle" w="med"/>
          </a:ln>
        </p:spPr>
      </p:cxnSp>
      <p:cxnSp>
        <p:nvCxnSpPr>
          <p:cNvPr id="8246" name="AutoShape 67"/>
          <p:cNvCxnSpPr>
            <a:stCxn id="8200" idx="0"/>
            <a:endCxn id="8188" idx="2"/>
          </p:cNvCxnSpPr>
          <p:nvPr/>
        </p:nvCxnSpPr>
        <p:spPr>
          <a:xfrm flipV="1">
            <a:off x="4539960" y="2456640"/>
            <a:ext cx="1080" cy="343800"/>
          </a:xfrm>
          <a:prstGeom prst="straightConnector1">
            <a:avLst/>
          </a:prstGeom>
          <a:ln w="12600">
            <a:solidFill>
              <a:srgbClr val="003399"/>
            </a:solidFill>
            <a:miter/>
            <a:tailEnd len="med" type="triangle" w="med"/>
          </a:ln>
        </p:spPr>
      </p:cxnSp>
      <p:cxnSp>
        <p:nvCxnSpPr>
          <p:cNvPr id="8247" name="AutoShape 68"/>
          <p:cNvCxnSpPr/>
          <p:nvPr/>
        </p:nvCxnSpPr>
        <p:spPr>
          <a:xfrm flipH="1" rot="16200000">
            <a:off x="6652440" y="2253240"/>
            <a:ext cx="343440" cy="2443680"/>
          </a:xfrm>
          <a:prstGeom prst="bentConnector3">
            <a:avLst>
              <a:gd name="adj1" fmla="val 49527"/>
            </a:avLst>
          </a:prstGeom>
          <a:ln w="12600">
            <a:solidFill>
              <a:srgbClr val="003399"/>
            </a:solidFill>
            <a:miter/>
            <a:tailEnd len="med" type="triangle" w="med"/>
          </a:ln>
        </p:spPr>
      </p:cxnSp>
      <p:sp>
        <p:nvSpPr>
          <p:cNvPr id="8248" name="Rectangle 69"/>
          <p:cNvSpPr/>
          <p:nvPr/>
        </p:nvSpPr>
        <p:spPr>
          <a:xfrm>
            <a:off x="5146560" y="127080"/>
            <a:ext cx="367992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 必要のない箱は削除してください </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業務フローを描くには、オートシェープツールバーにあるコネクタを使用してください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25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9405AC9-6508-4C0C-AAE4-EFC05BF1525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25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Process flow</a:t>
            </a:r>
            <a:endParaRPr b="1" lang="en-US" sz="1600" spc="-1" strike="noStrike">
              <a:solidFill>
                <a:srgbClr val="000000"/>
              </a:solidFill>
              <a:latin typeface="Arial"/>
            </a:endParaRPr>
          </a:p>
        </p:txBody>
      </p:sp>
      <p:sp>
        <p:nvSpPr>
          <p:cNvPr id="8252" name="Rectangle 3"/>
          <p:cNvSpPr/>
          <p:nvPr/>
        </p:nvSpPr>
        <p:spPr>
          <a:xfrm>
            <a:off x="784080" y="2133720"/>
            <a:ext cx="827280" cy="485640"/>
          </a:xfrm>
          <a:prstGeom prst="rect">
            <a:avLst/>
          </a:prstGeom>
          <a:solidFill>
            <a:srgbClr val="8099cc"/>
          </a:solidFill>
          <a:ln w="12600">
            <a:solidFill>
              <a:srgbClr val="8099cc"/>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Process</a:t>
            </a:r>
            <a:endParaRPr b="1" lang="en-US" sz="1100" spc="-1" strike="noStrike">
              <a:solidFill>
                <a:srgbClr val="000000"/>
              </a:solidFill>
              <a:latin typeface="Arial"/>
            </a:endParaRPr>
          </a:p>
        </p:txBody>
      </p:sp>
      <p:sp>
        <p:nvSpPr>
          <p:cNvPr id="8253" name="Rectangle 4"/>
          <p:cNvSpPr/>
          <p:nvPr/>
        </p:nvSpPr>
        <p:spPr>
          <a:xfrm>
            <a:off x="784080" y="2781360"/>
            <a:ext cx="827280" cy="485640"/>
          </a:xfrm>
          <a:prstGeom prst="rect">
            <a:avLst/>
          </a:prstGeom>
          <a:solidFill>
            <a:srgbClr val="8099cc"/>
          </a:solidFill>
          <a:ln w="12600">
            <a:solidFill>
              <a:srgbClr val="8099cc"/>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Process</a:t>
            </a:r>
            <a:endParaRPr b="1" lang="en-US" sz="1100" spc="-1" strike="noStrike">
              <a:solidFill>
                <a:srgbClr val="000000"/>
              </a:solidFill>
              <a:latin typeface="Arial"/>
            </a:endParaRPr>
          </a:p>
        </p:txBody>
      </p:sp>
      <p:sp>
        <p:nvSpPr>
          <p:cNvPr id="8254" name="Rectangle 5"/>
          <p:cNvSpPr/>
          <p:nvPr/>
        </p:nvSpPr>
        <p:spPr>
          <a:xfrm>
            <a:off x="784080" y="3430440"/>
            <a:ext cx="827280" cy="486000"/>
          </a:xfrm>
          <a:prstGeom prst="rect">
            <a:avLst/>
          </a:prstGeom>
          <a:solidFill>
            <a:srgbClr val="8099cc"/>
          </a:solidFill>
          <a:ln w="12600">
            <a:solidFill>
              <a:srgbClr val="8099cc"/>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Process</a:t>
            </a:r>
            <a:endParaRPr b="1" lang="en-US" sz="1100" spc="-1" strike="noStrike">
              <a:solidFill>
                <a:srgbClr val="000000"/>
              </a:solidFill>
              <a:latin typeface="Arial"/>
            </a:endParaRPr>
          </a:p>
        </p:txBody>
      </p:sp>
      <p:sp>
        <p:nvSpPr>
          <p:cNvPr id="8255" name="Rectangle 6"/>
          <p:cNvSpPr/>
          <p:nvPr/>
        </p:nvSpPr>
        <p:spPr>
          <a:xfrm>
            <a:off x="784080" y="4078440"/>
            <a:ext cx="827280" cy="485640"/>
          </a:xfrm>
          <a:prstGeom prst="rect">
            <a:avLst/>
          </a:prstGeom>
          <a:solidFill>
            <a:srgbClr val="8099cc"/>
          </a:solidFill>
          <a:ln w="12600">
            <a:solidFill>
              <a:srgbClr val="8099cc"/>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Process</a:t>
            </a:r>
            <a:endParaRPr b="1" lang="en-US" sz="1100" spc="-1" strike="noStrike">
              <a:solidFill>
                <a:srgbClr val="000000"/>
              </a:solidFill>
              <a:latin typeface="Arial"/>
            </a:endParaRPr>
          </a:p>
        </p:txBody>
      </p:sp>
      <p:sp>
        <p:nvSpPr>
          <p:cNvPr id="8256" name="Rectangle 7"/>
          <p:cNvSpPr/>
          <p:nvPr/>
        </p:nvSpPr>
        <p:spPr>
          <a:xfrm>
            <a:off x="784080" y="4726080"/>
            <a:ext cx="827280" cy="485640"/>
          </a:xfrm>
          <a:prstGeom prst="rect">
            <a:avLst/>
          </a:prstGeom>
          <a:solidFill>
            <a:srgbClr val="8099cc"/>
          </a:solidFill>
          <a:ln w="12600">
            <a:solidFill>
              <a:srgbClr val="8099cc"/>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Process</a:t>
            </a:r>
            <a:endParaRPr b="1" lang="en-US" sz="1100" spc="-1" strike="noStrike">
              <a:solidFill>
                <a:srgbClr val="000000"/>
              </a:solidFill>
              <a:latin typeface="Arial"/>
            </a:endParaRPr>
          </a:p>
        </p:txBody>
      </p:sp>
      <p:sp>
        <p:nvSpPr>
          <p:cNvPr id="8257" name="Rectangle 8"/>
          <p:cNvSpPr/>
          <p:nvPr/>
        </p:nvSpPr>
        <p:spPr>
          <a:xfrm>
            <a:off x="784080" y="5356080"/>
            <a:ext cx="827280" cy="486000"/>
          </a:xfrm>
          <a:prstGeom prst="rect">
            <a:avLst/>
          </a:prstGeom>
          <a:solidFill>
            <a:srgbClr val="8099cc"/>
          </a:solidFill>
          <a:ln w="12600">
            <a:solidFill>
              <a:srgbClr val="8099cc"/>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100" spc="-1" strike="noStrike">
                <a:solidFill>
                  <a:srgbClr val="000000"/>
                </a:solidFill>
                <a:latin typeface="Arial"/>
              </a:rPr>
              <a:t>Process</a:t>
            </a:r>
            <a:endParaRPr b="1" lang="en-US" sz="1100" spc="-1" strike="noStrike">
              <a:solidFill>
                <a:srgbClr val="000000"/>
              </a:solidFill>
              <a:latin typeface="Arial"/>
            </a:endParaRPr>
          </a:p>
        </p:txBody>
      </p:sp>
      <p:sp>
        <p:nvSpPr>
          <p:cNvPr id="8258" name="Rectangle 9"/>
          <p:cNvSpPr/>
          <p:nvPr/>
        </p:nvSpPr>
        <p:spPr>
          <a:xfrm>
            <a:off x="1862280" y="213372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59" name="Rectangle 10"/>
          <p:cNvSpPr/>
          <p:nvPr/>
        </p:nvSpPr>
        <p:spPr>
          <a:xfrm>
            <a:off x="1862280" y="278136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0" name="Rectangle 11"/>
          <p:cNvSpPr/>
          <p:nvPr/>
        </p:nvSpPr>
        <p:spPr>
          <a:xfrm>
            <a:off x="1862280" y="3430440"/>
            <a:ext cx="82692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1" name="Rectangle 12"/>
          <p:cNvSpPr/>
          <p:nvPr/>
        </p:nvSpPr>
        <p:spPr>
          <a:xfrm>
            <a:off x="1862280" y="407844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2" name="Rectangle 13"/>
          <p:cNvSpPr/>
          <p:nvPr/>
        </p:nvSpPr>
        <p:spPr>
          <a:xfrm>
            <a:off x="1862280" y="472608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3" name="Rectangle 14"/>
          <p:cNvSpPr/>
          <p:nvPr/>
        </p:nvSpPr>
        <p:spPr>
          <a:xfrm>
            <a:off x="1862280" y="5356080"/>
            <a:ext cx="82692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4" name="Rectangle 15"/>
          <p:cNvSpPr/>
          <p:nvPr/>
        </p:nvSpPr>
        <p:spPr>
          <a:xfrm>
            <a:off x="2941560" y="213372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5" name="Rectangle 16"/>
          <p:cNvSpPr/>
          <p:nvPr/>
        </p:nvSpPr>
        <p:spPr>
          <a:xfrm>
            <a:off x="2941560" y="278136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6" name="Rectangle 17"/>
          <p:cNvSpPr/>
          <p:nvPr/>
        </p:nvSpPr>
        <p:spPr>
          <a:xfrm>
            <a:off x="2941560" y="3430440"/>
            <a:ext cx="82728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7" name="Rectangle 18"/>
          <p:cNvSpPr/>
          <p:nvPr/>
        </p:nvSpPr>
        <p:spPr>
          <a:xfrm>
            <a:off x="2941560" y="407844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8" name="Rectangle 19"/>
          <p:cNvSpPr/>
          <p:nvPr/>
        </p:nvSpPr>
        <p:spPr>
          <a:xfrm>
            <a:off x="2941560" y="472608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69" name="Rectangle 20"/>
          <p:cNvSpPr/>
          <p:nvPr/>
        </p:nvSpPr>
        <p:spPr>
          <a:xfrm>
            <a:off x="2941560" y="5356080"/>
            <a:ext cx="82728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0" name="Rectangle 21"/>
          <p:cNvSpPr/>
          <p:nvPr/>
        </p:nvSpPr>
        <p:spPr>
          <a:xfrm>
            <a:off x="4021200" y="213372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1" name="Rectangle 22"/>
          <p:cNvSpPr/>
          <p:nvPr/>
        </p:nvSpPr>
        <p:spPr>
          <a:xfrm>
            <a:off x="4021200" y="278136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2" name="Rectangle 23"/>
          <p:cNvSpPr/>
          <p:nvPr/>
        </p:nvSpPr>
        <p:spPr>
          <a:xfrm>
            <a:off x="4021200" y="3430440"/>
            <a:ext cx="82692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3" name="Rectangle 24"/>
          <p:cNvSpPr/>
          <p:nvPr/>
        </p:nvSpPr>
        <p:spPr>
          <a:xfrm>
            <a:off x="4021200" y="407844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4" name="Rectangle 25"/>
          <p:cNvSpPr/>
          <p:nvPr/>
        </p:nvSpPr>
        <p:spPr>
          <a:xfrm>
            <a:off x="4021200" y="472608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5" name="Rectangle 26"/>
          <p:cNvSpPr/>
          <p:nvPr/>
        </p:nvSpPr>
        <p:spPr>
          <a:xfrm>
            <a:off x="4021200" y="5356080"/>
            <a:ext cx="82692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6" name="Rectangle 27"/>
          <p:cNvSpPr/>
          <p:nvPr/>
        </p:nvSpPr>
        <p:spPr>
          <a:xfrm>
            <a:off x="5100480" y="213372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7" name="Rectangle 28"/>
          <p:cNvSpPr/>
          <p:nvPr/>
        </p:nvSpPr>
        <p:spPr>
          <a:xfrm>
            <a:off x="5100480" y="278136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8" name="Rectangle 29"/>
          <p:cNvSpPr/>
          <p:nvPr/>
        </p:nvSpPr>
        <p:spPr>
          <a:xfrm>
            <a:off x="5100480" y="3430440"/>
            <a:ext cx="82728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79" name="Rectangle 30"/>
          <p:cNvSpPr/>
          <p:nvPr/>
        </p:nvSpPr>
        <p:spPr>
          <a:xfrm>
            <a:off x="5100480" y="407844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0" name="Rectangle 31"/>
          <p:cNvSpPr/>
          <p:nvPr/>
        </p:nvSpPr>
        <p:spPr>
          <a:xfrm>
            <a:off x="5100480" y="472608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1" name="Rectangle 32"/>
          <p:cNvSpPr/>
          <p:nvPr/>
        </p:nvSpPr>
        <p:spPr>
          <a:xfrm>
            <a:off x="5100480" y="5356080"/>
            <a:ext cx="82728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2" name="Rectangle 33"/>
          <p:cNvSpPr/>
          <p:nvPr/>
        </p:nvSpPr>
        <p:spPr>
          <a:xfrm>
            <a:off x="6180120" y="213372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3" name="Rectangle 34"/>
          <p:cNvSpPr/>
          <p:nvPr/>
        </p:nvSpPr>
        <p:spPr>
          <a:xfrm>
            <a:off x="6180120" y="278136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4" name="Rectangle 35"/>
          <p:cNvSpPr/>
          <p:nvPr/>
        </p:nvSpPr>
        <p:spPr>
          <a:xfrm>
            <a:off x="6180120" y="3430440"/>
            <a:ext cx="82728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5" name="Rectangle 36"/>
          <p:cNvSpPr/>
          <p:nvPr/>
        </p:nvSpPr>
        <p:spPr>
          <a:xfrm>
            <a:off x="6180120" y="407844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6" name="Rectangle 37"/>
          <p:cNvSpPr/>
          <p:nvPr/>
        </p:nvSpPr>
        <p:spPr>
          <a:xfrm>
            <a:off x="6180120" y="4726080"/>
            <a:ext cx="82728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7" name="Rectangle 38"/>
          <p:cNvSpPr/>
          <p:nvPr/>
        </p:nvSpPr>
        <p:spPr>
          <a:xfrm>
            <a:off x="6180120" y="5356080"/>
            <a:ext cx="82728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8" name="Rectangle 39"/>
          <p:cNvSpPr/>
          <p:nvPr/>
        </p:nvSpPr>
        <p:spPr>
          <a:xfrm>
            <a:off x="7259760" y="213372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89" name="Rectangle 40"/>
          <p:cNvSpPr/>
          <p:nvPr/>
        </p:nvSpPr>
        <p:spPr>
          <a:xfrm>
            <a:off x="7259760" y="278136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90" name="Rectangle 41"/>
          <p:cNvSpPr/>
          <p:nvPr/>
        </p:nvSpPr>
        <p:spPr>
          <a:xfrm>
            <a:off x="7259760" y="3430440"/>
            <a:ext cx="82692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91" name="Rectangle 42"/>
          <p:cNvSpPr/>
          <p:nvPr/>
        </p:nvSpPr>
        <p:spPr>
          <a:xfrm>
            <a:off x="7259760" y="407844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92" name="Rectangle 43"/>
          <p:cNvSpPr/>
          <p:nvPr/>
        </p:nvSpPr>
        <p:spPr>
          <a:xfrm>
            <a:off x="7259760" y="4726080"/>
            <a:ext cx="826920" cy="48564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sp>
        <p:nvSpPr>
          <p:cNvPr id="8293" name="Rectangle 44"/>
          <p:cNvSpPr/>
          <p:nvPr/>
        </p:nvSpPr>
        <p:spPr>
          <a:xfrm>
            <a:off x="7259760" y="5356080"/>
            <a:ext cx="826920" cy="486000"/>
          </a:xfrm>
          <a:prstGeom prst="rect">
            <a:avLst/>
          </a:prstGeom>
          <a:solidFill>
            <a:srgbClr val="ffffff"/>
          </a:solidFill>
          <a:ln w="12600">
            <a:solidFill>
              <a:srgbClr val="003399"/>
            </a:solidFill>
            <a:miter/>
          </a:ln>
        </p:spPr>
        <p:style>
          <a:lnRef idx="0"/>
          <a:fillRef idx="0"/>
          <a:effectRef idx="0"/>
          <a:fontRef idx="minor"/>
        </p:style>
        <p:txBody>
          <a:bodyPr lIns="45720" rIns="4572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91d5d"/>
                </a:solidFill>
                <a:latin typeface="Arial"/>
              </a:rPr>
              <a:t>Text</a:t>
            </a:r>
            <a:endParaRPr b="1" lang="en-US" sz="1000" spc="-1" strike="noStrike">
              <a:solidFill>
                <a:srgbClr val="000000"/>
              </a:solidFill>
              <a:latin typeface="Arial"/>
            </a:endParaRPr>
          </a:p>
        </p:txBody>
      </p:sp>
      <p:cxnSp>
        <p:nvCxnSpPr>
          <p:cNvPr id="8294" name="AutoShape 45"/>
          <p:cNvCxnSpPr/>
          <p:nvPr/>
        </p:nvCxnSpPr>
        <p:spPr>
          <a:xfrm>
            <a:off x="2700360" y="2376360"/>
            <a:ext cx="273240" cy="648360"/>
          </a:xfrm>
          <a:prstGeom prst="bentConnector3">
            <a:avLst>
              <a:gd name="adj1" fmla="val 49472"/>
            </a:avLst>
          </a:prstGeom>
          <a:ln w="12600">
            <a:solidFill>
              <a:srgbClr val="003399"/>
            </a:solidFill>
            <a:miter/>
            <a:tailEnd len="sm" type="triangle" w="med"/>
          </a:ln>
        </p:spPr>
      </p:cxnSp>
      <p:cxnSp>
        <p:nvCxnSpPr>
          <p:cNvPr id="8295" name="AutoShape 46"/>
          <p:cNvCxnSpPr/>
          <p:nvPr/>
        </p:nvCxnSpPr>
        <p:spPr>
          <a:xfrm>
            <a:off x="2688840" y="3673080"/>
            <a:ext cx="273960" cy="1926360"/>
          </a:xfrm>
          <a:prstGeom prst="bentConnector3">
            <a:avLst>
              <a:gd name="adj1" fmla="val 49342"/>
            </a:avLst>
          </a:prstGeom>
          <a:ln w="12600">
            <a:solidFill>
              <a:srgbClr val="003399"/>
            </a:solidFill>
            <a:miter/>
            <a:tailEnd len="sm" type="triangle" w="med"/>
          </a:ln>
        </p:spPr>
      </p:cxnSp>
      <p:cxnSp>
        <p:nvCxnSpPr>
          <p:cNvPr id="8296" name="AutoShape 47"/>
          <p:cNvCxnSpPr/>
          <p:nvPr/>
        </p:nvCxnSpPr>
        <p:spPr>
          <a:xfrm>
            <a:off x="3763440" y="2376000"/>
            <a:ext cx="273960" cy="1297800"/>
          </a:xfrm>
          <a:prstGeom prst="bentConnector3">
            <a:avLst>
              <a:gd name="adj1" fmla="val 49342"/>
            </a:avLst>
          </a:prstGeom>
          <a:ln w="12600">
            <a:solidFill>
              <a:srgbClr val="003399"/>
            </a:solidFill>
            <a:miter/>
            <a:tailEnd len="sm" type="triangle" w="med"/>
          </a:ln>
        </p:spPr>
      </p:cxnSp>
      <p:cxnSp>
        <p:nvCxnSpPr>
          <p:cNvPr id="8297" name="AutoShape 48"/>
          <p:cNvCxnSpPr/>
          <p:nvPr/>
        </p:nvCxnSpPr>
        <p:spPr>
          <a:xfrm>
            <a:off x="4849920" y="2376360"/>
            <a:ext cx="273240" cy="1945440"/>
          </a:xfrm>
          <a:prstGeom prst="bentConnector3">
            <a:avLst>
              <a:gd name="adj1" fmla="val 50000"/>
            </a:avLst>
          </a:prstGeom>
          <a:ln w="12600">
            <a:solidFill>
              <a:srgbClr val="003399"/>
            </a:solidFill>
            <a:miter/>
            <a:tailEnd len="sm" type="triangle" w="med"/>
          </a:ln>
        </p:spPr>
      </p:cxnSp>
      <p:cxnSp>
        <p:nvCxnSpPr>
          <p:cNvPr id="8298" name="AutoShape 49"/>
          <p:cNvCxnSpPr/>
          <p:nvPr/>
        </p:nvCxnSpPr>
        <p:spPr>
          <a:xfrm>
            <a:off x="5913000" y="2341080"/>
            <a:ext cx="273960" cy="2592720"/>
          </a:xfrm>
          <a:prstGeom prst="bentConnector3">
            <a:avLst>
              <a:gd name="adj1" fmla="val 49342"/>
            </a:avLst>
          </a:prstGeom>
          <a:ln w="12600">
            <a:solidFill>
              <a:srgbClr val="003399"/>
            </a:solidFill>
            <a:miter/>
            <a:tailEnd len="sm" type="triangle" w="med"/>
          </a:ln>
        </p:spPr>
      </p:cxnSp>
      <p:cxnSp>
        <p:nvCxnSpPr>
          <p:cNvPr id="8299" name="AutoShape 50"/>
          <p:cNvCxnSpPr/>
          <p:nvPr/>
        </p:nvCxnSpPr>
        <p:spPr>
          <a:xfrm>
            <a:off x="7010280" y="2352600"/>
            <a:ext cx="272160" cy="3223440"/>
          </a:xfrm>
          <a:prstGeom prst="bentConnector3">
            <a:avLst>
              <a:gd name="adj1" fmla="val 49668"/>
            </a:avLst>
          </a:prstGeom>
          <a:ln w="12600">
            <a:solidFill>
              <a:srgbClr val="003399"/>
            </a:solidFill>
            <a:miter/>
            <a:tailEnd len="sm" type="triangle" w="med"/>
          </a:ln>
        </p:spPr>
      </p:cxnSp>
    </p:spTree>
  </p:cSld>
  <mc:AlternateContent>
    <mc:Choice Requires="p14">
      <p:transition spd="slow" p14:dur="2000"/>
    </mc:Choice>
    <mc:Fallback>
      <p:transition spd="slow"/>
    </mc:Fallback>
  </mc:AlternateContent>
</p:sld>
</file>

<file path=ppt/slides/slide2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0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30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32A8FD2-DA1D-48BB-869B-2C31E6025860}"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30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Process map</a:t>
            </a:r>
            <a:endParaRPr b="1" lang="en-US" sz="1600" spc="-1" strike="noStrike">
              <a:solidFill>
                <a:srgbClr val="000000"/>
              </a:solidFill>
              <a:latin typeface="Arial"/>
            </a:endParaRPr>
          </a:p>
        </p:txBody>
      </p:sp>
      <p:grpSp>
        <p:nvGrpSpPr>
          <p:cNvPr id="8303" name="Group 71"/>
          <p:cNvGrpSpPr/>
          <p:nvPr/>
        </p:nvGrpSpPr>
        <p:grpSpPr>
          <a:xfrm>
            <a:off x="650880" y="1276200"/>
            <a:ext cx="7777080" cy="4967280"/>
            <a:chOff x="650880" y="1276200"/>
            <a:chExt cx="7777080" cy="4967280"/>
          </a:xfrm>
        </p:grpSpPr>
        <p:sp>
          <p:nvSpPr>
            <p:cNvPr id="8304" name="Rectangle 3"/>
            <p:cNvSpPr/>
            <p:nvPr/>
          </p:nvSpPr>
          <p:spPr>
            <a:xfrm>
              <a:off x="650880" y="1276200"/>
              <a:ext cx="7777080" cy="4967280"/>
            </a:xfrm>
            <a:prstGeom prst="rect">
              <a:avLst/>
            </a:prstGeom>
            <a:solidFill>
              <a:srgbClr val="8099cc"/>
            </a:solidFill>
            <a:ln w="12600">
              <a:solidFill>
                <a:srgbClr val="8099cc"/>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05" name="Rectangle 4"/>
            <p:cNvSpPr/>
            <p:nvPr/>
          </p:nvSpPr>
          <p:spPr>
            <a:xfrm>
              <a:off x="1833480" y="1327320"/>
              <a:ext cx="6527880" cy="1598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Activity</a:t>
              </a:r>
              <a:endParaRPr b="1" lang="en-US" sz="1100" spc="-1" strike="noStrike">
                <a:solidFill>
                  <a:srgbClr val="000000"/>
                </a:solidFill>
                <a:latin typeface="Arial"/>
              </a:endParaRPr>
            </a:p>
          </p:txBody>
        </p:sp>
        <p:sp>
          <p:nvSpPr>
            <p:cNvPr id="8306" name="Rectangle 5"/>
            <p:cNvSpPr/>
            <p:nvPr/>
          </p:nvSpPr>
          <p:spPr>
            <a:xfrm>
              <a:off x="803160" y="1327320"/>
              <a:ext cx="91152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07" name="Line 6"/>
            <p:cNvSpPr/>
            <p:nvPr/>
          </p:nvSpPr>
          <p:spPr>
            <a:xfrm>
              <a:off x="784080" y="2284560"/>
              <a:ext cx="74440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08" name="Line 7"/>
            <p:cNvSpPr/>
            <p:nvPr/>
          </p:nvSpPr>
          <p:spPr>
            <a:xfrm>
              <a:off x="784080" y="3048120"/>
              <a:ext cx="74440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09" name="Line 8"/>
            <p:cNvSpPr/>
            <p:nvPr/>
          </p:nvSpPr>
          <p:spPr>
            <a:xfrm>
              <a:off x="784080" y="3795840"/>
              <a:ext cx="74440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10" name="Line 9"/>
            <p:cNvSpPr/>
            <p:nvPr/>
          </p:nvSpPr>
          <p:spPr>
            <a:xfrm>
              <a:off x="784080" y="4545000"/>
              <a:ext cx="74440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11" name="Line 10"/>
            <p:cNvSpPr/>
            <p:nvPr/>
          </p:nvSpPr>
          <p:spPr>
            <a:xfrm>
              <a:off x="784080" y="5308560"/>
              <a:ext cx="74440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12" name="Line 11"/>
            <p:cNvSpPr/>
            <p:nvPr/>
          </p:nvSpPr>
          <p:spPr>
            <a:xfrm>
              <a:off x="1647720" y="1347840"/>
              <a:ext cx="0" cy="4608360"/>
            </a:xfrm>
            <a:prstGeom prst="line">
              <a:avLst/>
            </a:prstGeom>
            <a:ln w="0">
              <a:noFill/>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13" name="Line 12"/>
            <p:cNvSpPr/>
            <p:nvPr/>
          </p:nvSpPr>
          <p:spPr>
            <a:xfrm>
              <a:off x="1714680" y="1563840"/>
              <a:ext cx="0" cy="453708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314" name="Rectangle 13"/>
            <p:cNvSpPr/>
            <p:nvPr/>
          </p:nvSpPr>
          <p:spPr>
            <a:xfrm>
              <a:off x="868320" y="1890720"/>
              <a:ext cx="779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15" name="Rectangle 14"/>
            <p:cNvSpPr/>
            <p:nvPr/>
          </p:nvSpPr>
          <p:spPr>
            <a:xfrm>
              <a:off x="868320" y="2612880"/>
              <a:ext cx="779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16" name="Rectangle 15"/>
            <p:cNvSpPr/>
            <p:nvPr/>
          </p:nvSpPr>
          <p:spPr>
            <a:xfrm>
              <a:off x="868320" y="3405240"/>
              <a:ext cx="779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17" name="Rectangle 16"/>
            <p:cNvSpPr/>
            <p:nvPr/>
          </p:nvSpPr>
          <p:spPr>
            <a:xfrm>
              <a:off x="868320" y="4124160"/>
              <a:ext cx="779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18" name="Rectangle 17"/>
            <p:cNvSpPr/>
            <p:nvPr/>
          </p:nvSpPr>
          <p:spPr>
            <a:xfrm>
              <a:off x="868320" y="4916520"/>
              <a:ext cx="779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19" name="Rectangle 18"/>
            <p:cNvSpPr/>
            <p:nvPr/>
          </p:nvSpPr>
          <p:spPr>
            <a:xfrm>
              <a:off x="868320" y="5637240"/>
              <a:ext cx="77940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de-DE" sz="1100" spc="-1" strike="noStrike">
                  <a:solidFill>
                    <a:srgbClr val="000000"/>
                  </a:solidFill>
                  <a:latin typeface="Arial"/>
                </a:rPr>
                <a:t>Participant</a:t>
              </a:r>
              <a:endParaRPr b="1" lang="en-US" sz="1100" spc="-1" strike="noStrike">
                <a:solidFill>
                  <a:srgbClr val="000000"/>
                </a:solidFill>
                <a:latin typeface="Arial"/>
              </a:endParaRPr>
            </a:p>
          </p:txBody>
        </p:sp>
        <p:sp>
          <p:nvSpPr>
            <p:cNvPr id="8320" name="Rectangle 19"/>
            <p:cNvSpPr/>
            <p:nvPr/>
          </p:nvSpPr>
          <p:spPr>
            <a:xfrm>
              <a:off x="1785960" y="1596960"/>
              <a:ext cx="684360" cy="6350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1" name="Rectangle 20"/>
            <p:cNvSpPr/>
            <p:nvPr/>
          </p:nvSpPr>
          <p:spPr>
            <a:xfrm>
              <a:off x="1785960" y="2347920"/>
              <a:ext cx="684360" cy="6350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2" name="Rectangle 21"/>
            <p:cNvSpPr/>
            <p:nvPr/>
          </p:nvSpPr>
          <p:spPr>
            <a:xfrm>
              <a:off x="1785960" y="3100320"/>
              <a:ext cx="684360" cy="6350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3" name="Rectangle 22"/>
            <p:cNvSpPr/>
            <p:nvPr/>
          </p:nvSpPr>
          <p:spPr>
            <a:xfrm>
              <a:off x="1785960" y="3851280"/>
              <a:ext cx="684360" cy="6350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4" name="Rectangle 23"/>
            <p:cNvSpPr/>
            <p:nvPr/>
          </p:nvSpPr>
          <p:spPr>
            <a:xfrm>
              <a:off x="1785960" y="4603680"/>
              <a:ext cx="684360" cy="6350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5" name="Rectangle 24"/>
            <p:cNvSpPr/>
            <p:nvPr/>
          </p:nvSpPr>
          <p:spPr>
            <a:xfrm>
              <a:off x="1785960" y="5356080"/>
              <a:ext cx="684360" cy="6350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6" name="Rectangle 25"/>
            <p:cNvSpPr/>
            <p:nvPr/>
          </p:nvSpPr>
          <p:spPr>
            <a:xfrm>
              <a:off x="2608200" y="1596960"/>
              <a:ext cx="684360" cy="138600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7" name="Rectangle 26"/>
            <p:cNvSpPr/>
            <p:nvPr/>
          </p:nvSpPr>
          <p:spPr>
            <a:xfrm>
              <a:off x="3432240" y="1596960"/>
              <a:ext cx="684000" cy="213840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8" name="Rectangle 27"/>
            <p:cNvSpPr/>
            <p:nvPr/>
          </p:nvSpPr>
          <p:spPr>
            <a:xfrm>
              <a:off x="4255920" y="1596960"/>
              <a:ext cx="684360" cy="288936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29" name="Rectangle 28"/>
            <p:cNvSpPr/>
            <p:nvPr/>
          </p:nvSpPr>
          <p:spPr>
            <a:xfrm>
              <a:off x="5076720" y="1596960"/>
              <a:ext cx="684360" cy="364176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0" name="Rectangle 29"/>
            <p:cNvSpPr/>
            <p:nvPr/>
          </p:nvSpPr>
          <p:spPr>
            <a:xfrm>
              <a:off x="5900760" y="1596960"/>
              <a:ext cx="684360" cy="439416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1" name="AutoShape 30"/>
            <p:cNvSpPr/>
            <p:nvPr/>
          </p:nvSpPr>
          <p:spPr>
            <a:xfrm>
              <a:off x="6634080" y="1596960"/>
              <a:ext cx="684360" cy="635040"/>
            </a:xfrm>
            <a:prstGeom prst="diamond">
              <a:avLst/>
            </a:prstGeom>
            <a:solidFill>
              <a:srgbClr val="ffffff"/>
            </a:solidFill>
            <a:ln w="12600">
              <a:solidFill>
                <a:srgbClr val="003399"/>
              </a:solidFill>
              <a:miter/>
            </a:ln>
          </p:spPr>
          <p:style>
            <a:lnRef idx="0"/>
            <a:fillRef idx="0"/>
            <a:effectRef idx="0"/>
            <a:fontRef idx="minor"/>
          </p:style>
          <p:txBody>
            <a:bodyPr wrap="none"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2" name="Oval 31"/>
            <p:cNvSpPr/>
            <p:nvPr/>
          </p:nvSpPr>
          <p:spPr>
            <a:xfrm>
              <a:off x="7496280" y="1596960"/>
              <a:ext cx="633240" cy="633600"/>
            </a:xfrm>
            <a:prstGeom prst="ellipse">
              <a:avLst/>
            </a:prstGeom>
            <a:solidFill>
              <a:srgbClr val="ffffff"/>
            </a:solidFill>
            <a:ln w="12600">
              <a:solidFill>
                <a:srgbClr val="003399"/>
              </a:solidFill>
              <a:miter/>
            </a:ln>
          </p:spPr>
          <p:style>
            <a:lnRef idx="0"/>
            <a:fillRef idx="0"/>
            <a:effectRef idx="0"/>
            <a:fontRef idx="minor"/>
          </p:style>
          <p:txBody>
            <a:bodyPr lIns="0" rIns="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3" name="Rectangle 32"/>
            <p:cNvSpPr/>
            <p:nvPr/>
          </p:nvSpPr>
          <p:spPr>
            <a:xfrm>
              <a:off x="2608200" y="3100320"/>
              <a:ext cx="684360" cy="138600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4" name="Rectangle 33"/>
            <p:cNvSpPr/>
            <p:nvPr/>
          </p:nvSpPr>
          <p:spPr>
            <a:xfrm>
              <a:off x="2608200" y="4605480"/>
              <a:ext cx="684360" cy="138564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5" name="Rectangle 34"/>
            <p:cNvSpPr/>
            <p:nvPr/>
          </p:nvSpPr>
          <p:spPr>
            <a:xfrm>
              <a:off x="3432240" y="3851280"/>
              <a:ext cx="684000" cy="2138400"/>
            </a:xfrm>
            <a:prstGeom prst="rect">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Activity</a:t>
              </a:r>
              <a:endParaRPr b="1" lang="en-US" sz="1000" spc="-1" strike="noStrike">
                <a:solidFill>
                  <a:srgbClr val="000000"/>
                </a:solidFill>
                <a:latin typeface="Arial"/>
              </a:endParaRPr>
            </a:p>
          </p:txBody>
        </p:sp>
        <p:sp>
          <p:nvSpPr>
            <p:cNvPr id="8336" name="Rectangle 35"/>
            <p:cNvSpPr/>
            <p:nvPr/>
          </p:nvSpPr>
          <p:spPr>
            <a:xfrm>
              <a:off x="784080" y="1563840"/>
              <a:ext cx="7444080" cy="453708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3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33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BFB4BC-257A-4DB4-9EA2-8506B0A46FE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33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Horizontal box chart</a:t>
            </a:r>
            <a:endParaRPr b="1" lang="en-US" sz="1600" spc="-1" strike="noStrike">
              <a:solidFill>
                <a:srgbClr val="000000"/>
              </a:solidFill>
              <a:latin typeface="Arial"/>
            </a:endParaRPr>
          </a:p>
        </p:txBody>
      </p:sp>
      <p:sp>
        <p:nvSpPr>
          <p:cNvPr id="8340" name="Text Box 3"/>
          <p:cNvSpPr/>
          <p:nvPr/>
        </p:nvSpPr>
        <p:spPr>
          <a:xfrm>
            <a:off x="6559560" y="155736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1" name="Text Box 4"/>
          <p:cNvSpPr/>
          <p:nvPr/>
        </p:nvSpPr>
        <p:spPr>
          <a:xfrm>
            <a:off x="6559560" y="191772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2" name="Text Box 5"/>
          <p:cNvSpPr/>
          <p:nvPr/>
        </p:nvSpPr>
        <p:spPr>
          <a:xfrm>
            <a:off x="6559560" y="227952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3" name="Text Box 6"/>
          <p:cNvSpPr/>
          <p:nvPr/>
        </p:nvSpPr>
        <p:spPr>
          <a:xfrm>
            <a:off x="6559560" y="268596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4" name="Text Box 7"/>
          <p:cNvSpPr/>
          <p:nvPr/>
        </p:nvSpPr>
        <p:spPr>
          <a:xfrm>
            <a:off x="6559560" y="304632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5" name="Text Box 8"/>
          <p:cNvSpPr/>
          <p:nvPr/>
        </p:nvSpPr>
        <p:spPr>
          <a:xfrm>
            <a:off x="6559560" y="340848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6" name="Text Box 9"/>
          <p:cNvSpPr/>
          <p:nvPr/>
        </p:nvSpPr>
        <p:spPr>
          <a:xfrm>
            <a:off x="6559560" y="394164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7" name="Text Box 10"/>
          <p:cNvSpPr/>
          <p:nvPr/>
        </p:nvSpPr>
        <p:spPr>
          <a:xfrm>
            <a:off x="6559560" y="430200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8" name="Text Box 11"/>
          <p:cNvSpPr/>
          <p:nvPr/>
        </p:nvSpPr>
        <p:spPr>
          <a:xfrm>
            <a:off x="6559560" y="466416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49" name="Text Box 12"/>
          <p:cNvSpPr/>
          <p:nvPr/>
        </p:nvSpPr>
        <p:spPr>
          <a:xfrm>
            <a:off x="6559560" y="508464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50" name="Text Box 13"/>
          <p:cNvSpPr/>
          <p:nvPr/>
        </p:nvSpPr>
        <p:spPr>
          <a:xfrm>
            <a:off x="6559560" y="544500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51" name="Text Box 14"/>
          <p:cNvSpPr/>
          <p:nvPr/>
        </p:nvSpPr>
        <p:spPr>
          <a:xfrm>
            <a:off x="6559560" y="5807160"/>
            <a:ext cx="1270080" cy="244440"/>
          </a:xfrm>
          <a:prstGeom prst="rect">
            <a:avLst/>
          </a:prstGeom>
          <a:noFill/>
          <a:ln w="0">
            <a:noFill/>
          </a:ln>
        </p:spPr>
        <p:style>
          <a:lnRef idx="0"/>
          <a:fillRef idx="0"/>
          <a:effectRef idx="0"/>
          <a:fontRef idx="minor"/>
        </p:style>
        <p:txBody>
          <a:bodyPr lIns="0" rIns="0" tIns="0" bIns="0" anchor="ctr">
            <a:no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Comment</a:t>
            </a:r>
            <a:endParaRPr b="1" lang="en-US" sz="1000" spc="-1" strike="noStrike">
              <a:solidFill>
                <a:srgbClr val="000000"/>
              </a:solidFill>
              <a:latin typeface="Arial"/>
            </a:endParaRPr>
          </a:p>
        </p:txBody>
      </p:sp>
      <p:sp>
        <p:nvSpPr>
          <p:cNvPr id="8352" name="Rectangle 15"/>
          <p:cNvSpPr/>
          <p:nvPr/>
        </p:nvSpPr>
        <p:spPr>
          <a:xfrm>
            <a:off x="5289480" y="1557360"/>
            <a:ext cx="116856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53" name="Oval 16"/>
          <p:cNvSpPr/>
          <p:nvPr/>
        </p:nvSpPr>
        <p:spPr>
          <a:xfrm>
            <a:off x="6254640" y="1620720"/>
            <a:ext cx="14616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54" name="Rectangle 17"/>
          <p:cNvSpPr/>
          <p:nvPr/>
        </p:nvSpPr>
        <p:spPr>
          <a:xfrm>
            <a:off x="5289480" y="1917720"/>
            <a:ext cx="116856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55" name="Oval 18"/>
          <p:cNvSpPr/>
          <p:nvPr/>
        </p:nvSpPr>
        <p:spPr>
          <a:xfrm>
            <a:off x="6254640" y="1981080"/>
            <a:ext cx="14616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56" name="Rectangle 19"/>
          <p:cNvSpPr/>
          <p:nvPr/>
        </p:nvSpPr>
        <p:spPr>
          <a:xfrm>
            <a:off x="5289480" y="227952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57" name="Oval 20"/>
          <p:cNvSpPr/>
          <p:nvPr/>
        </p:nvSpPr>
        <p:spPr>
          <a:xfrm>
            <a:off x="6254640" y="234324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58" name="Rectangle 21"/>
          <p:cNvSpPr/>
          <p:nvPr/>
        </p:nvSpPr>
        <p:spPr>
          <a:xfrm>
            <a:off x="5289480" y="268596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59" name="Oval 22"/>
          <p:cNvSpPr/>
          <p:nvPr/>
        </p:nvSpPr>
        <p:spPr>
          <a:xfrm>
            <a:off x="6254640" y="274968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60" name="Rectangle 23"/>
          <p:cNvSpPr/>
          <p:nvPr/>
        </p:nvSpPr>
        <p:spPr>
          <a:xfrm>
            <a:off x="5289480" y="304632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61" name="Oval 24"/>
          <p:cNvSpPr/>
          <p:nvPr/>
        </p:nvSpPr>
        <p:spPr>
          <a:xfrm>
            <a:off x="6254640" y="311004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62" name="Rectangle 25"/>
          <p:cNvSpPr/>
          <p:nvPr/>
        </p:nvSpPr>
        <p:spPr>
          <a:xfrm>
            <a:off x="5289480" y="3408480"/>
            <a:ext cx="116856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63" name="Oval 26"/>
          <p:cNvSpPr/>
          <p:nvPr/>
        </p:nvSpPr>
        <p:spPr>
          <a:xfrm>
            <a:off x="6254640" y="3471840"/>
            <a:ext cx="14616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64" name="Rectangle 27"/>
          <p:cNvSpPr/>
          <p:nvPr/>
        </p:nvSpPr>
        <p:spPr>
          <a:xfrm>
            <a:off x="5289480" y="394164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65" name="Oval 28"/>
          <p:cNvSpPr/>
          <p:nvPr/>
        </p:nvSpPr>
        <p:spPr>
          <a:xfrm>
            <a:off x="6254640" y="400536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66" name="Rectangle 29"/>
          <p:cNvSpPr/>
          <p:nvPr/>
        </p:nvSpPr>
        <p:spPr>
          <a:xfrm>
            <a:off x="5289480" y="430200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67" name="Oval 30"/>
          <p:cNvSpPr/>
          <p:nvPr/>
        </p:nvSpPr>
        <p:spPr>
          <a:xfrm>
            <a:off x="6254640" y="436572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68" name="Rectangle 31"/>
          <p:cNvSpPr/>
          <p:nvPr/>
        </p:nvSpPr>
        <p:spPr>
          <a:xfrm>
            <a:off x="5289480" y="4664160"/>
            <a:ext cx="116856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69" name="Oval 32"/>
          <p:cNvSpPr/>
          <p:nvPr/>
        </p:nvSpPr>
        <p:spPr>
          <a:xfrm>
            <a:off x="6254640" y="4727520"/>
            <a:ext cx="14616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70" name="Rectangle 33"/>
          <p:cNvSpPr/>
          <p:nvPr/>
        </p:nvSpPr>
        <p:spPr>
          <a:xfrm>
            <a:off x="5289480" y="508464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71" name="Oval 34"/>
          <p:cNvSpPr/>
          <p:nvPr/>
        </p:nvSpPr>
        <p:spPr>
          <a:xfrm>
            <a:off x="6254640" y="514836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72" name="Rectangle 35"/>
          <p:cNvSpPr/>
          <p:nvPr/>
        </p:nvSpPr>
        <p:spPr>
          <a:xfrm>
            <a:off x="5289480" y="5445000"/>
            <a:ext cx="1168560" cy="30024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73" name="Oval 36"/>
          <p:cNvSpPr/>
          <p:nvPr/>
        </p:nvSpPr>
        <p:spPr>
          <a:xfrm>
            <a:off x="6254640" y="5508720"/>
            <a:ext cx="14616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sp>
        <p:nvSpPr>
          <p:cNvPr id="8374" name="Rectangle 37"/>
          <p:cNvSpPr/>
          <p:nvPr/>
        </p:nvSpPr>
        <p:spPr>
          <a:xfrm>
            <a:off x="5289480" y="5807160"/>
            <a:ext cx="116856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75" name="Oval 38"/>
          <p:cNvSpPr/>
          <p:nvPr/>
        </p:nvSpPr>
        <p:spPr>
          <a:xfrm>
            <a:off x="6254640" y="5870520"/>
            <a:ext cx="14616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cxnSp>
        <p:nvCxnSpPr>
          <p:cNvPr id="8376" name="AutoShape 39"/>
          <p:cNvCxnSpPr>
            <a:stCxn id="8377" idx="3"/>
            <a:endCxn id="8352" idx="1"/>
          </p:cNvCxnSpPr>
          <p:nvPr/>
        </p:nvCxnSpPr>
        <p:spPr>
          <a:xfrm flipV="1">
            <a:off x="4347720" y="1707480"/>
            <a:ext cx="942120" cy="361080"/>
          </a:xfrm>
          <a:prstGeom prst="bentConnector3">
            <a:avLst>
              <a:gd name="adj1" fmla="val 49885"/>
            </a:avLst>
          </a:prstGeom>
          <a:ln w="12600">
            <a:solidFill>
              <a:srgbClr val="003399"/>
            </a:solidFill>
            <a:miter/>
          </a:ln>
        </p:spPr>
      </p:cxnSp>
      <p:cxnSp>
        <p:nvCxnSpPr>
          <p:cNvPr id="8378" name="AutoShape 40"/>
          <p:cNvCxnSpPr>
            <a:stCxn id="8377" idx="3"/>
            <a:endCxn id="8354" idx="1"/>
          </p:cNvCxnSpPr>
          <p:nvPr/>
        </p:nvCxnSpPr>
        <p:spPr>
          <a:xfrm>
            <a:off x="4347720" y="2068200"/>
            <a:ext cx="942120" cy="1080"/>
          </a:xfrm>
          <a:prstGeom prst="straightConnector1">
            <a:avLst/>
          </a:prstGeom>
          <a:ln w="12600">
            <a:solidFill>
              <a:srgbClr val="003399"/>
            </a:solidFill>
            <a:miter/>
          </a:ln>
        </p:spPr>
      </p:cxnSp>
      <p:cxnSp>
        <p:nvCxnSpPr>
          <p:cNvPr id="8379" name="AutoShape 41"/>
          <p:cNvCxnSpPr>
            <a:stCxn id="8377" idx="3"/>
            <a:endCxn id="8356" idx="1"/>
          </p:cNvCxnSpPr>
          <p:nvPr/>
        </p:nvCxnSpPr>
        <p:spPr>
          <a:xfrm>
            <a:off x="4347720" y="2068200"/>
            <a:ext cx="942120" cy="362520"/>
          </a:xfrm>
          <a:prstGeom prst="bentConnector3">
            <a:avLst>
              <a:gd name="adj1" fmla="val 49885"/>
            </a:avLst>
          </a:prstGeom>
          <a:ln w="12600">
            <a:solidFill>
              <a:srgbClr val="003399"/>
            </a:solidFill>
            <a:miter/>
          </a:ln>
        </p:spPr>
      </p:cxnSp>
      <p:cxnSp>
        <p:nvCxnSpPr>
          <p:cNvPr id="8380" name="AutoShape 42"/>
          <p:cNvCxnSpPr>
            <a:stCxn id="8381" idx="3"/>
            <a:endCxn id="8358" idx="1"/>
          </p:cNvCxnSpPr>
          <p:nvPr/>
        </p:nvCxnSpPr>
        <p:spPr>
          <a:xfrm flipV="1">
            <a:off x="4347720" y="2836080"/>
            <a:ext cx="942120" cy="361080"/>
          </a:xfrm>
          <a:prstGeom prst="bentConnector3">
            <a:avLst>
              <a:gd name="adj1" fmla="val 49885"/>
            </a:avLst>
          </a:prstGeom>
          <a:ln w="12600">
            <a:solidFill>
              <a:srgbClr val="003399"/>
            </a:solidFill>
            <a:miter/>
          </a:ln>
        </p:spPr>
      </p:cxnSp>
      <p:cxnSp>
        <p:nvCxnSpPr>
          <p:cNvPr id="8382" name="AutoShape 43"/>
          <p:cNvCxnSpPr>
            <a:stCxn id="8381" idx="3"/>
            <a:endCxn id="8360" idx="1"/>
          </p:cNvCxnSpPr>
          <p:nvPr/>
        </p:nvCxnSpPr>
        <p:spPr>
          <a:xfrm>
            <a:off x="4347720" y="3196800"/>
            <a:ext cx="942120" cy="1080"/>
          </a:xfrm>
          <a:prstGeom prst="straightConnector1">
            <a:avLst/>
          </a:prstGeom>
          <a:ln w="12600">
            <a:solidFill>
              <a:srgbClr val="003399"/>
            </a:solidFill>
            <a:miter/>
          </a:ln>
        </p:spPr>
      </p:cxnSp>
      <p:cxnSp>
        <p:nvCxnSpPr>
          <p:cNvPr id="8383" name="AutoShape 44"/>
          <p:cNvCxnSpPr>
            <a:stCxn id="8381" idx="3"/>
            <a:endCxn id="8362" idx="1"/>
          </p:cNvCxnSpPr>
          <p:nvPr/>
        </p:nvCxnSpPr>
        <p:spPr>
          <a:xfrm>
            <a:off x="4347720" y="3197160"/>
            <a:ext cx="942120" cy="362520"/>
          </a:xfrm>
          <a:prstGeom prst="bentConnector3">
            <a:avLst>
              <a:gd name="adj1" fmla="val 49885"/>
            </a:avLst>
          </a:prstGeom>
          <a:ln w="12600">
            <a:solidFill>
              <a:srgbClr val="003399"/>
            </a:solidFill>
            <a:miter/>
          </a:ln>
        </p:spPr>
      </p:cxnSp>
      <p:cxnSp>
        <p:nvCxnSpPr>
          <p:cNvPr id="8384" name="AutoShape 45"/>
          <p:cNvCxnSpPr>
            <a:stCxn id="8385" idx="3"/>
            <a:endCxn id="8364" idx="1"/>
          </p:cNvCxnSpPr>
          <p:nvPr/>
        </p:nvCxnSpPr>
        <p:spPr>
          <a:xfrm flipV="1">
            <a:off x="4347720" y="4091760"/>
            <a:ext cx="942120" cy="361080"/>
          </a:xfrm>
          <a:prstGeom prst="bentConnector3">
            <a:avLst>
              <a:gd name="adj1" fmla="val 49885"/>
            </a:avLst>
          </a:prstGeom>
          <a:ln w="12600">
            <a:solidFill>
              <a:srgbClr val="003399"/>
            </a:solidFill>
            <a:miter/>
          </a:ln>
        </p:spPr>
      </p:cxnSp>
      <p:cxnSp>
        <p:nvCxnSpPr>
          <p:cNvPr id="8386" name="AutoShape 46"/>
          <p:cNvCxnSpPr>
            <a:stCxn id="8385" idx="3"/>
            <a:endCxn id="8366" idx="1"/>
          </p:cNvCxnSpPr>
          <p:nvPr/>
        </p:nvCxnSpPr>
        <p:spPr>
          <a:xfrm>
            <a:off x="4347720" y="4452480"/>
            <a:ext cx="942120" cy="1080"/>
          </a:xfrm>
          <a:prstGeom prst="straightConnector1">
            <a:avLst/>
          </a:prstGeom>
          <a:ln w="12600">
            <a:solidFill>
              <a:srgbClr val="003399"/>
            </a:solidFill>
            <a:miter/>
          </a:ln>
        </p:spPr>
      </p:cxnSp>
      <p:cxnSp>
        <p:nvCxnSpPr>
          <p:cNvPr id="8387" name="AutoShape 47"/>
          <p:cNvCxnSpPr>
            <a:stCxn id="8385" idx="3"/>
            <a:endCxn id="8368" idx="1"/>
          </p:cNvCxnSpPr>
          <p:nvPr/>
        </p:nvCxnSpPr>
        <p:spPr>
          <a:xfrm>
            <a:off x="4347720" y="4452840"/>
            <a:ext cx="942120" cy="362520"/>
          </a:xfrm>
          <a:prstGeom prst="bentConnector3">
            <a:avLst>
              <a:gd name="adj1" fmla="val 49885"/>
            </a:avLst>
          </a:prstGeom>
          <a:ln w="12600">
            <a:solidFill>
              <a:srgbClr val="003399"/>
            </a:solidFill>
            <a:miter/>
          </a:ln>
        </p:spPr>
      </p:cxnSp>
      <p:cxnSp>
        <p:nvCxnSpPr>
          <p:cNvPr id="8388" name="AutoShape 48"/>
          <p:cNvCxnSpPr>
            <a:stCxn id="8389" idx="3"/>
            <a:endCxn id="8370" idx="1"/>
          </p:cNvCxnSpPr>
          <p:nvPr/>
        </p:nvCxnSpPr>
        <p:spPr>
          <a:xfrm flipV="1">
            <a:off x="4347720" y="5234760"/>
            <a:ext cx="942120" cy="361080"/>
          </a:xfrm>
          <a:prstGeom prst="bentConnector3">
            <a:avLst>
              <a:gd name="adj1" fmla="val 49885"/>
            </a:avLst>
          </a:prstGeom>
          <a:ln w="12600">
            <a:solidFill>
              <a:srgbClr val="003399"/>
            </a:solidFill>
            <a:miter/>
          </a:ln>
        </p:spPr>
      </p:cxnSp>
      <p:cxnSp>
        <p:nvCxnSpPr>
          <p:cNvPr id="8390" name="AutoShape 49"/>
          <p:cNvCxnSpPr>
            <a:stCxn id="8389" idx="3"/>
            <a:endCxn id="8372" idx="1"/>
          </p:cNvCxnSpPr>
          <p:nvPr/>
        </p:nvCxnSpPr>
        <p:spPr>
          <a:xfrm>
            <a:off x="4347720" y="5595480"/>
            <a:ext cx="942120" cy="1080"/>
          </a:xfrm>
          <a:prstGeom prst="straightConnector1">
            <a:avLst/>
          </a:prstGeom>
          <a:ln w="12600">
            <a:solidFill>
              <a:srgbClr val="003399"/>
            </a:solidFill>
            <a:miter/>
          </a:ln>
        </p:spPr>
      </p:cxnSp>
      <p:cxnSp>
        <p:nvCxnSpPr>
          <p:cNvPr id="8391" name="AutoShape 50"/>
          <p:cNvCxnSpPr>
            <a:stCxn id="8389" idx="3"/>
            <a:endCxn id="8374" idx="1"/>
          </p:cNvCxnSpPr>
          <p:nvPr/>
        </p:nvCxnSpPr>
        <p:spPr>
          <a:xfrm>
            <a:off x="4347720" y="5595840"/>
            <a:ext cx="942120" cy="362520"/>
          </a:xfrm>
          <a:prstGeom prst="bentConnector3">
            <a:avLst>
              <a:gd name="adj1" fmla="val 49885"/>
            </a:avLst>
          </a:prstGeom>
          <a:ln w="12600">
            <a:solidFill>
              <a:srgbClr val="003399"/>
            </a:solidFill>
            <a:miter/>
          </a:ln>
        </p:spPr>
      </p:cxnSp>
      <p:grpSp>
        <p:nvGrpSpPr>
          <p:cNvPr id="8392" name="Group 51"/>
          <p:cNvGrpSpPr/>
          <p:nvPr/>
        </p:nvGrpSpPr>
        <p:grpSpPr>
          <a:xfrm>
            <a:off x="3179880" y="1917720"/>
            <a:ext cx="1168200" cy="299880"/>
            <a:chOff x="3179880" y="1917720"/>
            <a:chExt cx="1168200" cy="299880"/>
          </a:xfrm>
        </p:grpSpPr>
        <p:sp>
          <p:nvSpPr>
            <p:cNvPr id="8377" name="Rectangle 52"/>
            <p:cNvSpPr/>
            <p:nvPr/>
          </p:nvSpPr>
          <p:spPr>
            <a:xfrm>
              <a:off x="3179880" y="1917720"/>
              <a:ext cx="116820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93" name="Oval 53"/>
            <p:cNvSpPr/>
            <p:nvPr/>
          </p:nvSpPr>
          <p:spPr>
            <a:xfrm>
              <a:off x="4117680" y="1981080"/>
              <a:ext cx="146520" cy="17244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8394" name="Group 54"/>
          <p:cNvGrpSpPr/>
          <p:nvPr/>
        </p:nvGrpSpPr>
        <p:grpSpPr>
          <a:xfrm>
            <a:off x="3179880" y="3046320"/>
            <a:ext cx="1168200" cy="299880"/>
            <a:chOff x="3179880" y="3046320"/>
            <a:chExt cx="1168200" cy="299880"/>
          </a:xfrm>
        </p:grpSpPr>
        <p:sp>
          <p:nvSpPr>
            <p:cNvPr id="8381" name="Rectangle 55"/>
            <p:cNvSpPr/>
            <p:nvPr/>
          </p:nvSpPr>
          <p:spPr>
            <a:xfrm>
              <a:off x="3179880" y="3046320"/>
              <a:ext cx="116820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95" name="Oval 56"/>
            <p:cNvSpPr/>
            <p:nvPr/>
          </p:nvSpPr>
          <p:spPr>
            <a:xfrm>
              <a:off x="4117680" y="3109680"/>
              <a:ext cx="14652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8396" name="Group 57"/>
          <p:cNvGrpSpPr/>
          <p:nvPr/>
        </p:nvGrpSpPr>
        <p:grpSpPr>
          <a:xfrm>
            <a:off x="3179880" y="4302000"/>
            <a:ext cx="1168200" cy="299880"/>
            <a:chOff x="3179880" y="4302000"/>
            <a:chExt cx="1168200" cy="299880"/>
          </a:xfrm>
        </p:grpSpPr>
        <p:sp>
          <p:nvSpPr>
            <p:cNvPr id="8385" name="Rectangle 58"/>
            <p:cNvSpPr/>
            <p:nvPr/>
          </p:nvSpPr>
          <p:spPr>
            <a:xfrm>
              <a:off x="3179880" y="4302000"/>
              <a:ext cx="116820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97" name="Oval 59"/>
            <p:cNvSpPr/>
            <p:nvPr/>
          </p:nvSpPr>
          <p:spPr>
            <a:xfrm>
              <a:off x="4117680" y="4365360"/>
              <a:ext cx="14652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8398" name="Group 60"/>
          <p:cNvGrpSpPr/>
          <p:nvPr/>
        </p:nvGrpSpPr>
        <p:grpSpPr>
          <a:xfrm>
            <a:off x="3179880" y="5445000"/>
            <a:ext cx="1168200" cy="299880"/>
            <a:chOff x="3179880" y="5445000"/>
            <a:chExt cx="1168200" cy="299880"/>
          </a:xfrm>
        </p:grpSpPr>
        <p:sp>
          <p:nvSpPr>
            <p:cNvPr id="8389" name="Rectangle 61"/>
            <p:cNvSpPr/>
            <p:nvPr/>
          </p:nvSpPr>
          <p:spPr>
            <a:xfrm>
              <a:off x="3179880" y="5445000"/>
              <a:ext cx="1168200" cy="29988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399" name="Oval 62"/>
            <p:cNvSpPr/>
            <p:nvPr/>
          </p:nvSpPr>
          <p:spPr>
            <a:xfrm>
              <a:off x="4117680" y="5508360"/>
              <a:ext cx="14652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8400" name="Group 63"/>
          <p:cNvGrpSpPr/>
          <p:nvPr/>
        </p:nvGrpSpPr>
        <p:grpSpPr>
          <a:xfrm>
            <a:off x="784080" y="2359080"/>
            <a:ext cx="1168560" cy="546120"/>
            <a:chOff x="784080" y="2359080"/>
            <a:chExt cx="1168560" cy="546120"/>
          </a:xfrm>
        </p:grpSpPr>
        <p:sp>
          <p:nvSpPr>
            <p:cNvPr id="8401" name="Rectangle 64"/>
            <p:cNvSpPr/>
            <p:nvPr/>
          </p:nvSpPr>
          <p:spPr>
            <a:xfrm>
              <a:off x="784080" y="2359080"/>
              <a:ext cx="1168560" cy="54612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402" name="Oval 65"/>
            <p:cNvSpPr/>
            <p:nvPr/>
          </p:nvSpPr>
          <p:spPr>
            <a:xfrm>
              <a:off x="1722240" y="2422800"/>
              <a:ext cx="14652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8403" name="Group 66"/>
          <p:cNvGrpSpPr/>
          <p:nvPr/>
        </p:nvGrpSpPr>
        <p:grpSpPr>
          <a:xfrm>
            <a:off x="784080" y="3554280"/>
            <a:ext cx="1168560" cy="546120"/>
            <a:chOff x="784080" y="3554280"/>
            <a:chExt cx="1168560" cy="546120"/>
          </a:xfrm>
        </p:grpSpPr>
        <p:sp>
          <p:nvSpPr>
            <p:cNvPr id="8404" name="Rectangle 67"/>
            <p:cNvSpPr/>
            <p:nvPr/>
          </p:nvSpPr>
          <p:spPr>
            <a:xfrm>
              <a:off x="784080" y="3554280"/>
              <a:ext cx="1168560" cy="54612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405" name="Oval 68"/>
            <p:cNvSpPr/>
            <p:nvPr/>
          </p:nvSpPr>
          <p:spPr>
            <a:xfrm>
              <a:off x="1722240" y="3617640"/>
              <a:ext cx="146520" cy="17316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grpSp>
        <p:nvGrpSpPr>
          <p:cNvPr id="8406" name="Group 69"/>
          <p:cNvGrpSpPr/>
          <p:nvPr/>
        </p:nvGrpSpPr>
        <p:grpSpPr>
          <a:xfrm>
            <a:off x="784080" y="4749840"/>
            <a:ext cx="1168560" cy="546120"/>
            <a:chOff x="784080" y="4749840"/>
            <a:chExt cx="1168560" cy="546120"/>
          </a:xfrm>
        </p:grpSpPr>
        <p:sp>
          <p:nvSpPr>
            <p:cNvPr id="8407" name="Rectangle 70"/>
            <p:cNvSpPr/>
            <p:nvPr/>
          </p:nvSpPr>
          <p:spPr>
            <a:xfrm>
              <a:off x="784080" y="4749840"/>
              <a:ext cx="1168560" cy="546120"/>
            </a:xfrm>
            <a:prstGeom prst="rect">
              <a:avLst/>
            </a:prstGeom>
            <a:solidFill>
              <a:srgbClr val="ffffff"/>
            </a:solidFill>
            <a:ln w="12600">
              <a:solidFill>
                <a:srgbClr val="003399"/>
              </a:solidFill>
              <a:miter/>
            </a:ln>
          </p:spPr>
          <p:style>
            <a:lnRef idx="0"/>
            <a:fillRef idx="0"/>
            <a:effectRef idx="0"/>
            <a:fontRef idx="minor"/>
          </p:style>
          <p:txBody>
            <a:bodyPr lIns="18000" rIns="18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Text</a:t>
              </a:r>
              <a:endParaRPr b="1" lang="en-US" sz="1000" spc="-1" strike="noStrike">
                <a:solidFill>
                  <a:srgbClr val="000000"/>
                </a:solidFill>
                <a:latin typeface="Arial"/>
              </a:endParaRPr>
            </a:p>
          </p:txBody>
        </p:sp>
        <p:sp>
          <p:nvSpPr>
            <p:cNvPr id="8408" name="Oval 71"/>
            <p:cNvSpPr/>
            <p:nvPr/>
          </p:nvSpPr>
          <p:spPr>
            <a:xfrm>
              <a:off x="1722240" y="4813560"/>
              <a:ext cx="146520" cy="172800"/>
            </a:xfrm>
            <a:prstGeom prst="ellipse">
              <a:avLst/>
            </a:prstGeom>
            <a:solidFill>
              <a:srgbClr val="ffffff"/>
            </a:solidFill>
            <a:ln w="12600">
              <a:solidFill>
                <a:srgbClr val="003399"/>
              </a:solidFill>
              <a:miter/>
            </a:ln>
          </p:spPr>
          <p:style>
            <a:lnRef idx="0"/>
            <a:fillRef idx="0"/>
            <a:effectRef idx="0"/>
            <a:fontRef idx="minor"/>
          </p:style>
          <p:txBody>
            <a:bodyPr lIns="18360" rIns="1836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t>
              </a:r>
              <a:endParaRPr b="1" lang="en-US" sz="900" spc="-1" strike="noStrike">
                <a:solidFill>
                  <a:srgbClr val="000000"/>
                </a:solidFill>
                <a:latin typeface="Arial"/>
              </a:endParaRPr>
            </a:p>
          </p:txBody>
        </p:sp>
      </p:grpSp>
      <p:cxnSp>
        <p:nvCxnSpPr>
          <p:cNvPr id="8409" name="AutoShape 72"/>
          <p:cNvCxnSpPr>
            <a:stCxn id="8401" idx="3"/>
            <a:endCxn id="8377" idx="1"/>
          </p:cNvCxnSpPr>
          <p:nvPr/>
        </p:nvCxnSpPr>
        <p:spPr>
          <a:xfrm flipV="1">
            <a:off x="1952280" y="2067840"/>
            <a:ext cx="1227960" cy="564120"/>
          </a:xfrm>
          <a:prstGeom prst="bentConnector3">
            <a:avLst>
              <a:gd name="adj1" fmla="val 49912"/>
            </a:avLst>
          </a:prstGeom>
          <a:ln w="12600">
            <a:solidFill>
              <a:srgbClr val="003399"/>
            </a:solidFill>
            <a:miter/>
          </a:ln>
        </p:spPr>
      </p:cxnSp>
      <p:cxnSp>
        <p:nvCxnSpPr>
          <p:cNvPr id="8410" name="AutoShape 73"/>
          <p:cNvCxnSpPr>
            <a:stCxn id="8401" idx="3"/>
            <a:endCxn id="8381" idx="1"/>
          </p:cNvCxnSpPr>
          <p:nvPr/>
        </p:nvCxnSpPr>
        <p:spPr>
          <a:xfrm>
            <a:off x="1952280" y="2631960"/>
            <a:ext cx="1227960" cy="565920"/>
          </a:xfrm>
          <a:prstGeom prst="bentConnector3">
            <a:avLst>
              <a:gd name="adj1" fmla="val 49912"/>
            </a:avLst>
          </a:prstGeom>
          <a:ln w="12600">
            <a:solidFill>
              <a:srgbClr val="003399"/>
            </a:solidFill>
            <a:miter/>
          </a:ln>
        </p:spPr>
      </p:cxnSp>
      <p:cxnSp>
        <p:nvCxnSpPr>
          <p:cNvPr id="8411" name="AutoShape 74"/>
          <p:cNvCxnSpPr>
            <a:stCxn id="8407" idx="3"/>
            <a:endCxn id="8385" idx="1"/>
          </p:cNvCxnSpPr>
          <p:nvPr/>
        </p:nvCxnSpPr>
        <p:spPr>
          <a:xfrm flipV="1">
            <a:off x="1952280" y="4452120"/>
            <a:ext cx="1227960" cy="570600"/>
          </a:xfrm>
          <a:prstGeom prst="bentConnector3">
            <a:avLst>
              <a:gd name="adj1" fmla="val 49912"/>
            </a:avLst>
          </a:prstGeom>
          <a:ln w="12600">
            <a:solidFill>
              <a:srgbClr val="003399"/>
            </a:solidFill>
            <a:miter/>
          </a:ln>
        </p:spPr>
      </p:cxnSp>
      <p:cxnSp>
        <p:nvCxnSpPr>
          <p:cNvPr id="8412" name="AutoShape 75"/>
          <p:cNvCxnSpPr>
            <a:stCxn id="8407" idx="3"/>
            <a:endCxn id="8389" idx="1"/>
          </p:cNvCxnSpPr>
          <p:nvPr/>
        </p:nvCxnSpPr>
        <p:spPr>
          <a:xfrm>
            <a:off x="1952280" y="5022720"/>
            <a:ext cx="1227960" cy="573840"/>
          </a:xfrm>
          <a:prstGeom prst="bentConnector3">
            <a:avLst>
              <a:gd name="adj1" fmla="val 49912"/>
            </a:avLst>
          </a:prstGeom>
          <a:ln w="12600">
            <a:solidFill>
              <a:srgbClr val="003399"/>
            </a:solidFill>
            <a:miter/>
          </a:ln>
        </p:spPr>
      </p:cxnSp>
      <p:cxnSp>
        <p:nvCxnSpPr>
          <p:cNvPr id="8413" name="AutoShape 76"/>
          <p:cNvCxnSpPr>
            <a:stCxn id="8407" idx="0"/>
            <a:endCxn id="8404" idx="2"/>
          </p:cNvCxnSpPr>
          <p:nvPr/>
        </p:nvCxnSpPr>
        <p:spPr>
          <a:xfrm flipV="1">
            <a:off x="1368000" y="4100040"/>
            <a:ext cx="1080" cy="650160"/>
          </a:xfrm>
          <a:prstGeom prst="straightConnector1">
            <a:avLst/>
          </a:prstGeom>
          <a:ln w="12600">
            <a:solidFill>
              <a:srgbClr val="003399"/>
            </a:solidFill>
            <a:miter/>
          </a:ln>
        </p:spPr>
      </p:cxnSp>
      <p:cxnSp>
        <p:nvCxnSpPr>
          <p:cNvPr id="8414" name="AutoShape 77"/>
          <p:cNvCxnSpPr>
            <a:stCxn id="8404" idx="0"/>
            <a:endCxn id="8401" idx="2"/>
          </p:cNvCxnSpPr>
          <p:nvPr/>
        </p:nvCxnSpPr>
        <p:spPr>
          <a:xfrm flipV="1">
            <a:off x="1368000" y="2904480"/>
            <a:ext cx="1080" cy="649800"/>
          </a:xfrm>
          <a:prstGeom prst="straightConnector1">
            <a:avLst/>
          </a:prstGeom>
          <a:ln w="12600">
            <a:solidFill>
              <a:srgbClr val="003399"/>
            </a:solidFill>
            <a:miter/>
          </a:ln>
        </p:spPr>
      </p:cxnSp>
      <p:sp>
        <p:nvSpPr>
          <p:cNvPr id="8415" name="Rectangle 78"/>
          <p:cNvSpPr/>
          <p:nvPr/>
        </p:nvSpPr>
        <p:spPr>
          <a:xfrm>
            <a:off x="849240" y="6049800"/>
            <a:ext cx="3425760" cy="1159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de-DE" sz="800" spc="-1" strike="noStrike">
                <a:solidFill>
                  <a:srgbClr val="000000"/>
                </a:solidFill>
                <a:latin typeface="Arial"/>
              </a:rPr>
              <a:t>Source: insert source information here</a:t>
            </a:r>
            <a:endParaRPr b="1" lang="en-US" sz="800" spc="-1" strike="noStrike">
              <a:solidFill>
                <a:srgbClr val="000000"/>
              </a:solidFill>
              <a:latin typeface="Arial"/>
            </a:endParaRPr>
          </a:p>
        </p:txBody>
      </p:sp>
      <p:sp>
        <p:nvSpPr>
          <p:cNvPr id="8416" name="Text Box 79"/>
          <p:cNvSpPr/>
          <p:nvPr/>
        </p:nvSpPr>
        <p:spPr>
          <a:xfrm>
            <a:off x="8696160" y="4719600"/>
            <a:ext cx="360" cy="173160"/>
          </a:xfrm>
          <a:prstGeom prst="rect">
            <a:avLst/>
          </a:prstGeom>
          <a:noFill/>
          <a:ln w="0">
            <a:noFill/>
          </a:ln>
        </p:spPr>
        <p:style>
          <a:lnRef idx="0"/>
          <a:fillRef idx="0"/>
          <a:effectRef idx="0"/>
          <a:fontRef idx="minor"/>
        </p:style>
        <p:txBody>
          <a:bodyPr wrap="none"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41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968A906-45FB-4233-A961-842D69E06F8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41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History</a:t>
            </a:r>
            <a:endParaRPr b="1" lang="en-US" sz="1600" spc="-1" strike="noStrike">
              <a:solidFill>
                <a:srgbClr val="000000"/>
              </a:solidFill>
              <a:latin typeface="Arial"/>
            </a:endParaRPr>
          </a:p>
        </p:txBody>
      </p:sp>
      <p:sp>
        <p:nvSpPr>
          <p:cNvPr id="8420" name="AutoShape 3"/>
          <p:cNvSpPr/>
          <p:nvPr/>
        </p:nvSpPr>
        <p:spPr>
          <a:xfrm>
            <a:off x="1049400" y="3019320"/>
            <a:ext cx="7111800" cy="1584360"/>
          </a:xfrm>
          <a:prstGeom prst="rightArrow">
            <a:avLst>
              <a:gd name="adj1" fmla="val 55907"/>
              <a:gd name="adj2" fmla="val 33021"/>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nSpc>
                <a:spcPct val="100000"/>
              </a:lnSpc>
              <a:tabLst>
                <a:tab algn="l" pos="0"/>
                <a:tab algn="ctr" pos="1434960"/>
                <a:tab algn="ctr" pos="2870280"/>
                <a:tab algn="ctr" pos="4305240"/>
                <a:tab algn="ctr" pos="5740560"/>
                <a:tab algn="r" pos="7175520"/>
                <a:tab algn="l" pos="7315200"/>
                <a:tab algn="l" pos="8229600"/>
                <a:tab algn="l" pos="9144000"/>
                <a:tab algn="l" pos="10058400"/>
              </a:tabLst>
            </a:pPr>
            <a:r>
              <a:rPr b="1" lang="en-US" sz="1400" spc="-1" strike="noStrike">
                <a:solidFill>
                  <a:srgbClr val="000000"/>
                </a:solidFill>
                <a:latin typeface="Arial"/>
              </a:rPr>
              <a:t>x</a:t>
            </a:r>
            <a:r>
              <a:rPr b="1" lang="en-US" sz="1400" spc="-1" strike="noStrike">
                <a:solidFill>
                  <a:srgbClr val="000000"/>
                </a:solidFill>
                <a:latin typeface="Arial"/>
              </a:rPr>
              <a:t>	</a:t>
            </a:r>
            <a:r>
              <a:rPr b="1" lang="en-US" sz="1400" spc="-1" strike="noStrike">
                <a:solidFill>
                  <a:srgbClr val="000000"/>
                </a:solidFill>
                <a:latin typeface="Arial"/>
              </a:rPr>
              <a:t>x</a:t>
            </a:r>
            <a:r>
              <a:rPr b="1" lang="en-US" sz="1400" spc="-1" strike="noStrike">
                <a:solidFill>
                  <a:srgbClr val="000000"/>
                </a:solidFill>
                <a:latin typeface="Arial"/>
              </a:rPr>
              <a:t>	</a:t>
            </a:r>
            <a:r>
              <a:rPr b="1" lang="en-US" sz="1400" spc="-1" strike="noStrike">
                <a:solidFill>
                  <a:srgbClr val="000000"/>
                </a:solidFill>
                <a:latin typeface="Arial"/>
              </a:rPr>
              <a:t>x</a:t>
            </a:r>
            <a:r>
              <a:rPr b="1" lang="en-US" sz="1400" spc="-1" strike="noStrike">
                <a:solidFill>
                  <a:srgbClr val="000000"/>
                </a:solidFill>
                <a:latin typeface="Arial"/>
              </a:rPr>
              <a:t>	</a:t>
            </a:r>
            <a:r>
              <a:rPr b="1" lang="en-US" sz="1400" spc="-1" strike="noStrike">
                <a:solidFill>
                  <a:srgbClr val="000000"/>
                </a:solidFill>
                <a:latin typeface="Arial"/>
              </a:rPr>
              <a:t>x</a:t>
            </a:r>
            <a:r>
              <a:rPr b="1" lang="en-US" sz="1400" spc="-1" strike="noStrike">
                <a:solidFill>
                  <a:srgbClr val="000000"/>
                </a:solidFill>
                <a:latin typeface="Arial"/>
              </a:rPr>
              <a:t>	</a:t>
            </a:r>
            <a:r>
              <a:rPr b="1" lang="en-US" sz="1400" spc="-1" strike="noStrike">
                <a:solidFill>
                  <a:srgbClr val="000000"/>
                </a:solidFill>
                <a:latin typeface="Arial"/>
              </a:rPr>
              <a:t>x</a:t>
            </a:r>
            <a:r>
              <a:rPr b="1" lang="en-US" sz="1400" spc="-1" strike="noStrike">
                <a:solidFill>
                  <a:srgbClr val="000000"/>
                </a:solidFill>
                <a:latin typeface="Arial"/>
              </a:rPr>
              <a:t>	</a:t>
            </a:r>
            <a:r>
              <a:rPr b="1" lang="en-US" sz="1400" spc="-1" strike="noStrike">
                <a:solidFill>
                  <a:srgbClr val="000000"/>
                </a:solidFill>
                <a:latin typeface="Arial"/>
              </a:rPr>
              <a:t>20XX</a:t>
            </a:r>
            <a:endParaRPr b="1" lang="en-US" sz="1400" spc="-1" strike="noStrike">
              <a:solidFill>
                <a:srgbClr val="000000"/>
              </a:solidFill>
              <a:latin typeface="Arial"/>
            </a:endParaRPr>
          </a:p>
        </p:txBody>
      </p:sp>
      <p:sp>
        <p:nvSpPr>
          <p:cNvPr id="8421" name="Line 4"/>
          <p:cNvSpPr/>
          <p:nvPr/>
        </p:nvSpPr>
        <p:spPr>
          <a:xfrm>
            <a:off x="1447920" y="3019320"/>
            <a:ext cx="0" cy="28728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2" name="Line 5"/>
          <p:cNvSpPr/>
          <p:nvPr/>
        </p:nvSpPr>
        <p:spPr>
          <a:xfrm>
            <a:off x="3575160" y="3019320"/>
            <a:ext cx="0" cy="28728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3" name="Line 6"/>
          <p:cNvSpPr/>
          <p:nvPr/>
        </p:nvSpPr>
        <p:spPr>
          <a:xfrm>
            <a:off x="5635800" y="3019320"/>
            <a:ext cx="0" cy="28728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4" name="Line 7"/>
          <p:cNvSpPr/>
          <p:nvPr/>
        </p:nvSpPr>
        <p:spPr>
          <a:xfrm>
            <a:off x="6794640" y="3019320"/>
            <a:ext cx="0" cy="28728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5" name="Line 8"/>
          <p:cNvSpPr/>
          <p:nvPr/>
        </p:nvSpPr>
        <p:spPr>
          <a:xfrm>
            <a:off x="6249960" y="2587680"/>
            <a:ext cx="0" cy="71892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6" name="Line 9"/>
          <p:cNvSpPr/>
          <p:nvPr/>
        </p:nvSpPr>
        <p:spPr>
          <a:xfrm>
            <a:off x="4638600" y="2587680"/>
            <a:ext cx="0" cy="71892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7" name="Line 10"/>
          <p:cNvSpPr/>
          <p:nvPr/>
        </p:nvSpPr>
        <p:spPr>
          <a:xfrm>
            <a:off x="2577960" y="2587680"/>
            <a:ext cx="0" cy="71892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8" name="Line 11"/>
          <p:cNvSpPr/>
          <p:nvPr/>
        </p:nvSpPr>
        <p:spPr>
          <a:xfrm>
            <a:off x="1447920" y="4314960"/>
            <a:ext cx="0" cy="28728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29" name="Line 12"/>
          <p:cNvSpPr/>
          <p:nvPr/>
        </p:nvSpPr>
        <p:spPr>
          <a:xfrm>
            <a:off x="3243240" y="4314960"/>
            <a:ext cx="0" cy="28728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30" name="Line 13"/>
          <p:cNvSpPr/>
          <p:nvPr/>
        </p:nvSpPr>
        <p:spPr>
          <a:xfrm>
            <a:off x="4896000" y="4314960"/>
            <a:ext cx="0" cy="28728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31" name="Line 14"/>
          <p:cNvSpPr/>
          <p:nvPr/>
        </p:nvSpPr>
        <p:spPr>
          <a:xfrm>
            <a:off x="6033960" y="4387680"/>
            <a:ext cx="0" cy="71928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32" name="Line 15"/>
          <p:cNvSpPr/>
          <p:nvPr/>
        </p:nvSpPr>
        <p:spPr>
          <a:xfrm>
            <a:off x="7059600" y="4314960"/>
            <a:ext cx="0" cy="28728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33" name="Line 16"/>
          <p:cNvSpPr/>
          <p:nvPr/>
        </p:nvSpPr>
        <p:spPr>
          <a:xfrm>
            <a:off x="4029120" y="4387680"/>
            <a:ext cx="0" cy="71928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34" name="Line 17"/>
          <p:cNvSpPr/>
          <p:nvPr/>
        </p:nvSpPr>
        <p:spPr>
          <a:xfrm>
            <a:off x="7380360" y="2587680"/>
            <a:ext cx="0" cy="718920"/>
          </a:xfrm>
          <a:prstGeom prst="line">
            <a:avLst/>
          </a:prstGeom>
          <a:ln w="12600">
            <a:solidFill>
              <a:srgbClr val="003399"/>
            </a:solidFill>
            <a:miter/>
            <a:tailEnd len="lg"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43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8532C10-DFF2-4F9E-9136-5676A0E9B013}"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43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rPr>
              <a:t>Time Lines</a:t>
            </a:r>
            <a:endParaRPr b="1" lang="en-US" sz="1600" spc="-1" strike="noStrike">
              <a:solidFill>
                <a:srgbClr val="000000"/>
              </a:solidFill>
              <a:latin typeface="Arial"/>
            </a:endParaRPr>
          </a:p>
        </p:txBody>
      </p:sp>
      <p:sp>
        <p:nvSpPr>
          <p:cNvPr id="8438" name="Text Box 3"/>
          <p:cNvSpPr/>
          <p:nvPr/>
        </p:nvSpPr>
        <p:spPr>
          <a:xfrm>
            <a:off x="838080" y="162864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39" name="Text Box 4"/>
          <p:cNvSpPr/>
          <p:nvPr/>
        </p:nvSpPr>
        <p:spPr>
          <a:xfrm>
            <a:off x="1436760" y="162864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0" name="Text Box 5"/>
          <p:cNvSpPr/>
          <p:nvPr/>
        </p:nvSpPr>
        <p:spPr>
          <a:xfrm>
            <a:off x="2033640" y="162864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1" name="Text Box 6"/>
          <p:cNvSpPr/>
          <p:nvPr/>
        </p:nvSpPr>
        <p:spPr>
          <a:xfrm>
            <a:off x="2631960" y="162864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2" name="Text Box 7"/>
          <p:cNvSpPr/>
          <p:nvPr/>
        </p:nvSpPr>
        <p:spPr>
          <a:xfrm>
            <a:off x="3228840" y="162864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3" name="Text Box 8"/>
          <p:cNvSpPr/>
          <p:nvPr/>
        </p:nvSpPr>
        <p:spPr>
          <a:xfrm>
            <a:off x="3827520" y="162864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4" name="Text Box 9"/>
          <p:cNvSpPr/>
          <p:nvPr/>
        </p:nvSpPr>
        <p:spPr>
          <a:xfrm>
            <a:off x="4425840" y="162864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5" name="Text Box 10"/>
          <p:cNvSpPr/>
          <p:nvPr/>
        </p:nvSpPr>
        <p:spPr>
          <a:xfrm>
            <a:off x="5022720" y="162864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6" name="Text Box 11"/>
          <p:cNvSpPr/>
          <p:nvPr/>
        </p:nvSpPr>
        <p:spPr>
          <a:xfrm>
            <a:off x="5621400" y="162864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7" name="Text Box 12"/>
          <p:cNvSpPr/>
          <p:nvPr/>
        </p:nvSpPr>
        <p:spPr>
          <a:xfrm>
            <a:off x="6219720" y="162864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8" name="Text Box 13"/>
          <p:cNvSpPr/>
          <p:nvPr/>
        </p:nvSpPr>
        <p:spPr>
          <a:xfrm>
            <a:off x="6816600" y="162864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49" name="Freeform 14"/>
          <p:cNvSpPr/>
          <p:nvPr/>
        </p:nvSpPr>
        <p:spPr>
          <a:xfrm>
            <a:off x="838080" y="1916280"/>
            <a:ext cx="6580440" cy="14436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0" name="AutoShape 15"/>
          <p:cNvSpPr/>
          <p:nvPr/>
        </p:nvSpPr>
        <p:spPr>
          <a:xfrm>
            <a:off x="103824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1" name="AutoShape 16"/>
          <p:cNvSpPr/>
          <p:nvPr/>
        </p:nvSpPr>
        <p:spPr>
          <a:xfrm>
            <a:off x="163512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2" name="AutoShape 17"/>
          <p:cNvSpPr/>
          <p:nvPr/>
        </p:nvSpPr>
        <p:spPr>
          <a:xfrm>
            <a:off x="2233440" y="1844640"/>
            <a:ext cx="13356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3" name="AutoShape 18"/>
          <p:cNvSpPr/>
          <p:nvPr/>
        </p:nvSpPr>
        <p:spPr>
          <a:xfrm>
            <a:off x="283068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4" name="AutoShape 19"/>
          <p:cNvSpPr/>
          <p:nvPr/>
        </p:nvSpPr>
        <p:spPr>
          <a:xfrm>
            <a:off x="342900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5" name="AutoShape 20"/>
          <p:cNvSpPr/>
          <p:nvPr/>
        </p:nvSpPr>
        <p:spPr>
          <a:xfrm>
            <a:off x="4027320" y="1844640"/>
            <a:ext cx="13356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6" name="AutoShape 21"/>
          <p:cNvSpPr/>
          <p:nvPr/>
        </p:nvSpPr>
        <p:spPr>
          <a:xfrm>
            <a:off x="462456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7" name="AutoShape 22"/>
          <p:cNvSpPr/>
          <p:nvPr/>
        </p:nvSpPr>
        <p:spPr>
          <a:xfrm>
            <a:off x="522288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8" name="AutoShape 23"/>
          <p:cNvSpPr/>
          <p:nvPr/>
        </p:nvSpPr>
        <p:spPr>
          <a:xfrm>
            <a:off x="581976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59" name="AutoShape 24"/>
          <p:cNvSpPr/>
          <p:nvPr/>
        </p:nvSpPr>
        <p:spPr>
          <a:xfrm>
            <a:off x="641988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0" name="AutoShape 25"/>
          <p:cNvSpPr/>
          <p:nvPr/>
        </p:nvSpPr>
        <p:spPr>
          <a:xfrm>
            <a:off x="7020000" y="1844640"/>
            <a:ext cx="133200" cy="142920"/>
          </a:xfrm>
          <a:prstGeom prst="diamond">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1" name="Freeform 26"/>
          <p:cNvSpPr/>
          <p:nvPr/>
        </p:nvSpPr>
        <p:spPr>
          <a:xfrm>
            <a:off x="846000" y="3500280"/>
            <a:ext cx="6578640" cy="14472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2" name="Rectangle 27"/>
          <p:cNvSpPr/>
          <p:nvPr/>
        </p:nvSpPr>
        <p:spPr>
          <a:xfrm>
            <a:off x="104472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3" name="Rectangle 28"/>
          <p:cNvSpPr/>
          <p:nvPr/>
        </p:nvSpPr>
        <p:spPr>
          <a:xfrm>
            <a:off x="164448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4" name="Rectangle 29"/>
          <p:cNvSpPr/>
          <p:nvPr/>
        </p:nvSpPr>
        <p:spPr>
          <a:xfrm>
            <a:off x="224316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5" name="Rectangle 30"/>
          <p:cNvSpPr/>
          <p:nvPr/>
        </p:nvSpPr>
        <p:spPr>
          <a:xfrm>
            <a:off x="284328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6" name="Rectangle 31"/>
          <p:cNvSpPr/>
          <p:nvPr/>
        </p:nvSpPr>
        <p:spPr>
          <a:xfrm>
            <a:off x="344160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7" name="Rectangle 32"/>
          <p:cNvSpPr/>
          <p:nvPr/>
        </p:nvSpPr>
        <p:spPr>
          <a:xfrm>
            <a:off x="404172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8" name="Rectangle 33"/>
          <p:cNvSpPr/>
          <p:nvPr/>
        </p:nvSpPr>
        <p:spPr>
          <a:xfrm>
            <a:off x="464040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69" name="Rectangle 34"/>
          <p:cNvSpPr/>
          <p:nvPr/>
        </p:nvSpPr>
        <p:spPr>
          <a:xfrm>
            <a:off x="5240160" y="3429000"/>
            <a:ext cx="13212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70" name="Rectangle 35"/>
          <p:cNvSpPr/>
          <p:nvPr/>
        </p:nvSpPr>
        <p:spPr>
          <a:xfrm>
            <a:off x="5838840" y="3429000"/>
            <a:ext cx="13320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71" name="Rectangle 36"/>
          <p:cNvSpPr/>
          <p:nvPr/>
        </p:nvSpPr>
        <p:spPr>
          <a:xfrm>
            <a:off x="643896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72" name="Rectangle 37"/>
          <p:cNvSpPr/>
          <p:nvPr/>
        </p:nvSpPr>
        <p:spPr>
          <a:xfrm>
            <a:off x="7039080" y="3429000"/>
            <a:ext cx="131760" cy="14292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73" name="Text Box 38"/>
          <p:cNvSpPr/>
          <p:nvPr/>
        </p:nvSpPr>
        <p:spPr>
          <a:xfrm>
            <a:off x="838080" y="3213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74" name="Text Box 39"/>
          <p:cNvSpPr/>
          <p:nvPr/>
        </p:nvSpPr>
        <p:spPr>
          <a:xfrm>
            <a:off x="1436760" y="3213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75" name="Text Box 40"/>
          <p:cNvSpPr/>
          <p:nvPr/>
        </p:nvSpPr>
        <p:spPr>
          <a:xfrm>
            <a:off x="2033640" y="321300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76" name="Text Box 41"/>
          <p:cNvSpPr/>
          <p:nvPr/>
        </p:nvSpPr>
        <p:spPr>
          <a:xfrm>
            <a:off x="2631960" y="3213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77" name="Text Box 42"/>
          <p:cNvSpPr/>
          <p:nvPr/>
        </p:nvSpPr>
        <p:spPr>
          <a:xfrm>
            <a:off x="3228840" y="3213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78" name="Text Box 43"/>
          <p:cNvSpPr/>
          <p:nvPr/>
        </p:nvSpPr>
        <p:spPr>
          <a:xfrm>
            <a:off x="3827520" y="321300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79" name="Text Box 44"/>
          <p:cNvSpPr/>
          <p:nvPr/>
        </p:nvSpPr>
        <p:spPr>
          <a:xfrm>
            <a:off x="4425840" y="3213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0" name="Text Box 45"/>
          <p:cNvSpPr/>
          <p:nvPr/>
        </p:nvSpPr>
        <p:spPr>
          <a:xfrm>
            <a:off x="5022720" y="3213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1" name="Text Box 46"/>
          <p:cNvSpPr/>
          <p:nvPr/>
        </p:nvSpPr>
        <p:spPr>
          <a:xfrm>
            <a:off x="5621400" y="321300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2" name="Text Box 47"/>
          <p:cNvSpPr/>
          <p:nvPr/>
        </p:nvSpPr>
        <p:spPr>
          <a:xfrm>
            <a:off x="6219720" y="3213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3" name="Text Box 48"/>
          <p:cNvSpPr/>
          <p:nvPr/>
        </p:nvSpPr>
        <p:spPr>
          <a:xfrm>
            <a:off x="6816600" y="3213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Label</a:t>
            </a:r>
            <a:endParaRPr b="1" lang="en-US" sz="1000" spc="-1" strike="noStrike">
              <a:solidFill>
                <a:srgbClr val="000000"/>
              </a:solidFill>
              <a:latin typeface="Arial"/>
            </a:endParaRPr>
          </a:p>
        </p:txBody>
      </p:sp>
      <p:sp>
        <p:nvSpPr>
          <p:cNvPr id="8484" name="Text Box 49"/>
          <p:cNvSpPr/>
          <p:nvPr/>
        </p:nvSpPr>
        <p:spPr>
          <a:xfrm>
            <a:off x="838080" y="2421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5" name="Text Box 50"/>
          <p:cNvSpPr/>
          <p:nvPr/>
        </p:nvSpPr>
        <p:spPr>
          <a:xfrm>
            <a:off x="1436760" y="2421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6" name="Text Box 51"/>
          <p:cNvSpPr/>
          <p:nvPr/>
        </p:nvSpPr>
        <p:spPr>
          <a:xfrm>
            <a:off x="2033640" y="242100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7" name="Text Box 52"/>
          <p:cNvSpPr/>
          <p:nvPr/>
        </p:nvSpPr>
        <p:spPr>
          <a:xfrm>
            <a:off x="2631960" y="2421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8" name="Text Box 53"/>
          <p:cNvSpPr/>
          <p:nvPr/>
        </p:nvSpPr>
        <p:spPr>
          <a:xfrm>
            <a:off x="3228840" y="2421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89" name="Text Box 54"/>
          <p:cNvSpPr/>
          <p:nvPr/>
        </p:nvSpPr>
        <p:spPr>
          <a:xfrm>
            <a:off x="3827520" y="242100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90" name="Text Box 55"/>
          <p:cNvSpPr/>
          <p:nvPr/>
        </p:nvSpPr>
        <p:spPr>
          <a:xfrm>
            <a:off x="4425840" y="2421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91" name="Text Box 56"/>
          <p:cNvSpPr/>
          <p:nvPr/>
        </p:nvSpPr>
        <p:spPr>
          <a:xfrm>
            <a:off x="5022720" y="2421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92" name="Text Box 57"/>
          <p:cNvSpPr/>
          <p:nvPr/>
        </p:nvSpPr>
        <p:spPr>
          <a:xfrm>
            <a:off x="5621400" y="2421000"/>
            <a:ext cx="59832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93" name="Text Box 58"/>
          <p:cNvSpPr/>
          <p:nvPr/>
        </p:nvSpPr>
        <p:spPr>
          <a:xfrm>
            <a:off x="6219720" y="2421000"/>
            <a:ext cx="5968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94" name="Text Box 59"/>
          <p:cNvSpPr/>
          <p:nvPr/>
        </p:nvSpPr>
        <p:spPr>
          <a:xfrm>
            <a:off x="6816600" y="2421000"/>
            <a:ext cx="598680" cy="1454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000000"/>
                </a:solidFill>
                <a:latin typeface="Arial"/>
              </a:rPr>
              <a:t>x</a:t>
            </a:r>
            <a:endParaRPr b="1" lang="en-US" sz="1000" spc="-1" strike="noStrike">
              <a:solidFill>
                <a:srgbClr val="000000"/>
              </a:solidFill>
              <a:latin typeface="Arial"/>
            </a:endParaRPr>
          </a:p>
        </p:txBody>
      </p:sp>
      <p:sp>
        <p:nvSpPr>
          <p:cNvPr id="8495" name="Freeform 60"/>
          <p:cNvSpPr/>
          <p:nvPr/>
        </p:nvSpPr>
        <p:spPr>
          <a:xfrm>
            <a:off x="838080" y="2708280"/>
            <a:ext cx="6580440" cy="14436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96" name="Oval 61"/>
          <p:cNvSpPr/>
          <p:nvPr/>
        </p:nvSpPr>
        <p:spPr>
          <a:xfrm>
            <a:off x="103824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97" name="Oval 62"/>
          <p:cNvSpPr/>
          <p:nvPr/>
        </p:nvSpPr>
        <p:spPr>
          <a:xfrm>
            <a:off x="163656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98" name="Oval 63"/>
          <p:cNvSpPr/>
          <p:nvPr/>
        </p:nvSpPr>
        <p:spPr>
          <a:xfrm>
            <a:off x="223668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499" name="Oval 64"/>
          <p:cNvSpPr/>
          <p:nvPr/>
        </p:nvSpPr>
        <p:spPr>
          <a:xfrm>
            <a:off x="283536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0" name="Oval 65"/>
          <p:cNvSpPr/>
          <p:nvPr/>
        </p:nvSpPr>
        <p:spPr>
          <a:xfrm>
            <a:off x="343548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1" name="Oval 66"/>
          <p:cNvSpPr/>
          <p:nvPr/>
        </p:nvSpPr>
        <p:spPr>
          <a:xfrm>
            <a:off x="403380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2" name="Oval 67"/>
          <p:cNvSpPr/>
          <p:nvPr/>
        </p:nvSpPr>
        <p:spPr>
          <a:xfrm>
            <a:off x="523224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3" name="Oval 68"/>
          <p:cNvSpPr/>
          <p:nvPr/>
        </p:nvSpPr>
        <p:spPr>
          <a:xfrm>
            <a:off x="583236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4" name="Oval 69"/>
          <p:cNvSpPr/>
          <p:nvPr/>
        </p:nvSpPr>
        <p:spPr>
          <a:xfrm>
            <a:off x="643104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5" name="Oval 70"/>
          <p:cNvSpPr/>
          <p:nvPr/>
        </p:nvSpPr>
        <p:spPr>
          <a:xfrm>
            <a:off x="703116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6" name="Oval 71"/>
          <p:cNvSpPr/>
          <p:nvPr/>
        </p:nvSpPr>
        <p:spPr>
          <a:xfrm>
            <a:off x="4633920" y="2637000"/>
            <a:ext cx="131760" cy="142560"/>
          </a:xfrm>
          <a:prstGeom prst="ellipse">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8507" name="Group 72"/>
          <p:cNvGrpSpPr/>
          <p:nvPr/>
        </p:nvGrpSpPr>
        <p:grpSpPr>
          <a:xfrm>
            <a:off x="717480" y="4400640"/>
            <a:ext cx="7908480" cy="685080"/>
            <a:chOff x="717480" y="4400640"/>
            <a:chExt cx="7908480" cy="685080"/>
          </a:xfrm>
        </p:grpSpPr>
        <p:sp>
          <p:nvSpPr>
            <p:cNvPr id="8508" name="Line 73"/>
            <p:cNvSpPr/>
            <p:nvPr/>
          </p:nvSpPr>
          <p:spPr>
            <a:xfrm>
              <a:off x="849240" y="4738680"/>
              <a:ext cx="771084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09" name="Line 74"/>
            <p:cNvSpPr/>
            <p:nvPr/>
          </p:nvSpPr>
          <p:spPr>
            <a:xfrm>
              <a:off x="164664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0" name="Line 75"/>
            <p:cNvSpPr/>
            <p:nvPr/>
          </p:nvSpPr>
          <p:spPr>
            <a:xfrm>
              <a:off x="231192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1" name="Line 76"/>
            <p:cNvSpPr/>
            <p:nvPr/>
          </p:nvSpPr>
          <p:spPr>
            <a:xfrm>
              <a:off x="297720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2" name="Line 77"/>
            <p:cNvSpPr/>
            <p:nvPr/>
          </p:nvSpPr>
          <p:spPr>
            <a:xfrm>
              <a:off x="364248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3" name="Line 78"/>
            <p:cNvSpPr/>
            <p:nvPr/>
          </p:nvSpPr>
          <p:spPr>
            <a:xfrm>
              <a:off x="430776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4" name="Line 79"/>
            <p:cNvSpPr/>
            <p:nvPr/>
          </p:nvSpPr>
          <p:spPr>
            <a:xfrm>
              <a:off x="497304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5" name="Line 80"/>
            <p:cNvSpPr/>
            <p:nvPr/>
          </p:nvSpPr>
          <p:spPr>
            <a:xfrm>
              <a:off x="563832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6" name="Line 81"/>
            <p:cNvSpPr/>
            <p:nvPr/>
          </p:nvSpPr>
          <p:spPr>
            <a:xfrm>
              <a:off x="630360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7" name="Line 82"/>
            <p:cNvSpPr/>
            <p:nvPr/>
          </p:nvSpPr>
          <p:spPr>
            <a:xfrm>
              <a:off x="696888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8" name="Line 83"/>
            <p:cNvSpPr/>
            <p:nvPr/>
          </p:nvSpPr>
          <p:spPr>
            <a:xfrm>
              <a:off x="763416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19" name="Line 84"/>
            <p:cNvSpPr/>
            <p:nvPr/>
          </p:nvSpPr>
          <p:spPr>
            <a:xfrm>
              <a:off x="829944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20" name="Line 85"/>
            <p:cNvSpPr/>
            <p:nvPr/>
          </p:nvSpPr>
          <p:spPr>
            <a:xfrm>
              <a:off x="982440" y="4667400"/>
              <a:ext cx="0" cy="1443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21" name="Text Box 86"/>
            <p:cNvSpPr/>
            <p:nvPr/>
          </p:nvSpPr>
          <p:spPr>
            <a:xfrm>
              <a:off x="71748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January</a:t>
              </a:r>
              <a:endParaRPr b="1" lang="en-US" sz="900" spc="-1" strike="noStrike">
                <a:solidFill>
                  <a:srgbClr val="000000"/>
                </a:solidFill>
                <a:latin typeface="Arial"/>
              </a:endParaRPr>
            </a:p>
          </p:txBody>
        </p:sp>
        <p:sp>
          <p:nvSpPr>
            <p:cNvPr id="8522" name="Text Box 87"/>
            <p:cNvSpPr/>
            <p:nvPr/>
          </p:nvSpPr>
          <p:spPr>
            <a:xfrm>
              <a:off x="138132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February</a:t>
              </a:r>
              <a:endParaRPr b="1" lang="en-US" sz="900" spc="-1" strike="noStrike">
                <a:solidFill>
                  <a:srgbClr val="000000"/>
                </a:solidFill>
                <a:latin typeface="Arial"/>
              </a:endParaRPr>
            </a:p>
          </p:txBody>
        </p:sp>
        <p:sp>
          <p:nvSpPr>
            <p:cNvPr id="8523" name="Text Box 88"/>
            <p:cNvSpPr/>
            <p:nvPr/>
          </p:nvSpPr>
          <p:spPr>
            <a:xfrm>
              <a:off x="2044800" y="4400640"/>
              <a:ext cx="59796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March</a:t>
              </a:r>
              <a:endParaRPr b="1" lang="en-US" sz="900" spc="-1" strike="noStrike">
                <a:solidFill>
                  <a:srgbClr val="000000"/>
                </a:solidFill>
                <a:latin typeface="Arial"/>
              </a:endParaRPr>
            </a:p>
          </p:txBody>
        </p:sp>
        <p:sp>
          <p:nvSpPr>
            <p:cNvPr id="8524" name="Text Box 89"/>
            <p:cNvSpPr/>
            <p:nvPr/>
          </p:nvSpPr>
          <p:spPr>
            <a:xfrm>
              <a:off x="270900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April</a:t>
              </a:r>
              <a:endParaRPr b="1" lang="en-US" sz="900" spc="-1" strike="noStrike">
                <a:solidFill>
                  <a:srgbClr val="000000"/>
                </a:solidFill>
                <a:latin typeface="Arial"/>
              </a:endParaRPr>
            </a:p>
          </p:txBody>
        </p:sp>
        <p:sp>
          <p:nvSpPr>
            <p:cNvPr id="8525" name="Text Box 90"/>
            <p:cNvSpPr/>
            <p:nvPr/>
          </p:nvSpPr>
          <p:spPr>
            <a:xfrm>
              <a:off x="337284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May</a:t>
              </a:r>
              <a:endParaRPr b="1" lang="en-US" sz="900" spc="-1" strike="noStrike">
                <a:solidFill>
                  <a:srgbClr val="000000"/>
                </a:solidFill>
                <a:latin typeface="Arial"/>
              </a:endParaRPr>
            </a:p>
          </p:txBody>
        </p:sp>
        <p:sp>
          <p:nvSpPr>
            <p:cNvPr id="8526" name="Text Box 91"/>
            <p:cNvSpPr/>
            <p:nvPr/>
          </p:nvSpPr>
          <p:spPr>
            <a:xfrm>
              <a:off x="403668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June</a:t>
              </a:r>
              <a:endParaRPr b="1" lang="en-US" sz="900" spc="-1" strike="noStrike">
                <a:solidFill>
                  <a:srgbClr val="000000"/>
                </a:solidFill>
                <a:latin typeface="Arial"/>
              </a:endParaRPr>
            </a:p>
          </p:txBody>
        </p:sp>
        <p:sp>
          <p:nvSpPr>
            <p:cNvPr id="8527" name="Text Box 92"/>
            <p:cNvSpPr/>
            <p:nvPr/>
          </p:nvSpPr>
          <p:spPr>
            <a:xfrm>
              <a:off x="470052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July</a:t>
              </a:r>
              <a:endParaRPr b="1" lang="en-US" sz="900" spc="-1" strike="noStrike">
                <a:solidFill>
                  <a:srgbClr val="000000"/>
                </a:solidFill>
                <a:latin typeface="Arial"/>
              </a:endParaRPr>
            </a:p>
          </p:txBody>
        </p:sp>
        <p:sp>
          <p:nvSpPr>
            <p:cNvPr id="8528" name="Text Box 93"/>
            <p:cNvSpPr/>
            <p:nvPr/>
          </p:nvSpPr>
          <p:spPr>
            <a:xfrm>
              <a:off x="5364000" y="4400640"/>
              <a:ext cx="59796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August</a:t>
              </a:r>
              <a:endParaRPr b="1" lang="en-US" sz="900" spc="-1" strike="noStrike">
                <a:solidFill>
                  <a:srgbClr val="000000"/>
                </a:solidFill>
                <a:latin typeface="Arial"/>
              </a:endParaRPr>
            </a:p>
          </p:txBody>
        </p:sp>
        <p:sp>
          <p:nvSpPr>
            <p:cNvPr id="8529" name="Text Box 94"/>
            <p:cNvSpPr/>
            <p:nvPr/>
          </p:nvSpPr>
          <p:spPr>
            <a:xfrm>
              <a:off x="602820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September</a:t>
              </a:r>
              <a:endParaRPr b="1" lang="en-US" sz="900" spc="-1" strike="noStrike">
                <a:solidFill>
                  <a:srgbClr val="000000"/>
                </a:solidFill>
                <a:latin typeface="Arial"/>
              </a:endParaRPr>
            </a:p>
          </p:txBody>
        </p:sp>
        <p:sp>
          <p:nvSpPr>
            <p:cNvPr id="8530" name="Text Box 95"/>
            <p:cNvSpPr/>
            <p:nvPr/>
          </p:nvSpPr>
          <p:spPr>
            <a:xfrm>
              <a:off x="669204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October</a:t>
              </a:r>
              <a:endParaRPr b="1" lang="en-US" sz="900" spc="-1" strike="noStrike">
                <a:solidFill>
                  <a:srgbClr val="000000"/>
                </a:solidFill>
                <a:latin typeface="Arial"/>
              </a:endParaRPr>
            </a:p>
          </p:txBody>
        </p:sp>
        <p:sp>
          <p:nvSpPr>
            <p:cNvPr id="8531" name="Text Box 96"/>
            <p:cNvSpPr/>
            <p:nvPr/>
          </p:nvSpPr>
          <p:spPr>
            <a:xfrm>
              <a:off x="735588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November</a:t>
              </a:r>
              <a:endParaRPr b="1" lang="en-US" sz="900" spc="-1" strike="noStrike">
                <a:solidFill>
                  <a:srgbClr val="000000"/>
                </a:solidFill>
                <a:latin typeface="Arial"/>
              </a:endParaRPr>
            </a:p>
          </p:txBody>
        </p:sp>
        <p:sp>
          <p:nvSpPr>
            <p:cNvPr id="8532" name="Text Box 97"/>
            <p:cNvSpPr/>
            <p:nvPr/>
          </p:nvSpPr>
          <p:spPr>
            <a:xfrm>
              <a:off x="8019720" y="440064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December</a:t>
              </a:r>
              <a:endParaRPr b="1" lang="en-US" sz="900" spc="-1" strike="noStrike">
                <a:solidFill>
                  <a:srgbClr val="000000"/>
                </a:solidFill>
                <a:latin typeface="Arial"/>
              </a:endParaRPr>
            </a:p>
          </p:txBody>
        </p:sp>
        <p:sp>
          <p:nvSpPr>
            <p:cNvPr id="8533" name="Text Box 98"/>
            <p:cNvSpPr/>
            <p:nvPr/>
          </p:nvSpPr>
          <p:spPr>
            <a:xfrm>
              <a:off x="72612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January</a:t>
              </a:r>
              <a:endParaRPr b="1" lang="en-US" sz="900" spc="-1" strike="noStrike">
                <a:solidFill>
                  <a:srgbClr val="000000"/>
                </a:solidFill>
                <a:latin typeface="Arial"/>
              </a:endParaRPr>
            </a:p>
          </p:txBody>
        </p:sp>
        <p:sp>
          <p:nvSpPr>
            <p:cNvPr id="8534" name="Text Box 99"/>
            <p:cNvSpPr/>
            <p:nvPr/>
          </p:nvSpPr>
          <p:spPr>
            <a:xfrm>
              <a:off x="138996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February</a:t>
              </a:r>
              <a:endParaRPr b="1" lang="en-US" sz="900" spc="-1" strike="noStrike">
                <a:solidFill>
                  <a:srgbClr val="000000"/>
                </a:solidFill>
                <a:latin typeface="Arial"/>
              </a:endParaRPr>
            </a:p>
          </p:txBody>
        </p:sp>
        <p:sp>
          <p:nvSpPr>
            <p:cNvPr id="8535" name="Text Box 100"/>
            <p:cNvSpPr/>
            <p:nvPr/>
          </p:nvSpPr>
          <p:spPr>
            <a:xfrm>
              <a:off x="205380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March</a:t>
              </a:r>
              <a:endParaRPr b="1" lang="en-US" sz="900" spc="-1" strike="noStrike">
                <a:solidFill>
                  <a:srgbClr val="000000"/>
                </a:solidFill>
                <a:latin typeface="Arial"/>
              </a:endParaRPr>
            </a:p>
          </p:txBody>
        </p:sp>
        <p:sp>
          <p:nvSpPr>
            <p:cNvPr id="8536" name="Text Box 101"/>
            <p:cNvSpPr/>
            <p:nvPr/>
          </p:nvSpPr>
          <p:spPr>
            <a:xfrm>
              <a:off x="2717640" y="4954680"/>
              <a:ext cx="59796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April</a:t>
              </a:r>
              <a:endParaRPr b="1" lang="en-US" sz="900" spc="-1" strike="noStrike">
                <a:solidFill>
                  <a:srgbClr val="000000"/>
                </a:solidFill>
                <a:latin typeface="Arial"/>
              </a:endParaRPr>
            </a:p>
          </p:txBody>
        </p:sp>
        <p:sp>
          <p:nvSpPr>
            <p:cNvPr id="8537" name="Text Box 102"/>
            <p:cNvSpPr/>
            <p:nvPr/>
          </p:nvSpPr>
          <p:spPr>
            <a:xfrm>
              <a:off x="338148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May</a:t>
              </a:r>
              <a:endParaRPr b="1" lang="en-US" sz="900" spc="-1" strike="noStrike">
                <a:solidFill>
                  <a:srgbClr val="000000"/>
                </a:solidFill>
                <a:latin typeface="Arial"/>
              </a:endParaRPr>
            </a:p>
          </p:txBody>
        </p:sp>
        <p:sp>
          <p:nvSpPr>
            <p:cNvPr id="8538" name="Text Box 103"/>
            <p:cNvSpPr/>
            <p:nvPr/>
          </p:nvSpPr>
          <p:spPr>
            <a:xfrm>
              <a:off x="404532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June</a:t>
              </a:r>
              <a:endParaRPr b="1" lang="en-US" sz="900" spc="-1" strike="noStrike">
                <a:solidFill>
                  <a:srgbClr val="000000"/>
                </a:solidFill>
                <a:latin typeface="Arial"/>
              </a:endParaRPr>
            </a:p>
          </p:txBody>
        </p:sp>
        <p:sp>
          <p:nvSpPr>
            <p:cNvPr id="8539" name="Text Box 104"/>
            <p:cNvSpPr/>
            <p:nvPr/>
          </p:nvSpPr>
          <p:spPr>
            <a:xfrm>
              <a:off x="470916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July</a:t>
              </a:r>
              <a:endParaRPr b="1" lang="en-US" sz="900" spc="-1" strike="noStrike">
                <a:solidFill>
                  <a:srgbClr val="000000"/>
                </a:solidFill>
                <a:latin typeface="Arial"/>
              </a:endParaRPr>
            </a:p>
          </p:txBody>
        </p:sp>
        <p:sp>
          <p:nvSpPr>
            <p:cNvPr id="8540" name="Text Box 105"/>
            <p:cNvSpPr/>
            <p:nvPr/>
          </p:nvSpPr>
          <p:spPr>
            <a:xfrm>
              <a:off x="537300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August</a:t>
              </a:r>
              <a:endParaRPr b="1" lang="en-US" sz="900" spc="-1" strike="noStrike">
                <a:solidFill>
                  <a:srgbClr val="000000"/>
                </a:solidFill>
                <a:latin typeface="Arial"/>
              </a:endParaRPr>
            </a:p>
          </p:txBody>
        </p:sp>
        <p:sp>
          <p:nvSpPr>
            <p:cNvPr id="8541" name="Text Box 106"/>
            <p:cNvSpPr/>
            <p:nvPr/>
          </p:nvSpPr>
          <p:spPr>
            <a:xfrm>
              <a:off x="6036840" y="4954680"/>
              <a:ext cx="59796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September</a:t>
              </a:r>
              <a:endParaRPr b="1" lang="en-US" sz="900" spc="-1" strike="noStrike">
                <a:solidFill>
                  <a:srgbClr val="000000"/>
                </a:solidFill>
                <a:latin typeface="Arial"/>
              </a:endParaRPr>
            </a:p>
          </p:txBody>
        </p:sp>
        <p:sp>
          <p:nvSpPr>
            <p:cNvPr id="8542" name="Text Box 107"/>
            <p:cNvSpPr/>
            <p:nvPr/>
          </p:nvSpPr>
          <p:spPr>
            <a:xfrm>
              <a:off x="670068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October</a:t>
              </a:r>
              <a:endParaRPr b="1" lang="en-US" sz="900" spc="-1" strike="noStrike">
                <a:solidFill>
                  <a:srgbClr val="000000"/>
                </a:solidFill>
                <a:latin typeface="Arial"/>
              </a:endParaRPr>
            </a:p>
          </p:txBody>
        </p:sp>
        <p:sp>
          <p:nvSpPr>
            <p:cNvPr id="8543" name="Text Box 108"/>
            <p:cNvSpPr/>
            <p:nvPr/>
          </p:nvSpPr>
          <p:spPr>
            <a:xfrm>
              <a:off x="736452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November</a:t>
              </a:r>
              <a:endParaRPr b="1" lang="en-US" sz="900" spc="-1" strike="noStrike">
                <a:solidFill>
                  <a:srgbClr val="000000"/>
                </a:solidFill>
                <a:latin typeface="Arial"/>
              </a:endParaRPr>
            </a:p>
          </p:txBody>
        </p:sp>
        <p:sp>
          <p:nvSpPr>
            <p:cNvPr id="8544" name="Text Box 109"/>
            <p:cNvSpPr/>
            <p:nvPr/>
          </p:nvSpPr>
          <p:spPr>
            <a:xfrm>
              <a:off x="8028360" y="4954680"/>
              <a:ext cx="597600" cy="131040"/>
            </a:xfrm>
            <a:prstGeom prst="rect">
              <a:avLst/>
            </a:prstGeom>
            <a:no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900" spc="-1" strike="noStrike">
                  <a:solidFill>
                    <a:srgbClr val="000000"/>
                  </a:solidFill>
                  <a:latin typeface="Arial"/>
                </a:rPr>
                <a:t>December</a:t>
              </a:r>
              <a:endParaRPr b="1" lang="en-US" sz="9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5"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546"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C4995E-5483-4D1E-A7FE-621532217EA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54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Calendar</a:t>
            </a:r>
            <a:endParaRPr b="1" lang="en-US" sz="1600" spc="-1" strike="noStrike">
              <a:solidFill>
                <a:srgbClr val="000000"/>
              </a:solidFill>
              <a:latin typeface="Arial"/>
            </a:endParaRPr>
          </a:p>
        </p:txBody>
      </p:sp>
      <p:graphicFrame>
        <p:nvGraphicFramePr>
          <p:cNvPr id="8548" name=""/>
          <p:cNvGraphicFramePr/>
          <p:nvPr/>
        </p:nvGraphicFramePr>
        <p:xfrm>
          <a:off x="384120" y="1671480"/>
          <a:ext cx="8242200" cy="4272120"/>
        </p:xfrm>
        <a:graphic>
          <a:graphicData uri="http://schemas.openxmlformats.org/drawingml/2006/table">
            <a:tbl>
              <a:tblPr/>
              <a:tblGrid>
                <a:gridCol w="1200240"/>
                <a:gridCol w="1392120"/>
                <a:gridCol w="1425600"/>
                <a:gridCol w="1406520"/>
                <a:gridCol w="1411200"/>
                <a:gridCol w="1406520"/>
              </a:tblGrid>
              <a:tr h="44460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M</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W</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T</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F</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r>
              <a:tr h="76032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Week #</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ffffff"/>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76680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Week #</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76680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Week #</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76680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Week #</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766800">
                <a:tc>
                  <a:txBody>
                    <a:bodyPr lIns="90000" rIns="90000" tIns="46800" bIns="46800" anchor="ctr">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000" spc="-1" strike="noStrike">
                          <a:solidFill>
                            <a:srgbClr val="ffffff"/>
                          </a:solidFill>
                          <a:latin typeface="Arial"/>
                        </a:rPr>
                        <a:t>Week #</a:t>
                      </a:r>
                      <a:endParaRPr b="1" lang="en-US" sz="1000" spc="-1" strike="noStrike">
                        <a:solidFill>
                          <a:srgbClr val="000000"/>
                        </a:solidFill>
                        <a:latin typeface="Arial"/>
                      </a:endParaRPr>
                    </a:p>
                  </a:txBody>
                  <a:tcPr anchor="ctr"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003399"/>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gn="ctr">
                        <a:lnSpc>
                          <a:spcPct val="106000"/>
                        </a:lnSpc>
                        <a:spcBef>
                          <a:spcPts val="1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bl>
          </a:graphicData>
        </a:graphic>
      </p:graphicFrame>
      <p:sp>
        <p:nvSpPr>
          <p:cNvPr id="8549" name="Rectangle 54"/>
          <p:cNvSpPr/>
          <p:nvPr/>
        </p:nvSpPr>
        <p:spPr>
          <a:xfrm>
            <a:off x="4819680" y="69840"/>
            <a:ext cx="4006800" cy="79380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ヒント：列数・行数を追加・削除をし、使用してください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列や行の大きさをそろえるために、ツールバーの「列の幅をそろえる」と「行の高さをそろえる」を使用してください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セルにミーティング等のイベントを記入してください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0"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551"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457E7C-9151-495D-AF0C-F9FC63CE20D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55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Calendars - First day of the month is Monday, Tuesday, Wednesday or Thursday</a:t>
            </a:r>
            <a:endParaRPr b="1" lang="en-US" sz="1600" spc="-1" strike="noStrike">
              <a:solidFill>
                <a:srgbClr val="000000"/>
              </a:solidFill>
              <a:latin typeface="Arial"/>
            </a:endParaRPr>
          </a:p>
        </p:txBody>
      </p:sp>
      <p:graphicFrame>
        <p:nvGraphicFramePr>
          <p:cNvPr id="8553" name=""/>
          <p:cNvGraphicFramePr/>
          <p:nvPr/>
        </p:nvGraphicFramePr>
        <p:xfrm>
          <a:off x="398520" y="1268280"/>
          <a:ext cx="3789360" cy="2162160"/>
        </p:xfrm>
        <a:graphic>
          <a:graphicData uri="http://schemas.openxmlformats.org/drawingml/2006/table">
            <a:tbl>
              <a:tblPr/>
              <a:tblGrid>
                <a:gridCol w="749160"/>
                <a:gridCol w="766800"/>
                <a:gridCol w="757440"/>
                <a:gridCol w="758520"/>
                <a:gridCol w="75744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bl>
          </a:graphicData>
        </a:graphic>
      </p:graphicFrame>
      <p:sp>
        <p:nvSpPr>
          <p:cNvPr id="8554" name="Rectangle 47"/>
          <p:cNvSpPr/>
          <p:nvPr/>
        </p:nvSpPr>
        <p:spPr>
          <a:xfrm>
            <a:off x="1503360" y="6039000"/>
            <a:ext cx="133200" cy="144360"/>
          </a:xfrm>
          <a:prstGeom prst="rect">
            <a:avLst/>
          </a:prstGeom>
          <a:solidFill>
            <a:srgbClr val="003399"/>
          </a:solidFill>
          <a:ln w="0">
            <a:noFill/>
          </a:ln>
        </p:spPr>
        <p:style>
          <a:lnRef idx="0"/>
          <a:fillRef idx="0"/>
          <a:effectRef idx="0"/>
          <a:fontRef idx="minor"/>
        </p:style>
        <p:txBody>
          <a:bodyPr wrap="none" lIns="90000" rIns="90000" tIns="52920" bIns="52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55" name="Text Box 48"/>
          <p:cNvSpPr/>
          <p:nvPr/>
        </p:nvSpPr>
        <p:spPr>
          <a:xfrm>
            <a:off x="3706560" y="5940360"/>
            <a:ext cx="195624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Steering Committee Meeting</a:t>
            </a:r>
            <a:endParaRPr b="1" lang="en-US" sz="1100" spc="-1" strike="noStrike">
              <a:solidFill>
                <a:srgbClr val="000000"/>
              </a:solidFill>
              <a:latin typeface="Arial"/>
            </a:endParaRPr>
          </a:p>
        </p:txBody>
      </p:sp>
      <p:sp>
        <p:nvSpPr>
          <p:cNvPr id="8556" name="Rectangle 49"/>
          <p:cNvSpPr/>
          <p:nvPr/>
        </p:nvSpPr>
        <p:spPr>
          <a:xfrm>
            <a:off x="3554280" y="6039000"/>
            <a:ext cx="133560" cy="144360"/>
          </a:xfrm>
          <a:prstGeom prst="rect">
            <a:avLst/>
          </a:prstGeom>
          <a:solidFill>
            <a:srgbClr val="4066b2"/>
          </a:solidFill>
          <a:ln w="0">
            <a:noFill/>
          </a:ln>
        </p:spPr>
        <p:style>
          <a:lnRef idx="0"/>
          <a:fillRef idx="0"/>
          <a:effectRef idx="0"/>
          <a:fontRef idx="minor"/>
        </p:style>
        <p:txBody>
          <a:bodyPr wrap="none" lIns="90000" rIns="90000" tIns="52920" bIns="529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57" name="Rectangle 50"/>
          <p:cNvSpPr/>
          <p:nvPr/>
        </p:nvSpPr>
        <p:spPr>
          <a:xfrm>
            <a:off x="5969160" y="6039000"/>
            <a:ext cx="133200" cy="144360"/>
          </a:xfrm>
          <a:prstGeom prst="rect">
            <a:avLst/>
          </a:prstGeom>
          <a:solidFill>
            <a:srgbClr val="80cccc"/>
          </a:solidFill>
          <a:ln w="0">
            <a:noFill/>
          </a:ln>
        </p:spPr>
        <p:style>
          <a:lnRef idx="0"/>
          <a:fillRef idx="0"/>
          <a:effectRef idx="0"/>
          <a:fontRef idx="minor"/>
        </p:style>
        <p:txBody>
          <a:bodyPr wrap="none" lIns="90000" rIns="90000" tIns="52920" bIns="52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58" name="Text Box 51"/>
          <p:cNvSpPr/>
          <p:nvPr/>
        </p:nvSpPr>
        <p:spPr>
          <a:xfrm>
            <a:off x="6105600" y="5940360"/>
            <a:ext cx="109224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Board Meeting</a:t>
            </a:r>
            <a:endParaRPr b="1" lang="en-US" sz="1100" spc="-1" strike="noStrike">
              <a:solidFill>
                <a:srgbClr val="000000"/>
              </a:solidFill>
              <a:latin typeface="Arial"/>
            </a:endParaRPr>
          </a:p>
        </p:txBody>
      </p:sp>
      <p:graphicFrame>
        <p:nvGraphicFramePr>
          <p:cNvPr id="8559" name=""/>
          <p:cNvGraphicFramePr/>
          <p:nvPr/>
        </p:nvGraphicFramePr>
        <p:xfrm>
          <a:off x="4719600" y="1268280"/>
          <a:ext cx="3789360" cy="2162160"/>
        </p:xfrm>
        <a:graphic>
          <a:graphicData uri="http://schemas.openxmlformats.org/drawingml/2006/table">
            <a:tbl>
              <a:tblPr/>
              <a:tblGrid>
                <a:gridCol w="749160"/>
                <a:gridCol w="766800"/>
                <a:gridCol w="757440"/>
                <a:gridCol w="758880"/>
                <a:gridCol w="75708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bl>
          </a:graphicData>
        </a:graphic>
      </p:graphicFrame>
      <p:graphicFrame>
        <p:nvGraphicFramePr>
          <p:cNvPr id="8560" name=""/>
          <p:cNvGraphicFramePr/>
          <p:nvPr/>
        </p:nvGraphicFramePr>
        <p:xfrm>
          <a:off x="398520" y="3714840"/>
          <a:ext cx="3789360" cy="2139840"/>
        </p:xfrm>
        <a:graphic>
          <a:graphicData uri="http://schemas.openxmlformats.org/drawingml/2006/table">
            <a:tbl>
              <a:tblPr/>
              <a:tblGrid>
                <a:gridCol w="749160"/>
                <a:gridCol w="766800"/>
                <a:gridCol w="757440"/>
                <a:gridCol w="758520"/>
                <a:gridCol w="75744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3804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31</a:t>
                      </a:r>
                      <a:r>
                        <a:rPr b="0" lang="ja-JP" sz="800" spc="-1" strike="noStrike">
                          <a:solidFill>
                            <a:srgbClr val="000000"/>
                          </a:solidFill>
                          <a:latin typeface="Arial"/>
                        </a:rPr>
                        <a:t>　</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bl>
          </a:graphicData>
        </a:graphic>
      </p:graphicFrame>
      <p:graphicFrame>
        <p:nvGraphicFramePr>
          <p:cNvPr id="8561" name=""/>
          <p:cNvGraphicFramePr/>
          <p:nvPr/>
        </p:nvGraphicFramePr>
        <p:xfrm>
          <a:off x="4719600" y="3714840"/>
          <a:ext cx="3789360" cy="2162160"/>
        </p:xfrm>
        <a:graphic>
          <a:graphicData uri="http://schemas.openxmlformats.org/drawingml/2006/table">
            <a:tbl>
              <a:tblPr/>
              <a:tblGrid>
                <a:gridCol w="749160"/>
                <a:gridCol w="766800"/>
                <a:gridCol w="757440"/>
                <a:gridCol w="758880"/>
                <a:gridCol w="75708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bl>
          </a:graphicData>
        </a:graphic>
      </p:graphicFrame>
      <p:sp>
        <p:nvSpPr>
          <p:cNvPr id="8562" name="Text Box 184"/>
          <p:cNvSpPr/>
          <p:nvPr/>
        </p:nvSpPr>
        <p:spPr>
          <a:xfrm>
            <a:off x="1646280" y="5940360"/>
            <a:ext cx="1660680" cy="351000"/>
          </a:xfrm>
          <a:prstGeom prst="rect">
            <a:avLst/>
          </a:prstGeom>
          <a:noFill/>
          <a:ln w="0">
            <a:noFill/>
          </a:ln>
        </p:spPr>
        <p:style>
          <a:lnRef idx="0"/>
          <a:fillRef idx="0"/>
          <a:effectRef idx="0"/>
          <a:fontRef idx="minor"/>
        </p:style>
        <p:txBody>
          <a:bodyPr wrap="none" lIns="90000" rIns="90000" tIns="91440" bIns="9144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Working Group Meeting</a:t>
            </a:r>
            <a:endParaRPr b="1" lang="en-US" sz="1100" spc="-1" strike="noStrike">
              <a:solidFill>
                <a:srgbClr val="000000"/>
              </a:solidFill>
              <a:latin typeface="Arial"/>
            </a:endParaRPr>
          </a:p>
        </p:txBody>
      </p:sp>
      <p:sp>
        <p:nvSpPr>
          <p:cNvPr id="8563" name="Rectangle 185"/>
          <p:cNvSpPr/>
          <p:nvPr/>
        </p:nvSpPr>
        <p:spPr>
          <a:xfrm>
            <a:off x="2611440" y="907920"/>
            <a:ext cx="6215040" cy="64116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ヒント：列数・行数を追加・削除をし、使用してください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列や行の大きさをそろえるために、ツールバーの「列の幅をそろえる」と「行の高さをそろえる」を使用してください</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4"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565"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89E26AF-9F00-4445-8D36-2CBC0B10FB29}"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56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Calendars - First day of the month is Friday, Saturday or Sunday</a:t>
            </a:r>
            <a:endParaRPr b="1" lang="en-US" sz="1600" spc="-1" strike="noStrike">
              <a:solidFill>
                <a:srgbClr val="000000"/>
              </a:solidFill>
              <a:latin typeface="Arial"/>
            </a:endParaRPr>
          </a:p>
        </p:txBody>
      </p:sp>
      <p:sp>
        <p:nvSpPr>
          <p:cNvPr id="8567" name="Rectangle 3"/>
          <p:cNvSpPr/>
          <p:nvPr/>
        </p:nvSpPr>
        <p:spPr>
          <a:xfrm>
            <a:off x="2378160" y="6039000"/>
            <a:ext cx="133200" cy="144360"/>
          </a:xfrm>
          <a:prstGeom prst="rect">
            <a:avLst/>
          </a:prstGeom>
          <a:solidFill>
            <a:srgbClr val="003399"/>
          </a:solidFill>
          <a:ln w="0">
            <a:noFill/>
          </a:ln>
        </p:spPr>
        <p:style>
          <a:lnRef idx="0"/>
          <a:fillRef idx="0"/>
          <a:effectRef idx="0"/>
          <a:fontRef idx="minor"/>
        </p:style>
        <p:txBody>
          <a:bodyPr wrap="none" lIns="90000" rIns="90000" tIns="52920" bIns="52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68" name="Text Box 4"/>
          <p:cNvSpPr/>
          <p:nvPr/>
        </p:nvSpPr>
        <p:spPr>
          <a:xfrm>
            <a:off x="3937320" y="5927760"/>
            <a:ext cx="1526400" cy="36612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Steering Committee</a:t>
            </a:r>
            <a:endParaRPr b="1" lang="en-US" sz="1200" spc="-1" strike="noStrike">
              <a:solidFill>
                <a:srgbClr val="000000"/>
              </a:solidFill>
              <a:latin typeface="Arial"/>
            </a:endParaRPr>
          </a:p>
        </p:txBody>
      </p:sp>
      <p:sp>
        <p:nvSpPr>
          <p:cNvPr id="8569" name="Rectangle 5"/>
          <p:cNvSpPr/>
          <p:nvPr/>
        </p:nvSpPr>
        <p:spPr>
          <a:xfrm>
            <a:off x="3774960" y="6039000"/>
            <a:ext cx="133560" cy="144360"/>
          </a:xfrm>
          <a:prstGeom prst="rect">
            <a:avLst/>
          </a:prstGeom>
          <a:solidFill>
            <a:srgbClr val="4066b2"/>
          </a:solidFill>
          <a:ln w="0">
            <a:noFill/>
          </a:ln>
        </p:spPr>
        <p:style>
          <a:lnRef idx="0"/>
          <a:fillRef idx="0"/>
          <a:effectRef idx="0"/>
          <a:fontRef idx="minor"/>
        </p:style>
        <p:txBody>
          <a:bodyPr wrap="none" lIns="90000" rIns="90000" tIns="52920" bIns="5292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70" name="Rectangle 6"/>
          <p:cNvSpPr/>
          <p:nvPr/>
        </p:nvSpPr>
        <p:spPr>
          <a:xfrm>
            <a:off x="5635800" y="6039000"/>
            <a:ext cx="133200" cy="144360"/>
          </a:xfrm>
          <a:prstGeom prst="rect">
            <a:avLst/>
          </a:prstGeom>
          <a:solidFill>
            <a:srgbClr val="80cccc"/>
          </a:solidFill>
          <a:ln w="0">
            <a:noFill/>
          </a:ln>
        </p:spPr>
        <p:style>
          <a:lnRef idx="0"/>
          <a:fillRef idx="0"/>
          <a:effectRef idx="0"/>
          <a:fontRef idx="minor"/>
        </p:style>
        <p:txBody>
          <a:bodyPr wrap="none" lIns="90000" rIns="90000" tIns="52920" bIns="52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71" name="Text Box 7"/>
          <p:cNvSpPr/>
          <p:nvPr/>
        </p:nvSpPr>
        <p:spPr>
          <a:xfrm>
            <a:off x="5835600" y="5927760"/>
            <a:ext cx="586080" cy="36612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Board</a:t>
            </a:r>
            <a:endParaRPr b="1" lang="en-US" sz="1200" spc="-1" strike="noStrike">
              <a:solidFill>
                <a:srgbClr val="000000"/>
              </a:solidFill>
              <a:latin typeface="Arial"/>
            </a:endParaRPr>
          </a:p>
        </p:txBody>
      </p:sp>
      <p:graphicFrame>
        <p:nvGraphicFramePr>
          <p:cNvPr id="8572" name=""/>
          <p:cNvGraphicFramePr/>
          <p:nvPr/>
        </p:nvGraphicFramePr>
        <p:xfrm>
          <a:off x="398520" y="1484280"/>
          <a:ext cx="3789360" cy="2162160"/>
        </p:xfrm>
        <a:graphic>
          <a:graphicData uri="http://schemas.openxmlformats.org/drawingml/2006/table">
            <a:tbl>
              <a:tblPr/>
              <a:tblGrid>
                <a:gridCol w="749160"/>
                <a:gridCol w="766800"/>
                <a:gridCol w="757440"/>
                <a:gridCol w="758520"/>
                <a:gridCol w="75744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bl>
          </a:graphicData>
        </a:graphic>
      </p:graphicFrame>
      <p:sp>
        <p:nvSpPr>
          <p:cNvPr id="8573" name="Text Box 52"/>
          <p:cNvSpPr/>
          <p:nvPr/>
        </p:nvSpPr>
        <p:spPr>
          <a:xfrm>
            <a:off x="2526480" y="5927760"/>
            <a:ext cx="1204920" cy="366120"/>
          </a:xfrm>
          <a:prstGeom prst="rect">
            <a:avLst/>
          </a:prstGeom>
          <a:noFill/>
          <a:ln w="0">
            <a:noFill/>
          </a:ln>
        </p:spPr>
        <p:style>
          <a:lnRef idx="0"/>
          <a:fillRef idx="0"/>
          <a:effectRef idx="0"/>
          <a:fontRef idx="minor"/>
        </p:style>
        <p:txBody>
          <a:bodyPr wrap="none"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Working Group</a:t>
            </a:r>
            <a:endParaRPr b="1" lang="en-US" sz="1200" spc="-1" strike="noStrike">
              <a:solidFill>
                <a:srgbClr val="000000"/>
              </a:solidFill>
              <a:latin typeface="Arial"/>
            </a:endParaRPr>
          </a:p>
        </p:txBody>
      </p:sp>
      <p:graphicFrame>
        <p:nvGraphicFramePr>
          <p:cNvPr id="8574" name=""/>
          <p:cNvGraphicFramePr/>
          <p:nvPr/>
        </p:nvGraphicFramePr>
        <p:xfrm>
          <a:off x="4719600" y="1484280"/>
          <a:ext cx="3789360" cy="2162160"/>
        </p:xfrm>
        <a:graphic>
          <a:graphicData uri="http://schemas.openxmlformats.org/drawingml/2006/table">
            <a:tbl>
              <a:tblPr/>
              <a:tblGrid>
                <a:gridCol w="749160"/>
                <a:gridCol w="766800"/>
                <a:gridCol w="757440"/>
                <a:gridCol w="758880"/>
                <a:gridCol w="75708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bl>
          </a:graphicData>
        </a:graphic>
      </p:graphicFrame>
      <p:graphicFrame>
        <p:nvGraphicFramePr>
          <p:cNvPr id="8575" name=""/>
          <p:cNvGraphicFramePr/>
          <p:nvPr/>
        </p:nvGraphicFramePr>
        <p:xfrm>
          <a:off x="398520" y="3789360"/>
          <a:ext cx="3789360" cy="2162160"/>
        </p:xfrm>
        <a:graphic>
          <a:graphicData uri="http://schemas.openxmlformats.org/drawingml/2006/table">
            <a:tbl>
              <a:tblPr/>
              <a:tblGrid>
                <a:gridCol w="749160"/>
                <a:gridCol w="766800"/>
                <a:gridCol w="757440"/>
                <a:gridCol w="758520"/>
                <a:gridCol w="757440"/>
              </a:tblGrid>
              <a:tr h="360360">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M</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W</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T</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b">
                      <a:noAutofit/>
                    </a:bodyPr>
                    <a:p>
                      <a:pPr algn="ct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800" spc="-1" strike="noStrike">
                          <a:solidFill>
                            <a:srgbClr val="000000"/>
                          </a:solidFill>
                          <a:latin typeface="Arial"/>
                        </a:rPr>
                        <a:t>F</a:t>
                      </a:r>
                      <a:endParaRPr b="1" lang="en-US" sz="800" spc="-1" strike="noStrike">
                        <a:solidFill>
                          <a:srgbClr val="000000"/>
                        </a:solidFill>
                        <a:latin typeface="Arial"/>
                      </a:endParaRPr>
                    </a:p>
                  </a:txBody>
                  <a:tcPr anchor="b"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12</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18</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19</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23</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24</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25</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26</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27</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r>
              <a:tr h="360360">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30</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00"/>
                          </a:solidFill>
                          <a:latin typeface="Arial"/>
                        </a:rPr>
                        <a:t>31</a:t>
                      </a:r>
                      <a:endParaRPr b="1" lang="en-US" sz="8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solidFill>
                      <a:srgbClr val="8099cc"/>
                    </a:solid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c>
                  <a:txBody>
                    <a:bodyPr lIns="90000" rIns="90000" tIns="46800" bIns="46800" anchor="t">
                      <a:noAutofit/>
                    </a:bodyPr>
                    <a:p>
                      <a:pPr>
                        <a:lnSpc>
                          <a:spcPct val="106000"/>
                        </a:lnSpc>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a:txBody>
                  <a:tcPr anchor="t" marL="90000" marR="90000">
                    <a:lnL w="9360">
                      <a:solidFill>
                        <a:srgbClr val="ffffff"/>
                      </a:solidFill>
                      <a:prstDash val="solid"/>
                    </a:lnL>
                    <a:lnR w="9360">
                      <a:solidFill>
                        <a:srgbClr val="ffffff"/>
                      </a:solidFill>
                      <a:prstDash val="solid"/>
                    </a:lnR>
                    <a:lnT w="9360">
                      <a:solidFill>
                        <a:srgbClr val="ffffff"/>
                      </a:solidFill>
                      <a:prstDash val="solid"/>
                    </a:lnT>
                    <a:lnB w="9360">
                      <a:solidFill>
                        <a:srgbClr val="ffffff"/>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76"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577"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A26789-8BEA-405D-A218-D0B6C539CA1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578" name="Rectangle 2"/>
          <p:cNvSpPr/>
          <p:nvPr/>
        </p:nvSpPr>
        <p:spPr>
          <a:xfrm>
            <a:off x="844560" y="1603440"/>
            <a:ext cx="7143840" cy="44528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7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Curves - Generric Life Cycle</a:t>
            </a:r>
            <a:endParaRPr b="1" lang="en-US" sz="1600" spc="-1" strike="noStrike">
              <a:solidFill>
                <a:srgbClr val="000000"/>
              </a:solidFill>
              <a:latin typeface="Arial"/>
            </a:endParaRPr>
          </a:p>
        </p:txBody>
      </p:sp>
      <p:sp>
        <p:nvSpPr>
          <p:cNvPr id="8580" name="Line 4"/>
          <p:cNvSpPr/>
          <p:nvPr/>
        </p:nvSpPr>
        <p:spPr>
          <a:xfrm>
            <a:off x="2192400" y="1954080"/>
            <a:ext cx="3240" cy="342432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1" name="Line 5"/>
          <p:cNvSpPr/>
          <p:nvPr/>
        </p:nvSpPr>
        <p:spPr>
          <a:xfrm>
            <a:off x="2192400" y="5378400"/>
            <a:ext cx="5037120" cy="3240"/>
          </a:xfrm>
          <a:prstGeom prst="line">
            <a:avLst/>
          </a:prstGeom>
          <a:ln w="12600">
            <a:solidFill>
              <a:srgbClr val="000000"/>
            </a:solidFill>
            <a:miter/>
          </a:ln>
        </p:spPr>
        <p:style>
          <a:lnRef idx="0"/>
          <a:fillRef idx="0"/>
          <a:effectRef idx="0"/>
          <a:fontRef idx="minor"/>
        </p:style>
        <p:txBody>
          <a:bodyPr lIns="90000" rIns="90000" tIns="-43560" bIns="-4356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2" name="Freeform 6"/>
          <p:cNvSpPr/>
          <p:nvPr/>
        </p:nvSpPr>
        <p:spPr>
          <a:xfrm>
            <a:off x="2192400" y="5330880"/>
            <a:ext cx="503280" cy="47520"/>
          </a:xfrm>
          <a:prstGeom prst="pie">
            <a:avLst/>
          </a:prstGeom>
          <a:solidFill>
            <a:srgbClr val="000000"/>
          </a:solidFill>
          <a:ln w="12600">
            <a:solidFill>
              <a:srgbClr val="003399"/>
            </a:solidFill>
            <a:round/>
          </a:ln>
        </p:spPr>
        <p:style>
          <a:lnRef idx="0"/>
          <a:fillRef idx="0"/>
          <a:effectRef idx="0"/>
          <a:fontRef idx="minor"/>
        </p:style>
        <p:txBody>
          <a:bodyPr lIns="90000" rIns="90000" tIns="1080" bIns="108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3" name="Freeform 7"/>
          <p:cNvSpPr/>
          <p:nvPr/>
        </p:nvSpPr>
        <p:spPr>
          <a:xfrm>
            <a:off x="2695680" y="5227560"/>
            <a:ext cx="507960" cy="103320"/>
          </a:xfrm>
          <a:prstGeom prst="pie">
            <a:avLst/>
          </a:prstGeom>
          <a:solidFill>
            <a:srgbClr val="000000"/>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4" name="Freeform 8"/>
          <p:cNvSpPr/>
          <p:nvPr/>
        </p:nvSpPr>
        <p:spPr>
          <a:xfrm>
            <a:off x="3203640" y="4889520"/>
            <a:ext cx="501480" cy="3380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5" name="Freeform 9"/>
          <p:cNvSpPr/>
          <p:nvPr/>
        </p:nvSpPr>
        <p:spPr>
          <a:xfrm>
            <a:off x="3705120" y="4032360"/>
            <a:ext cx="503280" cy="85716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6" name="Freeform 10"/>
          <p:cNvSpPr/>
          <p:nvPr/>
        </p:nvSpPr>
        <p:spPr>
          <a:xfrm>
            <a:off x="4208400" y="3176640"/>
            <a:ext cx="501840" cy="85572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7" name="Freeform 11"/>
          <p:cNvSpPr/>
          <p:nvPr/>
        </p:nvSpPr>
        <p:spPr>
          <a:xfrm>
            <a:off x="4710240" y="2446200"/>
            <a:ext cx="500040" cy="73044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8" name="Freeform 12"/>
          <p:cNvSpPr/>
          <p:nvPr/>
        </p:nvSpPr>
        <p:spPr>
          <a:xfrm>
            <a:off x="5210280" y="2247840"/>
            <a:ext cx="507960" cy="19836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89" name="Freeform 13"/>
          <p:cNvSpPr/>
          <p:nvPr/>
        </p:nvSpPr>
        <p:spPr>
          <a:xfrm>
            <a:off x="5718240" y="2247840"/>
            <a:ext cx="503280" cy="954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0" name="Freeform 14"/>
          <p:cNvSpPr/>
          <p:nvPr/>
        </p:nvSpPr>
        <p:spPr>
          <a:xfrm>
            <a:off x="6221520" y="2343240"/>
            <a:ext cx="507960" cy="349200"/>
          </a:xfrm>
          <a:prstGeom prst="pie">
            <a:avLst/>
          </a:prstGeom>
          <a:solidFill>
            <a:srgbClr val="ffffff"/>
          </a:solidFill>
          <a:ln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1" name="Rectangle 15"/>
          <p:cNvSpPr/>
          <p:nvPr/>
        </p:nvSpPr>
        <p:spPr>
          <a:xfrm>
            <a:off x="1070280" y="3429000"/>
            <a:ext cx="677520" cy="16812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Units sold</a:t>
            </a:r>
            <a:endParaRPr b="1" lang="en-US" sz="1100" spc="-1" strike="noStrike">
              <a:solidFill>
                <a:srgbClr val="000000"/>
              </a:solidFill>
              <a:latin typeface="Arial"/>
            </a:endParaRPr>
          </a:p>
        </p:txBody>
      </p:sp>
      <p:sp>
        <p:nvSpPr>
          <p:cNvPr id="8592" name="Rectangle 16"/>
          <p:cNvSpPr/>
          <p:nvPr/>
        </p:nvSpPr>
        <p:spPr>
          <a:xfrm>
            <a:off x="4170600" y="5661000"/>
            <a:ext cx="1215360" cy="16812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Time since launch</a:t>
            </a:r>
            <a:endParaRPr b="1" lang="en-US" sz="1100" spc="-1" strike="noStrike">
              <a:solidFill>
                <a:srgbClr val="000000"/>
              </a:solidFill>
              <a:latin typeface="Arial"/>
            </a:endParaRPr>
          </a:p>
        </p:txBody>
      </p:sp>
      <p:sp>
        <p:nvSpPr>
          <p:cNvPr id="8593" name="Rectangle 17"/>
          <p:cNvSpPr/>
          <p:nvPr/>
        </p:nvSpPr>
        <p:spPr>
          <a:xfrm>
            <a:off x="2526480" y="4849920"/>
            <a:ext cx="55548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Product A</a:t>
            </a:r>
            <a:endParaRPr b="1" lang="en-US" sz="1000" spc="-1" strike="noStrike">
              <a:solidFill>
                <a:srgbClr val="000000"/>
              </a:solidFill>
              <a:latin typeface="Arial"/>
            </a:endParaRPr>
          </a:p>
        </p:txBody>
      </p:sp>
      <p:sp>
        <p:nvSpPr>
          <p:cNvPr id="8594" name="AutoShape 18"/>
          <p:cNvSpPr/>
          <p:nvPr/>
        </p:nvSpPr>
        <p:spPr>
          <a:xfrm>
            <a:off x="3013200" y="5127480"/>
            <a:ext cx="255600" cy="254160"/>
          </a:xfrm>
          <a:prstGeom prst="flowChartConnector">
            <a:avLst/>
          </a:prstGeom>
          <a:solidFill>
            <a:srgbClr val="8099cc"/>
          </a:solidFill>
          <a:ln w="0">
            <a:noFill/>
          </a:ln>
        </p:spPr>
        <p:style>
          <a:lnRef idx="0"/>
          <a:fillRef idx="0"/>
          <a:effectRef idx="0"/>
          <a:fontRef idx="minor"/>
        </p:style>
        <p:txBody>
          <a:bodyPr wrap="none" lIns="90000" rIns="90000" tIns="87840" bIns="878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5" name="AutoShape 19"/>
          <p:cNvSpPr/>
          <p:nvPr/>
        </p:nvSpPr>
        <p:spPr>
          <a:xfrm>
            <a:off x="4065480" y="3984480"/>
            <a:ext cx="255600" cy="254160"/>
          </a:xfrm>
          <a:prstGeom prst="flowChartConnector">
            <a:avLst/>
          </a:prstGeom>
          <a:solidFill>
            <a:srgbClr val="8099cc"/>
          </a:solidFill>
          <a:ln w="0">
            <a:noFill/>
          </a:ln>
        </p:spPr>
        <p:style>
          <a:lnRef idx="0"/>
          <a:fillRef idx="0"/>
          <a:effectRef idx="0"/>
          <a:fontRef idx="minor"/>
        </p:style>
        <p:txBody>
          <a:bodyPr wrap="none" lIns="90000" rIns="90000" tIns="87840" bIns="878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6" name="AutoShape 20"/>
          <p:cNvSpPr/>
          <p:nvPr/>
        </p:nvSpPr>
        <p:spPr>
          <a:xfrm>
            <a:off x="4651200" y="2970360"/>
            <a:ext cx="255600" cy="253800"/>
          </a:xfrm>
          <a:prstGeom prst="flowChartConnector">
            <a:avLst/>
          </a:prstGeom>
          <a:solidFill>
            <a:srgbClr val="8099cc"/>
          </a:solidFill>
          <a:ln w="0">
            <a:noFill/>
          </a:ln>
        </p:spPr>
        <p:style>
          <a:lnRef idx="0"/>
          <a:fillRef idx="0"/>
          <a:effectRef idx="0"/>
          <a:fontRef idx="minor"/>
        </p:style>
        <p:txBody>
          <a:bodyPr wrap="none" lIns="90000" rIns="90000" tIns="88200" bIns="88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7" name="AutoShape 21"/>
          <p:cNvSpPr/>
          <p:nvPr/>
        </p:nvSpPr>
        <p:spPr>
          <a:xfrm>
            <a:off x="6292800" y="2335320"/>
            <a:ext cx="255600" cy="253800"/>
          </a:xfrm>
          <a:prstGeom prst="flowChartConnector">
            <a:avLst/>
          </a:prstGeom>
          <a:solidFill>
            <a:srgbClr val="8099cc"/>
          </a:solidFill>
          <a:ln w="0">
            <a:noFill/>
          </a:ln>
        </p:spPr>
        <p:style>
          <a:lnRef idx="0"/>
          <a:fillRef idx="0"/>
          <a:effectRef idx="0"/>
          <a:fontRef idx="minor"/>
        </p:style>
        <p:txBody>
          <a:bodyPr wrap="none" lIns="90000" rIns="90000" tIns="88200" bIns="88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8" name="Line 22"/>
          <p:cNvSpPr/>
          <p:nvPr/>
        </p:nvSpPr>
        <p:spPr>
          <a:xfrm>
            <a:off x="2192400" y="5381640"/>
            <a:ext cx="5037120" cy="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599" name="Line 23"/>
          <p:cNvSpPr/>
          <p:nvPr/>
        </p:nvSpPr>
        <p:spPr>
          <a:xfrm flipV="1">
            <a:off x="2192400" y="1953720"/>
            <a:ext cx="0" cy="342756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00" name="Rectangle 24"/>
          <p:cNvSpPr/>
          <p:nvPr/>
        </p:nvSpPr>
        <p:spPr>
          <a:xfrm>
            <a:off x="3318840" y="4005360"/>
            <a:ext cx="55548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Product B</a:t>
            </a:r>
            <a:endParaRPr b="1" lang="en-US" sz="1000" spc="-1" strike="noStrike">
              <a:solidFill>
                <a:srgbClr val="000000"/>
              </a:solidFill>
              <a:latin typeface="Arial"/>
            </a:endParaRPr>
          </a:p>
        </p:txBody>
      </p:sp>
      <p:sp>
        <p:nvSpPr>
          <p:cNvPr id="8601" name="Rectangle 25"/>
          <p:cNvSpPr/>
          <p:nvPr/>
        </p:nvSpPr>
        <p:spPr>
          <a:xfrm>
            <a:off x="3979440" y="2852640"/>
            <a:ext cx="56304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Product C</a:t>
            </a:r>
            <a:endParaRPr b="1" lang="en-US" sz="1000" spc="-1" strike="noStrike">
              <a:solidFill>
                <a:srgbClr val="000000"/>
              </a:solidFill>
              <a:latin typeface="Arial"/>
            </a:endParaRPr>
          </a:p>
        </p:txBody>
      </p:sp>
      <p:sp>
        <p:nvSpPr>
          <p:cNvPr id="8602" name="Rectangle 26"/>
          <p:cNvSpPr/>
          <p:nvPr/>
        </p:nvSpPr>
        <p:spPr>
          <a:xfrm>
            <a:off x="6405120" y="2052720"/>
            <a:ext cx="563040" cy="15300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Product D</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60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834281-9083-4FCD-A0BE-B84614AB3DD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605" name="Rectangle 2"/>
          <p:cNvSpPr/>
          <p:nvPr/>
        </p:nvSpPr>
        <p:spPr>
          <a:xfrm>
            <a:off x="1266840" y="1444680"/>
            <a:ext cx="6607080" cy="484992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0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Curves - Country Maturity</a:t>
            </a:r>
            <a:endParaRPr b="1" lang="en-US" sz="1600" spc="-1" strike="noStrike">
              <a:solidFill>
                <a:srgbClr val="000000"/>
              </a:solidFill>
              <a:latin typeface="Arial"/>
            </a:endParaRPr>
          </a:p>
        </p:txBody>
      </p:sp>
      <p:sp>
        <p:nvSpPr>
          <p:cNvPr id="8607" name="Arc 4"/>
          <p:cNvSpPr/>
          <p:nvPr/>
        </p:nvSpPr>
        <p:spPr>
          <a:xfrm>
            <a:off x="2212920" y="2776680"/>
            <a:ext cx="2336760" cy="2387520"/>
          </a:xfrm>
          <a:prstGeom prst="pie">
            <a:avLst/>
          </a:prstGeom>
          <a:noFill/>
          <a:ln cap="rnd" w="572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08" name="Arc 5"/>
          <p:cNvSpPr/>
          <p:nvPr/>
        </p:nvSpPr>
        <p:spPr>
          <a:xfrm>
            <a:off x="4513320" y="2200320"/>
            <a:ext cx="2314440" cy="1905120"/>
          </a:xfrm>
          <a:prstGeom prst="pie">
            <a:avLst/>
          </a:prstGeom>
          <a:noFill/>
          <a:ln cap="rnd" w="572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09" name="Rectangle 6"/>
          <p:cNvSpPr/>
          <p:nvPr/>
        </p:nvSpPr>
        <p:spPr>
          <a:xfrm>
            <a:off x="2020320" y="5479920"/>
            <a:ext cx="784080" cy="243360"/>
          </a:xfrm>
          <a:prstGeom prst="rect">
            <a:avLst/>
          </a:prstGeom>
          <a:noFill/>
          <a:ln w="0">
            <a:noFill/>
          </a:ln>
        </p:spPr>
        <p:style>
          <a:lnRef idx="0"/>
          <a:fillRef idx="0"/>
          <a:effectRef idx="0"/>
          <a:fontRef idx="minor"/>
        </p:style>
        <p:txBody>
          <a:bodyPr wrap="none" lIns="92160" rIns="92160" tIns="46080" bIns="46080" anchor="t">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Emerging</a:t>
            </a:r>
            <a:endParaRPr b="1" lang="en-US" sz="1100" spc="-1" strike="noStrike">
              <a:solidFill>
                <a:srgbClr val="000000"/>
              </a:solidFill>
              <a:latin typeface="Arial"/>
            </a:endParaRPr>
          </a:p>
        </p:txBody>
      </p:sp>
      <p:sp>
        <p:nvSpPr>
          <p:cNvPr id="8610" name="Rectangle 7"/>
          <p:cNvSpPr/>
          <p:nvPr/>
        </p:nvSpPr>
        <p:spPr>
          <a:xfrm>
            <a:off x="6834240" y="5479920"/>
            <a:ext cx="621000" cy="243360"/>
          </a:xfrm>
          <a:prstGeom prst="rect">
            <a:avLst/>
          </a:prstGeom>
          <a:noFill/>
          <a:ln w="0">
            <a:noFill/>
          </a:ln>
        </p:spPr>
        <p:style>
          <a:lnRef idx="0"/>
          <a:fillRef idx="0"/>
          <a:effectRef idx="0"/>
          <a:fontRef idx="minor"/>
        </p:style>
        <p:txBody>
          <a:bodyPr wrap="none" lIns="92160" rIns="92160" tIns="46080" bIns="46080" anchor="t">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Mature</a:t>
            </a:r>
            <a:endParaRPr b="1" lang="en-US" sz="1100" spc="-1" strike="noStrike">
              <a:solidFill>
                <a:srgbClr val="000000"/>
              </a:solidFill>
              <a:latin typeface="Arial"/>
            </a:endParaRPr>
          </a:p>
        </p:txBody>
      </p:sp>
      <p:sp>
        <p:nvSpPr>
          <p:cNvPr id="8611" name="Rectangle 8"/>
          <p:cNvSpPr/>
          <p:nvPr/>
        </p:nvSpPr>
        <p:spPr>
          <a:xfrm>
            <a:off x="4029480" y="5689440"/>
            <a:ext cx="1064520" cy="394200"/>
          </a:xfrm>
          <a:prstGeom prst="rect">
            <a:avLst/>
          </a:prstGeom>
          <a:noFill/>
          <a:ln w="0">
            <a:noFill/>
          </a:ln>
        </p:spPr>
        <p:style>
          <a:lnRef idx="0"/>
          <a:fillRef idx="0"/>
          <a:effectRef idx="0"/>
          <a:fontRef idx="minor"/>
        </p:style>
        <p:txBody>
          <a:bodyPr wrap="none" lIns="92160" rIns="92160" tIns="46080" bIns="46080" anchor="t">
            <a:sp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Development</a:t>
            </a:r>
            <a:endParaRPr b="1" lang="en-US" sz="1100" spc="-1" strike="noStrike">
              <a:solidFill>
                <a:srgbClr val="000000"/>
              </a:solidFill>
              <a:latin typeface="Arial"/>
            </a:endParaRPr>
          </a:p>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Stage</a:t>
            </a:r>
            <a:endParaRPr b="1" lang="en-US" sz="1100" spc="-1" strike="noStrike">
              <a:solidFill>
                <a:srgbClr val="000000"/>
              </a:solidFill>
              <a:latin typeface="Arial"/>
            </a:endParaRPr>
          </a:p>
        </p:txBody>
      </p:sp>
      <p:sp>
        <p:nvSpPr>
          <p:cNvPr id="8612" name="Rectangle 9"/>
          <p:cNvSpPr/>
          <p:nvPr/>
        </p:nvSpPr>
        <p:spPr>
          <a:xfrm>
            <a:off x="2932200" y="3811680"/>
            <a:ext cx="457200" cy="23472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13" name="Rectangle 10"/>
          <p:cNvSpPr/>
          <p:nvPr/>
        </p:nvSpPr>
        <p:spPr>
          <a:xfrm>
            <a:off x="4230360" y="4184640"/>
            <a:ext cx="866160" cy="230040"/>
          </a:xfrm>
          <a:prstGeom prst="rect">
            <a:avLst/>
          </a:prstGeom>
          <a:noFill/>
          <a:ln w="0">
            <a:noFill/>
          </a:ln>
        </p:spPr>
        <p:style>
          <a:lnRef idx="0"/>
          <a:fillRef idx="0"/>
          <a:effectRef idx="0"/>
          <a:fontRef idx="minor"/>
        </p:style>
        <p:txBody>
          <a:bodyPr wrap="none" lIns="92160" rIns="92160" tIns="46080" bIns="4608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Netherlands</a:t>
            </a:r>
            <a:endParaRPr b="1" lang="en-US" sz="1000" spc="-1" strike="noStrike">
              <a:solidFill>
                <a:srgbClr val="000000"/>
              </a:solidFill>
              <a:latin typeface="Arial"/>
            </a:endParaRPr>
          </a:p>
        </p:txBody>
      </p:sp>
      <p:sp>
        <p:nvSpPr>
          <p:cNvPr id="8614" name="Rectangle 11"/>
          <p:cNvSpPr/>
          <p:nvPr/>
        </p:nvSpPr>
        <p:spPr>
          <a:xfrm>
            <a:off x="4455720" y="3879720"/>
            <a:ext cx="640800" cy="230040"/>
          </a:xfrm>
          <a:prstGeom prst="rect">
            <a:avLst/>
          </a:prstGeom>
          <a:noFill/>
          <a:ln w="0">
            <a:noFill/>
          </a:ln>
        </p:spPr>
        <p:style>
          <a:lnRef idx="0"/>
          <a:fillRef idx="0"/>
          <a:effectRef idx="0"/>
          <a:fontRef idx="minor"/>
        </p:style>
        <p:txBody>
          <a:bodyPr wrap="none" lIns="92160" rIns="92160" tIns="46080" bIns="4608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Sweden</a:t>
            </a:r>
            <a:endParaRPr b="1" lang="en-US" sz="1000" spc="-1" strike="noStrike">
              <a:solidFill>
                <a:srgbClr val="000000"/>
              </a:solidFill>
              <a:latin typeface="Arial"/>
            </a:endParaRPr>
          </a:p>
        </p:txBody>
      </p:sp>
      <p:sp>
        <p:nvSpPr>
          <p:cNvPr id="8615" name="Rectangle 12"/>
          <p:cNvSpPr/>
          <p:nvPr/>
        </p:nvSpPr>
        <p:spPr>
          <a:xfrm>
            <a:off x="4794120" y="3422520"/>
            <a:ext cx="430560" cy="230040"/>
          </a:xfrm>
          <a:prstGeom prst="rect">
            <a:avLst/>
          </a:prstGeom>
          <a:noFill/>
          <a:ln w="0">
            <a:noFill/>
          </a:ln>
        </p:spPr>
        <p:style>
          <a:lnRef idx="0"/>
          <a:fillRef idx="0"/>
          <a:effectRef idx="0"/>
          <a:fontRef idx="minor"/>
        </p:style>
        <p:txBody>
          <a:bodyPr wrap="none" lIns="92160" rIns="92160" tIns="46080" bIns="4608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U.K.</a:t>
            </a:r>
            <a:endParaRPr b="1" lang="en-US" sz="1000" spc="-1" strike="noStrike">
              <a:solidFill>
                <a:srgbClr val="000000"/>
              </a:solidFill>
              <a:latin typeface="Arial"/>
            </a:endParaRPr>
          </a:p>
        </p:txBody>
      </p:sp>
      <p:sp>
        <p:nvSpPr>
          <p:cNvPr id="8616" name="Rectangle 13"/>
          <p:cNvSpPr/>
          <p:nvPr/>
        </p:nvSpPr>
        <p:spPr>
          <a:xfrm>
            <a:off x="4005360" y="4489560"/>
            <a:ext cx="578160" cy="230040"/>
          </a:xfrm>
          <a:prstGeom prst="rect">
            <a:avLst/>
          </a:prstGeom>
          <a:noFill/>
          <a:ln w="0">
            <a:noFill/>
          </a:ln>
        </p:spPr>
        <p:style>
          <a:lnRef idx="0"/>
          <a:fillRef idx="0"/>
          <a:effectRef idx="0"/>
          <a:fontRef idx="minor"/>
        </p:style>
        <p:txBody>
          <a:bodyPr wrap="none" lIns="92160" rIns="92160" tIns="46080" bIns="4608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France</a:t>
            </a:r>
            <a:endParaRPr b="1" lang="en-US" sz="1000" spc="-1" strike="noStrike">
              <a:solidFill>
                <a:srgbClr val="000000"/>
              </a:solidFill>
              <a:latin typeface="Arial"/>
            </a:endParaRPr>
          </a:p>
        </p:txBody>
      </p:sp>
      <p:graphicFrame>
        <p:nvGraphicFramePr>
          <p:cNvPr id="8617" name="Object 14"/>
          <p:cNvGraphicFramePr/>
          <p:nvPr/>
        </p:nvGraphicFramePr>
        <p:xfrm>
          <a:off x="3666960" y="4489560"/>
          <a:ext cx="276480" cy="244440"/>
        </p:xfrm>
        <a:graphic>
          <a:graphicData uri="http://schemas.openxmlformats.org/presentationml/2006/ole">
            <p:oleObj r:id="rId1" spid="">
              <p:embed/>
            </p:oleObj>
          </a:graphicData>
        </a:graphic>
      </p:graphicFrame>
      <p:graphicFrame>
        <p:nvGraphicFramePr>
          <p:cNvPr id="8618" name="Object 15"/>
          <p:cNvGraphicFramePr/>
          <p:nvPr/>
        </p:nvGraphicFramePr>
        <p:xfrm>
          <a:off x="3246480" y="4794120"/>
          <a:ext cx="193680" cy="144720"/>
        </p:xfrm>
        <a:graphic>
          <a:graphicData uri="http://schemas.openxmlformats.org/presentationml/2006/ole">
            <p:oleObj r:id="rId2" spid="">
              <p:embed/>
            </p:oleObj>
          </a:graphicData>
        </a:graphic>
      </p:graphicFrame>
      <p:graphicFrame>
        <p:nvGraphicFramePr>
          <p:cNvPr id="8619" name="Object 16"/>
          <p:cNvGraphicFramePr/>
          <p:nvPr/>
        </p:nvGraphicFramePr>
        <p:xfrm>
          <a:off x="2876400" y="4932360"/>
          <a:ext cx="289080" cy="243000"/>
        </p:xfrm>
        <a:graphic>
          <a:graphicData uri="http://schemas.openxmlformats.org/presentationml/2006/ole">
            <p:oleObj r:id="rId3" spid="">
              <p:embed/>
            </p:oleObj>
          </a:graphicData>
        </a:graphic>
      </p:graphicFrame>
      <p:graphicFrame>
        <p:nvGraphicFramePr>
          <p:cNvPr id="8620" name="Object 17"/>
          <p:cNvGraphicFramePr/>
          <p:nvPr/>
        </p:nvGraphicFramePr>
        <p:xfrm>
          <a:off x="4049640" y="4121280"/>
          <a:ext cx="268200" cy="244440"/>
        </p:xfrm>
        <a:graphic>
          <a:graphicData uri="http://schemas.openxmlformats.org/presentationml/2006/ole">
            <p:oleObj r:id="rId4" spid="">
              <p:embed/>
            </p:oleObj>
          </a:graphicData>
        </a:graphic>
      </p:graphicFrame>
      <p:graphicFrame>
        <p:nvGraphicFramePr>
          <p:cNvPr id="8621" name="Object 18"/>
          <p:cNvGraphicFramePr/>
          <p:nvPr/>
        </p:nvGraphicFramePr>
        <p:xfrm>
          <a:off x="4313160" y="3916440"/>
          <a:ext cx="181080" cy="144360"/>
        </p:xfrm>
        <a:graphic>
          <a:graphicData uri="http://schemas.openxmlformats.org/presentationml/2006/ole">
            <p:oleObj r:id="rId5" spid="">
              <p:embed/>
            </p:oleObj>
          </a:graphicData>
        </a:graphic>
      </p:graphicFrame>
      <p:graphicFrame>
        <p:nvGraphicFramePr>
          <p:cNvPr id="8622" name="Object 19"/>
          <p:cNvGraphicFramePr/>
          <p:nvPr/>
        </p:nvGraphicFramePr>
        <p:xfrm>
          <a:off x="4456080" y="3479760"/>
          <a:ext cx="219240" cy="130320"/>
        </p:xfrm>
        <a:graphic>
          <a:graphicData uri="http://schemas.openxmlformats.org/presentationml/2006/ole">
            <p:oleObj r:id="rId6" spid="">
              <p:embed/>
            </p:oleObj>
          </a:graphicData>
        </a:graphic>
      </p:graphicFrame>
      <p:sp>
        <p:nvSpPr>
          <p:cNvPr id="8623" name="Rectangle 20"/>
          <p:cNvSpPr/>
          <p:nvPr/>
        </p:nvSpPr>
        <p:spPr>
          <a:xfrm>
            <a:off x="3214440" y="4946760"/>
            <a:ext cx="416520" cy="230040"/>
          </a:xfrm>
          <a:prstGeom prst="rect">
            <a:avLst/>
          </a:prstGeom>
          <a:noFill/>
          <a:ln w="0">
            <a:noFill/>
          </a:ln>
        </p:spPr>
        <p:style>
          <a:lnRef idx="0"/>
          <a:fillRef idx="0"/>
          <a:effectRef idx="0"/>
          <a:fontRef idx="minor"/>
        </p:style>
        <p:txBody>
          <a:bodyPr wrap="none" lIns="92160" rIns="92160" tIns="46080" bIns="46080" anchor="t">
            <a:sp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Italy</a:t>
            </a:r>
            <a:endParaRPr b="1" lang="en-US" sz="1000" spc="-1" strike="noStrike">
              <a:solidFill>
                <a:srgbClr val="000000"/>
              </a:solidFill>
              <a:latin typeface="Arial"/>
            </a:endParaRPr>
          </a:p>
        </p:txBody>
      </p:sp>
      <p:sp>
        <p:nvSpPr>
          <p:cNvPr id="8624" name="Rectangle 21"/>
          <p:cNvSpPr/>
          <p:nvPr/>
        </p:nvSpPr>
        <p:spPr>
          <a:xfrm>
            <a:off x="3552840" y="4718160"/>
            <a:ext cx="704880" cy="230040"/>
          </a:xfrm>
          <a:prstGeom prst="rect">
            <a:avLst/>
          </a:prstGeom>
          <a:noFill/>
          <a:ln w="0">
            <a:noFill/>
          </a:ln>
        </p:spPr>
        <p:style>
          <a:lnRef idx="0"/>
          <a:fillRef idx="0"/>
          <a:effectRef idx="0"/>
          <a:fontRef idx="minor"/>
        </p:style>
        <p:txBody>
          <a:bodyPr wrap="none" lIns="92160" rIns="92160" tIns="46080" bIns="46080" anchor="t">
            <a:spAutoFit/>
          </a:bodyPr>
          <a:p>
            <a:pPr>
              <a:lnSpc>
                <a:spcPct val="90000"/>
              </a:lnSpc>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Germany</a:t>
            </a:r>
            <a:endParaRPr b="1" lang="en-US" sz="1000" spc="-1" strike="noStrike">
              <a:solidFill>
                <a:srgbClr val="000000"/>
              </a:solidFill>
              <a:latin typeface="Arial"/>
            </a:endParaRPr>
          </a:p>
        </p:txBody>
      </p:sp>
      <p:sp>
        <p:nvSpPr>
          <p:cNvPr id="8625" name="Freeform 22"/>
          <p:cNvSpPr/>
          <p:nvPr/>
        </p:nvSpPr>
        <p:spPr>
          <a:xfrm>
            <a:off x="3176640" y="4813200"/>
            <a:ext cx="57240" cy="128520"/>
          </a:xfrm>
          <a:prstGeom prst="pie">
            <a:avLst/>
          </a:prstGeom>
          <a:no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8626" name="Group 23"/>
          <p:cNvGrpSpPr/>
          <p:nvPr/>
        </p:nvGrpSpPr>
        <p:grpSpPr>
          <a:xfrm>
            <a:off x="1865160" y="1974960"/>
            <a:ext cx="5516640" cy="3454200"/>
            <a:chOff x="1865160" y="1974960"/>
            <a:chExt cx="5516640" cy="3454200"/>
          </a:xfrm>
        </p:grpSpPr>
        <p:sp>
          <p:nvSpPr>
            <p:cNvPr id="8627" name="Line 24"/>
            <p:cNvSpPr/>
            <p:nvPr/>
          </p:nvSpPr>
          <p:spPr>
            <a:xfrm>
              <a:off x="1865160" y="1974960"/>
              <a:ext cx="0" cy="345420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28" name="Line 25"/>
            <p:cNvSpPr/>
            <p:nvPr/>
          </p:nvSpPr>
          <p:spPr>
            <a:xfrm>
              <a:off x="1865160" y="5429160"/>
              <a:ext cx="5516640" cy="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63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2511CF-395F-4472-A4B1-53EA2D00974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631" name="Rectangle 2"/>
          <p:cNvSpPr/>
          <p:nvPr/>
        </p:nvSpPr>
        <p:spPr>
          <a:xfrm>
            <a:off x="488880" y="1603440"/>
            <a:ext cx="7940880" cy="43862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3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Curves - </a:t>
            </a:r>
            <a:r>
              <a:rPr b="1" lang="en-GB" sz="1600" spc="-1" strike="noStrike">
                <a:solidFill>
                  <a:srgbClr val="000000"/>
                </a:solidFill>
                <a:latin typeface="Arial"/>
                <a:ea typeface="ＭＳ Ｐゴシック"/>
              </a:rPr>
              <a:t>Bell Curve</a:t>
            </a:r>
            <a:endParaRPr b="1" lang="en-US" sz="1600" spc="-1" strike="noStrike">
              <a:solidFill>
                <a:srgbClr val="000000"/>
              </a:solidFill>
              <a:latin typeface="Arial"/>
            </a:endParaRPr>
          </a:p>
        </p:txBody>
      </p:sp>
      <p:grpSp>
        <p:nvGrpSpPr>
          <p:cNvPr id="8633" name="Group 4"/>
          <p:cNvGrpSpPr/>
          <p:nvPr/>
        </p:nvGrpSpPr>
        <p:grpSpPr>
          <a:xfrm>
            <a:off x="1914480" y="2548080"/>
            <a:ext cx="6179400" cy="2609640"/>
            <a:chOff x="1914480" y="2548080"/>
            <a:chExt cx="6179400" cy="2609640"/>
          </a:xfrm>
        </p:grpSpPr>
        <p:sp>
          <p:nvSpPr>
            <p:cNvPr id="8634" name="Freeform 5"/>
            <p:cNvSpPr/>
            <p:nvPr/>
          </p:nvSpPr>
          <p:spPr>
            <a:xfrm>
              <a:off x="1914480" y="2548080"/>
              <a:ext cx="3089880" cy="2609640"/>
            </a:xfrm>
            <a:prstGeom prst="pie">
              <a:avLst/>
            </a:prstGeom>
            <a:noFill/>
            <a:ln w="284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35" name="Freeform 6"/>
            <p:cNvSpPr/>
            <p:nvPr/>
          </p:nvSpPr>
          <p:spPr>
            <a:xfrm flipH="1">
              <a:off x="5003640" y="2548080"/>
              <a:ext cx="3089880" cy="2609640"/>
            </a:xfrm>
            <a:prstGeom prst="pie">
              <a:avLst/>
            </a:prstGeom>
            <a:noFill/>
            <a:ln w="284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636" name="Group 7"/>
          <p:cNvGrpSpPr/>
          <p:nvPr/>
        </p:nvGrpSpPr>
        <p:grpSpPr>
          <a:xfrm>
            <a:off x="1781280" y="2349360"/>
            <a:ext cx="6312960" cy="2951280"/>
            <a:chOff x="1781280" y="2349360"/>
            <a:chExt cx="6312960" cy="2951280"/>
          </a:xfrm>
        </p:grpSpPr>
        <p:sp>
          <p:nvSpPr>
            <p:cNvPr id="8637" name="Line 8"/>
            <p:cNvSpPr/>
            <p:nvPr/>
          </p:nvSpPr>
          <p:spPr>
            <a:xfrm>
              <a:off x="1781280" y="2349360"/>
              <a:ext cx="0" cy="295128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38" name="Line 9"/>
            <p:cNvSpPr/>
            <p:nvPr/>
          </p:nvSpPr>
          <p:spPr>
            <a:xfrm>
              <a:off x="1781280" y="5300640"/>
              <a:ext cx="6312960" cy="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8639" name="Text Box 10"/>
          <p:cNvSpPr/>
          <p:nvPr/>
        </p:nvSpPr>
        <p:spPr>
          <a:xfrm>
            <a:off x="384120" y="3487680"/>
            <a:ext cx="1511280" cy="42948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Number of Occurances</a:t>
            </a:r>
            <a:endParaRPr b="1" lang="en-US" sz="1100" spc="-1" strike="noStrike">
              <a:solidFill>
                <a:srgbClr val="000000"/>
              </a:solidFill>
              <a:latin typeface="Arial"/>
            </a:endParaRPr>
          </a:p>
        </p:txBody>
      </p:sp>
      <p:sp>
        <p:nvSpPr>
          <p:cNvPr id="8640" name="Text Box 11"/>
          <p:cNvSpPr/>
          <p:nvPr/>
        </p:nvSpPr>
        <p:spPr>
          <a:xfrm>
            <a:off x="4587840" y="5516640"/>
            <a:ext cx="4521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Unit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64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EE7ECBF-4175-45A1-9C60-BF8DC3B23D1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64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Curves - Cost Curve</a:t>
            </a:r>
            <a:endParaRPr b="1" lang="en-US" sz="1600" spc="-1" strike="noStrike">
              <a:solidFill>
                <a:srgbClr val="000000"/>
              </a:solidFill>
              <a:latin typeface="Arial"/>
            </a:endParaRPr>
          </a:p>
        </p:txBody>
      </p:sp>
      <p:grpSp>
        <p:nvGrpSpPr>
          <p:cNvPr id="8644" name="Group 20"/>
          <p:cNvGrpSpPr/>
          <p:nvPr/>
        </p:nvGrpSpPr>
        <p:grpSpPr>
          <a:xfrm>
            <a:off x="716040" y="1603440"/>
            <a:ext cx="7713720" cy="4386240"/>
            <a:chOff x="716040" y="1603440"/>
            <a:chExt cx="7713720" cy="4386240"/>
          </a:xfrm>
        </p:grpSpPr>
        <p:sp>
          <p:nvSpPr>
            <p:cNvPr id="8645" name="Rectangle 21"/>
            <p:cNvSpPr/>
            <p:nvPr/>
          </p:nvSpPr>
          <p:spPr>
            <a:xfrm>
              <a:off x="855720" y="1603440"/>
              <a:ext cx="7574040" cy="43862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46" name="Line 22"/>
            <p:cNvSpPr/>
            <p:nvPr/>
          </p:nvSpPr>
          <p:spPr>
            <a:xfrm>
              <a:off x="2239920" y="1827360"/>
              <a:ext cx="0" cy="352728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47" name="Line 23"/>
            <p:cNvSpPr/>
            <p:nvPr/>
          </p:nvSpPr>
          <p:spPr>
            <a:xfrm>
              <a:off x="2239920" y="5354640"/>
              <a:ext cx="5256360" cy="0"/>
            </a:xfrm>
            <a:prstGeom prst="line">
              <a:avLst/>
            </a:prstGeom>
            <a:ln w="12600">
              <a:solidFill>
                <a:srgbClr val="000000"/>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48" name="Text Box 24"/>
            <p:cNvSpPr/>
            <p:nvPr/>
          </p:nvSpPr>
          <p:spPr>
            <a:xfrm>
              <a:off x="716040" y="3487680"/>
              <a:ext cx="1512720" cy="261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Cost/unit</a:t>
              </a:r>
              <a:endParaRPr b="1" lang="en-US" sz="1100" spc="-1" strike="noStrike">
                <a:solidFill>
                  <a:srgbClr val="000000"/>
                </a:solidFill>
                <a:latin typeface="Arial"/>
              </a:endParaRPr>
            </a:p>
          </p:txBody>
        </p:sp>
        <p:sp>
          <p:nvSpPr>
            <p:cNvPr id="8649" name="Text Box 25"/>
            <p:cNvSpPr/>
            <p:nvPr/>
          </p:nvSpPr>
          <p:spPr>
            <a:xfrm>
              <a:off x="3774960" y="5589720"/>
              <a:ext cx="2880000" cy="26172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Cumulative Volume</a:t>
              </a:r>
              <a:endParaRPr b="1" lang="en-US" sz="1100" spc="-1" strike="noStrike">
                <a:solidFill>
                  <a:srgbClr val="000000"/>
                </a:solidFill>
                <a:latin typeface="Arial"/>
              </a:endParaRPr>
            </a:p>
          </p:txBody>
        </p:sp>
        <p:sp>
          <p:nvSpPr>
            <p:cNvPr id="8650" name="Arc 26"/>
            <p:cNvSpPr/>
            <p:nvPr/>
          </p:nvSpPr>
          <p:spPr>
            <a:xfrm rot="10800000">
              <a:off x="2545920" y="1916280"/>
              <a:ext cx="5016600" cy="3079440"/>
            </a:xfrm>
            <a:prstGeom prst="pie">
              <a:avLst/>
            </a:prstGeom>
            <a:noFill/>
            <a:ln w="284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51" name="Oval 27"/>
            <p:cNvSpPr/>
            <p:nvPr/>
          </p:nvSpPr>
          <p:spPr>
            <a:xfrm>
              <a:off x="2976480" y="3213000"/>
              <a:ext cx="144720" cy="144720"/>
            </a:xfrm>
            <a:prstGeom prst="ellipse">
              <a:avLst/>
            </a:prstGeom>
            <a:solidFill>
              <a:srgbClr val="8099cc"/>
            </a:solidFill>
            <a:ln w="0">
              <a:noFill/>
            </a:ln>
          </p:spPr>
          <p:style>
            <a:lnRef idx="0"/>
            <a:fillRef idx="0"/>
            <a:effectRef idx="0"/>
            <a:fontRef idx="minor"/>
          </p:style>
          <p:txBody>
            <a:bodyPr lIns="90000" rIns="90000" tIns="10800" bIns="10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52" name="Oval 28"/>
            <p:cNvSpPr/>
            <p:nvPr/>
          </p:nvSpPr>
          <p:spPr>
            <a:xfrm>
              <a:off x="2511360" y="2349360"/>
              <a:ext cx="144360" cy="144720"/>
            </a:xfrm>
            <a:prstGeom prst="ellipse">
              <a:avLst/>
            </a:prstGeom>
            <a:solidFill>
              <a:srgbClr val="8099cc"/>
            </a:solidFill>
            <a:ln w="0">
              <a:noFill/>
            </a:ln>
          </p:spPr>
          <p:style>
            <a:lnRef idx="0"/>
            <a:fillRef idx="0"/>
            <a:effectRef idx="0"/>
            <a:fontRef idx="minor"/>
          </p:style>
          <p:txBody>
            <a:bodyPr lIns="90000" rIns="90000" tIns="10800" bIns="10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53" name="Arc 29"/>
            <p:cNvSpPr/>
            <p:nvPr/>
          </p:nvSpPr>
          <p:spPr>
            <a:xfrm>
              <a:off x="2776680" y="2421000"/>
              <a:ext cx="199800" cy="647640"/>
            </a:xfrm>
            <a:prstGeom prst="pie">
              <a:avLst/>
            </a:prstGeom>
            <a:noFill/>
            <a:ln w="936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54" name="Text Box 30"/>
            <p:cNvSpPr/>
            <p:nvPr/>
          </p:nvSpPr>
          <p:spPr>
            <a:xfrm>
              <a:off x="2512800" y="2031840"/>
              <a:ext cx="356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655" name="Text Box 31"/>
            <p:cNvSpPr/>
            <p:nvPr/>
          </p:nvSpPr>
          <p:spPr>
            <a:xfrm>
              <a:off x="2314440" y="3400560"/>
              <a:ext cx="356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656" name="Oval 32"/>
            <p:cNvSpPr/>
            <p:nvPr/>
          </p:nvSpPr>
          <p:spPr>
            <a:xfrm>
              <a:off x="6432480" y="4869000"/>
              <a:ext cx="144360" cy="144360"/>
            </a:xfrm>
            <a:prstGeom prst="ellipse">
              <a:avLst/>
            </a:prstGeom>
            <a:solidFill>
              <a:srgbClr val="8099cc"/>
            </a:solidFill>
            <a:ln w="0">
              <a:noFill/>
            </a:ln>
          </p:spPr>
          <p:style>
            <a:lnRef idx="0"/>
            <a:fillRef idx="0"/>
            <a:effectRef idx="0"/>
            <a:fontRef idx="minor"/>
          </p:style>
          <p:txBody>
            <a:bodyPr lIns="90000" rIns="90000" tIns="11160" bIns="111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57" name="Oval 33"/>
            <p:cNvSpPr/>
            <p:nvPr/>
          </p:nvSpPr>
          <p:spPr>
            <a:xfrm>
              <a:off x="7097760" y="4940280"/>
              <a:ext cx="144360" cy="144360"/>
            </a:xfrm>
            <a:prstGeom prst="ellipse">
              <a:avLst/>
            </a:prstGeom>
            <a:solidFill>
              <a:srgbClr val="8099cc"/>
            </a:solidFill>
            <a:ln w="0">
              <a:noFill/>
            </a:ln>
          </p:spPr>
          <p:style>
            <a:lnRef idx="0"/>
            <a:fillRef idx="0"/>
            <a:effectRef idx="0"/>
            <a:fontRef idx="minor"/>
          </p:style>
          <p:txBody>
            <a:bodyPr lIns="90000" rIns="90000" tIns="11160" bIns="111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58" name="Text Box 34"/>
            <p:cNvSpPr/>
            <p:nvPr/>
          </p:nvSpPr>
          <p:spPr>
            <a:xfrm>
              <a:off x="5902200" y="5056200"/>
              <a:ext cx="356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659" name="Text Box 35"/>
            <p:cNvSpPr/>
            <p:nvPr/>
          </p:nvSpPr>
          <p:spPr>
            <a:xfrm>
              <a:off x="7032240" y="5127480"/>
              <a:ext cx="3560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t>
              </a:r>
              <a:endParaRPr b="1" lang="en-US" sz="1000" spc="-1" strike="noStrike">
                <a:solidFill>
                  <a:srgbClr val="000000"/>
                </a:solidFill>
                <a:latin typeface="Arial"/>
              </a:endParaRPr>
            </a:p>
          </p:txBody>
        </p:sp>
        <p:sp>
          <p:nvSpPr>
            <p:cNvPr id="8660" name="Arc 36"/>
            <p:cNvSpPr/>
            <p:nvPr/>
          </p:nvSpPr>
          <p:spPr>
            <a:xfrm>
              <a:off x="6632640" y="4869000"/>
              <a:ext cx="465120" cy="72720"/>
            </a:xfrm>
            <a:prstGeom prst="pie">
              <a:avLst/>
            </a:prstGeom>
            <a:noFill/>
            <a:ln w="9360">
              <a:solidFill>
                <a:srgbClr val="003399"/>
              </a:solidFill>
              <a:round/>
              <a:tailEnd len="med" type="triangle" w="med"/>
            </a:ln>
          </p:spPr>
          <p:style>
            <a:lnRef idx="0"/>
            <a:fillRef idx="0"/>
            <a:effectRef idx="0"/>
            <a:fontRef idx="minor"/>
          </p:style>
          <p:txBody>
            <a:bodyPr wrap="none" lIns="90000" rIns="90000" tIns="26280" bIns="26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6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66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27552F4-170C-429C-9E0D-38315404393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663" name="Rectangle 2"/>
          <p:cNvSpPr/>
          <p:nvPr/>
        </p:nvSpPr>
        <p:spPr>
          <a:xfrm>
            <a:off x="4621320" y="1563840"/>
            <a:ext cx="4122720" cy="43862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64" name="Rectangle 3"/>
          <p:cNvSpPr/>
          <p:nvPr/>
        </p:nvSpPr>
        <p:spPr>
          <a:xfrm>
            <a:off x="390600" y="1563840"/>
            <a:ext cx="4122720" cy="4386240"/>
          </a:xfrm>
          <a:prstGeom prst="rect">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6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Curves - Downward and upward slopes</a:t>
            </a:r>
            <a:endParaRPr b="1" lang="en-US" sz="1600" spc="-1" strike="noStrike">
              <a:solidFill>
                <a:srgbClr val="000000"/>
              </a:solidFill>
              <a:latin typeface="Arial"/>
            </a:endParaRPr>
          </a:p>
        </p:txBody>
      </p:sp>
      <p:sp>
        <p:nvSpPr>
          <p:cNvPr id="8666" name="Freeform 5"/>
          <p:cNvSpPr/>
          <p:nvPr/>
        </p:nvSpPr>
        <p:spPr>
          <a:xfrm>
            <a:off x="843120" y="2305080"/>
            <a:ext cx="3286080" cy="3016080"/>
          </a:xfrm>
          <a:prstGeom prst="pie">
            <a:avLst/>
          </a:prstGeom>
          <a:noFill/>
          <a:ln cap="rnd" w="12600">
            <a:solidFill>
              <a:srgbClr val="000000"/>
            </a:solidFill>
            <a:round/>
            <a:headEnd len="med" type="triangle" w="med"/>
            <a:tail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67" name="Arc 6"/>
          <p:cNvSpPr/>
          <p:nvPr/>
        </p:nvSpPr>
        <p:spPr>
          <a:xfrm>
            <a:off x="1081080" y="2492280"/>
            <a:ext cx="2698920" cy="2508480"/>
          </a:xfrm>
          <a:prstGeom prst="pie">
            <a:avLst/>
          </a:prstGeom>
          <a:noFill/>
          <a:ln cap="rnd" w="284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68" name="Oval 7"/>
          <p:cNvSpPr/>
          <p:nvPr/>
        </p:nvSpPr>
        <p:spPr>
          <a:xfrm>
            <a:off x="1133640" y="3286080"/>
            <a:ext cx="280800" cy="28116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ffffff"/>
                </a:solidFill>
                <a:latin typeface="Arial"/>
              </a:rPr>
              <a:t>1</a:t>
            </a:r>
            <a:endParaRPr b="1" lang="en-US" sz="1000" spc="-1" strike="noStrike">
              <a:solidFill>
                <a:srgbClr val="000000"/>
              </a:solidFill>
              <a:latin typeface="Arial"/>
            </a:endParaRPr>
          </a:p>
        </p:txBody>
      </p:sp>
      <p:sp>
        <p:nvSpPr>
          <p:cNvPr id="8669" name="Oval 8"/>
          <p:cNvSpPr/>
          <p:nvPr/>
        </p:nvSpPr>
        <p:spPr>
          <a:xfrm>
            <a:off x="1762200" y="4243320"/>
            <a:ext cx="280800" cy="28116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ffffff"/>
                </a:solidFill>
                <a:latin typeface="Arial"/>
              </a:rPr>
              <a:t>2</a:t>
            </a:r>
            <a:endParaRPr b="1" lang="en-US" sz="1000" spc="-1" strike="noStrike">
              <a:solidFill>
                <a:srgbClr val="000000"/>
              </a:solidFill>
              <a:latin typeface="Arial"/>
            </a:endParaRPr>
          </a:p>
        </p:txBody>
      </p:sp>
      <p:sp>
        <p:nvSpPr>
          <p:cNvPr id="8670" name="Oval 9"/>
          <p:cNvSpPr/>
          <p:nvPr/>
        </p:nvSpPr>
        <p:spPr>
          <a:xfrm>
            <a:off x="2705040" y="4786200"/>
            <a:ext cx="281160" cy="28116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ffffff"/>
                </a:solidFill>
                <a:latin typeface="Arial"/>
              </a:rPr>
              <a:t>3</a:t>
            </a:r>
            <a:endParaRPr b="1" lang="en-US" sz="1000" spc="-1" strike="noStrike">
              <a:solidFill>
                <a:srgbClr val="000000"/>
              </a:solidFill>
              <a:latin typeface="Arial"/>
            </a:endParaRPr>
          </a:p>
        </p:txBody>
      </p:sp>
      <p:sp>
        <p:nvSpPr>
          <p:cNvPr id="8671" name="Rectangle 10"/>
          <p:cNvSpPr/>
          <p:nvPr/>
        </p:nvSpPr>
        <p:spPr>
          <a:xfrm>
            <a:off x="2112480" y="5373720"/>
            <a:ext cx="507600" cy="256680"/>
          </a:xfrm>
          <a:prstGeom prst="rect">
            <a:avLst/>
          </a:prstGeom>
          <a:noFill/>
          <a:ln w="0">
            <a:noFill/>
          </a:ln>
        </p:spPr>
        <p:style>
          <a:lnRef idx="0"/>
          <a:fillRef idx="0"/>
          <a:effectRef idx="0"/>
          <a:fontRef idx="minor"/>
        </p:style>
        <p:txBody>
          <a:bodyPr wrap="none" lIns="90360" rIns="90360" tIns="44280" bIns="442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Time</a:t>
            </a:r>
            <a:endParaRPr b="1" lang="en-US" sz="1100" spc="-1" strike="noStrike">
              <a:solidFill>
                <a:srgbClr val="000000"/>
              </a:solidFill>
              <a:latin typeface="Arial"/>
            </a:endParaRPr>
          </a:p>
        </p:txBody>
      </p:sp>
      <p:sp>
        <p:nvSpPr>
          <p:cNvPr id="8672" name="Freeform 11"/>
          <p:cNvSpPr/>
          <p:nvPr/>
        </p:nvSpPr>
        <p:spPr>
          <a:xfrm>
            <a:off x="5079960" y="2305080"/>
            <a:ext cx="3287880" cy="3016080"/>
          </a:xfrm>
          <a:prstGeom prst="pie">
            <a:avLst/>
          </a:prstGeom>
          <a:noFill/>
          <a:ln cap="rnd" w="12600">
            <a:solidFill>
              <a:srgbClr val="000000"/>
            </a:solidFill>
            <a:round/>
            <a:headEnd len="med" type="triangle" w="med"/>
            <a:tailEnd len="med" type="triangle" w="me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73" name="Arc 12"/>
          <p:cNvSpPr/>
          <p:nvPr/>
        </p:nvSpPr>
        <p:spPr>
          <a:xfrm>
            <a:off x="5288040" y="2492280"/>
            <a:ext cx="2698560" cy="2508480"/>
          </a:xfrm>
          <a:prstGeom prst="pie">
            <a:avLst/>
          </a:prstGeom>
          <a:noFill/>
          <a:ln cap="rnd" w="2844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74" name="Oval 13"/>
          <p:cNvSpPr/>
          <p:nvPr/>
        </p:nvSpPr>
        <p:spPr>
          <a:xfrm flipH="1">
            <a:off x="7682040" y="3286080"/>
            <a:ext cx="280800" cy="28116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ffffff"/>
                </a:solidFill>
                <a:latin typeface="Arial"/>
              </a:rPr>
              <a:t>3</a:t>
            </a:r>
            <a:endParaRPr b="1" lang="en-US" sz="1000" spc="-1" strike="noStrike">
              <a:solidFill>
                <a:srgbClr val="000000"/>
              </a:solidFill>
              <a:latin typeface="Arial"/>
            </a:endParaRPr>
          </a:p>
        </p:txBody>
      </p:sp>
      <p:sp>
        <p:nvSpPr>
          <p:cNvPr id="8675" name="Oval 14"/>
          <p:cNvSpPr/>
          <p:nvPr/>
        </p:nvSpPr>
        <p:spPr>
          <a:xfrm flipH="1">
            <a:off x="7276320" y="4048200"/>
            <a:ext cx="281160" cy="28080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ffffff"/>
                </a:solidFill>
                <a:latin typeface="Arial"/>
              </a:rPr>
              <a:t>2</a:t>
            </a:r>
            <a:endParaRPr b="1" lang="en-US" sz="1000" spc="-1" strike="noStrike">
              <a:solidFill>
                <a:srgbClr val="000000"/>
              </a:solidFill>
              <a:latin typeface="Arial"/>
            </a:endParaRPr>
          </a:p>
        </p:txBody>
      </p:sp>
      <p:sp>
        <p:nvSpPr>
          <p:cNvPr id="8676" name="Oval 15"/>
          <p:cNvSpPr/>
          <p:nvPr/>
        </p:nvSpPr>
        <p:spPr>
          <a:xfrm flipH="1">
            <a:off x="6462000" y="4633920"/>
            <a:ext cx="281160" cy="28116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ffffff"/>
                </a:solidFill>
                <a:latin typeface="Arial"/>
              </a:rPr>
              <a:t>1</a:t>
            </a:r>
            <a:endParaRPr b="1" lang="en-US" sz="1000" spc="-1" strike="noStrike">
              <a:solidFill>
                <a:srgbClr val="000000"/>
              </a:solidFill>
              <a:latin typeface="Arial"/>
            </a:endParaRPr>
          </a:p>
        </p:txBody>
      </p:sp>
      <p:sp>
        <p:nvSpPr>
          <p:cNvPr id="8677" name="Rectangle 16"/>
          <p:cNvSpPr/>
          <p:nvPr/>
        </p:nvSpPr>
        <p:spPr>
          <a:xfrm>
            <a:off x="6422400" y="5369040"/>
            <a:ext cx="507600" cy="256680"/>
          </a:xfrm>
          <a:prstGeom prst="rect">
            <a:avLst/>
          </a:prstGeom>
          <a:noFill/>
          <a:ln w="0">
            <a:noFill/>
          </a:ln>
        </p:spPr>
        <p:style>
          <a:lnRef idx="0"/>
          <a:fillRef idx="0"/>
          <a:effectRef idx="0"/>
          <a:fontRef idx="minor"/>
        </p:style>
        <p:txBody>
          <a:bodyPr wrap="none" lIns="90360" rIns="90360" tIns="44280" bIns="442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Time</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67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CDF12B-E9E7-41F9-B298-DF4056AFE6A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68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Other - Cross</a:t>
            </a:r>
            <a:endParaRPr b="1" lang="en-US" sz="1600" spc="-1" strike="noStrike">
              <a:solidFill>
                <a:srgbClr val="000000"/>
              </a:solidFill>
              <a:latin typeface="Arial"/>
            </a:endParaRPr>
          </a:p>
        </p:txBody>
      </p:sp>
      <p:sp>
        <p:nvSpPr>
          <p:cNvPr id="8681" name="Line 3"/>
          <p:cNvSpPr/>
          <p:nvPr/>
        </p:nvSpPr>
        <p:spPr>
          <a:xfrm flipH="1">
            <a:off x="4567320" y="1757520"/>
            <a:ext cx="1440" cy="3965400"/>
          </a:xfrm>
          <a:prstGeom prst="line">
            <a:avLst/>
          </a:prstGeom>
          <a:ln w="57240">
            <a:solidFill>
              <a:srgbClr val="003399"/>
            </a:solidFill>
            <a:miter/>
            <a:headEnd len="med" type="stealth" w="med"/>
            <a:tailEnd len="med" type="stealth"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82" name="Line 4"/>
          <p:cNvSpPr/>
          <p:nvPr/>
        </p:nvSpPr>
        <p:spPr>
          <a:xfrm>
            <a:off x="1994040" y="3740040"/>
            <a:ext cx="5148000" cy="1800"/>
          </a:xfrm>
          <a:prstGeom prst="line">
            <a:avLst/>
          </a:prstGeom>
          <a:ln w="57240">
            <a:solidFill>
              <a:srgbClr val="003399"/>
            </a:solidFill>
            <a:miter/>
            <a:headEnd len="med" type="stealth" w="med"/>
            <a:tailEnd len="med" type="stealth" w="med"/>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83" name="Text Box 5"/>
          <p:cNvSpPr/>
          <p:nvPr/>
        </p:nvSpPr>
        <p:spPr>
          <a:xfrm>
            <a:off x="4387680" y="145728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84" name="Rectangle 6"/>
          <p:cNvSpPr/>
          <p:nvPr/>
        </p:nvSpPr>
        <p:spPr>
          <a:xfrm>
            <a:off x="2136600" y="2004840"/>
            <a:ext cx="2360880" cy="15703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85" name="Rectangle 7"/>
          <p:cNvSpPr/>
          <p:nvPr/>
        </p:nvSpPr>
        <p:spPr>
          <a:xfrm>
            <a:off x="4638600" y="2004840"/>
            <a:ext cx="2360520" cy="15703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86" name="Rectangle 8"/>
          <p:cNvSpPr/>
          <p:nvPr/>
        </p:nvSpPr>
        <p:spPr>
          <a:xfrm>
            <a:off x="4638600" y="3905280"/>
            <a:ext cx="2360520" cy="15699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87" name="Rectangle 9"/>
          <p:cNvSpPr/>
          <p:nvPr/>
        </p:nvSpPr>
        <p:spPr>
          <a:xfrm>
            <a:off x="2136600" y="3905280"/>
            <a:ext cx="2360880" cy="156996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88" name="Text Box 10"/>
          <p:cNvSpPr/>
          <p:nvPr/>
        </p:nvSpPr>
        <p:spPr>
          <a:xfrm>
            <a:off x="1214280" y="36352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89" name="Text Box 11"/>
          <p:cNvSpPr/>
          <p:nvPr/>
        </p:nvSpPr>
        <p:spPr>
          <a:xfrm>
            <a:off x="4349880" y="579600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8690" name="Text Box 12"/>
          <p:cNvSpPr/>
          <p:nvPr/>
        </p:nvSpPr>
        <p:spPr>
          <a:xfrm>
            <a:off x="7196040" y="36352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69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704B8C3-46F5-4DBD-9227-F9910D4752A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69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Other - Funnels</a:t>
            </a:r>
            <a:endParaRPr b="1" lang="en-US" sz="1600" spc="-1" strike="noStrike">
              <a:solidFill>
                <a:srgbClr val="000000"/>
              </a:solidFill>
              <a:latin typeface="Arial"/>
            </a:endParaRPr>
          </a:p>
        </p:txBody>
      </p:sp>
      <p:grpSp>
        <p:nvGrpSpPr>
          <p:cNvPr id="8694" name="Group 3"/>
          <p:cNvGrpSpPr/>
          <p:nvPr/>
        </p:nvGrpSpPr>
        <p:grpSpPr>
          <a:xfrm>
            <a:off x="511200" y="2060280"/>
            <a:ext cx="1825200" cy="2847960"/>
            <a:chOff x="511200" y="2060280"/>
            <a:chExt cx="1825200" cy="2847960"/>
          </a:xfrm>
        </p:grpSpPr>
        <p:sp>
          <p:nvSpPr>
            <p:cNvPr id="8695" name="AutoShape 4"/>
            <p:cNvSpPr/>
            <p:nvPr/>
          </p:nvSpPr>
          <p:spPr>
            <a:xfrm flipH="1" rot="10800000">
              <a:off x="510840" y="2060280"/>
              <a:ext cx="1825200" cy="2847960"/>
            </a:xfrm>
            <a:prstGeom prst="triangle">
              <a:avLst>
                <a:gd name="adj" fmla="val 49995"/>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96" name="Line 5"/>
            <p:cNvSpPr/>
            <p:nvPr/>
          </p:nvSpPr>
          <p:spPr>
            <a:xfrm>
              <a:off x="583560" y="2287080"/>
              <a:ext cx="16801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97" name="Line 6"/>
            <p:cNvSpPr/>
            <p:nvPr/>
          </p:nvSpPr>
          <p:spPr>
            <a:xfrm>
              <a:off x="1316520" y="4559760"/>
              <a:ext cx="21816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98" name="Line 7"/>
            <p:cNvSpPr/>
            <p:nvPr/>
          </p:nvSpPr>
          <p:spPr>
            <a:xfrm>
              <a:off x="1049400" y="3730320"/>
              <a:ext cx="7549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699" name="Line 8"/>
            <p:cNvSpPr/>
            <p:nvPr/>
          </p:nvSpPr>
          <p:spPr>
            <a:xfrm>
              <a:off x="817920" y="3003840"/>
              <a:ext cx="12193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00" name="Group 70"/>
          <p:cNvGrpSpPr/>
          <p:nvPr/>
        </p:nvGrpSpPr>
        <p:grpSpPr>
          <a:xfrm>
            <a:off x="2670120" y="2579760"/>
            <a:ext cx="2825640" cy="2212920"/>
            <a:chOff x="2670120" y="2579760"/>
            <a:chExt cx="2825640" cy="2212920"/>
          </a:xfrm>
        </p:grpSpPr>
        <p:sp>
          <p:nvSpPr>
            <p:cNvPr id="8701" name="Freeform 40"/>
            <p:cNvSpPr/>
            <p:nvPr/>
          </p:nvSpPr>
          <p:spPr>
            <a:xfrm>
              <a:off x="2695320" y="2844720"/>
              <a:ext cx="2774520" cy="1947960"/>
            </a:xfrm>
            <a:prstGeom prst="pie">
              <a:avLst/>
            </a:prstGeom>
            <a:gradFill rotWithShape="0">
              <a:gsLst>
                <a:gs pos="0">
                  <a:srgbClr val="4066b2"/>
                </a:gs>
                <a:gs pos="50000">
                  <a:srgbClr val="8099cc"/>
                </a:gs>
                <a:gs pos="100000">
                  <a:srgbClr val="4066b2"/>
                </a:gs>
              </a:gsLst>
              <a:lin ang="0"/>
            </a:gra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02" name="Oval 41"/>
            <p:cNvSpPr/>
            <p:nvPr/>
          </p:nvSpPr>
          <p:spPr>
            <a:xfrm>
              <a:off x="2670120" y="2579760"/>
              <a:ext cx="2825640" cy="438120"/>
            </a:xfrm>
            <a:prstGeom prst="ellipse">
              <a:avLst/>
            </a:prstGeom>
            <a:gradFill rotWithShape="0">
              <a:gsLst>
                <a:gs pos="0">
                  <a:srgbClr val="8099cc"/>
                </a:gs>
                <a:gs pos="100000">
                  <a:srgbClr val="4066b2"/>
                </a:gs>
              </a:gsLst>
              <a:lin ang="2700000"/>
            </a:gra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03" name="Oval 42"/>
            <p:cNvSpPr/>
            <p:nvPr/>
          </p:nvSpPr>
          <p:spPr>
            <a:xfrm>
              <a:off x="2811240" y="2614680"/>
              <a:ext cx="2542680" cy="35712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04" name="Freeform 45"/>
            <p:cNvSpPr/>
            <p:nvPr/>
          </p:nvSpPr>
          <p:spPr>
            <a:xfrm>
              <a:off x="3309480" y="3143160"/>
              <a:ext cx="1546200" cy="1525680"/>
            </a:xfrm>
            <a:prstGeom prst="pie">
              <a:avLst/>
            </a:prstGeom>
            <a:gradFill rotWithShape="0">
              <a:gsLst>
                <a:gs pos="0">
                  <a:srgbClr val="8099cc"/>
                </a:gs>
                <a:gs pos="50000">
                  <a:srgbClr val="ffffff"/>
                </a:gs>
                <a:gs pos="100000">
                  <a:srgbClr val="8099cc"/>
                </a:gs>
              </a:gsLst>
              <a:lin ang="0"/>
            </a:gra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05" name="Oval 46"/>
            <p:cNvSpPr/>
            <p:nvPr/>
          </p:nvSpPr>
          <p:spPr>
            <a:xfrm>
              <a:off x="3292200" y="3052800"/>
              <a:ext cx="1580760" cy="169920"/>
            </a:xfrm>
            <a:prstGeom prst="ellipse">
              <a:avLst/>
            </a:prstGeom>
            <a:gradFill rotWithShape="0">
              <a:gsLst>
                <a:gs pos="0">
                  <a:srgbClr val="ffffff"/>
                </a:gs>
                <a:gs pos="100000">
                  <a:srgbClr val="b2b2ff"/>
                </a:gs>
              </a:gsLst>
              <a:lin ang="2700000"/>
            </a:gra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06" name="Group 47"/>
          <p:cNvGrpSpPr/>
          <p:nvPr/>
        </p:nvGrpSpPr>
        <p:grpSpPr>
          <a:xfrm>
            <a:off x="5894280" y="2349360"/>
            <a:ext cx="2707920" cy="2346480"/>
            <a:chOff x="5894280" y="2349360"/>
            <a:chExt cx="2707920" cy="2346480"/>
          </a:xfrm>
        </p:grpSpPr>
        <p:sp>
          <p:nvSpPr>
            <p:cNvPr id="8707" name="Rectangle 48"/>
            <p:cNvSpPr/>
            <p:nvPr/>
          </p:nvSpPr>
          <p:spPr>
            <a:xfrm>
              <a:off x="6779160" y="3719520"/>
              <a:ext cx="789840" cy="976320"/>
            </a:xfrm>
            <a:prstGeom prst="rect">
              <a:avLst/>
            </a:prstGeom>
            <a:gradFill rotWithShape="0">
              <a:gsLst>
                <a:gs pos="0">
                  <a:srgbClr val="b2b2ff"/>
                </a:gs>
                <a:gs pos="50000">
                  <a:srgbClr val="ffffff"/>
                </a:gs>
                <a:gs pos="100000">
                  <a:srgbClr val="b2b2ff"/>
                </a:gs>
              </a:gsLst>
              <a:lin ang="0"/>
            </a:gra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08" name="Freeform 49"/>
            <p:cNvSpPr/>
            <p:nvPr/>
          </p:nvSpPr>
          <p:spPr>
            <a:xfrm>
              <a:off x="5894280" y="2700360"/>
              <a:ext cx="2548440" cy="1879560"/>
            </a:xfrm>
            <a:prstGeom prst="pie">
              <a:avLst/>
            </a:prstGeom>
            <a:gradFill rotWithShape="0">
              <a:gsLst>
                <a:gs pos="0">
                  <a:srgbClr val="8099cc"/>
                </a:gs>
                <a:gs pos="50000">
                  <a:srgbClr val="d9e0f0"/>
                </a:gs>
                <a:gs pos="100000">
                  <a:srgbClr val="8099cc"/>
                </a:gs>
              </a:gsLst>
              <a:lin ang="0"/>
            </a:gradFill>
            <a:ln cap="rnd" w="12600">
              <a:solidFill>
                <a:srgbClr val="8099cc"/>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09" name="Oval 50"/>
            <p:cNvSpPr/>
            <p:nvPr/>
          </p:nvSpPr>
          <p:spPr>
            <a:xfrm>
              <a:off x="5910120" y="2616120"/>
              <a:ext cx="2532240" cy="163440"/>
            </a:xfrm>
            <a:prstGeom prst="ellipse">
              <a:avLst/>
            </a:prstGeom>
            <a:gradFill rotWithShape="0">
              <a:gsLst>
                <a:gs pos="0">
                  <a:srgbClr val="ffffff"/>
                </a:gs>
                <a:gs pos="100000">
                  <a:srgbClr val="8099cc"/>
                </a:gs>
              </a:gsLst>
              <a:lin ang="5400000"/>
            </a:gra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0" name="AutoShape 51"/>
            <p:cNvSpPr/>
            <p:nvPr/>
          </p:nvSpPr>
          <p:spPr>
            <a:xfrm flipH="1" rot="16200000">
              <a:off x="6139800" y="2341440"/>
              <a:ext cx="312840" cy="382320"/>
            </a:xfrm>
            <a:prstGeom prst="rightArrow">
              <a:avLst>
                <a:gd name="adj1" fmla="val 50000"/>
                <a:gd name="adj2" fmla="val 29014"/>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1" name="Oval 52"/>
            <p:cNvSpPr/>
            <p:nvPr/>
          </p:nvSpPr>
          <p:spPr>
            <a:xfrm>
              <a:off x="6210360" y="3232080"/>
              <a:ext cx="1928520" cy="223920"/>
            </a:xfrm>
            <a:prstGeom prst="ellipse">
              <a:avLst/>
            </a:prstGeom>
            <a:gradFill rotWithShape="0">
              <a:gsLst>
                <a:gs pos="0">
                  <a:srgbClr val="ffffff"/>
                </a:gs>
                <a:gs pos="100000">
                  <a:srgbClr val="8099cc"/>
                </a:gs>
              </a:gsLst>
              <a:lin ang="2700000"/>
            </a:gra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2" name="Oval 53"/>
            <p:cNvSpPr/>
            <p:nvPr/>
          </p:nvSpPr>
          <p:spPr>
            <a:xfrm>
              <a:off x="6491880" y="3868560"/>
              <a:ext cx="1337760" cy="225720"/>
            </a:xfrm>
            <a:prstGeom prst="ellipse">
              <a:avLst/>
            </a:prstGeom>
            <a:gradFill rotWithShape="0">
              <a:gsLst>
                <a:gs pos="0">
                  <a:srgbClr val="ffffff"/>
                </a:gs>
                <a:gs pos="100000">
                  <a:srgbClr val="b2b2ff"/>
                </a:gs>
              </a:gsLst>
              <a:lin ang="2700000"/>
            </a:gra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3" name="AutoShape 54"/>
            <p:cNvSpPr/>
            <p:nvPr/>
          </p:nvSpPr>
          <p:spPr>
            <a:xfrm flipH="1" rot="16200000">
              <a:off x="6645600" y="2686680"/>
              <a:ext cx="196920" cy="395640"/>
            </a:xfrm>
            <a:prstGeom prst="rightArrow">
              <a:avLst>
                <a:gd name="adj1" fmla="val 50000"/>
                <a:gd name="adj2" fmla="val 62505"/>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4" name="Freeform 55"/>
            <p:cNvSpPr/>
            <p:nvPr/>
          </p:nvSpPr>
          <p:spPr>
            <a:xfrm>
              <a:off x="7847640" y="3100320"/>
              <a:ext cx="619560" cy="358920"/>
            </a:xfrm>
            <a:prstGeom prst="pie">
              <a:avLst/>
            </a:prstGeom>
            <a:solidFill>
              <a:srgbClr val="003399"/>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5" name="Freeform 56"/>
            <p:cNvSpPr/>
            <p:nvPr/>
          </p:nvSpPr>
          <p:spPr>
            <a:xfrm>
              <a:off x="7539840" y="3784680"/>
              <a:ext cx="621360" cy="360360"/>
            </a:xfrm>
            <a:prstGeom prst="pie">
              <a:avLst/>
            </a:prstGeom>
            <a:solidFill>
              <a:srgbClr val="003399"/>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6" name="Freeform 57"/>
            <p:cNvSpPr/>
            <p:nvPr/>
          </p:nvSpPr>
          <p:spPr>
            <a:xfrm>
              <a:off x="7982640" y="2414520"/>
              <a:ext cx="619560" cy="362160"/>
            </a:xfrm>
            <a:prstGeom prst="pie">
              <a:avLst/>
            </a:prstGeom>
            <a:solidFill>
              <a:srgbClr val="003399"/>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7" name="Rectangle 58"/>
            <p:cNvSpPr/>
            <p:nvPr/>
          </p:nvSpPr>
          <p:spPr>
            <a:xfrm>
              <a:off x="6653160" y="2349360"/>
              <a:ext cx="182880" cy="389160"/>
            </a:xfrm>
            <a:prstGeom prst="rect">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8" name="AutoShape 59"/>
            <p:cNvSpPr/>
            <p:nvPr/>
          </p:nvSpPr>
          <p:spPr>
            <a:xfrm flipH="1" rot="16200000">
              <a:off x="7091280" y="2686680"/>
              <a:ext cx="196920" cy="395640"/>
            </a:xfrm>
            <a:prstGeom prst="rightArrow">
              <a:avLst>
                <a:gd name="adj1" fmla="val 50000"/>
                <a:gd name="adj2" fmla="val 62505"/>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19" name="Rectangle 60"/>
            <p:cNvSpPr/>
            <p:nvPr/>
          </p:nvSpPr>
          <p:spPr>
            <a:xfrm>
              <a:off x="7098480" y="2349360"/>
              <a:ext cx="184680" cy="389160"/>
            </a:xfrm>
            <a:prstGeom prst="rect">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0" name="AutoShape 61"/>
            <p:cNvSpPr/>
            <p:nvPr/>
          </p:nvSpPr>
          <p:spPr>
            <a:xfrm flipH="1" rot="16200000">
              <a:off x="7531200" y="2688120"/>
              <a:ext cx="196920" cy="392760"/>
            </a:xfrm>
            <a:prstGeom prst="rightArrow">
              <a:avLst>
                <a:gd name="adj1" fmla="val 50000"/>
                <a:gd name="adj2" fmla="val 62505"/>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1" name="Rectangle 62"/>
            <p:cNvSpPr/>
            <p:nvPr/>
          </p:nvSpPr>
          <p:spPr>
            <a:xfrm>
              <a:off x="7536960" y="2349360"/>
              <a:ext cx="185760" cy="389160"/>
            </a:xfrm>
            <a:prstGeom prst="rect">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2" name="AutoShape 63"/>
            <p:cNvSpPr/>
            <p:nvPr/>
          </p:nvSpPr>
          <p:spPr>
            <a:xfrm flipH="1" rot="16200000">
              <a:off x="6807960" y="3352680"/>
              <a:ext cx="198360" cy="395640"/>
            </a:xfrm>
            <a:prstGeom prst="rightArrow">
              <a:avLst>
                <a:gd name="adj1" fmla="val 50000"/>
                <a:gd name="adj2" fmla="val 62505"/>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3" name="Rectangle 64"/>
            <p:cNvSpPr/>
            <p:nvPr/>
          </p:nvSpPr>
          <p:spPr>
            <a:xfrm>
              <a:off x="6815880" y="3029040"/>
              <a:ext cx="183240" cy="388800"/>
            </a:xfrm>
            <a:prstGeom prst="rect">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4" name="AutoShape 65"/>
            <p:cNvSpPr/>
            <p:nvPr/>
          </p:nvSpPr>
          <p:spPr>
            <a:xfrm flipH="1" rot="16200000">
              <a:off x="7250760" y="3353400"/>
              <a:ext cx="198360" cy="393840"/>
            </a:xfrm>
            <a:prstGeom prst="rightArrow">
              <a:avLst>
                <a:gd name="adj1" fmla="val 50000"/>
                <a:gd name="adj2" fmla="val 62505"/>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5" name="Rectangle 66"/>
            <p:cNvSpPr/>
            <p:nvPr/>
          </p:nvSpPr>
          <p:spPr>
            <a:xfrm>
              <a:off x="7257240" y="3029040"/>
              <a:ext cx="184320" cy="388800"/>
            </a:xfrm>
            <a:prstGeom prst="rect">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6" name="AutoShape 67"/>
            <p:cNvSpPr/>
            <p:nvPr/>
          </p:nvSpPr>
          <p:spPr>
            <a:xfrm flipH="1" rot="16200000">
              <a:off x="7029000" y="4001760"/>
              <a:ext cx="198360" cy="392760"/>
            </a:xfrm>
            <a:prstGeom prst="rightArrow">
              <a:avLst>
                <a:gd name="adj1" fmla="val 50000"/>
                <a:gd name="adj2" fmla="val 62505"/>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27" name="Rectangle 68"/>
            <p:cNvSpPr/>
            <p:nvPr/>
          </p:nvSpPr>
          <p:spPr>
            <a:xfrm>
              <a:off x="7036920" y="3676680"/>
              <a:ext cx="184680" cy="388800"/>
            </a:xfrm>
            <a:prstGeom prst="rect">
              <a:avLst/>
            </a:prstGeom>
            <a:solidFill>
              <a:srgbClr val="003399"/>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28"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729"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F190AA0-10E1-4105-8038-3BDBDE34CEE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730"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Cube 3D-semi</a:t>
            </a:r>
            <a:endParaRPr b="1" lang="en-US" sz="1600" spc="-1" strike="noStrike">
              <a:solidFill>
                <a:srgbClr val="000000"/>
              </a:solidFill>
              <a:latin typeface="Arial"/>
            </a:endParaRPr>
          </a:p>
        </p:txBody>
      </p:sp>
      <p:grpSp>
        <p:nvGrpSpPr>
          <p:cNvPr id="8731" name="Group 3"/>
          <p:cNvGrpSpPr/>
          <p:nvPr/>
        </p:nvGrpSpPr>
        <p:grpSpPr>
          <a:xfrm>
            <a:off x="4745160" y="4187880"/>
            <a:ext cx="1744200" cy="1904760"/>
            <a:chOff x="4745160" y="4187880"/>
            <a:chExt cx="1744200" cy="1904760"/>
          </a:xfrm>
        </p:grpSpPr>
        <p:sp>
          <p:nvSpPr>
            <p:cNvPr id="8732" name="Freeform 4"/>
            <p:cNvSpPr/>
            <p:nvPr/>
          </p:nvSpPr>
          <p:spPr>
            <a:xfrm>
              <a:off x="4745160" y="5619600"/>
              <a:ext cx="1742760" cy="4730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3" name="Rectangle 5"/>
            <p:cNvSpPr/>
            <p:nvPr/>
          </p:nvSpPr>
          <p:spPr>
            <a:xfrm>
              <a:off x="5211360" y="4187880"/>
              <a:ext cx="1278000" cy="14317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4" name="Freeform 6"/>
            <p:cNvSpPr/>
            <p:nvPr/>
          </p:nvSpPr>
          <p:spPr>
            <a:xfrm>
              <a:off x="4749480" y="4187880"/>
              <a:ext cx="466200" cy="1904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5" name="Line 7"/>
            <p:cNvSpPr/>
            <p:nvPr/>
          </p:nvSpPr>
          <p:spPr>
            <a:xfrm>
              <a:off x="5211360" y="5619600"/>
              <a:ext cx="1276200" cy="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6" name="Rectangle 8"/>
            <p:cNvSpPr/>
            <p:nvPr/>
          </p:nvSpPr>
          <p:spPr>
            <a:xfrm>
              <a:off x="4749480" y="4660920"/>
              <a:ext cx="1278000" cy="143172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7" name="Line 9"/>
            <p:cNvSpPr/>
            <p:nvPr/>
          </p:nvSpPr>
          <p:spPr>
            <a:xfrm>
              <a:off x="5211360" y="4187880"/>
              <a:ext cx="0" cy="143172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8" name="Line 10"/>
            <p:cNvSpPr/>
            <p:nvPr/>
          </p:nvSpPr>
          <p:spPr>
            <a:xfrm flipV="1">
              <a:off x="4745160" y="5619600"/>
              <a:ext cx="466200" cy="47304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39" name="Freeform 11"/>
            <p:cNvSpPr/>
            <p:nvPr/>
          </p:nvSpPr>
          <p:spPr>
            <a:xfrm>
              <a:off x="6021720" y="4187880"/>
              <a:ext cx="465840" cy="190476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0" name="Freeform 12"/>
            <p:cNvSpPr/>
            <p:nvPr/>
          </p:nvSpPr>
          <p:spPr>
            <a:xfrm>
              <a:off x="4745160" y="4187880"/>
              <a:ext cx="1742760" cy="47304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41" name="Group 13"/>
          <p:cNvGrpSpPr/>
          <p:nvPr/>
        </p:nvGrpSpPr>
        <p:grpSpPr>
          <a:xfrm>
            <a:off x="650880" y="4187880"/>
            <a:ext cx="1744200" cy="1905120"/>
            <a:chOff x="650880" y="4187880"/>
            <a:chExt cx="1744200" cy="1905120"/>
          </a:xfrm>
        </p:grpSpPr>
        <p:sp>
          <p:nvSpPr>
            <p:cNvPr id="8742" name="Freeform 14"/>
            <p:cNvSpPr/>
            <p:nvPr/>
          </p:nvSpPr>
          <p:spPr>
            <a:xfrm>
              <a:off x="650880" y="5619960"/>
              <a:ext cx="174312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3" name="Rectangle 15"/>
            <p:cNvSpPr/>
            <p:nvPr/>
          </p:nvSpPr>
          <p:spPr>
            <a:xfrm>
              <a:off x="1116720" y="4187880"/>
              <a:ext cx="1278360" cy="1432080"/>
            </a:xfrm>
            <a:prstGeom prst="rect">
              <a:avLst/>
            </a:prstGeom>
            <a:solidFill>
              <a:srgbClr val="003399"/>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4" name="Freeform 16"/>
            <p:cNvSpPr/>
            <p:nvPr/>
          </p:nvSpPr>
          <p:spPr>
            <a:xfrm>
              <a:off x="654840" y="4187880"/>
              <a:ext cx="465840" cy="1905120"/>
            </a:xfrm>
            <a:prstGeom prst="pie">
              <a:avLst/>
            </a:prstGeom>
            <a:solidFill>
              <a:srgbClr val="4066b2"/>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5" name="Line 17"/>
            <p:cNvSpPr/>
            <p:nvPr/>
          </p:nvSpPr>
          <p:spPr>
            <a:xfrm>
              <a:off x="1116720" y="5619960"/>
              <a:ext cx="127692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6" name="Rectangle 18"/>
            <p:cNvSpPr/>
            <p:nvPr/>
          </p:nvSpPr>
          <p:spPr>
            <a:xfrm>
              <a:off x="654840" y="4660920"/>
              <a:ext cx="1278720" cy="143208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7" name="Line 19"/>
            <p:cNvSpPr/>
            <p:nvPr/>
          </p:nvSpPr>
          <p:spPr>
            <a:xfrm>
              <a:off x="1116720" y="4187880"/>
              <a:ext cx="0" cy="143208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8" name="Line 20"/>
            <p:cNvSpPr/>
            <p:nvPr/>
          </p:nvSpPr>
          <p:spPr>
            <a:xfrm flipV="1">
              <a:off x="650880" y="5619960"/>
              <a:ext cx="465840" cy="4730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49" name="Freeform 21"/>
            <p:cNvSpPr/>
            <p:nvPr/>
          </p:nvSpPr>
          <p:spPr>
            <a:xfrm>
              <a:off x="1927800" y="4187880"/>
              <a:ext cx="465840" cy="1905120"/>
            </a:xfrm>
            <a:prstGeom prst="pie">
              <a:avLst/>
            </a:prstGeom>
            <a:solidFill>
              <a:srgbClr val="4066b2"/>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0" name="Freeform 22"/>
            <p:cNvSpPr/>
            <p:nvPr/>
          </p:nvSpPr>
          <p:spPr>
            <a:xfrm>
              <a:off x="650880" y="4187880"/>
              <a:ext cx="174312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51" name="Group 23"/>
          <p:cNvGrpSpPr/>
          <p:nvPr/>
        </p:nvGrpSpPr>
        <p:grpSpPr>
          <a:xfrm>
            <a:off x="2617560" y="4187880"/>
            <a:ext cx="1743120" cy="1905120"/>
            <a:chOff x="2617560" y="4187880"/>
            <a:chExt cx="1743120" cy="1905120"/>
          </a:xfrm>
        </p:grpSpPr>
        <p:sp>
          <p:nvSpPr>
            <p:cNvPr id="8752" name="Freeform 24"/>
            <p:cNvSpPr/>
            <p:nvPr/>
          </p:nvSpPr>
          <p:spPr>
            <a:xfrm flipH="1">
              <a:off x="2619000" y="5619960"/>
              <a:ext cx="174168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3" name="Rectangle 25"/>
            <p:cNvSpPr/>
            <p:nvPr/>
          </p:nvSpPr>
          <p:spPr>
            <a:xfrm flipH="1">
              <a:off x="2617200" y="4187880"/>
              <a:ext cx="1276920" cy="1432080"/>
            </a:xfrm>
            <a:prstGeom prst="rect">
              <a:avLst/>
            </a:prstGeom>
            <a:solidFill>
              <a:srgbClr val="003399"/>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4" name="Freeform 26"/>
            <p:cNvSpPr/>
            <p:nvPr/>
          </p:nvSpPr>
          <p:spPr>
            <a:xfrm flipH="1">
              <a:off x="3889800" y="4187880"/>
              <a:ext cx="465480" cy="1905120"/>
            </a:xfrm>
            <a:prstGeom prst="pie">
              <a:avLst/>
            </a:prstGeom>
            <a:solidFill>
              <a:srgbClr val="4066b2"/>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5" name="Line 27"/>
            <p:cNvSpPr/>
            <p:nvPr/>
          </p:nvSpPr>
          <p:spPr>
            <a:xfrm flipH="1">
              <a:off x="2618640" y="5619960"/>
              <a:ext cx="12754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6" name="Rectangle 28"/>
            <p:cNvSpPr/>
            <p:nvPr/>
          </p:nvSpPr>
          <p:spPr>
            <a:xfrm flipH="1">
              <a:off x="3078360" y="4660920"/>
              <a:ext cx="1276920" cy="143208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7" name="Line 29"/>
            <p:cNvSpPr/>
            <p:nvPr/>
          </p:nvSpPr>
          <p:spPr>
            <a:xfrm>
              <a:off x="3894840" y="4187880"/>
              <a:ext cx="0" cy="143208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8" name="Line 30"/>
            <p:cNvSpPr/>
            <p:nvPr/>
          </p:nvSpPr>
          <p:spPr>
            <a:xfrm flipH="1" flipV="1">
              <a:off x="3894840" y="5619960"/>
              <a:ext cx="465840" cy="4730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59" name="Freeform 31"/>
            <p:cNvSpPr/>
            <p:nvPr/>
          </p:nvSpPr>
          <p:spPr>
            <a:xfrm flipH="1">
              <a:off x="2619000" y="4187880"/>
              <a:ext cx="465840" cy="1905120"/>
            </a:xfrm>
            <a:prstGeom prst="pie">
              <a:avLst/>
            </a:prstGeom>
            <a:solidFill>
              <a:srgbClr val="4066b2"/>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0" name="Freeform 32"/>
            <p:cNvSpPr/>
            <p:nvPr/>
          </p:nvSpPr>
          <p:spPr>
            <a:xfrm flipH="1">
              <a:off x="2619000" y="4187880"/>
              <a:ext cx="174168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61" name="Group 33"/>
          <p:cNvGrpSpPr/>
          <p:nvPr/>
        </p:nvGrpSpPr>
        <p:grpSpPr>
          <a:xfrm>
            <a:off x="650880" y="1871280"/>
            <a:ext cx="1744200" cy="1905120"/>
            <a:chOff x="650880" y="1871280"/>
            <a:chExt cx="1744200" cy="1905120"/>
          </a:xfrm>
        </p:grpSpPr>
        <p:sp>
          <p:nvSpPr>
            <p:cNvPr id="8762" name="Freeform 34"/>
            <p:cNvSpPr/>
            <p:nvPr/>
          </p:nvSpPr>
          <p:spPr>
            <a:xfrm flipV="1">
              <a:off x="650880" y="1871640"/>
              <a:ext cx="1743120" cy="473040"/>
            </a:xfrm>
            <a:prstGeom prst="pi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3" name="Rectangle 35"/>
            <p:cNvSpPr/>
            <p:nvPr/>
          </p:nvSpPr>
          <p:spPr>
            <a:xfrm flipV="1">
              <a:off x="1116720" y="2343960"/>
              <a:ext cx="1278360" cy="1431720"/>
            </a:xfrm>
            <a:prstGeom prst="rect">
              <a:avLst/>
            </a:prstGeom>
            <a:solidFill>
              <a:srgbClr val="003399"/>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4" name="Freeform 36"/>
            <p:cNvSpPr/>
            <p:nvPr/>
          </p:nvSpPr>
          <p:spPr>
            <a:xfrm flipV="1">
              <a:off x="654840" y="1870920"/>
              <a:ext cx="465840" cy="1904760"/>
            </a:xfrm>
            <a:prstGeom prst="pie">
              <a:avLst/>
            </a:prstGeom>
            <a:solidFill>
              <a:srgbClr val="4066b2"/>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5" name="Line 37"/>
            <p:cNvSpPr/>
            <p:nvPr/>
          </p:nvSpPr>
          <p:spPr>
            <a:xfrm>
              <a:off x="1116720" y="2344680"/>
              <a:ext cx="127692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6" name="Rectangle 38"/>
            <p:cNvSpPr/>
            <p:nvPr/>
          </p:nvSpPr>
          <p:spPr>
            <a:xfrm flipV="1">
              <a:off x="654840" y="1870920"/>
              <a:ext cx="1278720" cy="143172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7" name="Line 39"/>
            <p:cNvSpPr/>
            <p:nvPr/>
          </p:nvSpPr>
          <p:spPr>
            <a:xfrm flipV="1">
              <a:off x="1116720" y="2344320"/>
              <a:ext cx="0" cy="143172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8" name="Line 40"/>
            <p:cNvSpPr/>
            <p:nvPr/>
          </p:nvSpPr>
          <p:spPr>
            <a:xfrm>
              <a:off x="650880" y="1871640"/>
              <a:ext cx="465840" cy="4730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69" name="Freeform 41"/>
            <p:cNvSpPr/>
            <p:nvPr/>
          </p:nvSpPr>
          <p:spPr>
            <a:xfrm flipV="1">
              <a:off x="1927800" y="1870920"/>
              <a:ext cx="465840" cy="1904760"/>
            </a:xfrm>
            <a:prstGeom prst="pie">
              <a:avLst/>
            </a:prstGeom>
            <a:solidFill>
              <a:srgbClr val="4066b2"/>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0" name="Freeform 42"/>
            <p:cNvSpPr/>
            <p:nvPr/>
          </p:nvSpPr>
          <p:spPr>
            <a:xfrm flipV="1">
              <a:off x="650880" y="3303360"/>
              <a:ext cx="174312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71" name="Group 43"/>
          <p:cNvGrpSpPr/>
          <p:nvPr/>
        </p:nvGrpSpPr>
        <p:grpSpPr>
          <a:xfrm>
            <a:off x="2617560" y="1871280"/>
            <a:ext cx="1743120" cy="1905120"/>
            <a:chOff x="2617560" y="1871280"/>
            <a:chExt cx="1743120" cy="1905120"/>
          </a:xfrm>
        </p:grpSpPr>
        <p:sp>
          <p:nvSpPr>
            <p:cNvPr id="8772" name="Freeform 44"/>
            <p:cNvSpPr/>
            <p:nvPr/>
          </p:nvSpPr>
          <p:spPr>
            <a:xfrm flipH="1" flipV="1">
              <a:off x="2619000" y="1871640"/>
              <a:ext cx="174168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3" name="Rectangle 45"/>
            <p:cNvSpPr/>
            <p:nvPr/>
          </p:nvSpPr>
          <p:spPr>
            <a:xfrm flipH="1" flipV="1">
              <a:off x="2617200" y="2343960"/>
              <a:ext cx="1276920" cy="1431720"/>
            </a:xfrm>
            <a:prstGeom prst="rect">
              <a:avLst/>
            </a:prstGeom>
            <a:solidFill>
              <a:srgbClr val="003399"/>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4" name="Freeform 46"/>
            <p:cNvSpPr/>
            <p:nvPr/>
          </p:nvSpPr>
          <p:spPr>
            <a:xfrm flipH="1" flipV="1">
              <a:off x="3889800" y="1870920"/>
              <a:ext cx="465480" cy="1904760"/>
            </a:xfrm>
            <a:prstGeom prst="pie">
              <a:avLst/>
            </a:prstGeom>
            <a:solidFill>
              <a:srgbClr val="4066b2"/>
            </a:solidFill>
            <a:ln w="0">
              <a:noFill/>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5" name="Line 47"/>
            <p:cNvSpPr/>
            <p:nvPr/>
          </p:nvSpPr>
          <p:spPr>
            <a:xfrm flipH="1">
              <a:off x="2618640" y="2344680"/>
              <a:ext cx="127548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6" name="Rectangle 48"/>
            <p:cNvSpPr/>
            <p:nvPr/>
          </p:nvSpPr>
          <p:spPr>
            <a:xfrm flipH="1" flipV="1">
              <a:off x="3078360" y="1870920"/>
              <a:ext cx="1276920" cy="143172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7" name="Line 49"/>
            <p:cNvSpPr/>
            <p:nvPr/>
          </p:nvSpPr>
          <p:spPr>
            <a:xfrm flipV="1">
              <a:off x="3894840" y="2344320"/>
              <a:ext cx="0" cy="143172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8" name="Line 50"/>
            <p:cNvSpPr/>
            <p:nvPr/>
          </p:nvSpPr>
          <p:spPr>
            <a:xfrm flipH="1">
              <a:off x="3894840" y="1871640"/>
              <a:ext cx="465840" cy="4730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79" name="Freeform 51"/>
            <p:cNvSpPr/>
            <p:nvPr/>
          </p:nvSpPr>
          <p:spPr>
            <a:xfrm flipH="1" flipV="1">
              <a:off x="2619000" y="1870920"/>
              <a:ext cx="465840" cy="1904760"/>
            </a:xfrm>
            <a:prstGeom prst="pie">
              <a:avLst/>
            </a:prstGeom>
            <a:solidFill>
              <a:srgbClr val="4066b2"/>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0" name="Freeform 52"/>
            <p:cNvSpPr/>
            <p:nvPr/>
          </p:nvSpPr>
          <p:spPr>
            <a:xfrm flipH="1" flipV="1">
              <a:off x="2619000" y="3303360"/>
              <a:ext cx="1741680" cy="473040"/>
            </a:xfrm>
            <a:prstGeom prst="pie">
              <a:avLst/>
            </a:prstGeom>
            <a:solidFill>
              <a:srgbClr val="8099cc"/>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81" name="Group 53"/>
          <p:cNvGrpSpPr/>
          <p:nvPr/>
        </p:nvGrpSpPr>
        <p:grpSpPr>
          <a:xfrm>
            <a:off x="6682320" y="4187880"/>
            <a:ext cx="1745640" cy="1904760"/>
            <a:chOff x="6682320" y="4187880"/>
            <a:chExt cx="1745640" cy="1904760"/>
          </a:xfrm>
        </p:grpSpPr>
        <p:sp>
          <p:nvSpPr>
            <p:cNvPr id="8782" name="Freeform 54"/>
            <p:cNvSpPr/>
            <p:nvPr/>
          </p:nvSpPr>
          <p:spPr>
            <a:xfrm flipH="1">
              <a:off x="6683400" y="5619600"/>
              <a:ext cx="1744200" cy="4730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3" name="Rectangle 55"/>
            <p:cNvSpPr/>
            <p:nvPr/>
          </p:nvSpPr>
          <p:spPr>
            <a:xfrm flipH="1">
              <a:off x="6681960" y="4187880"/>
              <a:ext cx="1279080" cy="14317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4" name="Freeform 56"/>
            <p:cNvSpPr/>
            <p:nvPr/>
          </p:nvSpPr>
          <p:spPr>
            <a:xfrm flipH="1">
              <a:off x="7956720" y="4187880"/>
              <a:ext cx="466560" cy="1904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5" name="Line 57"/>
            <p:cNvSpPr/>
            <p:nvPr/>
          </p:nvSpPr>
          <p:spPr>
            <a:xfrm flipH="1">
              <a:off x="6684120" y="5619600"/>
              <a:ext cx="1277280" cy="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6" name="Rectangle 58"/>
            <p:cNvSpPr/>
            <p:nvPr/>
          </p:nvSpPr>
          <p:spPr>
            <a:xfrm flipH="1">
              <a:off x="7144560" y="4660920"/>
              <a:ext cx="1278720" cy="143172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7" name="Line 59"/>
            <p:cNvSpPr/>
            <p:nvPr/>
          </p:nvSpPr>
          <p:spPr>
            <a:xfrm>
              <a:off x="7961400" y="4187880"/>
              <a:ext cx="0" cy="143172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8" name="Line 60"/>
            <p:cNvSpPr/>
            <p:nvPr/>
          </p:nvSpPr>
          <p:spPr>
            <a:xfrm flipH="1" flipV="1">
              <a:off x="7961400" y="5619600"/>
              <a:ext cx="466560" cy="47304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89" name="Freeform 61"/>
            <p:cNvSpPr/>
            <p:nvPr/>
          </p:nvSpPr>
          <p:spPr>
            <a:xfrm flipH="1">
              <a:off x="6684120" y="4187880"/>
              <a:ext cx="466560" cy="190476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0" name="Freeform 62"/>
            <p:cNvSpPr/>
            <p:nvPr/>
          </p:nvSpPr>
          <p:spPr>
            <a:xfrm flipH="1">
              <a:off x="6683400" y="4187880"/>
              <a:ext cx="1744200" cy="47304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791" name="Group 63"/>
          <p:cNvGrpSpPr/>
          <p:nvPr/>
        </p:nvGrpSpPr>
        <p:grpSpPr>
          <a:xfrm>
            <a:off x="4745160" y="1872000"/>
            <a:ext cx="1744200" cy="1904760"/>
            <a:chOff x="4745160" y="1872000"/>
            <a:chExt cx="1744200" cy="1904760"/>
          </a:xfrm>
        </p:grpSpPr>
        <p:sp>
          <p:nvSpPr>
            <p:cNvPr id="8792" name="Freeform 64"/>
            <p:cNvSpPr/>
            <p:nvPr/>
          </p:nvSpPr>
          <p:spPr>
            <a:xfrm flipV="1">
              <a:off x="4745160" y="1872000"/>
              <a:ext cx="1742760" cy="4730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3" name="Rectangle 65"/>
            <p:cNvSpPr/>
            <p:nvPr/>
          </p:nvSpPr>
          <p:spPr>
            <a:xfrm flipV="1">
              <a:off x="5211360" y="2344680"/>
              <a:ext cx="1278000" cy="14317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4" name="Freeform 66"/>
            <p:cNvSpPr/>
            <p:nvPr/>
          </p:nvSpPr>
          <p:spPr>
            <a:xfrm flipV="1">
              <a:off x="4749840" y="1871640"/>
              <a:ext cx="466200" cy="1904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5" name="Line 67"/>
            <p:cNvSpPr/>
            <p:nvPr/>
          </p:nvSpPr>
          <p:spPr>
            <a:xfrm>
              <a:off x="5211360" y="2345040"/>
              <a:ext cx="1276200" cy="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6" name="Rectangle 68"/>
            <p:cNvSpPr/>
            <p:nvPr/>
          </p:nvSpPr>
          <p:spPr>
            <a:xfrm flipV="1">
              <a:off x="4749840" y="1871640"/>
              <a:ext cx="1277640" cy="143172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7" name="Line 69"/>
            <p:cNvSpPr/>
            <p:nvPr/>
          </p:nvSpPr>
          <p:spPr>
            <a:xfrm flipV="1">
              <a:off x="5211360" y="2345040"/>
              <a:ext cx="0" cy="143172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8" name="Line 70"/>
            <p:cNvSpPr/>
            <p:nvPr/>
          </p:nvSpPr>
          <p:spPr>
            <a:xfrm>
              <a:off x="4745160" y="1872000"/>
              <a:ext cx="466200" cy="47304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799" name="Freeform 71"/>
            <p:cNvSpPr/>
            <p:nvPr/>
          </p:nvSpPr>
          <p:spPr>
            <a:xfrm flipV="1">
              <a:off x="6021360" y="1871640"/>
              <a:ext cx="466200" cy="190476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0" name="Freeform 72"/>
            <p:cNvSpPr/>
            <p:nvPr/>
          </p:nvSpPr>
          <p:spPr>
            <a:xfrm flipV="1">
              <a:off x="4745160" y="3303720"/>
              <a:ext cx="1742760" cy="47304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8801" name="Group 73"/>
          <p:cNvGrpSpPr/>
          <p:nvPr/>
        </p:nvGrpSpPr>
        <p:grpSpPr>
          <a:xfrm>
            <a:off x="6682320" y="1872000"/>
            <a:ext cx="1745640" cy="1904760"/>
            <a:chOff x="6682320" y="1872000"/>
            <a:chExt cx="1745640" cy="1904760"/>
          </a:xfrm>
        </p:grpSpPr>
        <p:sp>
          <p:nvSpPr>
            <p:cNvPr id="8802" name="Freeform 74"/>
            <p:cNvSpPr/>
            <p:nvPr/>
          </p:nvSpPr>
          <p:spPr>
            <a:xfrm flipH="1" flipV="1">
              <a:off x="6683400" y="1872000"/>
              <a:ext cx="1744200" cy="47304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3" name="Rectangle 75"/>
            <p:cNvSpPr/>
            <p:nvPr/>
          </p:nvSpPr>
          <p:spPr>
            <a:xfrm flipH="1" flipV="1">
              <a:off x="6681960" y="2344680"/>
              <a:ext cx="1279080" cy="143172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4" name="Freeform 76"/>
            <p:cNvSpPr/>
            <p:nvPr/>
          </p:nvSpPr>
          <p:spPr>
            <a:xfrm flipH="1" flipV="1">
              <a:off x="7956720" y="1871640"/>
              <a:ext cx="466560" cy="1904760"/>
            </a:xfrm>
            <a:prstGeom prst="pie">
              <a:avLst/>
            </a:prstGeom>
            <a:solidFill>
              <a:srgbClr val="ffffff"/>
            </a:solid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5" name="Line 77"/>
            <p:cNvSpPr/>
            <p:nvPr/>
          </p:nvSpPr>
          <p:spPr>
            <a:xfrm flipH="1">
              <a:off x="6684120" y="2345040"/>
              <a:ext cx="1277280" cy="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6" name="Rectangle 78"/>
            <p:cNvSpPr/>
            <p:nvPr/>
          </p:nvSpPr>
          <p:spPr>
            <a:xfrm flipH="1" flipV="1">
              <a:off x="7144560" y="1871640"/>
              <a:ext cx="1278720" cy="1431720"/>
            </a:xfrm>
            <a:prstGeom prst="rect">
              <a:avLst/>
            </a:prstGeom>
            <a:no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7" name="Line 79"/>
            <p:cNvSpPr/>
            <p:nvPr/>
          </p:nvSpPr>
          <p:spPr>
            <a:xfrm flipV="1">
              <a:off x="7961400" y="2345040"/>
              <a:ext cx="0" cy="143172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8" name="Line 80"/>
            <p:cNvSpPr/>
            <p:nvPr/>
          </p:nvSpPr>
          <p:spPr>
            <a:xfrm flipH="1">
              <a:off x="7961400" y="1872000"/>
              <a:ext cx="466560" cy="473040"/>
            </a:xfrm>
            <a:prstGeom prst="line">
              <a:avLst/>
            </a:prstGeom>
            <a:ln w="12600">
              <a:solidFill>
                <a:srgbClr val="003399"/>
              </a:solidFill>
              <a:prstDash val="dash"/>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09" name="Freeform 81"/>
            <p:cNvSpPr/>
            <p:nvPr/>
          </p:nvSpPr>
          <p:spPr>
            <a:xfrm flipH="1" flipV="1">
              <a:off x="6684120" y="1871640"/>
              <a:ext cx="466560" cy="190476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10" name="Freeform 82"/>
            <p:cNvSpPr/>
            <p:nvPr/>
          </p:nvSpPr>
          <p:spPr>
            <a:xfrm flipH="1" flipV="1">
              <a:off x="6683400" y="3303720"/>
              <a:ext cx="1744200" cy="473040"/>
            </a:xfrm>
            <a:prstGeom prst="pie">
              <a:avLst/>
            </a:prstGeom>
            <a:noFill/>
            <a:ln w="12600">
              <a:solidFill>
                <a:srgbClr val="003399"/>
              </a:solidFill>
              <a:round/>
            </a:ln>
          </p:spPr>
          <p:style>
            <a:lnRef idx="0"/>
            <a:fillRef idx="0"/>
            <a:effectRef idx="0"/>
            <a:fontRef idx="minor"/>
          </p:style>
          <p:txBody>
            <a:bodyPr wrap="none"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1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81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4CE36A-1043-47ED-8D2A-A4932C3B554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81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Other - Building blocks</a:t>
            </a:r>
            <a:endParaRPr b="1" lang="en-US" sz="1600" spc="-1" strike="noStrike">
              <a:solidFill>
                <a:srgbClr val="000000"/>
              </a:solidFill>
              <a:latin typeface="Arial"/>
            </a:endParaRPr>
          </a:p>
        </p:txBody>
      </p:sp>
      <p:grpSp>
        <p:nvGrpSpPr>
          <p:cNvPr id="8814" name="Group 28"/>
          <p:cNvGrpSpPr/>
          <p:nvPr/>
        </p:nvGrpSpPr>
        <p:grpSpPr>
          <a:xfrm>
            <a:off x="905040" y="1538280"/>
            <a:ext cx="7142040" cy="4768920"/>
            <a:chOff x="905040" y="1538280"/>
            <a:chExt cx="7142040" cy="4768920"/>
          </a:xfrm>
        </p:grpSpPr>
        <p:sp>
          <p:nvSpPr>
            <p:cNvPr id="8815" name="AutoShape 3"/>
            <p:cNvSpPr/>
            <p:nvPr/>
          </p:nvSpPr>
          <p:spPr>
            <a:xfrm>
              <a:off x="3525840" y="2544840"/>
              <a:ext cx="11955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16" name="AutoShape 4"/>
            <p:cNvSpPr/>
            <p:nvPr/>
          </p:nvSpPr>
          <p:spPr>
            <a:xfrm>
              <a:off x="5910120" y="2036880"/>
              <a:ext cx="11955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17" name="AutoShape 5"/>
            <p:cNvSpPr/>
            <p:nvPr/>
          </p:nvSpPr>
          <p:spPr>
            <a:xfrm>
              <a:off x="3281400" y="3552840"/>
              <a:ext cx="119520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18" name="AutoShape 6"/>
            <p:cNvSpPr/>
            <p:nvPr/>
          </p:nvSpPr>
          <p:spPr>
            <a:xfrm>
              <a:off x="4470480" y="3295800"/>
              <a:ext cx="119520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19" name="AutoShape 7"/>
            <p:cNvSpPr/>
            <p:nvPr/>
          </p:nvSpPr>
          <p:spPr>
            <a:xfrm>
              <a:off x="3770280" y="1538280"/>
              <a:ext cx="11937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0" name="AutoShape 8"/>
            <p:cNvSpPr/>
            <p:nvPr/>
          </p:nvSpPr>
          <p:spPr>
            <a:xfrm>
              <a:off x="2581200" y="1784520"/>
              <a:ext cx="119700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1" name="AutoShape 9"/>
            <p:cNvSpPr/>
            <p:nvPr/>
          </p:nvSpPr>
          <p:spPr>
            <a:xfrm>
              <a:off x="3968640" y="5302080"/>
              <a:ext cx="1195560" cy="100512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2" name="AutoShape 10"/>
            <p:cNvSpPr/>
            <p:nvPr/>
          </p:nvSpPr>
          <p:spPr>
            <a:xfrm>
              <a:off x="6851520" y="2800440"/>
              <a:ext cx="11955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3" name="AutoShape 11"/>
            <p:cNvSpPr/>
            <p:nvPr/>
          </p:nvSpPr>
          <p:spPr>
            <a:xfrm>
              <a:off x="2338560" y="2789280"/>
              <a:ext cx="119520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4" name="AutoShape 12"/>
            <p:cNvSpPr/>
            <p:nvPr/>
          </p:nvSpPr>
          <p:spPr>
            <a:xfrm>
              <a:off x="5667480" y="3041640"/>
              <a:ext cx="11937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5" name="AutoShape 14"/>
            <p:cNvSpPr/>
            <p:nvPr/>
          </p:nvSpPr>
          <p:spPr>
            <a:xfrm>
              <a:off x="6591240" y="3805200"/>
              <a:ext cx="11955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6" name="AutoShape 16"/>
            <p:cNvSpPr/>
            <p:nvPr/>
          </p:nvSpPr>
          <p:spPr>
            <a:xfrm>
              <a:off x="4214880" y="4302000"/>
              <a:ext cx="1195200" cy="100512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7" name="AutoShape 18"/>
            <p:cNvSpPr/>
            <p:nvPr/>
          </p:nvSpPr>
          <p:spPr>
            <a:xfrm>
              <a:off x="1160640" y="3024360"/>
              <a:ext cx="119520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8" name="AutoShape 19"/>
            <p:cNvSpPr/>
            <p:nvPr/>
          </p:nvSpPr>
          <p:spPr>
            <a:xfrm>
              <a:off x="3019320" y="4549680"/>
              <a:ext cx="1193760" cy="100512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29" name="AutoShape 20"/>
            <p:cNvSpPr/>
            <p:nvPr/>
          </p:nvSpPr>
          <p:spPr>
            <a:xfrm>
              <a:off x="1414440" y="2019240"/>
              <a:ext cx="1195560" cy="100512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0" name="AutoShape 21"/>
            <p:cNvSpPr/>
            <p:nvPr/>
          </p:nvSpPr>
          <p:spPr>
            <a:xfrm>
              <a:off x="5403960" y="4040280"/>
              <a:ext cx="11937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1" name="AutoShape 22"/>
            <p:cNvSpPr/>
            <p:nvPr/>
          </p:nvSpPr>
          <p:spPr>
            <a:xfrm>
              <a:off x="905040" y="4030560"/>
              <a:ext cx="1196640" cy="100512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2" name="AutoShape 23"/>
            <p:cNvSpPr/>
            <p:nvPr/>
          </p:nvSpPr>
          <p:spPr>
            <a:xfrm>
              <a:off x="2085840" y="3795840"/>
              <a:ext cx="11937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3" name="AutoShape 24"/>
            <p:cNvSpPr/>
            <p:nvPr/>
          </p:nvSpPr>
          <p:spPr>
            <a:xfrm>
              <a:off x="4714920" y="2292480"/>
              <a:ext cx="11937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4" name="AutoShape 25"/>
            <p:cNvSpPr/>
            <p:nvPr/>
          </p:nvSpPr>
          <p:spPr>
            <a:xfrm>
              <a:off x="5157720" y="5038560"/>
              <a:ext cx="1197000" cy="100512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5" name="AutoShape 26"/>
            <p:cNvSpPr/>
            <p:nvPr/>
          </p:nvSpPr>
          <p:spPr>
            <a:xfrm>
              <a:off x="6335640" y="4803840"/>
              <a:ext cx="119556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36" name="AutoShape 27"/>
            <p:cNvSpPr/>
            <p:nvPr/>
          </p:nvSpPr>
          <p:spPr>
            <a:xfrm>
              <a:off x="1832040" y="4803840"/>
              <a:ext cx="1195200" cy="1004760"/>
            </a:xfrm>
            <a:prstGeom prst="cube">
              <a:avLst>
                <a:gd name="adj" fmla="val 25000"/>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83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1AECB32-5E68-4342-BDF1-A4ADB7763D5D}"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83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ＭＳ Ｐゴシック"/>
                <a:ea typeface="ＭＳ Ｐゴシック"/>
              </a:rPr>
              <a:t>Other - Spectrum</a:t>
            </a:r>
            <a:endParaRPr b="1" lang="en-US" sz="1600" spc="-1" strike="noStrike">
              <a:solidFill>
                <a:srgbClr val="000000"/>
              </a:solidFill>
              <a:latin typeface="Arial"/>
            </a:endParaRPr>
          </a:p>
        </p:txBody>
      </p:sp>
      <p:sp>
        <p:nvSpPr>
          <p:cNvPr id="8840" name="Oval 3"/>
          <p:cNvSpPr/>
          <p:nvPr/>
        </p:nvSpPr>
        <p:spPr>
          <a:xfrm>
            <a:off x="627120" y="2970360"/>
            <a:ext cx="1135080" cy="130464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1" name="Oval 4"/>
          <p:cNvSpPr/>
          <p:nvPr/>
        </p:nvSpPr>
        <p:spPr>
          <a:xfrm>
            <a:off x="1571760" y="2986200"/>
            <a:ext cx="1135080" cy="130320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2" name="Oval 5"/>
          <p:cNvSpPr/>
          <p:nvPr/>
        </p:nvSpPr>
        <p:spPr>
          <a:xfrm>
            <a:off x="2449440" y="2371680"/>
            <a:ext cx="1136880" cy="130500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3" name="Oval 6"/>
          <p:cNvSpPr/>
          <p:nvPr/>
        </p:nvSpPr>
        <p:spPr>
          <a:xfrm>
            <a:off x="2502000" y="3495600"/>
            <a:ext cx="1135080" cy="130500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4" name="Oval 7"/>
          <p:cNvSpPr/>
          <p:nvPr/>
        </p:nvSpPr>
        <p:spPr>
          <a:xfrm>
            <a:off x="3403440" y="2664000"/>
            <a:ext cx="1710000" cy="196200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5" name="Oval 8"/>
          <p:cNvSpPr/>
          <p:nvPr/>
        </p:nvSpPr>
        <p:spPr>
          <a:xfrm>
            <a:off x="4921200" y="2565360"/>
            <a:ext cx="1708200" cy="196056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6" name="Oval 9"/>
          <p:cNvSpPr/>
          <p:nvPr/>
        </p:nvSpPr>
        <p:spPr>
          <a:xfrm>
            <a:off x="6410160" y="2610000"/>
            <a:ext cx="1710000" cy="1960560"/>
          </a:xfrm>
          <a:prstGeom prst="ellipse">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ＭＳ Ｐゴシック"/>
              </a:rPr>
              <a:t>.....</a:t>
            </a:r>
            <a:endParaRPr b="1" lang="en-US" sz="1000" spc="-1" strike="noStrike">
              <a:solidFill>
                <a:srgbClr val="000000"/>
              </a:solidFill>
              <a:latin typeface="Arial"/>
            </a:endParaRPr>
          </a:p>
        </p:txBody>
      </p:sp>
      <p:sp>
        <p:nvSpPr>
          <p:cNvPr id="8847" name="Rectangle 10"/>
          <p:cNvSpPr/>
          <p:nvPr/>
        </p:nvSpPr>
        <p:spPr>
          <a:xfrm>
            <a:off x="592200" y="4967280"/>
            <a:ext cx="434880" cy="24516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ＭＳ Ｐゴシック"/>
              </a:rPr>
              <a:t>Low</a:t>
            </a:r>
            <a:endParaRPr b="1" lang="en-US" sz="1000" spc="-1" strike="noStrike">
              <a:solidFill>
                <a:srgbClr val="000000"/>
              </a:solidFill>
              <a:latin typeface="Arial"/>
            </a:endParaRPr>
          </a:p>
        </p:txBody>
      </p:sp>
      <p:sp>
        <p:nvSpPr>
          <p:cNvPr id="8848" name="Rectangle 11"/>
          <p:cNvSpPr/>
          <p:nvPr/>
        </p:nvSpPr>
        <p:spPr>
          <a:xfrm>
            <a:off x="7431480" y="4967280"/>
            <a:ext cx="474480" cy="245160"/>
          </a:xfrm>
          <a:prstGeom prst="rect">
            <a:avLst/>
          </a:prstGeom>
          <a:noFill/>
          <a:ln w="0">
            <a:noFill/>
          </a:ln>
        </p:spPr>
        <p:style>
          <a:lnRef idx="0"/>
          <a:fillRef idx="0"/>
          <a:effectRef idx="0"/>
          <a:fontRef idx="minor"/>
        </p:style>
        <p:txBody>
          <a:bodyPr wrap="none"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ＭＳ Ｐゴシック"/>
              </a:rPr>
              <a:t>High</a:t>
            </a:r>
            <a:endParaRPr b="1" lang="en-US" sz="1000" spc="-1" strike="noStrike">
              <a:solidFill>
                <a:srgbClr val="000000"/>
              </a:solidFill>
              <a:latin typeface="Arial"/>
            </a:endParaRPr>
          </a:p>
        </p:txBody>
      </p:sp>
      <p:sp>
        <p:nvSpPr>
          <p:cNvPr id="8849" name="Line 12"/>
          <p:cNvSpPr/>
          <p:nvPr/>
        </p:nvSpPr>
        <p:spPr>
          <a:xfrm>
            <a:off x="506520" y="3543480"/>
            <a:ext cx="7853400" cy="29880"/>
          </a:xfrm>
          <a:prstGeom prst="line">
            <a:avLst/>
          </a:prstGeom>
          <a:ln w="76320">
            <a:solidFill>
              <a:srgbClr val="003399"/>
            </a:solidFill>
            <a:miter/>
            <a:tailEnd len="lg" type="stealth" w="med"/>
          </a:ln>
        </p:spPr>
        <p:style>
          <a:lnRef idx="0"/>
          <a:fillRef idx="0"/>
          <a:effectRef idx="0"/>
          <a:fontRef idx="minor"/>
        </p:style>
        <p:txBody>
          <a:bodyPr lIns="90000" rIns="90000" tIns="-16920" bIns="-16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85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977BC3B-4102-454E-80FC-DE59CE7C8ADB}"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85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Other - </a:t>
            </a:r>
            <a:r>
              <a:rPr b="1" lang="de-DE" sz="1600" spc="-1" strike="noStrike">
                <a:solidFill>
                  <a:srgbClr val="000000"/>
                </a:solidFill>
                <a:latin typeface="Arial"/>
                <a:ea typeface="ＭＳ Ｐゴシック"/>
              </a:rPr>
              <a:t>Thermometers</a:t>
            </a:r>
            <a:endParaRPr b="1" lang="en-US" sz="1600" spc="-1" strike="noStrike">
              <a:solidFill>
                <a:srgbClr val="000000"/>
              </a:solidFill>
              <a:latin typeface="Arial"/>
            </a:endParaRPr>
          </a:p>
        </p:txBody>
      </p:sp>
      <p:sp>
        <p:nvSpPr>
          <p:cNvPr id="8853" name="Line 3"/>
          <p:cNvSpPr/>
          <p:nvPr/>
        </p:nvSpPr>
        <p:spPr>
          <a:xfrm flipH="1">
            <a:off x="1949040" y="2924280"/>
            <a:ext cx="265320" cy="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54" name="Line 4"/>
          <p:cNvSpPr/>
          <p:nvPr/>
        </p:nvSpPr>
        <p:spPr>
          <a:xfrm flipH="1">
            <a:off x="1949040" y="3444840"/>
            <a:ext cx="265320" cy="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55" name="Line 5"/>
          <p:cNvSpPr/>
          <p:nvPr/>
        </p:nvSpPr>
        <p:spPr>
          <a:xfrm flipH="1">
            <a:off x="1949040" y="3801960"/>
            <a:ext cx="265320" cy="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56" name="Line 6"/>
          <p:cNvSpPr/>
          <p:nvPr/>
        </p:nvSpPr>
        <p:spPr>
          <a:xfrm flipH="1">
            <a:off x="1949040" y="4278240"/>
            <a:ext cx="265320" cy="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57" name="Line 7"/>
          <p:cNvSpPr/>
          <p:nvPr/>
        </p:nvSpPr>
        <p:spPr>
          <a:xfrm>
            <a:off x="2630520" y="4292640"/>
            <a:ext cx="496800" cy="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58" name="Line 8"/>
          <p:cNvSpPr/>
          <p:nvPr/>
        </p:nvSpPr>
        <p:spPr>
          <a:xfrm>
            <a:off x="2630520" y="3672000"/>
            <a:ext cx="496800" cy="0"/>
          </a:xfrm>
          <a:prstGeom prst="line">
            <a:avLst/>
          </a:prstGeom>
          <a:ln w="1260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59" name="Rectangle 9"/>
          <p:cNvSpPr/>
          <p:nvPr/>
        </p:nvSpPr>
        <p:spPr>
          <a:xfrm>
            <a:off x="2236680" y="1886040"/>
            <a:ext cx="325440" cy="3852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0" name="Rectangle 10"/>
          <p:cNvSpPr/>
          <p:nvPr/>
        </p:nvSpPr>
        <p:spPr>
          <a:xfrm>
            <a:off x="2236680" y="3672000"/>
            <a:ext cx="325440" cy="21715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8861" name="Group 11"/>
          <p:cNvGrpSpPr/>
          <p:nvPr/>
        </p:nvGrpSpPr>
        <p:grpSpPr>
          <a:xfrm>
            <a:off x="2236680" y="2340000"/>
            <a:ext cx="325080" cy="2836440"/>
            <a:chOff x="2236680" y="2340000"/>
            <a:chExt cx="325080" cy="2836440"/>
          </a:xfrm>
        </p:grpSpPr>
        <p:sp>
          <p:nvSpPr>
            <p:cNvPr id="8862" name="Line 12"/>
            <p:cNvSpPr/>
            <p:nvPr/>
          </p:nvSpPr>
          <p:spPr>
            <a:xfrm>
              <a:off x="2236680" y="391644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3" name="Line 13"/>
            <p:cNvSpPr/>
            <p:nvPr/>
          </p:nvSpPr>
          <p:spPr>
            <a:xfrm>
              <a:off x="2236680" y="360036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4" name="Line 14"/>
            <p:cNvSpPr/>
            <p:nvPr/>
          </p:nvSpPr>
          <p:spPr>
            <a:xfrm>
              <a:off x="2236680" y="328608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5" name="Line 15"/>
            <p:cNvSpPr/>
            <p:nvPr/>
          </p:nvSpPr>
          <p:spPr>
            <a:xfrm>
              <a:off x="2236680" y="297000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6" name="Line 16"/>
            <p:cNvSpPr/>
            <p:nvPr/>
          </p:nvSpPr>
          <p:spPr>
            <a:xfrm>
              <a:off x="2236680" y="265608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7" name="Line 17"/>
            <p:cNvSpPr/>
            <p:nvPr/>
          </p:nvSpPr>
          <p:spPr>
            <a:xfrm>
              <a:off x="2236680" y="234000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8" name="Line 18"/>
            <p:cNvSpPr/>
            <p:nvPr/>
          </p:nvSpPr>
          <p:spPr>
            <a:xfrm>
              <a:off x="2236680" y="517644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69" name="Line 19"/>
            <p:cNvSpPr/>
            <p:nvPr/>
          </p:nvSpPr>
          <p:spPr>
            <a:xfrm>
              <a:off x="2236680" y="486252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70" name="Line 20"/>
            <p:cNvSpPr/>
            <p:nvPr/>
          </p:nvSpPr>
          <p:spPr>
            <a:xfrm>
              <a:off x="2236680" y="454644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71" name="Line 21"/>
            <p:cNvSpPr/>
            <p:nvPr/>
          </p:nvSpPr>
          <p:spPr>
            <a:xfrm>
              <a:off x="2236680" y="423216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8872" name="Rectangle 22"/>
          <p:cNvSpPr/>
          <p:nvPr/>
        </p:nvSpPr>
        <p:spPr>
          <a:xfrm>
            <a:off x="6486480" y="219852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10</a:t>
            </a:r>
            <a:endParaRPr b="1" lang="en-US" sz="1100" spc="-1" strike="noStrike">
              <a:solidFill>
                <a:srgbClr val="000000"/>
              </a:solidFill>
              <a:latin typeface="Arial"/>
            </a:endParaRPr>
          </a:p>
        </p:txBody>
      </p:sp>
      <p:sp>
        <p:nvSpPr>
          <p:cNvPr id="8873" name="Rectangle 23"/>
          <p:cNvSpPr/>
          <p:nvPr/>
        </p:nvSpPr>
        <p:spPr>
          <a:xfrm>
            <a:off x="6486480" y="251136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9</a:t>
            </a:r>
            <a:endParaRPr b="1" lang="en-US" sz="1100" spc="-1" strike="noStrike">
              <a:solidFill>
                <a:srgbClr val="000000"/>
              </a:solidFill>
              <a:latin typeface="Arial"/>
            </a:endParaRPr>
          </a:p>
        </p:txBody>
      </p:sp>
      <p:sp>
        <p:nvSpPr>
          <p:cNvPr id="8874" name="Rectangle 24"/>
          <p:cNvSpPr/>
          <p:nvPr/>
        </p:nvSpPr>
        <p:spPr>
          <a:xfrm>
            <a:off x="6486480" y="280836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8</a:t>
            </a:r>
            <a:endParaRPr b="1" lang="en-US" sz="1100" spc="-1" strike="noStrike">
              <a:solidFill>
                <a:srgbClr val="000000"/>
              </a:solidFill>
              <a:latin typeface="Arial"/>
            </a:endParaRPr>
          </a:p>
        </p:txBody>
      </p:sp>
      <p:sp>
        <p:nvSpPr>
          <p:cNvPr id="8875" name="Rectangle 25"/>
          <p:cNvSpPr/>
          <p:nvPr/>
        </p:nvSpPr>
        <p:spPr>
          <a:xfrm>
            <a:off x="6486480" y="310680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7</a:t>
            </a:r>
            <a:endParaRPr b="1" lang="en-US" sz="1100" spc="-1" strike="noStrike">
              <a:solidFill>
                <a:srgbClr val="000000"/>
              </a:solidFill>
              <a:latin typeface="Arial"/>
            </a:endParaRPr>
          </a:p>
        </p:txBody>
      </p:sp>
      <p:sp>
        <p:nvSpPr>
          <p:cNvPr id="8876" name="Rectangle 26"/>
          <p:cNvSpPr/>
          <p:nvPr/>
        </p:nvSpPr>
        <p:spPr>
          <a:xfrm>
            <a:off x="6486480" y="343368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6</a:t>
            </a:r>
            <a:endParaRPr b="1" lang="en-US" sz="1100" spc="-1" strike="noStrike">
              <a:solidFill>
                <a:srgbClr val="000000"/>
              </a:solidFill>
              <a:latin typeface="Arial"/>
            </a:endParaRPr>
          </a:p>
        </p:txBody>
      </p:sp>
      <p:sp>
        <p:nvSpPr>
          <p:cNvPr id="8877" name="Rectangle 27"/>
          <p:cNvSpPr/>
          <p:nvPr/>
        </p:nvSpPr>
        <p:spPr>
          <a:xfrm>
            <a:off x="6486480" y="376092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5</a:t>
            </a:r>
            <a:endParaRPr b="1" lang="en-US" sz="1100" spc="-1" strike="noStrike">
              <a:solidFill>
                <a:srgbClr val="000000"/>
              </a:solidFill>
              <a:latin typeface="Arial"/>
            </a:endParaRPr>
          </a:p>
        </p:txBody>
      </p:sp>
      <p:sp>
        <p:nvSpPr>
          <p:cNvPr id="8878" name="Rectangle 28"/>
          <p:cNvSpPr/>
          <p:nvPr/>
        </p:nvSpPr>
        <p:spPr>
          <a:xfrm>
            <a:off x="6486480" y="408780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4</a:t>
            </a:r>
            <a:endParaRPr b="1" lang="en-US" sz="1100" spc="-1" strike="noStrike">
              <a:solidFill>
                <a:srgbClr val="000000"/>
              </a:solidFill>
              <a:latin typeface="Arial"/>
            </a:endParaRPr>
          </a:p>
        </p:txBody>
      </p:sp>
      <p:sp>
        <p:nvSpPr>
          <p:cNvPr id="8879" name="Rectangle 29"/>
          <p:cNvSpPr/>
          <p:nvPr/>
        </p:nvSpPr>
        <p:spPr>
          <a:xfrm>
            <a:off x="6486480" y="441468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3</a:t>
            </a:r>
            <a:endParaRPr b="1" lang="en-US" sz="1100" spc="-1" strike="noStrike">
              <a:solidFill>
                <a:srgbClr val="000000"/>
              </a:solidFill>
              <a:latin typeface="Arial"/>
            </a:endParaRPr>
          </a:p>
        </p:txBody>
      </p:sp>
      <p:sp>
        <p:nvSpPr>
          <p:cNvPr id="8880" name="Rectangle 30"/>
          <p:cNvSpPr/>
          <p:nvPr/>
        </p:nvSpPr>
        <p:spPr>
          <a:xfrm>
            <a:off x="6486480" y="474192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2</a:t>
            </a:r>
            <a:endParaRPr b="1" lang="en-US" sz="1100" spc="-1" strike="noStrike">
              <a:solidFill>
                <a:srgbClr val="000000"/>
              </a:solidFill>
              <a:latin typeface="Arial"/>
            </a:endParaRPr>
          </a:p>
        </p:txBody>
      </p:sp>
      <p:sp>
        <p:nvSpPr>
          <p:cNvPr id="8881" name="Rectangle 31"/>
          <p:cNvSpPr/>
          <p:nvPr/>
        </p:nvSpPr>
        <p:spPr>
          <a:xfrm>
            <a:off x="6486480" y="5068800"/>
            <a:ext cx="743040" cy="15984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1</a:t>
            </a:r>
            <a:endParaRPr b="1" lang="en-US" sz="1100" spc="-1" strike="noStrike">
              <a:solidFill>
                <a:srgbClr val="000000"/>
              </a:solidFill>
              <a:latin typeface="Arial"/>
            </a:endParaRPr>
          </a:p>
        </p:txBody>
      </p:sp>
      <p:sp>
        <p:nvSpPr>
          <p:cNvPr id="8882" name="Rectangle 32"/>
          <p:cNvSpPr/>
          <p:nvPr/>
        </p:nvSpPr>
        <p:spPr>
          <a:xfrm>
            <a:off x="2320920" y="5680080"/>
            <a:ext cx="173160" cy="252360"/>
          </a:xfrm>
          <a:prstGeom prst="rect">
            <a:avLst/>
          </a:prstGeom>
          <a:solidFill>
            <a:srgbClr val="003399"/>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83" name="Rectangle 33"/>
          <p:cNvSpPr/>
          <p:nvPr/>
        </p:nvSpPr>
        <p:spPr>
          <a:xfrm>
            <a:off x="2320920" y="5724360"/>
            <a:ext cx="173160" cy="133560"/>
          </a:xfrm>
          <a:prstGeom prst="rect">
            <a:avLst/>
          </a:prstGeom>
          <a:solidFill>
            <a:srgbClr val="003399"/>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84" name="Oval 34"/>
          <p:cNvSpPr/>
          <p:nvPr/>
        </p:nvSpPr>
        <p:spPr>
          <a:xfrm>
            <a:off x="2133720" y="5560920"/>
            <a:ext cx="530280" cy="46044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85" name="Rectangle 35"/>
          <p:cNvSpPr/>
          <p:nvPr/>
        </p:nvSpPr>
        <p:spPr>
          <a:xfrm>
            <a:off x="2252520" y="5551560"/>
            <a:ext cx="289080" cy="58680"/>
          </a:xfrm>
          <a:prstGeom prst="rect">
            <a:avLst/>
          </a:prstGeom>
          <a:solidFill>
            <a:srgbClr val="8099cc"/>
          </a:solidFill>
          <a:ln w="0">
            <a:noFill/>
          </a:ln>
        </p:spPr>
        <p:style>
          <a:lnRef idx="0"/>
          <a:fillRef idx="0"/>
          <a:effectRef idx="0"/>
          <a:fontRef idx="minor"/>
        </p:style>
        <p:txBody>
          <a:bodyPr wrap="none" lIns="90000" rIns="90000" tIns="11880" bIns="11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86" name="Rectangle 36"/>
          <p:cNvSpPr/>
          <p:nvPr/>
        </p:nvSpPr>
        <p:spPr>
          <a:xfrm>
            <a:off x="2149560" y="5672160"/>
            <a:ext cx="488880" cy="248400"/>
          </a:xfrm>
          <a:prstGeom prst="rect">
            <a:avLst/>
          </a:prstGeom>
          <a:noFill/>
          <a:ln w="0">
            <a:noFill/>
          </a:ln>
        </p:spPr>
        <p:style>
          <a:lnRef idx="0"/>
          <a:fillRef idx="0"/>
          <a:effectRef idx="0"/>
          <a:fontRef idx="minor"/>
        </p:style>
        <p:txBody>
          <a:bodyPr lIns="90360" rIns="90360" tIns="44280" bIns="4428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ffffff"/>
                </a:solidFill>
                <a:latin typeface="Arial"/>
              </a:rPr>
              <a:t>0</a:t>
            </a:r>
            <a:endParaRPr b="1" lang="en-US" sz="1100" spc="-1" strike="noStrike">
              <a:solidFill>
                <a:srgbClr val="000000"/>
              </a:solidFill>
              <a:latin typeface="Arial"/>
            </a:endParaRPr>
          </a:p>
        </p:txBody>
      </p:sp>
      <p:cxnSp>
        <p:nvCxnSpPr>
          <p:cNvPr id="8887" name="AutoShape 37"/>
          <p:cNvCxnSpPr/>
          <p:nvPr/>
        </p:nvCxnSpPr>
        <p:spPr>
          <a:xfrm rot="10800000">
            <a:off x="2890080" y="3845880"/>
            <a:ext cx="500760" cy="141840"/>
          </a:xfrm>
          <a:prstGeom prst="bentConnector3">
            <a:avLst>
              <a:gd name="adj1" fmla="val 49784"/>
            </a:avLst>
          </a:prstGeom>
          <a:ln w="12600">
            <a:solidFill>
              <a:srgbClr val="003399"/>
            </a:solidFill>
            <a:miter/>
            <a:tailEnd len="med" type="triangle" w="med"/>
          </a:ln>
        </p:spPr>
      </p:cxnSp>
      <p:sp>
        <p:nvSpPr>
          <p:cNvPr id="8888" name="Oval 38"/>
          <p:cNvSpPr/>
          <p:nvPr/>
        </p:nvSpPr>
        <p:spPr>
          <a:xfrm>
            <a:off x="2133720" y="1827360"/>
            <a:ext cx="530280" cy="46008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89" name="Rectangle 39"/>
          <p:cNvSpPr/>
          <p:nvPr/>
        </p:nvSpPr>
        <p:spPr>
          <a:xfrm>
            <a:off x="2243160" y="2195640"/>
            <a:ext cx="306360" cy="10296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0" name="Rectangle 40"/>
          <p:cNvSpPr/>
          <p:nvPr/>
        </p:nvSpPr>
        <p:spPr>
          <a:xfrm>
            <a:off x="2149560" y="1909800"/>
            <a:ext cx="490320" cy="248400"/>
          </a:xfrm>
          <a:prstGeom prst="rect">
            <a:avLst/>
          </a:prstGeom>
          <a:noFill/>
          <a:ln w="0">
            <a:noFill/>
          </a:ln>
        </p:spPr>
        <p:style>
          <a:lnRef idx="0"/>
          <a:fillRef idx="0"/>
          <a:effectRef idx="0"/>
          <a:fontRef idx="minor"/>
        </p:style>
        <p:txBody>
          <a:bodyPr lIns="90360" rIns="90360" tIns="44280" bIns="4428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10</a:t>
            </a:r>
            <a:endParaRPr b="1" lang="en-US" sz="1100" spc="-1" strike="noStrike">
              <a:solidFill>
                <a:srgbClr val="000000"/>
              </a:solidFill>
              <a:latin typeface="Arial"/>
            </a:endParaRPr>
          </a:p>
        </p:txBody>
      </p:sp>
      <p:sp>
        <p:nvSpPr>
          <p:cNvPr id="8891" name="Rectangle 41"/>
          <p:cNvSpPr/>
          <p:nvPr/>
        </p:nvSpPr>
        <p:spPr>
          <a:xfrm>
            <a:off x="6066000" y="1886040"/>
            <a:ext cx="325440" cy="3852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2" name="Rectangle 42"/>
          <p:cNvSpPr/>
          <p:nvPr/>
        </p:nvSpPr>
        <p:spPr>
          <a:xfrm>
            <a:off x="6066000" y="3121200"/>
            <a:ext cx="325440" cy="27223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8893" name="Group 43"/>
          <p:cNvGrpSpPr/>
          <p:nvPr/>
        </p:nvGrpSpPr>
        <p:grpSpPr>
          <a:xfrm>
            <a:off x="6066000" y="2340000"/>
            <a:ext cx="325080" cy="2836440"/>
            <a:chOff x="6066000" y="2340000"/>
            <a:chExt cx="325080" cy="2836440"/>
          </a:xfrm>
        </p:grpSpPr>
        <p:sp>
          <p:nvSpPr>
            <p:cNvPr id="8894" name="Line 44"/>
            <p:cNvSpPr/>
            <p:nvPr/>
          </p:nvSpPr>
          <p:spPr>
            <a:xfrm>
              <a:off x="6066000" y="391644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5" name="Line 45"/>
            <p:cNvSpPr/>
            <p:nvPr/>
          </p:nvSpPr>
          <p:spPr>
            <a:xfrm>
              <a:off x="6066000" y="360036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6" name="Line 46"/>
            <p:cNvSpPr/>
            <p:nvPr/>
          </p:nvSpPr>
          <p:spPr>
            <a:xfrm>
              <a:off x="6066000" y="328608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7" name="Line 47"/>
            <p:cNvSpPr/>
            <p:nvPr/>
          </p:nvSpPr>
          <p:spPr>
            <a:xfrm>
              <a:off x="6066000" y="297000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8" name="Line 48"/>
            <p:cNvSpPr/>
            <p:nvPr/>
          </p:nvSpPr>
          <p:spPr>
            <a:xfrm>
              <a:off x="6066000" y="265608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899" name="Line 49"/>
            <p:cNvSpPr/>
            <p:nvPr/>
          </p:nvSpPr>
          <p:spPr>
            <a:xfrm>
              <a:off x="6066000" y="234000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0" name="Line 50"/>
            <p:cNvSpPr/>
            <p:nvPr/>
          </p:nvSpPr>
          <p:spPr>
            <a:xfrm>
              <a:off x="6066000" y="517644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1" name="Line 51"/>
            <p:cNvSpPr/>
            <p:nvPr/>
          </p:nvSpPr>
          <p:spPr>
            <a:xfrm>
              <a:off x="6066000" y="486252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2" name="Line 52"/>
            <p:cNvSpPr/>
            <p:nvPr/>
          </p:nvSpPr>
          <p:spPr>
            <a:xfrm>
              <a:off x="6066000" y="454644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3" name="Line 53"/>
            <p:cNvSpPr/>
            <p:nvPr/>
          </p:nvSpPr>
          <p:spPr>
            <a:xfrm>
              <a:off x="6066000" y="4232160"/>
              <a:ext cx="325080" cy="0"/>
            </a:xfrm>
            <a:prstGeom prst="line">
              <a:avLst/>
            </a:prstGeom>
            <a:ln w="12600">
              <a:solidFill>
                <a:srgbClr val="003399"/>
              </a:solidFill>
              <a:prstDash val="sysDot"/>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8904" name="Rectangle 54"/>
          <p:cNvSpPr/>
          <p:nvPr/>
        </p:nvSpPr>
        <p:spPr>
          <a:xfrm>
            <a:off x="6153120" y="5680080"/>
            <a:ext cx="169920" cy="252360"/>
          </a:xfrm>
          <a:prstGeom prst="rect">
            <a:avLst/>
          </a:prstGeom>
          <a:solidFill>
            <a:srgbClr val="003399"/>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5" name="Rectangle 55"/>
          <p:cNvSpPr/>
          <p:nvPr/>
        </p:nvSpPr>
        <p:spPr>
          <a:xfrm>
            <a:off x="6153120" y="5724360"/>
            <a:ext cx="169920" cy="133560"/>
          </a:xfrm>
          <a:prstGeom prst="rect">
            <a:avLst/>
          </a:prstGeom>
          <a:solidFill>
            <a:srgbClr val="003399"/>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6" name="Oval 56"/>
          <p:cNvSpPr/>
          <p:nvPr/>
        </p:nvSpPr>
        <p:spPr>
          <a:xfrm>
            <a:off x="5959440" y="5560920"/>
            <a:ext cx="534960" cy="460440"/>
          </a:xfrm>
          <a:prstGeom prst="ellipse">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7" name="Rectangle 57"/>
          <p:cNvSpPr/>
          <p:nvPr/>
        </p:nvSpPr>
        <p:spPr>
          <a:xfrm>
            <a:off x="6083280" y="5551560"/>
            <a:ext cx="287280" cy="58680"/>
          </a:xfrm>
          <a:prstGeom prst="rect">
            <a:avLst/>
          </a:prstGeom>
          <a:solidFill>
            <a:srgbClr val="8099cc"/>
          </a:solidFill>
          <a:ln w="0">
            <a:noFill/>
          </a:ln>
        </p:spPr>
        <p:style>
          <a:lnRef idx="0"/>
          <a:fillRef idx="0"/>
          <a:effectRef idx="0"/>
          <a:fontRef idx="minor"/>
        </p:style>
        <p:txBody>
          <a:bodyPr wrap="none" lIns="90000" rIns="90000" tIns="11880" bIns="11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08" name="Rectangle 58"/>
          <p:cNvSpPr/>
          <p:nvPr/>
        </p:nvSpPr>
        <p:spPr>
          <a:xfrm>
            <a:off x="5979960" y="5672160"/>
            <a:ext cx="489240" cy="248400"/>
          </a:xfrm>
          <a:prstGeom prst="rect">
            <a:avLst/>
          </a:prstGeom>
          <a:noFill/>
          <a:ln w="0">
            <a:noFill/>
          </a:ln>
        </p:spPr>
        <p:style>
          <a:lnRef idx="0"/>
          <a:fillRef idx="0"/>
          <a:effectRef idx="0"/>
          <a:fontRef idx="minor"/>
        </p:style>
        <p:txBody>
          <a:bodyPr lIns="90360" rIns="90360" tIns="44280" bIns="4428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ffffff"/>
                </a:solidFill>
                <a:latin typeface="Arial"/>
              </a:rPr>
              <a:t>0</a:t>
            </a:r>
            <a:endParaRPr b="1" lang="en-US" sz="1100" spc="-1" strike="noStrike">
              <a:solidFill>
                <a:srgbClr val="000000"/>
              </a:solidFill>
              <a:latin typeface="Arial"/>
            </a:endParaRPr>
          </a:p>
        </p:txBody>
      </p:sp>
      <p:sp>
        <p:nvSpPr>
          <p:cNvPr id="8909" name="Oval 59"/>
          <p:cNvSpPr/>
          <p:nvPr/>
        </p:nvSpPr>
        <p:spPr>
          <a:xfrm>
            <a:off x="5959440" y="1827360"/>
            <a:ext cx="534960" cy="46008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10" name="Rectangle 60"/>
          <p:cNvSpPr/>
          <p:nvPr/>
        </p:nvSpPr>
        <p:spPr>
          <a:xfrm>
            <a:off x="6075360" y="2195640"/>
            <a:ext cx="304920" cy="10296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11" name="Rectangle 61"/>
          <p:cNvSpPr/>
          <p:nvPr/>
        </p:nvSpPr>
        <p:spPr>
          <a:xfrm>
            <a:off x="5979960" y="1909800"/>
            <a:ext cx="489240" cy="248400"/>
          </a:xfrm>
          <a:prstGeom prst="rect">
            <a:avLst/>
          </a:prstGeom>
          <a:noFill/>
          <a:ln w="0">
            <a:noFill/>
          </a:ln>
        </p:spPr>
        <p:style>
          <a:lnRef idx="0"/>
          <a:fillRef idx="0"/>
          <a:effectRef idx="0"/>
          <a:fontRef idx="minor"/>
        </p:style>
        <p:txBody>
          <a:bodyPr lIns="90360" rIns="90360" tIns="44280" bIns="4428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100" spc="-1" strike="noStrike">
                <a:solidFill>
                  <a:srgbClr val="000000"/>
                </a:solidFill>
                <a:latin typeface="Arial"/>
              </a:rPr>
              <a:t>10</a:t>
            </a:r>
            <a:endParaRPr b="1" lang="en-US" sz="1100" spc="-1" strike="noStrike">
              <a:solidFill>
                <a:srgbClr val="000000"/>
              </a:solidFill>
              <a:latin typeface="Arial"/>
            </a:endParaRPr>
          </a:p>
        </p:txBody>
      </p:sp>
      <p:sp>
        <p:nvSpPr>
          <p:cNvPr id="8912" name="Rectangle 62"/>
          <p:cNvSpPr/>
          <p:nvPr/>
        </p:nvSpPr>
        <p:spPr>
          <a:xfrm>
            <a:off x="5767560" y="233280"/>
            <a:ext cx="3058920" cy="48852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紫色のエリアをクリックし、必要にあわせて高さを調整してください。</a:t>
            </a:r>
            <a:endParaRPr b="1" lang="en-US" sz="1000" spc="-1" strike="noStrike">
              <a:solidFill>
                <a:srgbClr val="000000"/>
              </a:solidFill>
              <a:latin typeface="Arial"/>
            </a:endParaRPr>
          </a:p>
        </p:txBody>
      </p:sp>
    </p:spTree>
  </p:cSld>
</p:sld>
</file>

<file path=ppt/slides/slide2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13"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914"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D305694-CD2A-4B5E-A435-C7A421531DC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91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6459480"/>
                <a:tab algn="l" pos="7315200"/>
                <a:tab algn="l" pos="8229600"/>
                <a:tab algn="l" pos="9144000"/>
                <a:tab algn="l" pos="10058400"/>
              </a:tabLst>
            </a:pPr>
            <a:r>
              <a:rPr b="1" lang="nl-NL" sz="1600" spc="-1" strike="noStrike">
                <a:solidFill>
                  <a:srgbClr val="000000"/>
                </a:solidFill>
                <a:latin typeface="Arial"/>
                <a:ea typeface="ＭＳ Ｐゴシック"/>
              </a:rPr>
              <a:t>Other – Saving </a:t>
            </a:r>
            <a:r>
              <a:rPr b="1" lang="de-DE" sz="1600" spc="-1" strike="noStrike">
                <a:solidFill>
                  <a:srgbClr val="000000"/>
                </a:solidFill>
                <a:latin typeface="Arial"/>
                <a:ea typeface="ＭＳ Ｐゴシック"/>
              </a:rPr>
              <a:t>thermometer</a:t>
            </a:r>
            <a:endParaRPr b="1" lang="en-US" sz="1600" spc="-1" strike="noStrike">
              <a:solidFill>
                <a:srgbClr val="000000"/>
              </a:solidFill>
              <a:latin typeface="Arial"/>
            </a:endParaRPr>
          </a:p>
        </p:txBody>
      </p:sp>
      <p:sp>
        <p:nvSpPr>
          <p:cNvPr id="8916" name="Rectangle 57"/>
          <p:cNvSpPr/>
          <p:nvPr/>
        </p:nvSpPr>
        <p:spPr>
          <a:xfrm>
            <a:off x="5259240" y="166680"/>
            <a:ext cx="3567240" cy="793800"/>
          </a:xfrm>
          <a:prstGeom prst="rect">
            <a:avLst/>
          </a:prstGeom>
          <a:noFill/>
          <a:ln w="6480">
            <a:solidFill>
              <a:srgbClr val="ff3300"/>
            </a:solidFill>
            <a:miter/>
          </a:ln>
        </p:spPr>
        <p:style>
          <a:lnRef idx="0"/>
          <a:fillRef idx="0"/>
          <a:effectRef idx="0"/>
          <a:fontRef idx="minor"/>
        </p:style>
        <p:txBody>
          <a:bodyPr lIns="90000" rIns="90000" tIns="91440" bIns="9144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de-DE" sz="1000" spc="-1" strike="noStrike">
                <a:solidFill>
                  <a:srgbClr val="ff3300"/>
                </a:solidFill>
                <a:latin typeface="Arial"/>
              </a:rPr>
              <a:t>ヒント： </a:t>
            </a:r>
            <a:r>
              <a:rPr b="0" lang="ja-JP" sz="1000" spc="-1" strike="noStrike">
                <a:solidFill>
                  <a:srgbClr val="ff3300"/>
                </a:solidFill>
                <a:latin typeface="Arial"/>
              </a:rPr>
              <a:t>色の付いた部分をダブルクリックし、カテゴリ毎の量を調節してください</a:t>
            </a:r>
            <a:endParaRPr b="1" lang="en-US" sz="10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ff3300"/>
                </a:solidFill>
                <a:latin typeface="Arial"/>
              </a:rPr>
              <a:t>メモリを変えるには、透明の縦軸の上で右クリックしてください</a:t>
            </a:r>
            <a:endParaRPr b="1" lang="en-US" sz="1000" spc="-1" strike="noStrike">
              <a:solidFill>
                <a:srgbClr val="000000"/>
              </a:solidFill>
              <a:latin typeface="Arial"/>
            </a:endParaRPr>
          </a:p>
        </p:txBody>
      </p:sp>
      <p:sp>
        <p:nvSpPr>
          <p:cNvPr id="8917" name="Rectangle 108"/>
          <p:cNvSpPr/>
          <p:nvPr/>
        </p:nvSpPr>
        <p:spPr>
          <a:xfrm>
            <a:off x="2563920" y="2065320"/>
            <a:ext cx="6129360" cy="5349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Savings Category A:  € .. mln:</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8918" name="AutoShape 109"/>
          <p:cNvSpPr/>
          <p:nvPr/>
        </p:nvSpPr>
        <p:spPr>
          <a:xfrm rot="16200000">
            <a:off x="1520640" y="1937880"/>
            <a:ext cx="762120" cy="495360"/>
          </a:xfrm>
          <a:prstGeom prst="flowChartDelay">
            <a:avLst/>
          </a:prstGeom>
          <a:solidFill>
            <a:srgbClr val="ffffff"/>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19" name="Oval 110"/>
          <p:cNvSpPr/>
          <p:nvPr/>
        </p:nvSpPr>
        <p:spPr>
          <a:xfrm>
            <a:off x="1557360" y="5121360"/>
            <a:ext cx="774720" cy="865080"/>
          </a:xfrm>
          <a:prstGeom prst="ellipse">
            <a:avLst/>
          </a:prstGeom>
          <a:solidFill>
            <a:srgbClr val="ffffff"/>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20" name="Oval 111"/>
          <p:cNvSpPr/>
          <p:nvPr/>
        </p:nvSpPr>
        <p:spPr>
          <a:xfrm>
            <a:off x="1609560" y="5135400"/>
            <a:ext cx="611280" cy="662040"/>
          </a:xfrm>
          <a:prstGeom prst="ellipse">
            <a:avLst/>
          </a:prstGeom>
          <a:solidFill>
            <a:srgbClr val="ffffff"/>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aphicFrame>
        <p:nvGraphicFramePr>
          <p:cNvPr id="8921" name="Object 112"/>
          <p:cNvGraphicFramePr/>
          <p:nvPr/>
        </p:nvGraphicFramePr>
        <p:xfrm>
          <a:off x="1488960" y="1353960"/>
          <a:ext cx="831960" cy="3913200"/>
        </p:xfrm>
        <a:graphic>
          <a:graphicData uri="http://schemas.openxmlformats.org/presentationml/2006/ole">
            <p:oleObj r:id="rId1" spid="">
              <p:embed/>
            </p:oleObj>
          </a:graphicData>
        </a:graphic>
      </p:graphicFrame>
      <p:sp>
        <p:nvSpPr>
          <p:cNvPr id="8922" name="Line 113"/>
          <p:cNvSpPr/>
          <p:nvPr/>
        </p:nvSpPr>
        <p:spPr>
          <a:xfrm>
            <a:off x="1582560" y="445140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23" name="Line 114"/>
          <p:cNvSpPr/>
          <p:nvPr/>
        </p:nvSpPr>
        <p:spPr>
          <a:xfrm>
            <a:off x="1582560" y="4068720"/>
            <a:ext cx="636840" cy="1800"/>
          </a:xfrm>
          <a:prstGeom prst="line">
            <a:avLst/>
          </a:prstGeom>
          <a:ln w="28440">
            <a:solidFill>
              <a:srgbClr val="ffffff"/>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24" name="Text Box 115"/>
          <p:cNvSpPr/>
          <p:nvPr/>
        </p:nvSpPr>
        <p:spPr>
          <a:xfrm>
            <a:off x="905040" y="4325760"/>
            <a:ext cx="73332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2 mln</a:t>
            </a:r>
            <a:endParaRPr b="1" lang="en-US" sz="1200" spc="-1" strike="noStrike">
              <a:solidFill>
                <a:srgbClr val="000000"/>
              </a:solidFill>
              <a:latin typeface="Arial"/>
            </a:endParaRPr>
          </a:p>
        </p:txBody>
      </p:sp>
      <p:sp>
        <p:nvSpPr>
          <p:cNvPr id="8925" name="Text Box 116"/>
          <p:cNvSpPr/>
          <p:nvPr/>
        </p:nvSpPr>
        <p:spPr>
          <a:xfrm>
            <a:off x="895320" y="3936960"/>
            <a:ext cx="74304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3 mln</a:t>
            </a:r>
            <a:endParaRPr b="1" lang="en-US" sz="1200" spc="-1" strike="noStrike">
              <a:solidFill>
                <a:srgbClr val="000000"/>
              </a:solidFill>
              <a:latin typeface="Arial"/>
            </a:endParaRPr>
          </a:p>
        </p:txBody>
      </p:sp>
      <p:sp>
        <p:nvSpPr>
          <p:cNvPr id="8926" name="Line 117"/>
          <p:cNvSpPr/>
          <p:nvPr/>
        </p:nvSpPr>
        <p:spPr>
          <a:xfrm>
            <a:off x="1582560" y="502776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27" name="Line 118"/>
          <p:cNvSpPr/>
          <p:nvPr/>
        </p:nvSpPr>
        <p:spPr>
          <a:xfrm>
            <a:off x="1582560" y="483552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28" name="Text Box 119"/>
          <p:cNvSpPr/>
          <p:nvPr/>
        </p:nvSpPr>
        <p:spPr>
          <a:xfrm>
            <a:off x="952560" y="4719600"/>
            <a:ext cx="68580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1 mln</a:t>
            </a:r>
            <a:endParaRPr b="1" lang="en-US" sz="1200" spc="-1" strike="noStrike">
              <a:solidFill>
                <a:srgbClr val="000000"/>
              </a:solidFill>
              <a:latin typeface="Arial"/>
            </a:endParaRPr>
          </a:p>
        </p:txBody>
      </p:sp>
      <p:sp>
        <p:nvSpPr>
          <p:cNvPr id="8929" name="Line 120"/>
          <p:cNvSpPr/>
          <p:nvPr/>
        </p:nvSpPr>
        <p:spPr>
          <a:xfrm>
            <a:off x="1582560" y="4643280"/>
            <a:ext cx="636840" cy="1800"/>
          </a:xfrm>
          <a:prstGeom prst="line">
            <a:avLst/>
          </a:prstGeom>
          <a:ln w="28440">
            <a:solidFill>
              <a:srgbClr val="ffffff"/>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30" name="Line 121"/>
          <p:cNvSpPr/>
          <p:nvPr/>
        </p:nvSpPr>
        <p:spPr>
          <a:xfrm>
            <a:off x="1582560" y="426096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31" name="Text Box 122"/>
          <p:cNvSpPr/>
          <p:nvPr/>
        </p:nvSpPr>
        <p:spPr>
          <a:xfrm>
            <a:off x="895320" y="3568680"/>
            <a:ext cx="74304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4 mln</a:t>
            </a:r>
            <a:endParaRPr b="1" lang="en-US" sz="1200" spc="-1" strike="noStrike">
              <a:solidFill>
                <a:srgbClr val="000000"/>
              </a:solidFill>
              <a:latin typeface="Arial"/>
            </a:endParaRPr>
          </a:p>
        </p:txBody>
      </p:sp>
      <p:sp>
        <p:nvSpPr>
          <p:cNvPr id="8932" name="Line 123"/>
          <p:cNvSpPr/>
          <p:nvPr/>
        </p:nvSpPr>
        <p:spPr>
          <a:xfrm>
            <a:off x="1582560" y="5232240"/>
            <a:ext cx="636840" cy="1800"/>
          </a:xfrm>
          <a:prstGeom prst="line">
            <a:avLst/>
          </a:prstGeom>
          <a:ln w="28440">
            <a:solidFill>
              <a:srgbClr val="ffffff"/>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33" name="Text Box 124"/>
          <p:cNvSpPr/>
          <p:nvPr/>
        </p:nvSpPr>
        <p:spPr>
          <a:xfrm>
            <a:off x="952560" y="5111640"/>
            <a:ext cx="68580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0 mln</a:t>
            </a:r>
            <a:endParaRPr b="1" lang="en-US" sz="1200" spc="-1" strike="noStrike">
              <a:solidFill>
                <a:srgbClr val="000000"/>
              </a:solidFill>
              <a:latin typeface="Arial"/>
            </a:endParaRPr>
          </a:p>
        </p:txBody>
      </p:sp>
      <p:sp>
        <p:nvSpPr>
          <p:cNvPr id="8934" name="Text Box 125"/>
          <p:cNvSpPr/>
          <p:nvPr/>
        </p:nvSpPr>
        <p:spPr>
          <a:xfrm>
            <a:off x="905040" y="2808360"/>
            <a:ext cx="74448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6 mln</a:t>
            </a:r>
            <a:endParaRPr b="1" lang="en-US" sz="1200" spc="-1" strike="noStrike">
              <a:solidFill>
                <a:srgbClr val="000000"/>
              </a:solidFill>
              <a:latin typeface="Arial"/>
            </a:endParaRPr>
          </a:p>
        </p:txBody>
      </p:sp>
      <p:sp>
        <p:nvSpPr>
          <p:cNvPr id="8935" name="Text Box 126"/>
          <p:cNvSpPr/>
          <p:nvPr/>
        </p:nvSpPr>
        <p:spPr>
          <a:xfrm>
            <a:off x="1071720" y="1522440"/>
            <a:ext cx="1814400" cy="261720"/>
          </a:xfrm>
          <a:prstGeom prst="rect">
            <a:avLst/>
          </a:prstGeom>
          <a:noFill/>
          <a:ln w="0">
            <a:noFill/>
          </a:ln>
        </p:spPr>
        <p:style>
          <a:lnRef idx="0"/>
          <a:fillRef idx="0"/>
          <a:effectRef idx="0"/>
          <a:fontRef idx="minor"/>
        </p:style>
        <p:txBody>
          <a:bodyPr lIns="90000" rIns="90000" tIns="46800" bIns="46800" anchor="t">
            <a:spAutoFit/>
          </a:bodyPr>
          <a:p>
            <a:pPr algn="ct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Total: € .. mln</a:t>
            </a:r>
            <a:endParaRPr b="1" lang="en-US" sz="1100" spc="-1" strike="noStrike">
              <a:solidFill>
                <a:srgbClr val="000000"/>
              </a:solidFill>
              <a:latin typeface="Arial"/>
            </a:endParaRPr>
          </a:p>
        </p:txBody>
      </p:sp>
      <p:sp>
        <p:nvSpPr>
          <p:cNvPr id="8936" name="Line 127"/>
          <p:cNvSpPr/>
          <p:nvPr/>
        </p:nvSpPr>
        <p:spPr>
          <a:xfrm>
            <a:off x="1582560" y="3876840"/>
            <a:ext cx="636840" cy="0"/>
          </a:xfrm>
          <a:prstGeom prst="line">
            <a:avLst/>
          </a:prstGeom>
          <a:ln w="2844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37" name="Line 128"/>
          <p:cNvSpPr/>
          <p:nvPr/>
        </p:nvSpPr>
        <p:spPr>
          <a:xfrm>
            <a:off x="1582560" y="369576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38" name="Line 129"/>
          <p:cNvSpPr/>
          <p:nvPr/>
        </p:nvSpPr>
        <p:spPr>
          <a:xfrm>
            <a:off x="1582560" y="3503520"/>
            <a:ext cx="636840" cy="0"/>
          </a:xfrm>
          <a:prstGeom prst="line">
            <a:avLst/>
          </a:prstGeom>
          <a:ln w="28440">
            <a:solidFill>
              <a:srgbClr val="ffffff"/>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39" name="Line 130"/>
          <p:cNvSpPr/>
          <p:nvPr/>
        </p:nvSpPr>
        <p:spPr>
          <a:xfrm>
            <a:off x="1582560" y="291636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0" name="Line 131"/>
          <p:cNvSpPr/>
          <p:nvPr/>
        </p:nvSpPr>
        <p:spPr>
          <a:xfrm>
            <a:off x="1630440" y="2735280"/>
            <a:ext cx="63648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1" name="Text Box 132"/>
          <p:cNvSpPr/>
          <p:nvPr/>
        </p:nvSpPr>
        <p:spPr>
          <a:xfrm>
            <a:off x="895320" y="2428920"/>
            <a:ext cx="74304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7 mln</a:t>
            </a:r>
            <a:endParaRPr b="1" lang="en-US" sz="1200" spc="-1" strike="noStrike">
              <a:solidFill>
                <a:srgbClr val="000000"/>
              </a:solidFill>
              <a:latin typeface="Arial"/>
            </a:endParaRPr>
          </a:p>
        </p:txBody>
      </p:sp>
      <p:sp>
        <p:nvSpPr>
          <p:cNvPr id="8942" name="Line 133"/>
          <p:cNvSpPr/>
          <p:nvPr/>
        </p:nvSpPr>
        <p:spPr>
          <a:xfrm>
            <a:off x="1582560" y="2532240"/>
            <a:ext cx="63684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3" name="Text Box 134"/>
          <p:cNvSpPr/>
          <p:nvPr/>
        </p:nvSpPr>
        <p:spPr>
          <a:xfrm>
            <a:off x="890640" y="3193920"/>
            <a:ext cx="74448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5 mln</a:t>
            </a:r>
            <a:endParaRPr b="1" lang="en-US" sz="1200" spc="-1" strike="noStrike">
              <a:solidFill>
                <a:srgbClr val="000000"/>
              </a:solidFill>
              <a:latin typeface="Arial"/>
            </a:endParaRPr>
          </a:p>
        </p:txBody>
      </p:sp>
      <p:sp>
        <p:nvSpPr>
          <p:cNvPr id="8944" name="Line 135"/>
          <p:cNvSpPr/>
          <p:nvPr/>
        </p:nvSpPr>
        <p:spPr>
          <a:xfrm>
            <a:off x="1535040" y="3300480"/>
            <a:ext cx="684360" cy="1440"/>
          </a:xfrm>
          <a:prstGeom prst="line">
            <a:avLst/>
          </a:prstGeom>
          <a:ln w="28440">
            <a:solidFill>
              <a:srgbClr val="ffffff"/>
            </a:solidFill>
            <a:miter/>
          </a:ln>
        </p:spPr>
        <p:style>
          <a:lnRef idx="0"/>
          <a:fillRef idx="0"/>
          <a:effectRef idx="0"/>
          <a:fontRef idx="minor"/>
        </p:style>
        <p:txBody>
          <a:bodyPr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5" name="Line 136"/>
          <p:cNvSpPr/>
          <p:nvPr/>
        </p:nvSpPr>
        <p:spPr>
          <a:xfrm>
            <a:off x="1582560" y="3119400"/>
            <a:ext cx="636840" cy="1800"/>
          </a:xfrm>
          <a:prstGeom prst="line">
            <a:avLst/>
          </a:prstGeom>
          <a:ln w="28440">
            <a:solidFill>
              <a:srgbClr val="ffffff"/>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6" name="Line 137"/>
          <p:cNvSpPr/>
          <p:nvPr/>
        </p:nvSpPr>
        <p:spPr>
          <a:xfrm>
            <a:off x="1600200" y="2325600"/>
            <a:ext cx="635040" cy="1800"/>
          </a:xfrm>
          <a:prstGeom prst="line">
            <a:avLst/>
          </a:prstGeom>
          <a:ln w="28440">
            <a:solidFill>
              <a:srgbClr val="ffffff"/>
            </a:solidFill>
            <a:miter/>
          </a:ln>
        </p:spPr>
        <p:style>
          <a:lnRef idx="0"/>
          <a:fillRef idx="0"/>
          <a:effectRef idx="0"/>
          <a:fontRef idx="minor"/>
        </p:style>
        <p:txBody>
          <a:bodyPr lIns="90000" rIns="90000" tIns="-45000" bIns="-45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7" name="Text Box 138"/>
          <p:cNvSpPr/>
          <p:nvPr/>
        </p:nvSpPr>
        <p:spPr>
          <a:xfrm>
            <a:off x="890640" y="2046240"/>
            <a:ext cx="744480" cy="276840"/>
          </a:xfrm>
          <a:prstGeom prst="rect">
            <a:avLst/>
          </a:prstGeom>
          <a:noFill/>
          <a:ln w="0">
            <a:noFill/>
          </a:ln>
        </p:spPr>
        <p:style>
          <a:lnRef idx="0"/>
          <a:fillRef idx="0"/>
          <a:effectRef idx="0"/>
          <a:fontRef idx="minor"/>
        </p:style>
        <p:txBody>
          <a:bodyPr lIns="90000" rIns="90000" tIns="46800" bIns="46800" anchor="t">
            <a:spAutoFit/>
          </a:bodyPr>
          <a:p>
            <a:pPr algn="r">
              <a:lnSpc>
                <a:spcPct val="100000"/>
              </a:lnSpc>
              <a:spcBef>
                <a:spcPts val="7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200" spc="-1" strike="noStrike">
                <a:solidFill>
                  <a:srgbClr val="000000"/>
                </a:solidFill>
                <a:latin typeface="Arial"/>
              </a:rPr>
              <a:t>€ </a:t>
            </a:r>
            <a:r>
              <a:rPr b="0" lang="nl-NL" sz="1200" spc="-1" strike="noStrike">
                <a:solidFill>
                  <a:srgbClr val="000000"/>
                </a:solidFill>
                <a:latin typeface="Arial"/>
              </a:rPr>
              <a:t>8 mln</a:t>
            </a:r>
            <a:endParaRPr b="1" lang="en-US" sz="1200" spc="-1" strike="noStrike">
              <a:solidFill>
                <a:srgbClr val="000000"/>
              </a:solidFill>
              <a:latin typeface="Arial"/>
            </a:endParaRPr>
          </a:p>
        </p:txBody>
      </p:sp>
      <p:sp>
        <p:nvSpPr>
          <p:cNvPr id="8948" name="Rectangle 139"/>
          <p:cNvSpPr/>
          <p:nvPr/>
        </p:nvSpPr>
        <p:spPr>
          <a:xfrm>
            <a:off x="2676600" y="5388120"/>
            <a:ext cx="314280" cy="133200"/>
          </a:xfrm>
          <a:prstGeom prst="rect">
            <a:avLst/>
          </a:prstGeom>
          <a:solidFill>
            <a:srgbClr val="4066b2"/>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49" name="Rectangle 140"/>
          <p:cNvSpPr/>
          <p:nvPr/>
        </p:nvSpPr>
        <p:spPr>
          <a:xfrm>
            <a:off x="2676600" y="5589720"/>
            <a:ext cx="314280" cy="133200"/>
          </a:xfrm>
          <a:prstGeom prst="rect">
            <a:avLst/>
          </a:prstGeom>
          <a:solidFill>
            <a:srgbClr val="8099cc"/>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50" name="Rectangle 141"/>
          <p:cNvSpPr/>
          <p:nvPr/>
        </p:nvSpPr>
        <p:spPr>
          <a:xfrm>
            <a:off x="2676600" y="5797440"/>
            <a:ext cx="314280" cy="133560"/>
          </a:xfrm>
          <a:prstGeom prst="rect">
            <a:avLst/>
          </a:prstGeom>
          <a:solidFill>
            <a:srgbClr val="80cccc"/>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51" name="Text Box 142"/>
          <p:cNvSpPr/>
          <p:nvPr/>
        </p:nvSpPr>
        <p:spPr>
          <a:xfrm>
            <a:off x="3011400" y="5765760"/>
            <a:ext cx="82872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Category C</a:t>
            </a:r>
            <a:endParaRPr b="1" lang="en-US" sz="1000" spc="-1" strike="noStrike">
              <a:solidFill>
                <a:srgbClr val="000000"/>
              </a:solidFill>
              <a:latin typeface="Arial"/>
            </a:endParaRPr>
          </a:p>
        </p:txBody>
      </p:sp>
      <p:sp>
        <p:nvSpPr>
          <p:cNvPr id="8952" name="Text Box 143"/>
          <p:cNvSpPr/>
          <p:nvPr/>
        </p:nvSpPr>
        <p:spPr>
          <a:xfrm>
            <a:off x="3011400" y="5568840"/>
            <a:ext cx="903240" cy="216000"/>
          </a:xfrm>
          <a:prstGeom prst="rect">
            <a:avLst/>
          </a:prstGeom>
          <a:noFill/>
          <a:ln w="0">
            <a:noFill/>
          </a:ln>
        </p:spPr>
        <p:style>
          <a:lnRef idx="0"/>
          <a:fillRef idx="0"/>
          <a:effectRef idx="0"/>
          <a:fontRef idx="minor"/>
        </p:style>
        <p:txBody>
          <a:bodyPr lIns="90000" rIns="90000" tIns="46800" bIns="46800" anchor="t">
            <a:spAutoFit/>
          </a:bodyPr>
          <a:p>
            <a:pP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Category B</a:t>
            </a:r>
            <a:endParaRPr b="1" lang="en-US" sz="1000" spc="-1" strike="noStrike">
              <a:solidFill>
                <a:srgbClr val="000000"/>
              </a:solidFill>
              <a:latin typeface="Arial"/>
            </a:endParaRPr>
          </a:p>
        </p:txBody>
      </p:sp>
      <p:sp>
        <p:nvSpPr>
          <p:cNvPr id="8953" name="Text Box 144"/>
          <p:cNvSpPr/>
          <p:nvPr/>
        </p:nvSpPr>
        <p:spPr>
          <a:xfrm>
            <a:off x="3011400" y="5356080"/>
            <a:ext cx="95256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Category A</a:t>
            </a:r>
            <a:endParaRPr b="1" lang="en-US" sz="1000" spc="-1" strike="noStrike">
              <a:solidFill>
                <a:srgbClr val="000000"/>
              </a:solidFill>
              <a:latin typeface="Arial"/>
            </a:endParaRPr>
          </a:p>
        </p:txBody>
      </p:sp>
      <p:sp>
        <p:nvSpPr>
          <p:cNvPr id="8954" name="Rectangle 145"/>
          <p:cNvSpPr/>
          <p:nvPr/>
        </p:nvSpPr>
        <p:spPr>
          <a:xfrm>
            <a:off x="3914640" y="5388120"/>
            <a:ext cx="312840" cy="133200"/>
          </a:xfrm>
          <a:prstGeom prst="rect">
            <a:avLst/>
          </a:prstGeom>
          <a:solidFill>
            <a:srgbClr val="003399"/>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55" name="Text Box 146"/>
          <p:cNvSpPr/>
          <p:nvPr/>
        </p:nvSpPr>
        <p:spPr>
          <a:xfrm>
            <a:off x="4254480" y="5354640"/>
            <a:ext cx="95580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Category D</a:t>
            </a:r>
            <a:endParaRPr b="1" lang="en-US" sz="1000" spc="-1" strike="noStrike">
              <a:solidFill>
                <a:srgbClr val="000000"/>
              </a:solidFill>
              <a:latin typeface="Arial"/>
            </a:endParaRPr>
          </a:p>
        </p:txBody>
      </p:sp>
      <p:sp>
        <p:nvSpPr>
          <p:cNvPr id="8956" name="Rectangle 147"/>
          <p:cNvSpPr/>
          <p:nvPr/>
        </p:nvSpPr>
        <p:spPr>
          <a:xfrm>
            <a:off x="3914640" y="5589720"/>
            <a:ext cx="312840" cy="133200"/>
          </a:xfrm>
          <a:prstGeom prst="rect">
            <a:avLst/>
          </a:prstGeom>
          <a:solidFill>
            <a:srgbClr val="4066b2"/>
          </a:solidFill>
          <a:ln w="9360">
            <a:solidFill>
              <a:srgbClr val="ffffff"/>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57" name="Text Box 148"/>
          <p:cNvSpPr/>
          <p:nvPr/>
        </p:nvSpPr>
        <p:spPr>
          <a:xfrm>
            <a:off x="4254480" y="5557680"/>
            <a:ext cx="915840" cy="246600"/>
          </a:xfrm>
          <a:prstGeom prst="rect">
            <a:avLst/>
          </a:prstGeom>
          <a:noFill/>
          <a:ln w="0">
            <a:noFill/>
          </a:ln>
        </p:spPr>
        <p:style>
          <a:lnRef idx="0"/>
          <a:fillRef idx="0"/>
          <a:effectRef idx="0"/>
          <a:fontRef idx="minor"/>
        </p:style>
        <p:txBody>
          <a:bodyPr lIns="90000" rIns="90000" tIns="46800" bIns="4680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Category E</a:t>
            </a:r>
            <a:endParaRPr b="1" lang="en-US" sz="1000" spc="-1" strike="noStrike">
              <a:solidFill>
                <a:srgbClr val="000000"/>
              </a:solidFill>
              <a:latin typeface="Arial"/>
            </a:endParaRPr>
          </a:p>
        </p:txBody>
      </p:sp>
      <p:sp>
        <p:nvSpPr>
          <p:cNvPr id="8958" name="Rectangle 149"/>
          <p:cNvSpPr/>
          <p:nvPr/>
        </p:nvSpPr>
        <p:spPr>
          <a:xfrm>
            <a:off x="2563920" y="2695680"/>
            <a:ext cx="6129360" cy="5349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Savings Category B:  € .. mln:</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8959" name="Rectangle 150"/>
          <p:cNvSpPr/>
          <p:nvPr/>
        </p:nvSpPr>
        <p:spPr>
          <a:xfrm>
            <a:off x="2563920" y="3327480"/>
            <a:ext cx="6129360" cy="5349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Savings Category C:  € .. mln:</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8960" name="Rectangle 151"/>
          <p:cNvSpPr/>
          <p:nvPr/>
        </p:nvSpPr>
        <p:spPr>
          <a:xfrm>
            <a:off x="2563920" y="3957480"/>
            <a:ext cx="6129360" cy="53532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Savings Category D:  € .. mln:</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8961" name="Rectangle 152"/>
          <p:cNvSpPr/>
          <p:nvPr/>
        </p:nvSpPr>
        <p:spPr>
          <a:xfrm>
            <a:off x="2563920" y="4589640"/>
            <a:ext cx="6129360" cy="53496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Savings Category E:  € .. mln:</a:t>
            </a:r>
            <a:endParaRPr b="1" lang="en-US" sz="1100" spc="-1" strike="noStrike">
              <a:solidFill>
                <a:srgbClr val="000000"/>
              </a:solidFill>
              <a:latin typeface="Arial"/>
            </a:endParaRPr>
          </a:p>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2"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963"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57ADEE-88F8-407A-B250-1C2132C6B4B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964" name="PlaceHolder 1"/>
          <p:cNvSpPr>
            <a:spLocks noGrp="1"/>
          </p:cNvSpPr>
          <p:nvPr>
            <p:ph type="title"/>
          </p:nvPr>
        </p:nvSpPr>
        <p:spPr>
          <a:xfrm>
            <a:off x="458280" y="497160"/>
            <a:ext cx="8239320" cy="25848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Agenda</a:t>
            </a:r>
            <a:endParaRPr b="1" lang="en-US" sz="1600" spc="-1" strike="noStrike">
              <a:solidFill>
                <a:srgbClr val="000000"/>
              </a:solidFill>
              <a:latin typeface="Arial"/>
            </a:endParaRPr>
          </a:p>
        </p:txBody>
      </p:sp>
      <p:sp>
        <p:nvSpPr>
          <p:cNvPr id="8965" name="AutoShape 3"/>
          <p:cNvSpPr/>
          <p:nvPr/>
        </p:nvSpPr>
        <p:spPr>
          <a:xfrm>
            <a:off x="2335320" y="5329080"/>
            <a:ext cx="3722760" cy="505080"/>
          </a:xfrm>
          <a:prstGeom prst="roundRect">
            <a:avLst>
              <a:gd name="adj" fmla="val 16667"/>
            </a:avLst>
          </a:prstGeom>
          <a:solidFill>
            <a:srgbClr val="ffffff"/>
          </a:solidFill>
          <a:ln w="6480">
            <a:solidFill>
              <a:srgbClr val="003399"/>
            </a:solidFill>
            <a:miter/>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66" name="Rectangle 4"/>
          <p:cNvSpPr/>
          <p:nvPr/>
        </p:nvSpPr>
        <p:spPr>
          <a:xfrm>
            <a:off x="2651040" y="1730520"/>
            <a:ext cx="5362560" cy="3814560"/>
          </a:xfrm>
          <a:prstGeom prst="rect">
            <a:avLst/>
          </a:prstGeom>
          <a:noFill/>
          <a:ln w="0">
            <a:noFill/>
          </a:ln>
        </p:spPr>
        <p:style>
          <a:lnRef idx="0"/>
          <a:fillRef idx="0"/>
          <a:effectRef idx="0"/>
          <a:fontRef idx="minor"/>
        </p:style>
        <p:txBody>
          <a:bodyPr lIns="92160" rIns="92160" tIns="46080" bIns="46080" anchor="t">
            <a:noAutofit/>
          </a:bodyPr>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Structured Text</a:t>
            </a: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Trees</a:t>
            </a: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Graphs</a:t>
            </a: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Shapes</a:t>
            </a: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Maps</a:t>
            </a: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Special Graphics</a:t>
            </a: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endParaRPr b="1" lang="en-US" sz="1100" spc="-1" strike="noStrike">
              <a:solidFill>
                <a:srgbClr val="000000"/>
              </a:solidFill>
              <a:latin typeface="Arial"/>
            </a:endParaRPr>
          </a:p>
          <a:p>
            <a:pPr lvl="1" marL="1036800" indent="-844560">
              <a:lnSpc>
                <a:spcPct val="106000"/>
              </a:lnSpc>
              <a:spcBef>
                <a:spcPts val="1100"/>
              </a:spcBef>
              <a:buClr>
                <a:srgbClr val="000000"/>
              </a:buClr>
              <a:buFont typeface="Arial"/>
              <a:buAutoNum type="arabicPeriod"/>
              <a:tabLst>
                <a:tab algn="l" pos="5715000"/>
                <a:tab algn="l" pos="6400800"/>
                <a:tab algn="l" pos="7315200"/>
                <a:tab algn="l" pos="8229600"/>
                <a:tab algn="l" pos="9144000"/>
                <a:tab algn="l" pos="10058400"/>
              </a:tabLst>
            </a:pPr>
            <a:r>
              <a:rPr b="0" lang="en-US" sz="1100" spc="-1" strike="noStrike">
                <a:solidFill>
                  <a:srgbClr val="000000"/>
                </a:solidFill>
                <a:latin typeface="Arial"/>
                <a:ea typeface="ＭＳ Ｐゴシック"/>
              </a:rPr>
              <a:t>Service Line Charts</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896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3A0E588-CD06-4D84-AAF9-450DD71B1171}"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896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Generic Strategy Development Framework - English</a:t>
            </a:r>
            <a:endParaRPr b="1" lang="en-US" sz="1600" spc="-1" strike="noStrike">
              <a:solidFill>
                <a:srgbClr val="000000"/>
              </a:solidFill>
              <a:latin typeface="Arial"/>
            </a:endParaRPr>
          </a:p>
        </p:txBody>
      </p:sp>
      <p:grpSp>
        <p:nvGrpSpPr>
          <p:cNvPr id="8970" name="Group 51"/>
          <p:cNvGrpSpPr/>
          <p:nvPr/>
        </p:nvGrpSpPr>
        <p:grpSpPr>
          <a:xfrm>
            <a:off x="907920" y="1557360"/>
            <a:ext cx="7500960" cy="4680000"/>
            <a:chOff x="907920" y="1557360"/>
            <a:chExt cx="7500960" cy="4680000"/>
          </a:xfrm>
        </p:grpSpPr>
        <p:sp>
          <p:nvSpPr>
            <p:cNvPr id="8971" name="AutoShape 4"/>
            <p:cNvSpPr/>
            <p:nvPr/>
          </p:nvSpPr>
          <p:spPr>
            <a:xfrm>
              <a:off x="1800360" y="3594240"/>
              <a:ext cx="752400" cy="336240"/>
            </a:xfrm>
            <a:prstGeom prst="rightArrow">
              <a:avLst>
                <a:gd name="adj1" fmla="val 50000"/>
                <a:gd name="adj2" fmla="val 46422"/>
              </a:avLst>
            </a:prstGeom>
            <a:solidFill>
              <a:srgbClr val="80cccc"/>
            </a:solidFill>
            <a:ln w="12600">
              <a:solidFill>
                <a:srgbClr val="80cccc"/>
              </a:solidFill>
              <a:miter/>
            </a:ln>
          </p:spPr>
          <p:style>
            <a:lnRef idx="0"/>
            <a:fillRef idx="0"/>
            <a:effectRef idx="0"/>
            <a:fontRef idx="minor"/>
          </p:style>
          <p:txBody>
            <a:bodyPr lIns="90000" rIns="90000" tIns="77040" bIns="770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72" name="AutoShape 5"/>
            <p:cNvSpPr/>
            <p:nvPr/>
          </p:nvSpPr>
          <p:spPr>
            <a:xfrm>
              <a:off x="3441600" y="3594240"/>
              <a:ext cx="752400" cy="336240"/>
            </a:xfrm>
            <a:prstGeom prst="rightArrow">
              <a:avLst>
                <a:gd name="adj1" fmla="val 50000"/>
                <a:gd name="adj2" fmla="val 46422"/>
              </a:avLst>
            </a:prstGeom>
            <a:solidFill>
              <a:srgbClr val="80cccc"/>
            </a:solidFill>
            <a:ln w="12600">
              <a:solidFill>
                <a:srgbClr val="80cccc"/>
              </a:solidFill>
              <a:miter/>
            </a:ln>
          </p:spPr>
          <p:style>
            <a:lnRef idx="0"/>
            <a:fillRef idx="0"/>
            <a:effectRef idx="0"/>
            <a:fontRef idx="minor"/>
          </p:style>
          <p:txBody>
            <a:bodyPr lIns="90000" rIns="90000" tIns="77040" bIns="770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73" name="AutoShape 6"/>
            <p:cNvSpPr/>
            <p:nvPr/>
          </p:nvSpPr>
          <p:spPr>
            <a:xfrm>
              <a:off x="4681440" y="3591000"/>
              <a:ext cx="620640" cy="341280"/>
            </a:xfrm>
            <a:prstGeom prst="rightArrow">
              <a:avLst>
                <a:gd name="adj1" fmla="val 50000"/>
                <a:gd name="adj2" fmla="val 45464"/>
              </a:avLst>
            </a:prstGeom>
            <a:solidFill>
              <a:srgbClr val="80cccc"/>
            </a:solidFill>
            <a:ln w="0">
              <a:noFill/>
            </a:ln>
          </p:spPr>
          <p:style>
            <a:lnRef idx="0"/>
            <a:fillRef idx="0"/>
            <a:effectRef idx="0"/>
            <a:fontRef idx="minor"/>
          </p:style>
          <p:txBody>
            <a:bodyPr lIns="90000" rIns="90000" tIns="79200" bIns="79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74" name="AutoShape 7"/>
            <p:cNvSpPr/>
            <p:nvPr/>
          </p:nvSpPr>
          <p:spPr>
            <a:xfrm>
              <a:off x="6211800" y="3591000"/>
              <a:ext cx="619200" cy="341280"/>
            </a:xfrm>
            <a:prstGeom prst="rightArrow">
              <a:avLst>
                <a:gd name="adj1" fmla="val 50000"/>
                <a:gd name="adj2" fmla="val 45359"/>
              </a:avLst>
            </a:prstGeom>
            <a:solidFill>
              <a:srgbClr val="80cccc"/>
            </a:solidFill>
            <a:ln w="12600">
              <a:solidFill>
                <a:srgbClr val="80cccc"/>
              </a:solidFill>
              <a:miter/>
            </a:ln>
          </p:spPr>
          <p:style>
            <a:lnRef idx="0"/>
            <a:fillRef idx="0"/>
            <a:effectRef idx="0"/>
            <a:fontRef idx="minor"/>
          </p:style>
          <p:txBody>
            <a:bodyPr lIns="90000" rIns="90000" tIns="79200" bIns="792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8975" name="Group 8"/>
            <p:cNvGrpSpPr/>
            <p:nvPr/>
          </p:nvGrpSpPr>
          <p:grpSpPr>
            <a:xfrm>
              <a:off x="1522440" y="3911760"/>
              <a:ext cx="4398840" cy="1533240"/>
              <a:chOff x="1522440" y="3911760"/>
              <a:chExt cx="4398840" cy="1533240"/>
            </a:xfrm>
          </p:grpSpPr>
          <p:sp>
            <p:nvSpPr>
              <p:cNvPr id="8976" name="Line 9"/>
              <p:cNvSpPr/>
              <p:nvPr/>
            </p:nvSpPr>
            <p:spPr>
              <a:xfrm>
                <a:off x="4591800" y="3911760"/>
                <a:ext cx="0" cy="1533240"/>
              </a:xfrm>
              <a:prstGeom prst="line">
                <a:avLst/>
              </a:prstGeom>
              <a:ln w="12600">
                <a:solidFill>
                  <a:srgbClr val="003399"/>
                </a:solidFill>
                <a:prstDash val="sysDot"/>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77" name="Freeform 10"/>
              <p:cNvSpPr/>
              <p:nvPr/>
            </p:nvSpPr>
            <p:spPr>
              <a:xfrm>
                <a:off x="1522440" y="4292280"/>
                <a:ext cx="4398840" cy="1152360"/>
              </a:xfrm>
              <a:prstGeom prst="pie">
                <a:avLst/>
              </a:prstGeom>
              <a:noFill/>
              <a:ln w="12600">
                <a:solidFill>
                  <a:srgbClr val="003399"/>
                </a:solidFill>
                <a:prstDash val="sysDot"/>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8978" name="AutoShape 11"/>
            <p:cNvSpPr/>
            <p:nvPr/>
          </p:nvSpPr>
          <p:spPr>
            <a:xfrm>
              <a:off x="2467080" y="1557360"/>
              <a:ext cx="1660320" cy="576360"/>
            </a:xfrm>
            <a:custGeom>
              <a:avLst/>
              <a:gdLst>
                <a:gd name="textAreaLeft" fmla="*/ 0 w 1660320"/>
                <a:gd name="textAreaRight" fmla="*/ 1660680 w 1660320"/>
                <a:gd name="textAreaTop" fmla="*/ 0 h 576360"/>
                <a:gd name="textAreaBottom" fmla="*/ 576720 h 576360"/>
              </a:gdLst>
              <a:ahLst/>
              <a:rect l="textAreaLeft" t="textAreaTop" r="textAreaRight" b="textAreaBottom"/>
              <a:pathLst>
                <a:path w="21600" h="21600">
                  <a:moveTo>
                    <a:pt x="0" y="0"/>
                  </a:moveTo>
                  <a:lnTo>
                    <a:pt x="19676" y="0"/>
                  </a:lnTo>
                  <a:lnTo>
                    <a:pt x="21600" y="10800"/>
                  </a:lnTo>
                  <a:lnTo>
                    <a:pt x="19676" y="21600"/>
                  </a:lnTo>
                  <a:lnTo>
                    <a:pt x="0" y="21600"/>
                  </a:lnTo>
                  <a:lnTo>
                    <a:pt x="1924"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Environmental</a:t>
              </a:r>
              <a:r>
                <a:rPr b="0" lang="nl-NL" sz="1100" spc="-1" strike="noStrike">
                  <a:solidFill>
                    <a:srgbClr val="ffffff"/>
                  </a:solidFill>
                  <a:latin typeface="Arial"/>
                </a:rPr>
                <a:t> </a:t>
              </a:r>
              <a:r>
                <a:rPr b="0" lang="nl-NL" sz="1100" spc="-1" strike="noStrike">
                  <a:solidFill>
                    <a:srgbClr val="000000"/>
                  </a:solidFill>
                  <a:latin typeface="Arial"/>
                </a:rPr>
                <a:t>Analysis</a:t>
              </a:r>
              <a:endParaRPr b="1" lang="en-US" sz="1100" spc="-1" strike="noStrike">
                <a:solidFill>
                  <a:srgbClr val="000000"/>
                </a:solidFill>
                <a:latin typeface="Arial"/>
              </a:endParaRPr>
            </a:p>
          </p:txBody>
        </p:sp>
        <p:sp>
          <p:nvSpPr>
            <p:cNvPr id="8979" name="AutoShape 12"/>
            <p:cNvSpPr/>
            <p:nvPr/>
          </p:nvSpPr>
          <p:spPr>
            <a:xfrm>
              <a:off x="915840" y="1557360"/>
              <a:ext cx="1541520" cy="576360"/>
            </a:xfrm>
            <a:custGeom>
              <a:avLst/>
              <a:gdLst>
                <a:gd name="textAreaLeft" fmla="*/ 0 w 1541520"/>
                <a:gd name="textAreaRight" fmla="*/ 1541880 w 1541520"/>
                <a:gd name="textAreaTop" fmla="*/ 0 h 576360"/>
                <a:gd name="textAreaBottom" fmla="*/ 576720 h 576360"/>
              </a:gdLst>
              <a:ahLst/>
              <a:rect l="textAreaLeft" t="textAreaTop" r="textAreaRight" b="textAreaBottom"/>
              <a:pathLst>
                <a:path w="21600" h="21600">
                  <a:moveTo>
                    <a:pt x="0" y="0"/>
                  </a:moveTo>
                  <a:lnTo>
                    <a:pt x="19462" y="0"/>
                  </a:lnTo>
                  <a:lnTo>
                    <a:pt x="21600" y="10800"/>
                  </a:lnTo>
                  <a:lnTo>
                    <a:pt x="19462"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Business Imperatives</a:t>
              </a:r>
              <a:endParaRPr b="1" lang="en-US" sz="1100" spc="-1" strike="noStrike">
                <a:solidFill>
                  <a:srgbClr val="000000"/>
                </a:solidFill>
                <a:latin typeface="Arial"/>
              </a:endParaRPr>
            </a:p>
          </p:txBody>
        </p:sp>
        <p:sp>
          <p:nvSpPr>
            <p:cNvPr id="8980" name="Rectangle 13"/>
            <p:cNvSpPr/>
            <p:nvPr/>
          </p:nvSpPr>
          <p:spPr>
            <a:xfrm>
              <a:off x="915840" y="2419200"/>
              <a:ext cx="1222560" cy="26193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81" name="AutoShape 14"/>
            <p:cNvSpPr/>
            <p:nvPr/>
          </p:nvSpPr>
          <p:spPr>
            <a:xfrm flipV="1">
              <a:off x="1297080" y="3279600"/>
              <a:ext cx="460440" cy="130320"/>
            </a:xfrm>
            <a:prstGeom prst="triangle">
              <a:avLst>
                <a:gd name="adj" fmla="val 50000"/>
              </a:avLst>
            </a:prstGeom>
            <a:solidFill>
              <a:srgbClr val="80cccc"/>
            </a:solidFill>
            <a:ln w="0">
              <a:noFill/>
            </a:ln>
          </p:spPr>
          <p:style>
            <a:lnRef idx="0"/>
            <a:fillRef idx="0"/>
            <a:effectRef idx="0"/>
            <a:fontRef idx="minor"/>
          </p:style>
          <p:txBody>
            <a:bodyPr lIns="90000" rIns="90000" tIns="-47880" bIns="-47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82" name="AutoShape 15"/>
            <p:cNvSpPr/>
            <p:nvPr/>
          </p:nvSpPr>
          <p:spPr>
            <a:xfrm>
              <a:off x="1297080" y="4054320"/>
              <a:ext cx="460440" cy="13176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7520" bIns="-475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83" name="Rectangle 16"/>
            <p:cNvSpPr/>
            <p:nvPr/>
          </p:nvSpPr>
          <p:spPr>
            <a:xfrm>
              <a:off x="1084320" y="2557440"/>
              <a:ext cx="885600" cy="6192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Business</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Definition</a:t>
              </a:r>
              <a:endParaRPr b="1" lang="en-US" sz="1100" spc="-1" strike="noStrike">
                <a:solidFill>
                  <a:srgbClr val="000000"/>
                </a:solidFill>
                <a:latin typeface="Arial"/>
              </a:endParaRPr>
            </a:p>
          </p:txBody>
        </p:sp>
        <p:sp>
          <p:nvSpPr>
            <p:cNvPr id="8984" name="Rectangle 17"/>
            <p:cNvSpPr/>
            <p:nvPr/>
          </p:nvSpPr>
          <p:spPr>
            <a:xfrm>
              <a:off x="1009800" y="4322880"/>
              <a:ext cx="1035000" cy="618840"/>
            </a:xfrm>
            <a:prstGeom prst="rect">
              <a:avLst/>
            </a:prstGeom>
            <a:solidFill>
              <a:srgbClr val="ffffff"/>
            </a:solidFill>
            <a:ln w="12600">
              <a:solidFill>
                <a:srgbClr val="003399"/>
              </a:solidFill>
              <a:miter/>
            </a:ln>
          </p:spPr>
          <p:style>
            <a:lnRef idx="0"/>
            <a:fillRef idx="0"/>
            <a:effectRef idx="0"/>
            <a:fontRef idx="minor"/>
          </p:style>
          <p:txBody>
            <a:bodyPr lIns="54000" rIns="54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Business</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Constraints</a:t>
              </a:r>
              <a:endParaRPr b="1" lang="en-US" sz="1100" spc="-1" strike="noStrike">
                <a:solidFill>
                  <a:srgbClr val="000000"/>
                </a:solidFill>
                <a:latin typeface="Arial"/>
              </a:endParaRPr>
            </a:p>
          </p:txBody>
        </p:sp>
        <p:sp>
          <p:nvSpPr>
            <p:cNvPr id="8985" name="Oval 18"/>
            <p:cNvSpPr/>
            <p:nvPr/>
          </p:nvSpPr>
          <p:spPr>
            <a:xfrm>
              <a:off x="907920" y="3483000"/>
              <a:ext cx="1236960" cy="503280"/>
            </a:xfrm>
            <a:prstGeom prst="ellipse">
              <a:avLst/>
            </a:prstGeom>
            <a:solidFill>
              <a:srgbClr val="8099cc"/>
            </a:solidFill>
            <a:ln w="0">
              <a:noFill/>
            </a:ln>
          </p:spPr>
          <p:style>
            <a:lnRef idx="0"/>
            <a:fillRef idx="0"/>
            <a:effectRef idx="0"/>
            <a:fontRef idx="minor"/>
          </p:style>
          <p:txBody>
            <a:bodyPr lIns="18000" rIns="18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Business</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Imperatives</a:t>
              </a:r>
              <a:endParaRPr b="1" lang="en-US" sz="1100" spc="-1" strike="noStrike">
                <a:solidFill>
                  <a:srgbClr val="000000"/>
                </a:solidFill>
                <a:latin typeface="Arial"/>
              </a:endParaRPr>
            </a:p>
          </p:txBody>
        </p:sp>
        <p:sp>
          <p:nvSpPr>
            <p:cNvPr id="8986" name="Rectangle 19"/>
            <p:cNvSpPr/>
            <p:nvPr/>
          </p:nvSpPr>
          <p:spPr>
            <a:xfrm>
              <a:off x="2598840" y="2419200"/>
              <a:ext cx="1220760" cy="26193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87" name="AutoShape 20"/>
            <p:cNvSpPr/>
            <p:nvPr/>
          </p:nvSpPr>
          <p:spPr>
            <a:xfrm flipV="1">
              <a:off x="2979720" y="3279600"/>
              <a:ext cx="458640" cy="13032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7880" bIns="-47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88" name="AutoShape 21"/>
            <p:cNvSpPr/>
            <p:nvPr/>
          </p:nvSpPr>
          <p:spPr>
            <a:xfrm>
              <a:off x="2979720" y="4054320"/>
              <a:ext cx="458640" cy="13176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7520" bIns="-475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89" name="Rectangle 22"/>
            <p:cNvSpPr/>
            <p:nvPr/>
          </p:nvSpPr>
          <p:spPr>
            <a:xfrm>
              <a:off x="2766960" y="2557440"/>
              <a:ext cx="884160" cy="6192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External Analysis</a:t>
              </a:r>
              <a:endParaRPr b="1" lang="en-US" sz="1100" spc="-1" strike="noStrike">
                <a:solidFill>
                  <a:srgbClr val="000000"/>
                </a:solidFill>
                <a:latin typeface="Arial"/>
              </a:endParaRPr>
            </a:p>
          </p:txBody>
        </p:sp>
        <p:sp>
          <p:nvSpPr>
            <p:cNvPr id="8990" name="Rectangle 23"/>
            <p:cNvSpPr/>
            <p:nvPr/>
          </p:nvSpPr>
          <p:spPr>
            <a:xfrm>
              <a:off x="2766960" y="4322880"/>
              <a:ext cx="884160" cy="6188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Internal Analysis</a:t>
              </a:r>
              <a:endParaRPr b="1" lang="en-US" sz="1100" spc="-1" strike="noStrike">
                <a:solidFill>
                  <a:srgbClr val="000000"/>
                </a:solidFill>
                <a:latin typeface="Arial"/>
              </a:endParaRPr>
            </a:p>
          </p:txBody>
        </p:sp>
        <p:sp>
          <p:nvSpPr>
            <p:cNvPr id="8991" name="Oval 24"/>
            <p:cNvSpPr/>
            <p:nvPr/>
          </p:nvSpPr>
          <p:spPr>
            <a:xfrm>
              <a:off x="2651040" y="3483000"/>
              <a:ext cx="1116000" cy="503280"/>
            </a:xfrm>
            <a:prstGeom prst="ellipse">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Key Insights</a:t>
              </a:r>
              <a:endParaRPr b="1" lang="en-US" sz="1100" spc="-1" strike="noStrike">
                <a:solidFill>
                  <a:srgbClr val="000000"/>
                </a:solidFill>
                <a:latin typeface="Arial"/>
              </a:endParaRPr>
            </a:p>
          </p:txBody>
        </p:sp>
        <p:grpSp>
          <p:nvGrpSpPr>
            <p:cNvPr id="8992" name="Group 25"/>
            <p:cNvGrpSpPr/>
            <p:nvPr/>
          </p:nvGrpSpPr>
          <p:grpSpPr>
            <a:xfrm>
              <a:off x="4135320" y="3284640"/>
              <a:ext cx="955440" cy="814320"/>
              <a:chOff x="4135320" y="3284640"/>
              <a:chExt cx="955440" cy="814320"/>
            </a:xfrm>
          </p:grpSpPr>
          <p:sp>
            <p:nvSpPr>
              <p:cNvPr id="8993" name="Rectangle 26"/>
              <p:cNvSpPr/>
              <p:nvPr/>
            </p:nvSpPr>
            <p:spPr>
              <a:xfrm>
                <a:off x="4257360" y="3284640"/>
                <a:ext cx="833400" cy="7002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94" name="Rectangle 27"/>
              <p:cNvSpPr/>
              <p:nvPr/>
            </p:nvSpPr>
            <p:spPr>
              <a:xfrm>
                <a:off x="4195440" y="3341880"/>
                <a:ext cx="835200" cy="70020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8995" name="Rectangle 28"/>
              <p:cNvSpPr/>
              <p:nvPr/>
            </p:nvSpPr>
            <p:spPr>
              <a:xfrm>
                <a:off x="4135320" y="3399120"/>
                <a:ext cx="833040" cy="69984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Future</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Industry</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Scenarios</a:t>
                </a:r>
                <a:endParaRPr b="1" lang="en-US" sz="1100" spc="-1" strike="noStrike">
                  <a:solidFill>
                    <a:srgbClr val="000000"/>
                  </a:solidFill>
                  <a:latin typeface="Arial"/>
                </a:endParaRPr>
              </a:p>
            </p:txBody>
          </p:sp>
          <p:sp>
            <p:nvSpPr>
              <p:cNvPr id="8996" name="Rectangle 29"/>
              <p:cNvSpPr/>
              <p:nvPr/>
            </p:nvSpPr>
            <p:spPr>
              <a:xfrm>
                <a:off x="4135320" y="3399120"/>
                <a:ext cx="833040" cy="699840"/>
              </a:xfrm>
              <a:prstGeom prst="rect">
                <a:avLst/>
              </a:prstGeom>
              <a:solidFill>
                <a:srgbClr val="ffffff"/>
              </a:solidFill>
              <a:ln w="12600">
                <a:solidFill>
                  <a:srgbClr val="003399"/>
                </a:solidFill>
                <a:miter/>
              </a:ln>
            </p:spPr>
            <p:style>
              <a:lnRef idx="0"/>
              <a:fillRef idx="0"/>
              <a:effectRef idx="0"/>
              <a:fontRef idx="minor"/>
            </p:style>
            <p:txBody>
              <a:bodyPr lIns="54000" rIns="54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Future Industry</a:t>
                </a:r>
                <a:br>
                  <a:rPr sz="1100"/>
                </a:br>
                <a:r>
                  <a:rPr b="0" lang="en-US" sz="1100" spc="-1" strike="noStrike">
                    <a:solidFill>
                      <a:srgbClr val="000000"/>
                    </a:solidFill>
                    <a:latin typeface="Arial"/>
                  </a:rPr>
                  <a:t>Scenarios</a:t>
                </a:r>
                <a:endParaRPr b="1" lang="en-US" sz="1100" spc="-1" strike="noStrike">
                  <a:solidFill>
                    <a:srgbClr val="000000"/>
                  </a:solidFill>
                  <a:latin typeface="Arial"/>
                </a:endParaRPr>
              </a:p>
            </p:txBody>
          </p:sp>
        </p:grpSp>
        <p:sp>
          <p:nvSpPr>
            <p:cNvPr id="8997" name="AutoShape 30"/>
            <p:cNvSpPr/>
            <p:nvPr/>
          </p:nvSpPr>
          <p:spPr>
            <a:xfrm>
              <a:off x="4127400" y="1557360"/>
              <a:ext cx="2525760" cy="576360"/>
            </a:xfrm>
            <a:custGeom>
              <a:avLst/>
              <a:gdLst>
                <a:gd name="textAreaLeft" fmla="*/ 0 w 2525760"/>
                <a:gd name="textAreaRight" fmla="*/ 2526120 w 2525760"/>
                <a:gd name="textAreaTop" fmla="*/ 0 h 576360"/>
                <a:gd name="textAreaBottom" fmla="*/ 576720 h 576360"/>
              </a:gdLst>
              <a:ahLst/>
              <a:rect l="textAreaLeft" t="textAreaTop" r="textAreaRight" b="textAreaBottom"/>
              <a:pathLst>
                <a:path w="21600" h="21600">
                  <a:moveTo>
                    <a:pt x="0" y="0"/>
                  </a:moveTo>
                  <a:lnTo>
                    <a:pt x="20246" y="0"/>
                  </a:lnTo>
                  <a:lnTo>
                    <a:pt x="21600" y="10800"/>
                  </a:lnTo>
                  <a:lnTo>
                    <a:pt x="20246" y="21600"/>
                  </a:lnTo>
                  <a:lnTo>
                    <a:pt x="0" y="21600"/>
                  </a:lnTo>
                  <a:lnTo>
                    <a:pt x="1354"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Strategic Options</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     </a:t>
              </a:r>
              <a:r>
                <a:rPr b="0" lang="nl-NL" sz="1100" spc="-1" strike="noStrike">
                  <a:solidFill>
                    <a:srgbClr val="000000"/>
                  </a:solidFill>
                  <a:latin typeface="Arial"/>
                </a:rPr>
                <a:t>Analysis</a:t>
              </a:r>
              <a:endParaRPr b="1" lang="en-US" sz="1100" spc="-1" strike="noStrike">
                <a:solidFill>
                  <a:srgbClr val="000000"/>
                </a:solidFill>
                <a:latin typeface="Arial"/>
              </a:endParaRPr>
            </a:p>
          </p:txBody>
        </p:sp>
        <p:sp>
          <p:nvSpPr>
            <p:cNvPr id="8998" name="AutoShape 31"/>
            <p:cNvSpPr/>
            <p:nvPr/>
          </p:nvSpPr>
          <p:spPr>
            <a:xfrm>
              <a:off x="6559560" y="1557360"/>
              <a:ext cx="1849320" cy="576360"/>
            </a:xfrm>
            <a:custGeom>
              <a:avLst/>
              <a:gdLst>
                <a:gd name="textAreaLeft" fmla="*/ 0 w 1849320"/>
                <a:gd name="textAreaRight" fmla="*/ 1849680 w 1849320"/>
                <a:gd name="textAreaTop" fmla="*/ 0 h 576360"/>
                <a:gd name="textAreaBottom" fmla="*/ 576720 h 576360"/>
              </a:gdLst>
              <a:ahLst/>
              <a:rect l="textAreaLeft" t="textAreaTop" r="textAreaRight" b="textAreaBottom"/>
              <a:pathLst>
                <a:path w="21600" h="21600">
                  <a:moveTo>
                    <a:pt x="0" y="0"/>
                  </a:moveTo>
                  <a:lnTo>
                    <a:pt x="19676" y="0"/>
                  </a:lnTo>
                  <a:lnTo>
                    <a:pt x="21600" y="10800"/>
                  </a:lnTo>
                  <a:lnTo>
                    <a:pt x="19676" y="21600"/>
                  </a:lnTo>
                  <a:lnTo>
                    <a:pt x="0" y="21600"/>
                  </a:lnTo>
                  <a:lnTo>
                    <a:pt x="1924"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Strategy</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  </a:t>
              </a:r>
              <a:r>
                <a:rPr b="0" lang="nl-NL" sz="1100" spc="-1" strike="noStrike">
                  <a:solidFill>
                    <a:srgbClr val="000000"/>
                  </a:solidFill>
                  <a:latin typeface="Arial"/>
                </a:rPr>
                <a:t>Implementation</a:t>
              </a:r>
              <a:endParaRPr b="1" lang="en-US" sz="1100" spc="-1" strike="noStrike">
                <a:solidFill>
                  <a:srgbClr val="000000"/>
                </a:solidFill>
                <a:latin typeface="Arial"/>
              </a:endParaRPr>
            </a:p>
          </p:txBody>
        </p:sp>
        <p:sp>
          <p:nvSpPr>
            <p:cNvPr id="8999" name="Rectangle 32"/>
            <p:cNvSpPr/>
            <p:nvPr/>
          </p:nvSpPr>
          <p:spPr>
            <a:xfrm>
              <a:off x="6851520" y="2419200"/>
              <a:ext cx="1222560" cy="26193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00" name="AutoShape 33"/>
            <p:cNvSpPr/>
            <p:nvPr/>
          </p:nvSpPr>
          <p:spPr>
            <a:xfrm>
              <a:off x="7232760" y="3279600"/>
              <a:ext cx="460440" cy="13032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7880" bIns="-47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01" name="AutoShape 34"/>
            <p:cNvSpPr/>
            <p:nvPr/>
          </p:nvSpPr>
          <p:spPr>
            <a:xfrm flipV="1">
              <a:off x="7232760" y="4054320"/>
              <a:ext cx="460440" cy="13176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7520" bIns="-475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02" name="Rectangle 35"/>
            <p:cNvSpPr/>
            <p:nvPr/>
          </p:nvSpPr>
          <p:spPr>
            <a:xfrm>
              <a:off x="6954840" y="2557440"/>
              <a:ext cx="1017720" cy="6192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Action Plan</a:t>
              </a:r>
              <a:endParaRPr b="1" lang="en-US" sz="1100" spc="-1" strike="noStrike">
                <a:solidFill>
                  <a:srgbClr val="000000"/>
                </a:solidFill>
                <a:latin typeface="Arial"/>
              </a:endParaRPr>
            </a:p>
          </p:txBody>
        </p:sp>
        <p:sp>
          <p:nvSpPr>
            <p:cNvPr id="9003" name="Rectangle 36"/>
            <p:cNvSpPr/>
            <p:nvPr/>
          </p:nvSpPr>
          <p:spPr>
            <a:xfrm>
              <a:off x="6954840" y="4322880"/>
              <a:ext cx="1017720" cy="6188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Financial Plan</a:t>
              </a:r>
              <a:endParaRPr b="1" lang="en-US" sz="1100" spc="-1" strike="noStrike">
                <a:solidFill>
                  <a:srgbClr val="000000"/>
                </a:solidFill>
                <a:latin typeface="Arial"/>
              </a:endParaRPr>
            </a:p>
          </p:txBody>
        </p:sp>
        <p:sp>
          <p:nvSpPr>
            <p:cNvPr id="9004" name="Oval 37"/>
            <p:cNvSpPr/>
            <p:nvPr/>
          </p:nvSpPr>
          <p:spPr>
            <a:xfrm>
              <a:off x="6905520" y="3483000"/>
              <a:ext cx="1116000" cy="503280"/>
            </a:xfrm>
            <a:prstGeom prst="ellipse">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Plans</a:t>
              </a:r>
              <a:endParaRPr b="1" lang="en-US" sz="1100" spc="-1" strike="noStrike">
                <a:solidFill>
                  <a:srgbClr val="000000"/>
                </a:solidFill>
                <a:latin typeface="Arial"/>
              </a:endParaRPr>
            </a:p>
          </p:txBody>
        </p:sp>
        <p:sp>
          <p:nvSpPr>
            <p:cNvPr id="9005" name="Rectangle 38"/>
            <p:cNvSpPr/>
            <p:nvPr/>
          </p:nvSpPr>
          <p:spPr>
            <a:xfrm>
              <a:off x="5324400" y="2419200"/>
              <a:ext cx="1220760" cy="26193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06" name="AutoShape 39"/>
            <p:cNvSpPr/>
            <p:nvPr/>
          </p:nvSpPr>
          <p:spPr>
            <a:xfrm flipV="1">
              <a:off x="5705640" y="3279600"/>
              <a:ext cx="458640" cy="130320"/>
            </a:xfrm>
            <a:prstGeom prst="triangle">
              <a:avLst>
                <a:gd name="adj" fmla="val 50000"/>
              </a:avLst>
            </a:prstGeom>
            <a:solidFill>
              <a:srgbClr val="80cccc"/>
            </a:solidFill>
            <a:ln w="0">
              <a:noFill/>
            </a:ln>
          </p:spPr>
          <p:style>
            <a:lnRef idx="0"/>
            <a:fillRef idx="0"/>
            <a:effectRef idx="0"/>
            <a:fontRef idx="minor"/>
          </p:style>
          <p:txBody>
            <a:bodyPr lIns="90000" rIns="90000" tIns="-47880" bIns="-478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07" name="AutoShape 40"/>
            <p:cNvSpPr/>
            <p:nvPr/>
          </p:nvSpPr>
          <p:spPr>
            <a:xfrm>
              <a:off x="5705640" y="4054320"/>
              <a:ext cx="458640" cy="131760"/>
            </a:xfrm>
            <a:prstGeom prst="triangle">
              <a:avLst>
                <a:gd name="adj" fmla="val 50000"/>
              </a:avLst>
            </a:prstGeom>
            <a:solidFill>
              <a:srgbClr val="80cccc"/>
            </a:solidFill>
            <a:ln w="0">
              <a:noFill/>
            </a:ln>
          </p:spPr>
          <p:style>
            <a:lnRef idx="0"/>
            <a:fillRef idx="0"/>
            <a:effectRef idx="0"/>
            <a:fontRef idx="minor"/>
          </p:style>
          <p:txBody>
            <a:bodyPr lIns="90000" rIns="90000" tIns="-47520" bIns="-475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08" name="Rectangle 41"/>
            <p:cNvSpPr/>
            <p:nvPr/>
          </p:nvSpPr>
          <p:spPr>
            <a:xfrm>
              <a:off x="5492880" y="2557440"/>
              <a:ext cx="884160" cy="61920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Strategic Options</a:t>
              </a:r>
              <a:endParaRPr b="1" lang="en-US" sz="1100" spc="-1" strike="noStrike">
                <a:solidFill>
                  <a:srgbClr val="000000"/>
                </a:solidFill>
                <a:latin typeface="Arial"/>
              </a:endParaRPr>
            </a:p>
          </p:txBody>
        </p:sp>
        <p:sp>
          <p:nvSpPr>
            <p:cNvPr id="9009" name="Rectangle 42"/>
            <p:cNvSpPr/>
            <p:nvPr/>
          </p:nvSpPr>
          <p:spPr>
            <a:xfrm>
              <a:off x="5492880" y="4322880"/>
              <a:ext cx="884160" cy="61884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Risk and Reward</a:t>
              </a:r>
              <a:endParaRPr b="1" lang="en-US" sz="1100" spc="-1" strike="noStrike">
                <a:solidFill>
                  <a:srgbClr val="000000"/>
                </a:solidFill>
                <a:latin typeface="Arial"/>
              </a:endParaRPr>
            </a:p>
          </p:txBody>
        </p:sp>
        <p:sp>
          <p:nvSpPr>
            <p:cNvPr id="9010" name="Oval 43"/>
            <p:cNvSpPr/>
            <p:nvPr/>
          </p:nvSpPr>
          <p:spPr>
            <a:xfrm>
              <a:off x="5376960" y="3483000"/>
              <a:ext cx="1116000" cy="503280"/>
            </a:xfrm>
            <a:prstGeom prst="ellipse">
              <a:avLst/>
            </a:prstGeom>
            <a:solidFill>
              <a:srgbClr val="8099cc"/>
            </a:solidFill>
            <a:ln w="0">
              <a:noFill/>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Strategic Direction</a:t>
              </a:r>
              <a:endParaRPr b="1" lang="en-US" sz="1100" spc="-1" strike="noStrike">
                <a:solidFill>
                  <a:srgbClr val="000000"/>
                </a:solidFill>
                <a:latin typeface="Arial"/>
              </a:endParaRPr>
            </a:p>
          </p:txBody>
        </p:sp>
        <p:sp>
          <p:nvSpPr>
            <p:cNvPr id="9011" name="Text Box 44"/>
            <p:cNvSpPr/>
            <p:nvPr/>
          </p:nvSpPr>
          <p:spPr>
            <a:xfrm>
              <a:off x="1930680" y="5168880"/>
              <a:ext cx="24012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Reassess the Business Imperatives</a:t>
              </a:r>
              <a:endParaRPr b="1" lang="en-US" sz="1100" spc="-1" strike="noStrike">
                <a:solidFill>
                  <a:srgbClr val="000000"/>
                </a:solidFill>
                <a:latin typeface="Arial"/>
              </a:endParaRPr>
            </a:p>
          </p:txBody>
        </p:sp>
        <p:sp>
          <p:nvSpPr>
            <p:cNvPr id="9012" name="AutoShape 45"/>
            <p:cNvSpPr/>
            <p:nvPr/>
          </p:nvSpPr>
          <p:spPr>
            <a:xfrm>
              <a:off x="2467080" y="5661000"/>
              <a:ext cx="1660320" cy="576360"/>
            </a:xfrm>
            <a:custGeom>
              <a:avLst/>
              <a:gdLst>
                <a:gd name="textAreaLeft" fmla="*/ 0 w 1660320"/>
                <a:gd name="textAreaRight" fmla="*/ 1660680 w 1660320"/>
                <a:gd name="textAreaTop" fmla="*/ 0 h 576360"/>
                <a:gd name="textAreaBottom" fmla="*/ 576720 h 576360"/>
              </a:gdLst>
              <a:ahLst/>
              <a:rect l="textAreaLeft" t="textAreaTop" r="textAreaRight" b="textAreaBottom"/>
              <a:pathLst>
                <a:path w="21600" h="21600">
                  <a:moveTo>
                    <a:pt x="0" y="0"/>
                  </a:moveTo>
                  <a:lnTo>
                    <a:pt x="19676" y="0"/>
                  </a:lnTo>
                  <a:lnTo>
                    <a:pt x="21600" y="10800"/>
                  </a:lnTo>
                  <a:lnTo>
                    <a:pt x="19676" y="21600"/>
                  </a:lnTo>
                  <a:lnTo>
                    <a:pt x="0" y="21600"/>
                  </a:lnTo>
                  <a:lnTo>
                    <a:pt x="1924"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Desk Research and Interviews</a:t>
              </a:r>
              <a:endParaRPr b="1" lang="en-US" sz="1100" spc="-1" strike="noStrike">
                <a:solidFill>
                  <a:srgbClr val="000000"/>
                </a:solidFill>
                <a:latin typeface="Arial"/>
              </a:endParaRPr>
            </a:p>
          </p:txBody>
        </p:sp>
        <p:sp>
          <p:nvSpPr>
            <p:cNvPr id="9013" name="AutoShape 46"/>
            <p:cNvSpPr/>
            <p:nvPr/>
          </p:nvSpPr>
          <p:spPr>
            <a:xfrm>
              <a:off x="915840" y="5661000"/>
              <a:ext cx="1541520" cy="576360"/>
            </a:xfrm>
            <a:custGeom>
              <a:avLst/>
              <a:gdLst>
                <a:gd name="textAreaLeft" fmla="*/ 0 w 1541520"/>
                <a:gd name="textAreaRight" fmla="*/ 1541880 w 1541520"/>
                <a:gd name="textAreaTop" fmla="*/ 0 h 576360"/>
                <a:gd name="textAreaBottom" fmla="*/ 576720 h 576360"/>
              </a:gdLst>
              <a:ahLst/>
              <a:rect l="textAreaLeft" t="textAreaTop" r="textAreaRight" b="textAreaBottom"/>
              <a:pathLst>
                <a:path w="21600" h="21600">
                  <a:moveTo>
                    <a:pt x="0" y="0"/>
                  </a:moveTo>
                  <a:lnTo>
                    <a:pt x="19462" y="0"/>
                  </a:lnTo>
                  <a:lnTo>
                    <a:pt x="21600" y="10800"/>
                  </a:lnTo>
                  <a:lnTo>
                    <a:pt x="19462"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Interviews and Workshops</a:t>
              </a:r>
              <a:endParaRPr b="1" lang="en-US" sz="1100" spc="-1" strike="noStrike">
                <a:solidFill>
                  <a:srgbClr val="000000"/>
                </a:solidFill>
                <a:latin typeface="Arial"/>
              </a:endParaRPr>
            </a:p>
          </p:txBody>
        </p:sp>
        <p:sp>
          <p:nvSpPr>
            <p:cNvPr id="9014" name="AutoShape 47"/>
            <p:cNvSpPr/>
            <p:nvPr/>
          </p:nvSpPr>
          <p:spPr>
            <a:xfrm>
              <a:off x="4127400" y="5661000"/>
              <a:ext cx="2525760" cy="576360"/>
            </a:xfrm>
            <a:custGeom>
              <a:avLst/>
              <a:gdLst>
                <a:gd name="textAreaLeft" fmla="*/ 0 w 2525760"/>
                <a:gd name="textAreaRight" fmla="*/ 2526120 w 2525760"/>
                <a:gd name="textAreaTop" fmla="*/ 0 h 576360"/>
                <a:gd name="textAreaBottom" fmla="*/ 576720 h 576360"/>
              </a:gdLst>
              <a:ahLst/>
              <a:rect l="textAreaLeft" t="textAreaTop" r="textAreaRight" b="textAreaBottom"/>
              <a:pathLst>
                <a:path w="21600" h="21600">
                  <a:moveTo>
                    <a:pt x="0" y="0"/>
                  </a:moveTo>
                  <a:lnTo>
                    <a:pt x="20246" y="0"/>
                  </a:lnTo>
                  <a:lnTo>
                    <a:pt x="21600" y="10800"/>
                  </a:lnTo>
                  <a:lnTo>
                    <a:pt x="20246" y="21600"/>
                  </a:lnTo>
                  <a:lnTo>
                    <a:pt x="0" y="21600"/>
                  </a:lnTo>
                  <a:lnTo>
                    <a:pt x="1354"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Workshops and Analyses</a:t>
              </a:r>
              <a:endParaRPr b="1" lang="en-US" sz="1100" spc="-1" strike="noStrike">
                <a:solidFill>
                  <a:srgbClr val="000000"/>
                </a:solidFill>
                <a:latin typeface="Arial"/>
              </a:endParaRPr>
            </a:p>
          </p:txBody>
        </p:sp>
        <p:sp>
          <p:nvSpPr>
            <p:cNvPr id="9015" name="AutoShape 48"/>
            <p:cNvSpPr/>
            <p:nvPr/>
          </p:nvSpPr>
          <p:spPr>
            <a:xfrm>
              <a:off x="6559560" y="5661000"/>
              <a:ext cx="1849320" cy="576360"/>
            </a:xfrm>
            <a:custGeom>
              <a:avLst/>
              <a:gdLst>
                <a:gd name="textAreaLeft" fmla="*/ 0 w 1849320"/>
                <a:gd name="textAreaRight" fmla="*/ 1849680 w 1849320"/>
                <a:gd name="textAreaTop" fmla="*/ 0 h 576360"/>
                <a:gd name="textAreaBottom" fmla="*/ 576720 h 576360"/>
              </a:gdLst>
              <a:ahLst/>
              <a:rect l="textAreaLeft" t="textAreaTop" r="textAreaRight" b="textAreaBottom"/>
              <a:pathLst>
                <a:path w="21600" h="21600">
                  <a:moveTo>
                    <a:pt x="0" y="0"/>
                  </a:moveTo>
                  <a:lnTo>
                    <a:pt x="19676" y="0"/>
                  </a:lnTo>
                  <a:lnTo>
                    <a:pt x="21600" y="10800"/>
                  </a:lnTo>
                  <a:lnTo>
                    <a:pt x="19676" y="21600"/>
                  </a:lnTo>
                  <a:lnTo>
                    <a:pt x="0" y="21600"/>
                  </a:lnTo>
                  <a:lnTo>
                    <a:pt x="1924"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Business Plan Writing</a:t>
              </a:r>
              <a:endParaRPr b="1" lang="en-US" sz="1100" spc="-1" strike="noStrike">
                <a:solidFill>
                  <a:srgbClr val="000000"/>
                </a:solidFill>
                <a:latin typeface="Arial"/>
              </a:endParaRPr>
            </a:p>
          </p:txBody>
        </p:sp>
        <p:sp>
          <p:nvSpPr>
            <p:cNvPr id="9016" name="AutoShape 49"/>
            <p:cNvSpPr/>
            <p:nvPr/>
          </p:nvSpPr>
          <p:spPr>
            <a:xfrm>
              <a:off x="4705200" y="2637000"/>
              <a:ext cx="798840" cy="587160"/>
            </a:xfrm>
            <a:prstGeom prst="irregularSeal1">
              <a:avLst/>
            </a:prstGeom>
            <a:solidFill>
              <a:srgbClr val="80cccc"/>
            </a:solidFill>
            <a:ln w="0">
              <a:noFill/>
            </a:ln>
          </p:spPr>
          <p:style>
            <a:lnRef idx="0"/>
            <a:fillRef idx="0"/>
            <a:effectRef idx="0"/>
            <a:fontRef idx="minor"/>
          </p:style>
          <p:txBody>
            <a:bodyPr lIns="90000" rIns="90000" tIns="91080" bIns="91080" anchor="ctr">
              <a:noAutofit/>
            </a:bodyPr>
            <a:p>
              <a:pPr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Crea-tivity</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7"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018"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A7F113-6187-4918-BB3D-05DC3863CE42}"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01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Restructuring Framework</a:t>
            </a:r>
            <a:endParaRPr b="1" lang="en-US" sz="1600" spc="-1" strike="noStrike">
              <a:solidFill>
                <a:srgbClr val="000000"/>
              </a:solidFill>
              <a:latin typeface="Arial"/>
            </a:endParaRPr>
          </a:p>
        </p:txBody>
      </p:sp>
      <p:grpSp>
        <p:nvGrpSpPr>
          <p:cNvPr id="9020" name="Group 43"/>
          <p:cNvGrpSpPr/>
          <p:nvPr/>
        </p:nvGrpSpPr>
        <p:grpSpPr>
          <a:xfrm>
            <a:off x="993600" y="1568520"/>
            <a:ext cx="7399440" cy="4470480"/>
            <a:chOff x="993600" y="1568520"/>
            <a:chExt cx="7399440" cy="4470480"/>
          </a:xfrm>
        </p:grpSpPr>
        <p:sp>
          <p:nvSpPr>
            <p:cNvPr id="9021" name="AutoShape 4"/>
            <p:cNvSpPr/>
            <p:nvPr/>
          </p:nvSpPr>
          <p:spPr>
            <a:xfrm>
              <a:off x="6426360" y="3836880"/>
              <a:ext cx="610920" cy="319320"/>
            </a:xfrm>
            <a:prstGeom prst="rightArrow">
              <a:avLst>
                <a:gd name="adj1" fmla="val 50000"/>
                <a:gd name="adj2" fmla="val 39690"/>
              </a:avLst>
            </a:prstGeom>
            <a:solidFill>
              <a:srgbClr val="80cccc"/>
            </a:solidFill>
            <a:ln w="12600">
              <a:solidFill>
                <a:srgbClr val="80cccc"/>
              </a:solidFill>
              <a:miter/>
            </a:ln>
          </p:spPr>
          <p:style>
            <a:lnRef idx="0"/>
            <a:fillRef idx="0"/>
            <a:effectRef idx="0"/>
            <a:fontRef idx="minor"/>
          </p:style>
          <p:txBody>
            <a:bodyPr lIns="90000" rIns="90000" tIns="68400" bIns="68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2" name="AutoShape 5"/>
            <p:cNvSpPr/>
            <p:nvPr/>
          </p:nvSpPr>
          <p:spPr>
            <a:xfrm>
              <a:off x="4991040" y="3809880"/>
              <a:ext cx="695520" cy="319320"/>
            </a:xfrm>
            <a:prstGeom prst="rightArrow">
              <a:avLst>
                <a:gd name="adj1" fmla="val 50000"/>
                <a:gd name="adj2" fmla="val 45186"/>
              </a:avLst>
            </a:prstGeom>
            <a:solidFill>
              <a:srgbClr val="80cccc"/>
            </a:solidFill>
            <a:ln w="12600">
              <a:solidFill>
                <a:srgbClr val="80cccc"/>
              </a:solidFill>
              <a:miter/>
            </a:ln>
          </p:spPr>
          <p:style>
            <a:lnRef idx="0"/>
            <a:fillRef idx="0"/>
            <a:effectRef idx="0"/>
            <a:fontRef idx="minor"/>
          </p:style>
          <p:txBody>
            <a:bodyPr lIns="90000" rIns="90000" tIns="68400" bIns="68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3" name="AutoShape 6"/>
            <p:cNvSpPr/>
            <p:nvPr/>
          </p:nvSpPr>
          <p:spPr>
            <a:xfrm>
              <a:off x="1920960" y="3809880"/>
              <a:ext cx="611280" cy="319320"/>
            </a:xfrm>
            <a:prstGeom prst="rightArrow">
              <a:avLst>
                <a:gd name="adj1" fmla="val 50000"/>
                <a:gd name="adj2" fmla="val 39713"/>
              </a:avLst>
            </a:prstGeom>
            <a:solidFill>
              <a:srgbClr val="80cccc"/>
            </a:solidFill>
            <a:ln w="12600">
              <a:solidFill>
                <a:srgbClr val="80cccc"/>
              </a:solidFill>
              <a:miter/>
            </a:ln>
          </p:spPr>
          <p:style>
            <a:lnRef idx="0"/>
            <a:fillRef idx="0"/>
            <a:effectRef idx="0"/>
            <a:fontRef idx="minor"/>
          </p:style>
          <p:txBody>
            <a:bodyPr lIns="90000" rIns="90000" tIns="68400" bIns="68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4" name="AutoShape 7"/>
            <p:cNvSpPr/>
            <p:nvPr/>
          </p:nvSpPr>
          <p:spPr>
            <a:xfrm>
              <a:off x="3476520" y="3809880"/>
              <a:ext cx="612720" cy="319320"/>
            </a:xfrm>
            <a:prstGeom prst="rightArrow">
              <a:avLst>
                <a:gd name="adj1" fmla="val 50000"/>
                <a:gd name="adj2" fmla="val 39807"/>
              </a:avLst>
            </a:prstGeom>
            <a:solidFill>
              <a:srgbClr val="80cccc"/>
            </a:solidFill>
            <a:ln w="12600">
              <a:solidFill>
                <a:srgbClr val="80cccc"/>
              </a:solidFill>
              <a:miter/>
            </a:ln>
          </p:spPr>
          <p:style>
            <a:lnRef idx="0"/>
            <a:fillRef idx="0"/>
            <a:effectRef idx="0"/>
            <a:fontRef idx="minor"/>
          </p:style>
          <p:txBody>
            <a:bodyPr lIns="90000" rIns="90000" tIns="68400" bIns="68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5" name="Rectangle 8"/>
            <p:cNvSpPr/>
            <p:nvPr/>
          </p:nvSpPr>
          <p:spPr>
            <a:xfrm>
              <a:off x="4162320" y="2728800"/>
              <a:ext cx="1130400" cy="248148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6" name="AutoShape 9"/>
            <p:cNvSpPr/>
            <p:nvPr/>
          </p:nvSpPr>
          <p:spPr>
            <a:xfrm>
              <a:off x="3965400" y="1879560"/>
              <a:ext cx="2865600" cy="546120"/>
            </a:xfrm>
            <a:custGeom>
              <a:avLst/>
              <a:gdLst/>
              <a:ahLst/>
              <a:rect l="l" t="t" r="r" b="b"/>
              <a:pathLst>
                <a:path w="21600" h="21600">
                  <a:moveTo>
                    <a:pt x="0" y="0"/>
                  </a:moveTo>
                  <a:lnTo>
                    <a:pt x="20517" y="0"/>
                  </a:lnTo>
                  <a:lnTo>
                    <a:pt x="21600" y="10800"/>
                  </a:lnTo>
                  <a:lnTo>
                    <a:pt x="20517" y="21600"/>
                  </a:lnTo>
                  <a:lnTo>
                    <a:pt x="0" y="21600"/>
                  </a:lnTo>
                  <a:lnTo>
                    <a:pt x="1083"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Restructuring Concept</a:t>
              </a:r>
              <a:endParaRPr b="1" lang="en-US" sz="1100" spc="-1" strike="noStrike">
                <a:solidFill>
                  <a:srgbClr val="000000"/>
                </a:solidFill>
                <a:latin typeface="Arial"/>
              </a:endParaRPr>
            </a:p>
          </p:txBody>
        </p:sp>
        <p:sp>
          <p:nvSpPr>
            <p:cNvPr id="9027" name="AutoShape 10"/>
            <p:cNvSpPr/>
            <p:nvPr/>
          </p:nvSpPr>
          <p:spPr>
            <a:xfrm flipV="1">
              <a:off x="4514760" y="3542760"/>
              <a:ext cx="425520" cy="12348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50400" bIns="-50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8" name="AutoShape 11"/>
            <p:cNvSpPr/>
            <p:nvPr/>
          </p:nvSpPr>
          <p:spPr>
            <a:xfrm>
              <a:off x="4514760" y="4317840"/>
              <a:ext cx="425520" cy="12564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9680" bIns="-49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29" name="Rectangle 12"/>
            <p:cNvSpPr/>
            <p:nvPr/>
          </p:nvSpPr>
          <p:spPr>
            <a:xfrm>
              <a:off x="4276800" y="2860560"/>
              <a:ext cx="915840" cy="58608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Cost and Asset Reductio</a:t>
              </a:r>
              <a:r>
                <a:rPr b="0" lang="ja-JP" sz="1100" spc="-1" strike="noStrike">
                  <a:solidFill>
                    <a:srgbClr val="000000"/>
                  </a:solidFill>
                  <a:latin typeface="Arial"/>
                </a:rPr>
                <a:t>ｎ</a:t>
              </a:r>
              <a:endParaRPr b="1" lang="en-US" sz="1100" spc="-1" strike="noStrike">
                <a:solidFill>
                  <a:srgbClr val="000000"/>
                </a:solidFill>
                <a:latin typeface="Arial"/>
              </a:endParaRPr>
            </a:p>
          </p:txBody>
        </p:sp>
        <p:sp>
          <p:nvSpPr>
            <p:cNvPr id="9030" name="Rectangle 13"/>
            <p:cNvSpPr/>
            <p:nvPr/>
          </p:nvSpPr>
          <p:spPr>
            <a:xfrm>
              <a:off x="4317840" y="4533840"/>
              <a:ext cx="81936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Portfolio Adjust-ment</a:t>
              </a:r>
              <a:endParaRPr b="1" lang="en-US" sz="1100" spc="-1" strike="noStrike">
                <a:solidFill>
                  <a:srgbClr val="000000"/>
                </a:solidFill>
                <a:latin typeface="Arial"/>
              </a:endParaRPr>
            </a:p>
          </p:txBody>
        </p:sp>
        <p:sp>
          <p:nvSpPr>
            <p:cNvPr id="9031" name="Oval 14"/>
            <p:cNvSpPr/>
            <p:nvPr/>
          </p:nvSpPr>
          <p:spPr>
            <a:xfrm>
              <a:off x="4210200" y="3730680"/>
              <a:ext cx="1033200" cy="47628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Opportu-nities</a:t>
              </a:r>
              <a:endParaRPr b="1" lang="en-US" sz="1100" spc="-1" strike="noStrike">
                <a:solidFill>
                  <a:srgbClr val="000000"/>
                </a:solidFill>
                <a:latin typeface="Arial"/>
              </a:endParaRPr>
            </a:p>
          </p:txBody>
        </p:sp>
        <p:sp>
          <p:nvSpPr>
            <p:cNvPr id="9032" name="Rectangle 15"/>
            <p:cNvSpPr/>
            <p:nvPr/>
          </p:nvSpPr>
          <p:spPr>
            <a:xfrm>
              <a:off x="5681520" y="3719520"/>
              <a:ext cx="989280" cy="5097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Restruc-turing</a:t>
              </a:r>
              <a:r>
                <a:rPr b="0" lang="nl-NL" sz="1100" spc="-1" strike="noStrike">
                  <a:solidFill>
                    <a:srgbClr val="ffffff"/>
                  </a:solidFill>
                  <a:latin typeface="Arial"/>
                </a:rPr>
                <a:t> </a:t>
              </a:r>
              <a:r>
                <a:rPr b="0" lang="nl-NL" sz="1100" spc="-1" strike="noStrike">
                  <a:solidFill>
                    <a:srgbClr val="000000"/>
                  </a:solidFill>
                  <a:latin typeface="Arial"/>
                </a:rPr>
                <a:t>Plan</a:t>
              </a:r>
              <a:endParaRPr b="1" lang="en-US" sz="1100" spc="-1" strike="noStrike">
                <a:solidFill>
                  <a:srgbClr val="000000"/>
                </a:solidFill>
                <a:latin typeface="Arial"/>
              </a:endParaRPr>
            </a:p>
          </p:txBody>
        </p:sp>
        <p:sp>
          <p:nvSpPr>
            <p:cNvPr id="9033" name="AutoShape 16"/>
            <p:cNvSpPr/>
            <p:nvPr/>
          </p:nvSpPr>
          <p:spPr>
            <a:xfrm>
              <a:off x="993600" y="5492880"/>
              <a:ext cx="7337520" cy="546120"/>
            </a:xfrm>
            <a:custGeom>
              <a:avLst/>
              <a:gdLst>
                <a:gd name="textAreaLeft" fmla="*/ 0 w 7337520"/>
                <a:gd name="textAreaRight" fmla="*/ 7337880 w 7337520"/>
                <a:gd name="textAreaTop" fmla="*/ 0 h 546120"/>
                <a:gd name="textAreaBottom" fmla="*/ 546120 h 546120"/>
              </a:gdLst>
              <a:ahLst/>
              <a:rect l="textAreaLeft" t="textAreaTop" r="textAreaRight" b="textAreaBottom"/>
              <a:pathLst>
                <a:path w="21600" h="21600">
                  <a:moveTo>
                    <a:pt x="0" y="0"/>
                  </a:moveTo>
                  <a:lnTo>
                    <a:pt x="20858" y="0"/>
                  </a:lnTo>
                  <a:lnTo>
                    <a:pt x="21600" y="10800"/>
                  </a:lnTo>
                  <a:lnTo>
                    <a:pt x="20858"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Project management</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Stakeholder Communication</a:t>
              </a:r>
              <a:endParaRPr b="1" lang="en-US" sz="1100" spc="-1" strike="noStrike">
                <a:solidFill>
                  <a:srgbClr val="000000"/>
                </a:solidFill>
                <a:latin typeface="Arial"/>
              </a:endParaRPr>
            </a:p>
          </p:txBody>
        </p:sp>
        <p:sp>
          <p:nvSpPr>
            <p:cNvPr id="9034" name="Rectangle 17"/>
            <p:cNvSpPr/>
            <p:nvPr/>
          </p:nvSpPr>
          <p:spPr>
            <a:xfrm>
              <a:off x="993600" y="2728800"/>
              <a:ext cx="1130400" cy="248148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35" name="AutoShape 18"/>
            <p:cNvSpPr/>
            <p:nvPr/>
          </p:nvSpPr>
          <p:spPr>
            <a:xfrm flipV="1">
              <a:off x="1346040" y="3542760"/>
              <a:ext cx="425520" cy="12348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50400" bIns="-50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36" name="AutoShape 19"/>
            <p:cNvSpPr/>
            <p:nvPr/>
          </p:nvSpPr>
          <p:spPr>
            <a:xfrm>
              <a:off x="1346040" y="4278240"/>
              <a:ext cx="425520" cy="12384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50040" bIns="-500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37" name="Rectangle 20"/>
            <p:cNvSpPr/>
            <p:nvPr/>
          </p:nvSpPr>
          <p:spPr>
            <a:xfrm>
              <a:off x="1149480" y="2873520"/>
              <a:ext cx="81900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Financial</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Review</a:t>
              </a:r>
              <a:endParaRPr b="1" lang="en-US" sz="1100" spc="-1" strike="noStrike">
                <a:solidFill>
                  <a:srgbClr val="000000"/>
                </a:solidFill>
                <a:latin typeface="Arial"/>
              </a:endParaRPr>
            </a:p>
          </p:txBody>
        </p:sp>
        <p:sp>
          <p:nvSpPr>
            <p:cNvPr id="9038" name="Rectangle 21"/>
            <p:cNvSpPr/>
            <p:nvPr/>
          </p:nvSpPr>
          <p:spPr>
            <a:xfrm>
              <a:off x="1149480" y="4533840"/>
              <a:ext cx="81900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Strategic</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Review</a:t>
              </a:r>
              <a:endParaRPr b="1" lang="en-US" sz="1100" spc="-1" strike="noStrike">
                <a:solidFill>
                  <a:srgbClr val="000000"/>
                </a:solidFill>
                <a:latin typeface="Arial"/>
              </a:endParaRPr>
            </a:p>
          </p:txBody>
        </p:sp>
        <p:sp>
          <p:nvSpPr>
            <p:cNvPr id="9039" name="Oval 22"/>
            <p:cNvSpPr/>
            <p:nvPr/>
          </p:nvSpPr>
          <p:spPr>
            <a:xfrm>
              <a:off x="1042920" y="3730680"/>
              <a:ext cx="1032120" cy="47628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Change</a:t>
              </a:r>
              <a:r>
                <a:rPr b="0" lang="nl-NL" sz="1100" spc="-1" strike="noStrike">
                  <a:solidFill>
                    <a:srgbClr val="ffffff"/>
                  </a:solidFill>
                  <a:latin typeface="Arial"/>
                </a:rPr>
                <a:t> </a:t>
              </a:r>
              <a:r>
                <a:rPr b="0" lang="nl-NL" sz="1100" spc="-1" strike="noStrike">
                  <a:solidFill>
                    <a:srgbClr val="000000"/>
                  </a:solidFill>
                  <a:latin typeface="Arial"/>
                </a:rPr>
                <a:t>Impera-tive</a:t>
              </a:r>
              <a:endParaRPr b="1" lang="en-US" sz="1100" spc="-1" strike="noStrike">
                <a:solidFill>
                  <a:srgbClr val="000000"/>
                </a:solidFill>
                <a:latin typeface="Arial"/>
              </a:endParaRPr>
            </a:p>
          </p:txBody>
        </p:sp>
        <p:sp>
          <p:nvSpPr>
            <p:cNvPr id="9040" name="AutoShape 23"/>
            <p:cNvSpPr/>
            <p:nvPr/>
          </p:nvSpPr>
          <p:spPr>
            <a:xfrm>
              <a:off x="993600" y="1878120"/>
              <a:ext cx="1425600" cy="546120"/>
            </a:xfrm>
            <a:custGeom>
              <a:avLst/>
              <a:gdLst>
                <a:gd name="textAreaLeft" fmla="*/ 0 w 1425600"/>
                <a:gd name="textAreaRight" fmla="*/ 1425960 w 1425600"/>
                <a:gd name="textAreaTop" fmla="*/ 0 h 546120"/>
                <a:gd name="textAreaBottom" fmla="*/ 546120 h 546120"/>
              </a:gdLst>
              <a:ahLst/>
              <a:rect l="textAreaLeft" t="textAreaTop" r="textAreaRight" b="textAreaBottom"/>
              <a:pathLst>
                <a:path w="21600" h="21600">
                  <a:moveTo>
                    <a:pt x="0" y="0"/>
                  </a:moveTo>
                  <a:lnTo>
                    <a:pt x="19462" y="0"/>
                  </a:lnTo>
                  <a:lnTo>
                    <a:pt x="21600" y="10800"/>
                  </a:lnTo>
                  <a:lnTo>
                    <a:pt x="19462"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Situation Assessment</a:t>
              </a:r>
              <a:endParaRPr b="1" lang="en-US" sz="1100" spc="-1" strike="noStrike">
                <a:solidFill>
                  <a:srgbClr val="000000"/>
                </a:solidFill>
                <a:latin typeface="Arial"/>
              </a:endParaRPr>
            </a:p>
          </p:txBody>
        </p:sp>
        <p:sp>
          <p:nvSpPr>
            <p:cNvPr id="9041" name="Rectangle 24"/>
            <p:cNvSpPr/>
            <p:nvPr/>
          </p:nvSpPr>
          <p:spPr>
            <a:xfrm>
              <a:off x="2549520" y="2728800"/>
              <a:ext cx="1131840" cy="248148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42" name="AutoShape 25"/>
            <p:cNvSpPr/>
            <p:nvPr/>
          </p:nvSpPr>
          <p:spPr>
            <a:xfrm flipV="1">
              <a:off x="2901960" y="3542760"/>
              <a:ext cx="426960" cy="12348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50400" bIns="-50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43" name="AutoShape 26"/>
            <p:cNvSpPr/>
            <p:nvPr/>
          </p:nvSpPr>
          <p:spPr>
            <a:xfrm>
              <a:off x="2901960" y="4278240"/>
              <a:ext cx="426960" cy="12384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50040" bIns="-500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44" name="Rectangle 27"/>
            <p:cNvSpPr/>
            <p:nvPr/>
          </p:nvSpPr>
          <p:spPr>
            <a:xfrm>
              <a:off x="2706840" y="2873520"/>
              <a:ext cx="81756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Financial Needs</a:t>
              </a:r>
              <a:endParaRPr b="1" lang="en-US" sz="1100" spc="-1" strike="noStrike">
                <a:solidFill>
                  <a:srgbClr val="000000"/>
                </a:solidFill>
                <a:latin typeface="Arial"/>
              </a:endParaRPr>
            </a:p>
          </p:txBody>
        </p:sp>
        <p:sp>
          <p:nvSpPr>
            <p:cNvPr id="9045" name="Rectangle 28"/>
            <p:cNvSpPr/>
            <p:nvPr/>
          </p:nvSpPr>
          <p:spPr>
            <a:xfrm>
              <a:off x="2706840" y="4533840"/>
              <a:ext cx="81756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Bench-marking</a:t>
              </a:r>
              <a:endParaRPr b="1" lang="en-US" sz="1100" spc="-1" strike="noStrike">
                <a:solidFill>
                  <a:srgbClr val="000000"/>
                </a:solidFill>
                <a:latin typeface="Arial"/>
              </a:endParaRPr>
            </a:p>
          </p:txBody>
        </p:sp>
        <p:sp>
          <p:nvSpPr>
            <p:cNvPr id="9046" name="Oval 29"/>
            <p:cNvSpPr/>
            <p:nvPr/>
          </p:nvSpPr>
          <p:spPr>
            <a:xfrm>
              <a:off x="2598840" y="3730680"/>
              <a:ext cx="1033200" cy="47628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Targets</a:t>
              </a:r>
              <a:endParaRPr b="1" lang="en-US" sz="1100" spc="-1" strike="noStrike">
                <a:solidFill>
                  <a:srgbClr val="000000"/>
                </a:solidFill>
                <a:latin typeface="Arial"/>
              </a:endParaRPr>
            </a:p>
          </p:txBody>
        </p:sp>
        <p:sp>
          <p:nvSpPr>
            <p:cNvPr id="9047" name="AutoShape 30"/>
            <p:cNvSpPr/>
            <p:nvPr/>
          </p:nvSpPr>
          <p:spPr>
            <a:xfrm>
              <a:off x="2428920" y="1879560"/>
              <a:ext cx="1536480" cy="546120"/>
            </a:xfrm>
            <a:custGeom>
              <a:avLst/>
              <a:gdLst>
                <a:gd name="textAreaLeft" fmla="*/ 0 w 1536480"/>
                <a:gd name="textAreaRight" fmla="*/ 1536840 w 1536480"/>
                <a:gd name="textAreaTop" fmla="*/ 0 h 546120"/>
                <a:gd name="textAreaBottom" fmla="*/ 546120 h 546120"/>
              </a:gdLst>
              <a:ahLst/>
              <a:rect l="textAreaLeft" t="textAreaTop" r="textAreaRight" b="textAreaBottom"/>
              <a:pathLst>
                <a:path w="21600" h="21600">
                  <a:moveTo>
                    <a:pt x="0" y="0"/>
                  </a:moveTo>
                  <a:lnTo>
                    <a:pt x="19600" y="0"/>
                  </a:lnTo>
                  <a:lnTo>
                    <a:pt x="21600" y="10800"/>
                  </a:lnTo>
                  <a:lnTo>
                    <a:pt x="19600" y="21600"/>
                  </a:lnTo>
                  <a:lnTo>
                    <a:pt x="0" y="21600"/>
                  </a:lnTo>
                  <a:lnTo>
                    <a:pt x="20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Target</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Setting</a:t>
              </a:r>
              <a:endParaRPr b="1" lang="en-US" sz="1100" spc="-1" strike="noStrike">
                <a:solidFill>
                  <a:srgbClr val="000000"/>
                </a:solidFill>
                <a:latin typeface="Arial"/>
              </a:endParaRPr>
            </a:p>
          </p:txBody>
        </p:sp>
        <p:sp>
          <p:nvSpPr>
            <p:cNvPr id="9048" name="AutoShape 31"/>
            <p:cNvSpPr/>
            <p:nvPr/>
          </p:nvSpPr>
          <p:spPr>
            <a:xfrm>
              <a:off x="6856560" y="1879560"/>
              <a:ext cx="1536480" cy="546120"/>
            </a:xfrm>
            <a:custGeom>
              <a:avLst/>
              <a:gdLst>
                <a:gd name="textAreaLeft" fmla="*/ 0 w 1536480"/>
                <a:gd name="textAreaRight" fmla="*/ 1536840 w 1536480"/>
                <a:gd name="textAreaTop" fmla="*/ 0 h 546120"/>
                <a:gd name="textAreaBottom" fmla="*/ 546120 h 546120"/>
              </a:gdLst>
              <a:ahLst/>
              <a:rect l="textAreaLeft" t="textAreaTop" r="textAreaRight" b="textAreaBottom"/>
              <a:pathLst>
                <a:path w="21600" h="21600">
                  <a:moveTo>
                    <a:pt x="0" y="0"/>
                  </a:moveTo>
                  <a:lnTo>
                    <a:pt x="19600" y="0"/>
                  </a:lnTo>
                  <a:lnTo>
                    <a:pt x="21600" y="10800"/>
                  </a:lnTo>
                  <a:lnTo>
                    <a:pt x="19600" y="21600"/>
                  </a:lnTo>
                  <a:lnTo>
                    <a:pt x="0" y="21600"/>
                  </a:lnTo>
                  <a:lnTo>
                    <a:pt x="2000"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Implementation</a:t>
              </a:r>
              <a:endParaRPr b="1" lang="en-US" sz="1100" spc="-1" strike="noStrike">
                <a:solidFill>
                  <a:srgbClr val="000000"/>
                </a:solidFill>
                <a:latin typeface="Arial"/>
              </a:endParaRPr>
            </a:p>
          </p:txBody>
        </p:sp>
        <p:sp>
          <p:nvSpPr>
            <p:cNvPr id="9049" name="Rectangle 32"/>
            <p:cNvSpPr/>
            <p:nvPr/>
          </p:nvSpPr>
          <p:spPr>
            <a:xfrm>
              <a:off x="7040520" y="2728800"/>
              <a:ext cx="1130400" cy="2481480"/>
            </a:xfrm>
            <a:prstGeom prst="rect">
              <a:avLst/>
            </a:prstGeom>
            <a:solidFill>
              <a:srgbClr val="ffffff"/>
            </a:solidFill>
            <a:ln w="12600">
              <a:solidFill>
                <a:srgbClr val="003399"/>
              </a:solidFill>
              <a:prstDash val="sysDot"/>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50" name="AutoShape 33"/>
            <p:cNvSpPr/>
            <p:nvPr/>
          </p:nvSpPr>
          <p:spPr>
            <a:xfrm>
              <a:off x="7392960" y="3543480"/>
              <a:ext cx="425520" cy="12348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50400" bIns="-504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51" name="AutoShape 34"/>
            <p:cNvSpPr/>
            <p:nvPr/>
          </p:nvSpPr>
          <p:spPr>
            <a:xfrm flipV="1">
              <a:off x="7392960" y="4317120"/>
              <a:ext cx="425520" cy="125640"/>
            </a:xfrm>
            <a:prstGeom prst="triangle">
              <a:avLst>
                <a:gd name="adj" fmla="val 50000"/>
              </a:avLst>
            </a:prstGeom>
            <a:solidFill>
              <a:srgbClr val="80cccc"/>
            </a:solidFill>
            <a:ln w="12600">
              <a:solidFill>
                <a:srgbClr val="80cccc"/>
              </a:solidFill>
              <a:miter/>
            </a:ln>
          </p:spPr>
          <p:style>
            <a:lnRef idx="0"/>
            <a:fillRef idx="0"/>
            <a:effectRef idx="0"/>
            <a:fontRef idx="minor"/>
          </p:style>
          <p:txBody>
            <a:bodyPr lIns="90000" rIns="90000" tIns="-49680" bIns="-49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52" name="Rectangle 35"/>
            <p:cNvSpPr/>
            <p:nvPr/>
          </p:nvSpPr>
          <p:spPr>
            <a:xfrm>
              <a:off x="7196040" y="2873520"/>
              <a:ext cx="81936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Detailed Planning</a:t>
              </a:r>
              <a:endParaRPr b="1" lang="en-US" sz="1100" spc="-1" strike="noStrike">
                <a:solidFill>
                  <a:srgbClr val="000000"/>
                </a:solidFill>
                <a:latin typeface="Arial"/>
              </a:endParaRPr>
            </a:p>
          </p:txBody>
        </p:sp>
        <p:sp>
          <p:nvSpPr>
            <p:cNvPr id="9053" name="Rectangle 36"/>
            <p:cNvSpPr/>
            <p:nvPr/>
          </p:nvSpPr>
          <p:spPr>
            <a:xfrm>
              <a:off x="7196040" y="4533840"/>
              <a:ext cx="819360" cy="585720"/>
            </a:xfrm>
            <a:prstGeom prst="rect">
              <a:avLst/>
            </a:prstGeom>
            <a:solidFill>
              <a:srgbClr val="ffffff"/>
            </a:solidFill>
            <a:ln w="12600">
              <a:solidFill>
                <a:srgbClr val="003399"/>
              </a:solidFill>
              <a:miter/>
            </a:ln>
          </p:spPr>
          <p:style>
            <a:lnRef idx="0"/>
            <a:fillRef idx="0"/>
            <a:effectRef idx="0"/>
            <a:fontRef idx="minor"/>
          </p:style>
          <p:txBody>
            <a:bodyPr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Perfor-mance Man’t</a:t>
              </a:r>
              <a:endParaRPr b="1" lang="en-US" sz="1100" spc="-1" strike="noStrike">
                <a:solidFill>
                  <a:srgbClr val="000000"/>
                </a:solidFill>
                <a:latin typeface="Arial"/>
              </a:endParaRPr>
            </a:p>
          </p:txBody>
        </p:sp>
        <p:sp>
          <p:nvSpPr>
            <p:cNvPr id="9054" name="Oval 37"/>
            <p:cNvSpPr/>
            <p:nvPr/>
          </p:nvSpPr>
          <p:spPr>
            <a:xfrm>
              <a:off x="7088040" y="3730680"/>
              <a:ext cx="1033560" cy="47628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Actions</a:t>
              </a:r>
              <a:endParaRPr b="1" lang="en-US" sz="1100" spc="-1" strike="noStrike">
                <a:solidFill>
                  <a:srgbClr val="000000"/>
                </a:solidFill>
                <a:latin typeface="Arial"/>
              </a:endParaRPr>
            </a:p>
          </p:txBody>
        </p:sp>
        <p:sp>
          <p:nvSpPr>
            <p:cNvPr id="9055" name="Text Box 38"/>
            <p:cNvSpPr/>
            <p:nvPr/>
          </p:nvSpPr>
          <p:spPr>
            <a:xfrm>
              <a:off x="1321560" y="1568520"/>
              <a:ext cx="671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Phase I</a:t>
              </a:r>
              <a:endParaRPr b="1" lang="en-US" sz="1100" spc="-1" strike="noStrike">
                <a:solidFill>
                  <a:srgbClr val="000000"/>
                </a:solidFill>
                <a:latin typeface="Arial"/>
              </a:endParaRPr>
            </a:p>
          </p:txBody>
        </p:sp>
        <p:sp>
          <p:nvSpPr>
            <p:cNvPr id="9056" name="Text Box 39"/>
            <p:cNvSpPr/>
            <p:nvPr/>
          </p:nvSpPr>
          <p:spPr>
            <a:xfrm>
              <a:off x="2797920" y="1568520"/>
              <a:ext cx="7095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Phase II</a:t>
              </a:r>
              <a:endParaRPr b="1" lang="en-US" sz="1100" spc="-1" strike="noStrike">
                <a:solidFill>
                  <a:srgbClr val="000000"/>
                </a:solidFill>
                <a:latin typeface="Arial"/>
              </a:endParaRPr>
            </a:p>
          </p:txBody>
        </p:sp>
        <p:sp>
          <p:nvSpPr>
            <p:cNvPr id="9057" name="Text Box 40"/>
            <p:cNvSpPr/>
            <p:nvPr/>
          </p:nvSpPr>
          <p:spPr>
            <a:xfrm>
              <a:off x="5072040" y="1568520"/>
              <a:ext cx="749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Phase III</a:t>
              </a:r>
              <a:endParaRPr b="1" lang="en-US" sz="1100" spc="-1" strike="noStrike">
                <a:solidFill>
                  <a:srgbClr val="000000"/>
                </a:solidFill>
                <a:latin typeface="Arial"/>
              </a:endParaRPr>
            </a:p>
          </p:txBody>
        </p:sp>
        <p:sp>
          <p:nvSpPr>
            <p:cNvPr id="9058" name="Text Box 41"/>
            <p:cNvSpPr/>
            <p:nvPr/>
          </p:nvSpPr>
          <p:spPr>
            <a:xfrm>
              <a:off x="7103520" y="1568520"/>
              <a:ext cx="76428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Phase IV</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9" name="フッター プレースホルダ 3"/>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060" name="スライド番号プレースホルダ 4"/>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B25E74C-E7C1-4D58-AEC5-5324B096723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06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ea typeface="ＭＳ Ｐゴシック"/>
              </a:rPr>
              <a:t>Competitive Strategy 3.0 Framework</a:t>
            </a:r>
            <a:endParaRPr b="1" lang="en-US" sz="1600" spc="-1" strike="noStrike">
              <a:solidFill>
                <a:srgbClr val="000000"/>
              </a:solidFill>
              <a:latin typeface="Arial"/>
            </a:endParaRPr>
          </a:p>
        </p:txBody>
      </p:sp>
      <p:grpSp>
        <p:nvGrpSpPr>
          <p:cNvPr id="9062" name="Group 35"/>
          <p:cNvGrpSpPr/>
          <p:nvPr/>
        </p:nvGrpSpPr>
        <p:grpSpPr>
          <a:xfrm>
            <a:off x="1023120" y="1600200"/>
            <a:ext cx="7205040" cy="4427640"/>
            <a:chOff x="1023120" y="1600200"/>
            <a:chExt cx="7205040" cy="4427640"/>
          </a:xfrm>
        </p:grpSpPr>
        <p:sp>
          <p:nvSpPr>
            <p:cNvPr id="9063" name="Text Box 3"/>
            <p:cNvSpPr/>
            <p:nvPr/>
          </p:nvSpPr>
          <p:spPr>
            <a:xfrm>
              <a:off x="1032480" y="5583240"/>
              <a:ext cx="997560" cy="444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200" spc="-1" strike="noStrike">
                  <a:solidFill>
                    <a:srgbClr val="000000"/>
                  </a:solidFill>
                  <a:latin typeface="Arial"/>
                </a:rPr>
                <a:t>Project</a:t>
              </a:r>
              <a:br>
                <a:rPr sz="1200"/>
              </a:br>
              <a:r>
                <a:rPr b="0" lang="nl-NL" sz="1100" spc="-1" strike="noStrike">
                  <a:solidFill>
                    <a:srgbClr val="000000"/>
                  </a:solidFill>
                  <a:latin typeface="Arial"/>
                </a:rPr>
                <a:t>Management</a:t>
              </a:r>
              <a:endParaRPr b="1" lang="en-US" sz="1100" spc="-1" strike="noStrike">
                <a:solidFill>
                  <a:srgbClr val="000000"/>
                </a:solidFill>
                <a:latin typeface="Arial"/>
              </a:endParaRPr>
            </a:p>
          </p:txBody>
        </p:sp>
        <p:sp>
          <p:nvSpPr>
            <p:cNvPr id="9064" name="AutoShape 5"/>
            <p:cNvSpPr/>
            <p:nvPr/>
          </p:nvSpPr>
          <p:spPr>
            <a:xfrm>
              <a:off x="5124600" y="1600200"/>
              <a:ext cx="1565280" cy="423720"/>
            </a:xfrm>
            <a:custGeom>
              <a:avLst/>
              <a:gdLst>
                <a:gd name="textAreaLeft" fmla="*/ 0 w 1565280"/>
                <a:gd name="textAreaRight" fmla="*/ 1565640 w 1565280"/>
                <a:gd name="textAreaTop" fmla="*/ 0 h 423720"/>
                <a:gd name="textAreaBottom" fmla="*/ 424080 h 42372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3. Formulate</a:t>
              </a:r>
              <a:br>
                <a:rPr sz="1100"/>
              </a:br>
              <a:r>
                <a:rPr b="0" lang="en-GB" sz="1100" spc="-1" strike="noStrike">
                  <a:solidFill>
                    <a:srgbClr val="000000"/>
                  </a:solidFill>
                  <a:latin typeface="Arial"/>
                </a:rPr>
                <a:t>Strategy</a:t>
              </a:r>
              <a:endParaRPr b="1" lang="en-US" sz="1100" spc="-1" strike="noStrike">
                <a:solidFill>
                  <a:srgbClr val="000000"/>
                </a:solidFill>
                <a:latin typeface="Arial"/>
              </a:endParaRPr>
            </a:p>
          </p:txBody>
        </p:sp>
        <p:sp>
          <p:nvSpPr>
            <p:cNvPr id="9065" name="AutoShape 6"/>
            <p:cNvSpPr/>
            <p:nvPr/>
          </p:nvSpPr>
          <p:spPr>
            <a:xfrm>
              <a:off x="6662880" y="1600200"/>
              <a:ext cx="1565280" cy="423720"/>
            </a:xfrm>
            <a:custGeom>
              <a:avLst/>
              <a:gdLst>
                <a:gd name="textAreaLeft" fmla="*/ 0 w 1565280"/>
                <a:gd name="textAreaRight" fmla="*/ 1565640 w 1565280"/>
                <a:gd name="textAreaTop" fmla="*/ 0 h 423720"/>
                <a:gd name="textAreaBottom" fmla="*/ 424080 h 42372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4. Plan</a:t>
              </a:r>
              <a:br>
                <a:rPr sz="1100"/>
              </a:br>
              <a:r>
                <a:rPr b="0" lang="en-GB" sz="1100" spc="-1" strike="noStrike">
                  <a:solidFill>
                    <a:srgbClr val="000000"/>
                  </a:solidFill>
                  <a:latin typeface="Arial"/>
                </a:rPr>
                <a:t>Transformation</a:t>
              </a:r>
              <a:endParaRPr b="1" lang="en-US" sz="1100" spc="-1" strike="noStrike">
                <a:solidFill>
                  <a:srgbClr val="000000"/>
                </a:solidFill>
                <a:latin typeface="Arial"/>
              </a:endParaRPr>
            </a:p>
          </p:txBody>
        </p:sp>
        <p:sp>
          <p:nvSpPr>
            <p:cNvPr id="9066" name="AutoShape 7"/>
            <p:cNvSpPr/>
            <p:nvPr/>
          </p:nvSpPr>
          <p:spPr>
            <a:xfrm>
              <a:off x="2039760" y="1600200"/>
              <a:ext cx="1570320" cy="423720"/>
            </a:xfrm>
            <a:custGeom>
              <a:avLst/>
              <a:gdLst>
                <a:gd name="textAreaLeft" fmla="*/ 0 w 1570320"/>
                <a:gd name="textAreaRight" fmla="*/ 1570680 w 1570320"/>
                <a:gd name="textAreaTop" fmla="*/ 0 h 423720"/>
                <a:gd name="textAreaBottom" fmla="*/ 424080 h 423720"/>
              </a:gdLst>
              <a:ahLst/>
              <a:rect l="textAreaLeft" t="textAreaTop" r="textAreaRight" b="textAreaBottom"/>
              <a:pathLst>
                <a:path w="21600" h="21600">
                  <a:moveTo>
                    <a:pt x="0" y="0"/>
                  </a:moveTo>
                  <a:lnTo>
                    <a:pt x="19698" y="0"/>
                  </a:lnTo>
                  <a:lnTo>
                    <a:pt x="21600" y="10800"/>
                  </a:lnTo>
                  <a:lnTo>
                    <a:pt x="19698" y="21600"/>
                  </a:lnTo>
                  <a:lnTo>
                    <a:pt x="0" y="216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1. Evaluate</a:t>
              </a:r>
              <a:br>
                <a:rPr sz="1100"/>
              </a:br>
              <a:r>
                <a:rPr b="0" lang="en-GB" sz="1100" spc="-1" strike="noStrike">
                  <a:solidFill>
                    <a:srgbClr val="000000"/>
                  </a:solidFill>
                  <a:latin typeface="Arial"/>
                </a:rPr>
                <a:t>Situation</a:t>
              </a:r>
              <a:endParaRPr b="1" lang="en-US" sz="1100" spc="-1" strike="noStrike">
                <a:solidFill>
                  <a:srgbClr val="000000"/>
                </a:solidFill>
                <a:latin typeface="Arial"/>
              </a:endParaRPr>
            </a:p>
          </p:txBody>
        </p:sp>
        <p:sp>
          <p:nvSpPr>
            <p:cNvPr id="9067" name="AutoShape 8"/>
            <p:cNvSpPr/>
            <p:nvPr/>
          </p:nvSpPr>
          <p:spPr>
            <a:xfrm>
              <a:off x="3584520" y="1600200"/>
              <a:ext cx="1565280" cy="423720"/>
            </a:xfrm>
            <a:custGeom>
              <a:avLst/>
              <a:gdLst>
                <a:gd name="textAreaLeft" fmla="*/ 0 w 1565280"/>
                <a:gd name="textAreaRight" fmla="*/ 1565640 w 1565280"/>
                <a:gd name="textAreaTop" fmla="*/ 0 h 423720"/>
                <a:gd name="textAreaBottom" fmla="*/ 424080 h 423720"/>
              </a:gdLst>
              <a:ahLst/>
              <a:rect l="textAreaLeft" t="textAreaTop" r="textAreaRight" b="textAreaBottom"/>
              <a:pathLst>
                <a:path w="21600" h="21600">
                  <a:moveTo>
                    <a:pt x="0" y="0"/>
                  </a:moveTo>
                  <a:lnTo>
                    <a:pt x="19788" y="0"/>
                  </a:lnTo>
                  <a:lnTo>
                    <a:pt x="21600" y="10800"/>
                  </a:lnTo>
                  <a:lnTo>
                    <a:pt x="19788" y="21600"/>
                  </a:lnTo>
                  <a:lnTo>
                    <a:pt x="0" y="21600"/>
                  </a:lnTo>
                  <a:lnTo>
                    <a:pt x="1812" y="10800"/>
                  </a:lnTo>
                  <a:close/>
                </a:path>
              </a:pathLst>
            </a:cu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2. Conduct</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Analysis</a:t>
              </a:r>
              <a:endParaRPr b="1" lang="en-US" sz="1100" spc="-1" strike="noStrike">
                <a:solidFill>
                  <a:srgbClr val="000000"/>
                </a:solidFill>
                <a:latin typeface="Arial"/>
              </a:endParaRPr>
            </a:p>
          </p:txBody>
        </p:sp>
        <p:sp>
          <p:nvSpPr>
            <p:cNvPr id="9068" name="Rectangle 9"/>
            <p:cNvSpPr/>
            <p:nvPr/>
          </p:nvSpPr>
          <p:spPr>
            <a:xfrm>
              <a:off x="2070000" y="2130480"/>
              <a:ext cx="1398600" cy="350640"/>
            </a:xfrm>
            <a:prstGeom prst="rect">
              <a:avLst/>
            </a:prstGeom>
            <a:solidFill>
              <a:srgbClr val="003399"/>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ffffff"/>
                  </a:solidFill>
                  <a:latin typeface="Arial"/>
                </a:rPr>
                <a:t>Document Strategic </a:t>
              </a:r>
              <a:br>
                <a:rPr sz="1000"/>
              </a:br>
              <a:r>
                <a:rPr b="0" lang="en-US" sz="1000" spc="-1" strike="noStrike">
                  <a:solidFill>
                    <a:srgbClr val="ffffff"/>
                  </a:solidFill>
                  <a:latin typeface="Arial"/>
                </a:rPr>
                <a:t>Direction and Objectives</a:t>
              </a:r>
              <a:endParaRPr b="1" lang="en-US" sz="1000" spc="-1" strike="noStrike">
                <a:solidFill>
                  <a:srgbClr val="000000"/>
                </a:solidFill>
                <a:latin typeface="Arial"/>
              </a:endParaRPr>
            </a:p>
          </p:txBody>
        </p:sp>
        <p:sp>
          <p:nvSpPr>
            <p:cNvPr id="9069" name="Rectangle 10"/>
            <p:cNvSpPr/>
            <p:nvPr/>
          </p:nvSpPr>
          <p:spPr>
            <a:xfrm>
              <a:off x="2070000" y="2557440"/>
              <a:ext cx="1398600" cy="35244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Conduct Preliminary</a:t>
              </a:r>
              <a:br>
                <a:rPr sz="1000"/>
              </a:br>
              <a:r>
                <a:rPr b="0" lang="en-US" sz="1000" spc="-1" strike="noStrike">
                  <a:solidFill>
                    <a:srgbClr val="000000"/>
                  </a:solidFill>
                  <a:latin typeface="Arial"/>
                </a:rPr>
                <a:t>Situation Assessment</a:t>
              </a:r>
              <a:endParaRPr b="1" lang="en-US" sz="1000" spc="-1" strike="noStrike">
                <a:solidFill>
                  <a:srgbClr val="000000"/>
                </a:solidFill>
                <a:latin typeface="Arial"/>
              </a:endParaRPr>
            </a:p>
          </p:txBody>
        </p:sp>
        <p:sp>
          <p:nvSpPr>
            <p:cNvPr id="9070" name="Rectangle 11"/>
            <p:cNvSpPr/>
            <p:nvPr/>
          </p:nvSpPr>
          <p:spPr>
            <a:xfrm>
              <a:off x="2070000" y="4700520"/>
              <a:ext cx="1398600" cy="351000"/>
            </a:xfrm>
            <a:prstGeom prst="rect">
              <a:avLst/>
            </a:prstGeom>
            <a:solidFill>
              <a:srgbClr val="4066b2"/>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ffffff"/>
                  </a:solidFill>
                  <a:latin typeface="Arial"/>
                </a:rPr>
                <a:t>Develop and Test</a:t>
              </a:r>
              <a:br>
                <a:rPr sz="1000"/>
              </a:br>
              <a:r>
                <a:rPr b="0" lang="en-US" sz="1000" spc="-1" strike="noStrike">
                  <a:solidFill>
                    <a:srgbClr val="ffffff"/>
                  </a:solidFill>
                  <a:latin typeface="Arial"/>
                </a:rPr>
                <a:t>Strategic Hypotheses</a:t>
              </a:r>
              <a:endParaRPr b="1" lang="en-US" sz="1000" spc="-1" strike="noStrike">
                <a:solidFill>
                  <a:srgbClr val="000000"/>
                </a:solidFill>
                <a:latin typeface="Arial"/>
              </a:endParaRPr>
            </a:p>
          </p:txBody>
        </p:sp>
        <p:sp>
          <p:nvSpPr>
            <p:cNvPr id="9071" name="Rectangle 12"/>
            <p:cNvSpPr/>
            <p:nvPr/>
          </p:nvSpPr>
          <p:spPr>
            <a:xfrm>
              <a:off x="3637080" y="2557440"/>
              <a:ext cx="1400040" cy="35244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Analyze Market</a:t>
              </a:r>
              <a:br>
                <a:rPr sz="1000"/>
              </a:br>
              <a:r>
                <a:rPr b="0" lang="en-US" sz="1000" spc="-1" strike="noStrike">
                  <a:solidFill>
                    <a:srgbClr val="000000"/>
                  </a:solidFill>
                  <a:latin typeface="Arial"/>
                </a:rPr>
                <a:t>and Industry</a:t>
              </a:r>
              <a:endParaRPr b="1" lang="en-US" sz="1000" spc="-1" strike="noStrike">
                <a:solidFill>
                  <a:srgbClr val="000000"/>
                </a:solidFill>
                <a:latin typeface="Arial"/>
              </a:endParaRPr>
            </a:p>
          </p:txBody>
        </p:sp>
        <p:sp>
          <p:nvSpPr>
            <p:cNvPr id="9072" name="Rectangle 13"/>
            <p:cNvSpPr/>
            <p:nvPr/>
          </p:nvSpPr>
          <p:spPr>
            <a:xfrm>
              <a:off x="3638520" y="4246560"/>
              <a:ext cx="1398600" cy="351000"/>
            </a:xfrm>
            <a:prstGeom prst="rect">
              <a:avLst/>
            </a:prstGeom>
            <a:solidFill>
              <a:srgbClr val="80cc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Conduct Value Profiling and Benchmarking</a:t>
              </a:r>
              <a:endParaRPr b="1" lang="en-US" sz="1000" spc="-1" strike="noStrike">
                <a:solidFill>
                  <a:srgbClr val="000000"/>
                </a:solidFill>
                <a:latin typeface="Arial"/>
              </a:endParaRPr>
            </a:p>
          </p:txBody>
        </p:sp>
        <p:sp>
          <p:nvSpPr>
            <p:cNvPr id="9073" name="Rectangle 14"/>
            <p:cNvSpPr/>
            <p:nvPr/>
          </p:nvSpPr>
          <p:spPr>
            <a:xfrm>
              <a:off x="3637080" y="2979720"/>
              <a:ext cx="1400040" cy="35100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Conduct Customer</a:t>
              </a:r>
              <a:br>
                <a:rPr sz="1000"/>
              </a:br>
              <a:r>
                <a:rPr b="0" lang="en-US" sz="1000" spc="-1" strike="noStrike">
                  <a:solidFill>
                    <a:srgbClr val="000000"/>
                  </a:solidFill>
                  <a:latin typeface="Arial"/>
                </a:rPr>
                <a:t>Analysis</a:t>
              </a:r>
              <a:endParaRPr b="1" lang="en-US" sz="1000" spc="-1" strike="noStrike">
                <a:solidFill>
                  <a:srgbClr val="000000"/>
                </a:solidFill>
                <a:latin typeface="Arial"/>
              </a:endParaRPr>
            </a:p>
          </p:txBody>
        </p:sp>
        <p:sp>
          <p:nvSpPr>
            <p:cNvPr id="9074" name="Rectangle 15"/>
            <p:cNvSpPr/>
            <p:nvPr/>
          </p:nvSpPr>
          <p:spPr>
            <a:xfrm>
              <a:off x="3637080" y="3402000"/>
              <a:ext cx="1400040" cy="35100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Analyze Competition</a:t>
              </a:r>
              <a:br>
                <a:rPr sz="1000"/>
              </a:br>
              <a:r>
                <a:rPr b="0" lang="en-US" sz="1000" spc="-1" strike="noStrike">
                  <a:solidFill>
                    <a:srgbClr val="000000"/>
                  </a:solidFill>
                  <a:latin typeface="Arial"/>
                </a:rPr>
                <a:t>and Positioning</a:t>
              </a:r>
              <a:endParaRPr b="1" lang="en-US" sz="1000" spc="-1" strike="noStrike">
                <a:solidFill>
                  <a:srgbClr val="000000"/>
                </a:solidFill>
                <a:latin typeface="Arial"/>
              </a:endParaRPr>
            </a:p>
          </p:txBody>
        </p:sp>
        <p:sp>
          <p:nvSpPr>
            <p:cNvPr id="9075" name="Rectangle 16"/>
            <p:cNvSpPr/>
            <p:nvPr/>
          </p:nvSpPr>
          <p:spPr>
            <a:xfrm>
              <a:off x="3637080" y="4700520"/>
              <a:ext cx="1400040" cy="351000"/>
            </a:xfrm>
            <a:prstGeom prst="rect">
              <a:avLst/>
            </a:prstGeom>
            <a:solidFill>
              <a:srgbClr val="4066b2"/>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ffffff"/>
                  </a:solidFill>
                  <a:latin typeface="Arial"/>
                </a:rPr>
                <a:t>Build Strategic</a:t>
              </a:r>
              <a:br>
                <a:rPr sz="1000"/>
              </a:br>
              <a:r>
                <a:rPr b="0" lang="en-US" sz="1000" spc="-1" strike="noStrike">
                  <a:solidFill>
                    <a:srgbClr val="ffffff"/>
                  </a:solidFill>
                  <a:latin typeface="Arial"/>
                </a:rPr>
                <a:t>Synthesis</a:t>
              </a:r>
              <a:endParaRPr b="1" lang="en-US" sz="1000" spc="-1" strike="noStrike">
                <a:solidFill>
                  <a:srgbClr val="000000"/>
                </a:solidFill>
                <a:latin typeface="Arial"/>
              </a:endParaRPr>
            </a:p>
          </p:txBody>
        </p:sp>
        <p:sp>
          <p:nvSpPr>
            <p:cNvPr id="9076" name="Rectangle 17"/>
            <p:cNvSpPr/>
            <p:nvPr/>
          </p:nvSpPr>
          <p:spPr>
            <a:xfrm>
              <a:off x="5203800" y="4700520"/>
              <a:ext cx="1400040" cy="351000"/>
            </a:xfrm>
            <a:prstGeom prst="rect">
              <a:avLst/>
            </a:prstGeom>
            <a:solidFill>
              <a:srgbClr val="4066b2"/>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ffffff"/>
                  </a:solidFill>
                  <a:latin typeface="Arial"/>
                </a:rPr>
                <a:t>Evaluate Strategic</a:t>
              </a:r>
              <a:br>
                <a:rPr sz="1000"/>
              </a:br>
              <a:r>
                <a:rPr b="0" lang="en-US" sz="1000" spc="-1" strike="noStrike">
                  <a:solidFill>
                    <a:srgbClr val="ffffff"/>
                  </a:solidFill>
                  <a:latin typeface="Arial"/>
                </a:rPr>
                <a:t> Options</a:t>
              </a:r>
              <a:endParaRPr b="1" lang="en-US" sz="1000" spc="-1" strike="noStrike">
                <a:solidFill>
                  <a:srgbClr val="000000"/>
                </a:solidFill>
                <a:latin typeface="Arial"/>
              </a:endParaRPr>
            </a:p>
          </p:txBody>
        </p:sp>
        <p:sp>
          <p:nvSpPr>
            <p:cNvPr id="9077" name="Rectangle 18"/>
            <p:cNvSpPr/>
            <p:nvPr/>
          </p:nvSpPr>
          <p:spPr>
            <a:xfrm>
              <a:off x="5203800" y="5119560"/>
              <a:ext cx="1400040" cy="351000"/>
            </a:xfrm>
            <a:prstGeom prst="rect">
              <a:avLst/>
            </a:prstGeom>
            <a:solidFill>
              <a:srgbClr val="4066b2"/>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ffffff"/>
                  </a:solidFill>
                  <a:latin typeface="Arial"/>
                </a:rPr>
                <a:t>Develop Strategic</a:t>
              </a:r>
              <a:br>
                <a:rPr sz="1000"/>
              </a:br>
              <a:r>
                <a:rPr b="0" lang="en-US" sz="1000" spc="-1" strike="noStrike">
                  <a:solidFill>
                    <a:srgbClr val="ffffff"/>
                  </a:solidFill>
                  <a:latin typeface="Arial"/>
                </a:rPr>
                <a:t>Recommendations</a:t>
              </a:r>
              <a:endParaRPr b="1" lang="en-US" sz="1000" spc="-1" strike="noStrike">
                <a:solidFill>
                  <a:srgbClr val="000000"/>
                </a:solidFill>
                <a:latin typeface="Arial"/>
              </a:endParaRPr>
            </a:p>
          </p:txBody>
        </p:sp>
        <p:sp>
          <p:nvSpPr>
            <p:cNvPr id="9078" name="Rectangle 19"/>
            <p:cNvSpPr/>
            <p:nvPr/>
          </p:nvSpPr>
          <p:spPr>
            <a:xfrm>
              <a:off x="6716880" y="2130480"/>
              <a:ext cx="1398600" cy="350640"/>
            </a:xfrm>
            <a:prstGeom prst="rect">
              <a:avLst/>
            </a:prstGeom>
            <a:solidFill>
              <a:srgbClr val="003399"/>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ffffff"/>
                  </a:solidFill>
                  <a:latin typeface="Arial"/>
                </a:rPr>
                <a:t>Develop Preliminary</a:t>
              </a:r>
              <a:br>
                <a:rPr sz="1000"/>
              </a:br>
              <a:r>
                <a:rPr b="0" lang="en-US" sz="1000" spc="-1" strike="noStrike">
                  <a:solidFill>
                    <a:srgbClr val="ffffff"/>
                  </a:solidFill>
                  <a:latin typeface="Arial"/>
                </a:rPr>
                <a:t>Action Plan</a:t>
              </a:r>
              <a:endParaRPr b="1" lang="en-US" sz="1000" spc="-1" strike="noStrike">
                <a:solidFill>
                  <a:srgbClr val="000000"/>
                </a:solidFill>
                <a:latin typeface="Arial"/>
              </a:endParaRPr>
            </a:p>
          </p:txBody>
        </p:sp>
        <p:sp>
          <p:nvSpPr>
            <p:cNvPr id="9079" name="Rectangle 20"/>
            <p:cNvSpPr/>
            <p:nvPr/>
          </p:nvSpPr>
          <p:spPr>
            <a:xfrm>
              <a:off x="3637080" y="3824280"/>
              <a:ext cx="1400040" cy="351000"/>
            </a:xfrm>
            <a:prstGeom prst="rect">
              <a:avLst/>
            </a:prstGeom>
            <a:solidFill>
              <a:srgbClr val="8099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Analyze Internal Operations</a:t>
              </a:r>
              <a:endParaRPr b="1" lang="en-US" sz="1000" spc="-1" strike="noStrike">
                <a:solidFill>
                  <a:srgbClr val="000000"/>
                </a:solidFill>
                <a:latin typeface="Arial"/>
              </a:endParaRPr>
            </a:p>
          </p:txBody>
        </p:sp>
        <p:sp>
          <p:nvSpPr>
            <p:cNvPr id="9080" name="Text Box 21"/>
            <p:cNvSpPr/>
            <p:nvPr/>
          </p:nvSpPr>
          <p:spPr>
            <a:xfrm>
              <a:off x="1109160" y="2143080"/>
              <a:ext cx="83448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Strategic</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Objectives</a:t>
              </a:r>
              <a:endParaRPr b="1" lang="en-US" sz="1100" spc="-1" strike="noStrike">
                <a:solidFill>
                  <a:srgbClr val="000000"/>
                </a:solidFill>
                <a:latin typeface="Arial"/>
              </a:endParaRPr>
            </a:p>
          </p:txBody>
        </p:sp>
        <p:sp>
          <p:nvSpPr>
            <p:cNvPr id="9081" name="Text Box 22"/>
            <p:cNvSpPr/>
            <p:nvPr/>
          </p:nvSpPr>
          <p:spPr>
            <a:xfrm>
              <a:off x="1159560" y="2589120"/>
              <a:ext cx="73404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Strategic</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Analysis</a:t>
              </a:r>
              <a:endParaRPr b="1" lang="en-US" sz="1100" spc="-1" strike="noStrike">
                <a:solidFill>
                  <a:srgbClr val="000000"/>
                </a:solidFill>
                <a:latin typeface="Arial"/>
              </a:endParaRPr>
            </a:p>
          </p:txBody>
        </p:sp>
        <p:sp>
          <p:nvSpPr>
            <p:cNvPr id="9082" name="Text Box 23"/>
            <p:cNvSpPr/>
            <p:nvPr/>
          </p:nvSpPr>
          <p:spPr>
            <a:xfrm>
              <a:off x="1023120" y="4707000"/>
              <a:ext cx="100656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Solution</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Development</a:t>
              </a:r>
              <a:endParaRPr b="1" lang="en-US" sz="1100" spc="-1" strike="noStrike">
                <a:solidFill>
                  <a:srgbClr val="000000"/>
                </a:solidFill>
                <a:latin typeface="Arial"/>
              </a:endParaRPr>
            </a:p>
          </p:txBody>
        </p:sp>
        <p:sp>
          <p:nvSpPr>
            <p:cNvPr id="9083" name="Line 24"/>
            <p:cNvSpPr/>
            <p:nvPr/>
          </p:nvSpPr>
          <p:spPr>
            <a:xfrm>
              <a:off x="1062000" y="2530440"/>
              <a:ext cx="711036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84" name="Line 25"/>
            <p:cNvSpPr/>
            <p:nvPr/>
          </p:nvSpPr>
          <p:spPr>
            <a:xfrm>
              <a:off x="1062000" y="4645080"/>
              <a:ext cx="711036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85" name="Line 26"/>
            <p:cNvSpPr/>
            <p:nvPr/>
          </p:nvSpPr>
          <p:spPr>
            <a:xfrm>
              <a:off x="1062000" y="4216320"/>
              <a:ext cx="711036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86" name="Rectangle 27"/>
            <p:cNvSpPr/>
            <p:nvPr/>
          </p:nvSpPr>
          <p:spPr>
            <a:xfrm>
              <a:off x="5205240" y="4246560"/>
              <a:ext cx="1400400" cy="351000"/>
            </a:xfrm>
            <a:prstGeom prst="rect">
              <a:avLst/>
            </a:prstGeom>
            <a:solidFill>
              <a:srgbClr val="80cc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Conduct Financial Modeling</a:t>
              </a:r>
              <a:endParaRPr b="1" lang="en-US" sz="1000" spc="-1" strike="noStrike">
                <a:solidFill>
                  <a:srgbClr val="000000"/>
                </a:solidFill>
                <a:latin typeface="Arial"/>
              </a:endParaRPr>
            </a:p>
          </p:txBody>
        </p:sp>
        <p:sp>
          <p:nvSpPr>
            <p:cNvPr id="9087" name="Text Box 28"/>
            <p:cNvSpPr/>
            <p:nvPr/>
          </p:nvSpPr>
          <p:spPr>
            <a:xfrm>
              <a:off x="1156320" y="4265640"/>
              <a:ext cx="74160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Financial</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Analysis</a:t>
              </a:r>
              <a:endParaRPr b="1" lang="en-US" sz="1100" spc="-1" strike="noStrike">
                <a:solidFill>
                  <a:srgbClr val="000000"/>
                </a:solidFill>
                <a:latin typeface="Arial"/>
              </a:endParaRPr>
            </a:p>
          </p:txBody>
        </p:sp>
        <p:sp>
          <p:nvSpPr>
            <p:cNvPr id="9088" name="Line 29"/>
            <p:cNvSpPr/>
            <p:nvPr/>
          </p:nvSpPr>
          <p:spPr>
            <a:xfrm>
              <a:off x="1062000" y="5537160"/>
              <a:ext cx="7110360" cy="0"/>
            </a:xfrm>
            <a:prstGeom prst="line">
              <a:avLst/>
            </a:prstGeom>
            <a:ln w="12600">
              <a:solidFill>
                <a:srgbClr val="003399"/>
              </a:solidFill>
              <a:prstDash val="dash"/>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89" name="Rectangle 30"/>
            <p:cNvSpPr/>
            <p:nvPr/>
          </p:nvSpPr>
          <p:spPr>
            <a:xfrm>
              <a:off x="2070000" y="5595840"/>
              <a:ext cx="6045480" cy="351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Manage Project and Communications</a:t>
              </a:r>
              <a:endParaRPr b="1" lang="en-US" sz="1000" spc="-1" strike="noStrike">
                <a:solidFill>
                  <a:srgbClr val="000000"/>
                </a:solidFill>
                <a:latin typeface="Arial"/>
              </a:endParaRPr>
            </a:p>
          </p:txBody>
        </p:sp>
        <p:sp>
          <p:nvSpPr>
            <p:cNvPr id="9090" name="Rectangle 31"/>
            <p:cNvSpPr/>
            <p:nvPr/>
          </p:nvSpPr>
          <p:spPr>
            <a:xfrm>
              <a:off x="2070000" y="4246560"/>
              <a:ext cx="1397160" cy="351000"/>
            </a:xfrm>
            <a:prstGeom prst="rect">
              <a:avLst/>
            </a:prstGeom>
            <a:solidFill>
              <a:srgbClr val="80cc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Conduct Value Profiling and Benchmarking</a:t>
              </a:r>
              <a:endParaRPr b="1" lang="en-US" sz="1000" spc="-1" strike="noStrike">
                <a:solidFill>
                  <a:srgbClr val="000000"/>
                </a:solidFill>
                <a:latin typeface="Arial"/>
              </a:endParaRPr>
            </a:p>
          </p:txBody>
        </p:sp>
        <p:sp>
          <p:nvSpPr>
            <p:cNvPr id="9091" name="Rectangle 32"/>
            <p:cNvSpPr/>
            <p:nvPr/>
          </p:nvSpPr>
          <p:spPr>
            <a:xfrm>
              <a:off x="6716880" y="4246560"/>
              <a:ext cx="1398600" cy="351000"/>
            </a:xfrm>
            <a:prstGeom prst="rect">
              <a:avLst/>
            </a:prstGeom>
            <a:solidFill>
              <a:srgbClr val="80cccc"/>
            </a:solidFill>
            <a:ln w="0">
              <a:noFill/>
            </a:ln>
          </p:spPr>
          <p:style>
            <a:lnRef idx="0"/>
            <a:fillRef idx="0"/>
            <a:effectRef idx="0"/>
            <a:fontRef idx="minor"/>
          </p:style>
          <p:txBody>
            <a:bodyPr lIns="90000" rIns="90000" tIns="91440" bIns="91440" anchor="ctr">
              <a:noAutofit/>
            </a:bodyPr>
            <a:p>
              <a:pPr algn="ctr">
                <a:lnSpc>
                  <a:spcPct val="75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Develop Financial Plan</a:t>
              </a:r>
              <a:endParaRPr b="1" lang="en-US" sz="10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9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09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2C32DA-AC3B-467F-A69B-C017AEA2F00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09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Strategy Development - The Fish</a:t>
            </a:r>
            <a:endParaRPr b="1" lang="en-US" sz="1600" spc="-1" strike="noStrike">
              <a:solidFill>
                <a:srgbClr val="000000"/>
              </a:solidFill>
              <a:latin typeface="Arial"/>
            </a:endParaRPr>
          </a:p>
        </p:txBody>
      </p:sp>
      <p:grpSp>
        <p:nvGrpSpPr>
          <p:cNvPr id="9095" name="Group 31"/>
          <p:cNvGrpSpPr/>
          <p:nvPr/>
        </p:nvGrpSpPr>
        <p:grpSpPr>
          <a:xfrm>
            <a:off x="887400" y="1539720"/>
            <a:ext cx="7278840" cy="4511880"/>
            <a:chOff x="887400" y="1539720"/>
            <a:chExt cx="7278840" cy="4511880"/>
          </a:xfrm>
        </p:grpSpPr>
        <p:sp>
          <p:nvSpPr>
            <p:cNvPr id="9096" name="Freeform 32"/>
            <p:cNvSpPr/>
            <p:nvPr/>
          </p:nvSpPr>
          <p:spPr>
            <a:xfrm>
              <a:off x="933480" y="1539720"/>
              <a:ext cx="7210440" cy="4510080"/>
            </a:xfrm>
            <a:prstGeom prst="pie">
              <a:avLst/>
            </a:prstGeom>
            <a:solidFill>
              <a:srgbClr val="ffffff"/>
            </a:solidFill>
            <a:ln w="12600">
              <a:solidFill>
                <a:srgbClr val="003399"/>
              </a:solidFill>
              <a:round/>
            </a:ln>
          </p:spPr>
          <p:style>
            <a:lnRef idx="0"/>
            <a:fillRef idx="0"/>
            <a:effectRef idx="0"/>
            <a:fontRef idx="minor"/>
          </p:style>
          <p:txBody>
            <a:bodyPr wrap="none"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097" name="Rectangle 33"/>
            <p:cNvSpPr/>
            <p:nvPr/>
          </p:nvSpPr>
          <p:spPr>
            <a:xfrm>
              <a:off x="5678640" y="3578400"/>
              <a:ext cx="799920" cy="5000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Chosen</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Strategy</a:t>
              </a:r>
              <a:endParaRPr b="1" lang="en-US" sz="1100" spc="-1" strike="noStrike">
                <a:solidFill>
                  <a:srgbClr val="000000"/>
                </a:solidFill>
                <a:latin typeface="Arial"/>
              </a:endParaRPr>
            </a:p>
          </p:txBody>
        </p:sp>
        <p:sp>
          <p:nvSpPr>
            <p:cNvPr id="9098" name="Rectangle 34"/>
            <p:cNvSpPr/>
            <p:nvPr/>
          </p:nvSpPr>
          <p:spPr>
            <a:xfrm>
              <a:off x="7238880" y="2873520"/>
              <a:ext cx="927360" cy="5000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Projects &amp;</a:t>
              </a: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Resources</a:t>
              </a:r>
              <a:endParaRPr b="1" lang="en-US" sz="1100" spc="-1" strike="noStrike">
                <a:solidFill>
                  <a:srgbClr val="000000"/>
                </a:solidFill>
                <a:latin typeface="Arial"/>
              </a:endParaRPr>
            </a:p>
          </p:txBody>
        </p:sp>
        <p:sp>
          <p:nvSpPr>
            <p:cNvPr id="9099" name="Rectangle 35"/>
            <p:cNvSpPr/>
            <p:nvPr/>
          </p:nvSpPr>
          <p:spPr>
            <a:xfrm>
              <a:off x="7237440" y="4264200"/>
              <a:ext cx="928800" cy="5000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Monitoring</a:t>
              </a:r>
              <a:endParaRPr b="1" lang="en-US" sz="1100" spc="-1" strike="noStrike">
                <a:solidFill>
                  <a:srgbClr val="000000"/>
                </a:solidFill>
                <a:latin typeface="Arial"/>
              </a:endParaRPr>
            </a:p>
          </p:txBody>
        </p:sp>
        <p:sp>
          <p:nvSpPr>
            <p:cNvPr id="9100" name="Rectangle 36"/>
            <p:cNvSpPr/>
            <p:nvPr/>
          </p:nvSpPr>
          <p:spPr>
            <a:xfrm>
              <a:off x="2332080" y="4502160"/>
              <a:ext cx="1444680" cy="2984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Financial Position</a:t>
              </a:r>
              <a:endParaRPr b="1" lang="en-US" sz="1100" spc="-1" strike="noStrike">
                <a:solidFill>
                  <a:srgbClr val="000000"/>
                </a:solidFill>
                <a:latin typeface="Arial"/>
              </a:endParaRPr>
            </a:p>
          </p:txBody>
        </p:sp>
        <p:sp>
          <p:nvSpPr>
            <p:cNvPr id="9101" name="Rectangle 37"/>
            <p:cNvSpPr/>
            <p:nvPr/>
          </p:nvSpPr>
          <p:spPr>
            <a:xfrm>
              <a:off x="2287440" y="2886120"/>
              <a:ext cx="1533600" cy="2966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Strategic Position</a:t>
              </a:r>
              <a:endParaRPr b="1" lang="en-US" sz="1100" spc="-1" strike="noStrike">
                <a:solidFill>
                  <a:srgbClr val="000000"/>
                </a:solidFill>
                <a:latin typeface="Arial"/>
              </a:endParaRPr>
            </a:p>
          </p:txBody>
        </p:sp>
        <p:sp>
          <p:nvSpPr>
            <p:cNvPr id="9102" name="Rectangle 38"/>
            <p:cNvSpPr/>
            <p:nvPr/>
          </p:nvSpPr>
          <p:spPr>
            <a:xfrm>
              <a:off x="2013120" y="5735520"/>
              <a:ext cx="2082600" cy="31608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Capital Market</a:t>
              </a:r>
              <a:endParaRPr b="1" lang="en-US" sz="1100" spc="-1" strike="noStrike">
                <a:solidFill>
                  <a:srgbClr val="000000"/>
                </a:solidFill>
                <a:latin typeface="Arial"/>
              </a:endParaRPr>
            </a:p>
          </p:txBody>
        </p:sp>
        <p:sp>
          <p:nvSpPr>
            <p:cNvPr id="9103" name="Rectangle 39"/>
            <p:cNvSpPr/>
            <p:nvPr/>
          </p:nvSpPr>
          <p:spPr>
            <a:xfrm>
              <a:off x="2013120" y="5203800"/>
              <a:ext cx="996840" cy="4366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Economic Profitability</a:t>
              </a:r>
              <a:endParaRPr b="1" lang="en-US" sz="1100" spc="-1" strike="noStrike">
                <a:solidFill>
                  <a:srgbClr val="000000"/>
                </a:solidFill>
                <a:latin typeface="Arial"/>
              </a:endParaRPr>
            </a:p>
          </p:txBody>
        </p:sp>
        <p:sp>
          <p:nvSpPr>
            <p:cNvPr id="9104" name="Rectangle 40"/>
            <p:cNvSpPr/>
            <p:nvPr/>
          </p:nvSpPr>
          <p:spPr>
            <a:xfrm>
              <a:off x="3139920" y="5203800"/>
              <a:ext cx="955800" cy="4366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Growth</a:t>
              </a:r>
              <a:endParaRPr b="1" lang="en-US" sz="1100" spc="-1" strike="noStrike">
                <a:solidFill>
                  <a:srgbClr val="000000"/>
                </a:solidFill>
                <a:latin typeface="Arial"/>
              </a:endParaRPr>
            </a:p>
          </p:txBody>
        </p:sp>
        <p:sp>
          <p:nvSpPr>
            <p:cNvPr id="9105" name="Rectangle 41"/>
            <p:cNvSpPr/>
            <p:nvPr/>
          </p:nvSpPr>
          <p:spPr>
            <a:xfrm>
              <a:off x="2013120" y="1636560"/>
              <a:ext cx="2082600" cy="312840"/>
            </a:xfrm>
            <a:prstGeom prst="rect">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Commercial Market</a:t>
              </a:r>
              <a:endParaRPr b="1" lang="en-US" sz="1100" spc="-1" strike="noStrike">
                <a:solidFill>
                  <a:srgbClr val="000000"/>
                </a:solidFill>
                <a:latin typeface="Arial"/>
              </a:endParaRPr>
            </a:p>
          </p:txBody>
        </p:sp>
        <p:sp>
          <p:nvSpPr>
            <p:cNvPr id="9106" name="Rectangle 42"/>
            <p:cNvSpPr/>
            <p:nvPr/>
          </p:nvSpPr>
          <p:spPr>
            <a:xfrm>
              <a:off x="2013120" y="2043000"/>
              <a:ext cx="1027080" cy="441360"/>
            </a:xfrm>
            <a:prstGeom prst="rect">
              <a:avLst/>
            </a:prstGeom>
            <a:solidFill>
              <a:srgbClr val="ffffff"/>
            </a:solidFill>
            <a:ln w="12600">
              <a:solidFill>
                <a:srgbClr val="003399"/>
              </a:solidFill>
              <a:miter/>
            </a:ln>
          </p:spPr>
          <p:style>
            <a:lnRef idx="0"/>
            <a:fillRef idx="0"/>
            <a:effectRef idx="0"/>
            <a:fontRef idx="minor"/>
          </p:style>
          <p:txBody>
            <a:bodyPr wrap="none"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Market</a:t>
              </a:r>
              <a:br>
                <a:rPr sz="1100"/>
              </a:br>
              <a:r>
                <a:rPr b="0" lang="en-US" sz="1100" spc="-1" strike="noStrike">
                  <a:solidFill>
                    <a:srgbClr val="000000"/>
                  </a:solidFill>
                  <a:latin typeface="Arial"/>
                </a:rPr>
                <a:t>Attractiveness</a:t>
              </a:r>
              <a:endParaRPr b="1" lang="en-US" sz="1100" spc="-1" strike="noStrike">
                <a:solidFill>
                  <a:srgbClr val="000000"/>
                </a:solidFill>
                <a:latin typeface="Arial"/>
              </a:endParaRPr>
            </a:p>
          </p:txBody>
        </p:sp>
        <p:sp>
          <p:nvSpPr>
            <p:cNvPr id="9107" name="Rectangle 43"/>
            <p:cNvSpPr/>
            <p:nvPr/>
          </p:nvSpPr>
          <p:spPr>
            <a:xfrm>
              <a:off x="3087720" y="2043000"/>
              <a:ext cx="1035000" cy="44136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Competitive Position</a:t>
              </a:r>
              <a:endParaRPr b="1" lang="en-US" sz="1100" spc="-1" strike="noStrike">
                <a:solidFill>
                  <a:srgbClr val="000000"/>
                </a:solidFill>
                <a:latin typeface="Arial"/>
              </a:endParaRPr>
            </a:p>
          </p:txBody>
        </p:sp>
        <p:sp>
          <p:nvSpPr>
            <p:cNvPr id="9108" name="Oval 44"/>
            <p:cNvSpPr/>
            <p:nvPr/>
          </p:nvSpPr>
          <p:spPr>
            <a:xfrm>
              <a:off x="2492280" y="3600360"/>
              <a:ext cx="1122480" cy="455760"/>
            </a:xfrm>
            <a:prstGeom prst="ellipse">
              <a:avLst/>
            </a:prstGeom>
            <a:solidFill>
              <a:srgbClr val="8099cc"/>
            </a:solidFill>
            <a:ln w="1260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Insight</a:t>
              </a:r>
              <a:endParaRPr b="1" lang="en-US" sz="1100" spc="-1" strike="noStrike">
                <a:solidFill>
                  <a:srgbClr val="000000"/>
                </a:solidFill>
                <a:latin typeface="Arial"/>
              </a:endParaRPr>
            </a:p>
          </p:txBody>
        </p:sp>
        <p:sp>
          <p:nvSpPr>
            <p:cNvPr id="9109" name="AutoShape 45"/>
            <p:cNvSpPr/>
            <p:nvPr/>
          </p:nvSpPr>
          <p:spPr>
            <a:xfrm rot="16200000">
              <a:off x="2940120" y="4753080"/>
              <a:ext cx="225360" cy="466560"/>
            </a:xfrm>
            <a:prstGeom prst="rightArrow">
              <a:avLst>
                <a:gd name="adj1" fmla="val 50000"/>
                <a:gd name="adj2" fmla="val 50032"/>
              </a:avLst>
            </a:prstGeom>
            <a:solidFill>
              <a:srgbClr val="80cccc"/>
            </a:solidFill>
            <a:ln w="12600">
              <a:solidFill>
                <a:srgbClr val="80cc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10" name="Rectangle 46"/>
            <p:cNvSpPr/>
            <p:nvPr/>
          </p:nvSpPr>
          <p:spPr>
            <a:xfrm>
              <a:off x="7008840" y="3578400"/>
              <a:ext cx="693720" cy="5000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CSFs </a:t>
              </a: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&amp; KPIs</a:t>
              </a:r>
              <a:endParaRPr b="1" lang="en-US" sz="1100" spc="-1" strike="noStrike">
                <a:solidFill>
                  <a:srgbClr val="000000"/>
                </a:solidFill>
                <a:latin typeface="Arial"/>
              </a:endParaRPr>
            </a:p>
          </p:txBody>
        </p:sp>
        <p:sp>
          <p:nvSpPr>
            <p:cNvPr id="9111" name="Rectangle 47"/>
            <p:cNvSpPr/>
            <p:nvPr/>
          </p:nvSpPr>
          <p:spPr>
            <a:xfrm>
              <a:off x="887400" y="3919680"/>
              <a:ext cx="938160" cy="501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Strategic </a:t>
              </a:r>
              <a:endParaRPr b="1" lang="en-US" sz="1100" spc="-1" strike="noStrike">
                <a:solidFill>
                  <a:srgbClr val="000000"/>
                </a:solidFill>
                <a:latin typeface="Arial"/>
              </a:endParaRPr>
            </a:p>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Issues</a:t>
              </a:r>
              <a:endParaRPr b="1" lang="en-US" sz="1100" spc="-1" strike="noStrike">
                <a:solidFill>
                  <a:srgbClr val="000000"/>
                </a:solidFill>
                <a:latin typeface="Arial"/>
              </a:endParaRPr>
            </a:p>
          </p:txBody>
        </p:sp>
        <p:sp>
          <p:nvSpPr>
            <p:cNvPr id="9112" name="Rectangle 48"/>
            <p:cNvSpPr/>
            <p:nvPr/>
          </p:nvSpPr>
          <p:spPr>
            <a:xfrm>
              <a:off x="887400" y="3236760"/>
              <a:ext cx="938160" cy="5000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Scope </a:t>
              </a:r>
              <a:br>
                <a:rPr sz="1100"/>
              </a:br>
              <a:r>
                <a:rPr b="0" lang="en-US" sz="1100" spc="-1" strike="noStrike">
                  <a:solidFill>
                    <a:srgbClr val="000000"/>
                  </a:solidFill>
                  <a:latin typeface="Arial"/>
                </a:rPr>
                <a:t>&amp; Context</a:t>
              </a:r>
              <a:endParaRPr b="1" lang="en-US" sz="1100" spc="-1" strike="noStrike">
                <a:solidFill>
                  <a:srgbClr val="000000"/>
                </a:solidFill>
                <a:latin typeface="Arial"/>
              </a:endParaRPr>
            </a:p>
          </p:txBody>
        </p:sp>
        <p:sp>
          <p:nvSpPr>
            <p:cNvPr id="9113" name="AutoShape 49"/>
            <p:cNvSpPr/>
            <p:nvPr/>
          </p:nvSpPr>
          <p:spPr>
            <a:xfrm rot="16200000">
              <a:off x="2940120" y="4083120"/>
              <a:ext cx="225360" cy="466560"/>
            </a:xfrm>
            <a:prstGeom prst="rightArrow">
              <a:avLst>
                <a:gd name="adj1" fmla="val 50000"/>
                <a:gd name="adj2" fmla="val 50032"/>
              </a:avLst>
            </a:prstGeom>
            <a:solidFill>
              <a:srgbClr val="80cccc"/>
            </a:solidFill>
            <a:ln w="12600">
              <a:solidFill>
                <a:srgbClr val="80cc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14" name="AutoShape 50"/>
            <p:cNvSpPr/>
            <p:nvPr/>
          </p:nvSpPr>
          <p:spPr>
            <a:xfrm flipH="1" rot="16200000">
              <a:off x="2939040" y="3142440"/>
              <a:ext cx="227160" cy="466560"/>
            </a:xfrm>
            <a:prstGeom prst="rightArrow">
              <a:avLst>
                <a:gd name="adj1" fmla="val 50000"/>
                <a:gd name="adj2" fmla="val 50032"/>
              </a:avLst>
            </a:prstGeom>
            <a:solidFill>
              <a:srgbClr val="80cccc"/>
            </a:solidFill>
            <a:ln w="12600">
              <a:solidFill>
                <a:srgbClr val="80cc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15" name="AutoShape 51"/>
            <p:cNvSpPr/>
            <p:nvPr/>
          </p:nvSpPr>
          <p:spPr>
            <a:xfrm flipH="1" rot="16200000">
              <a:off x="2940120" y="2454480"/>
              <a:ext cx="225360" cy="466560"/>
            </a:xfrm>
            <a:prstGeom prst="rightArrow">
              <a:avLst>
                <a:gd name="adj1" fmla="val 50000"/>
                <a:gd name="adj2" fmla="val 50032"/>
              </a:avLst>
            </a:prstGeom>
            <a:solidFill>
              <a:srgbClr val="80cccc"/>
            </a:solidFill>
            <a:ln w="12600">
              <a:solidFill>
                <a:srgbClr val="80cccc"/>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16" name="Rectangle 52"/>
            <p:cNvSpPr/>
            <p:nvPr/>
          </p:nvSpPr>
          <p:spPr>
            <a:xfrm>
              <a:off x="4206960" y="3919680"/>
              <a:ext cx="934920" cy="501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Creativity</a:t>
              </a:r>
              <a:endParaRPr b="1" lang="en-US" sz="1100" spc="-1" strike="noStrike">
                <a:solidFill>
                  <a:srgbClr val="000000"/>
                </a:solidFill>
                <a:latin typeface="Arial"/>
              </a:endParaRPr>
            </a:p>
          </p:txBody>
        </p:sp>
        <p:sp>
          <p:nvSpPr>
            <p:cNvPr id="9117" name="Rectangle 53"/>
            <p:cNvSpPr/>
            <p:nvPr/>
          </p:nvSpPr>
          <p:spPr>
            <a:xfrm>
              <a:off x="4206960" y="3236760"/>
              <a:ext cx="934920" cy="5000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Scenarios</a:t>
              </a:r>
              <a:br>
                <a:rPr sz="1100"/>
              </a:br>
              <a:r>
                <a:rPr b="0" lang="en-US" sz="1100" spc="-1" strike="noStrike">
                  <a:solidFill>
                    <a:srgbClr val="000000"/>
                  </a:solidFill>
                  <a:latin typeface="Arial"/>
                </a:rPr>
                <a:t>&amp; Options</a:t>
              </a:r>
              <a:endParaRPr b="1" lang="en-US" sz="1100" spc="-1" strike="noStrike">
                <a:solidFill>
                  <a:srgbClr val="000000"/>
                </a:solidFill>
                <a:latin typeface="Arial"/>
              </a:endParaRPr>
            </a:p>
          </p:txBody>
        </p:sp>
        <p:sp>
          <p:nvSpPr>
            <p:cNvPr id="9118" name="Freeform 54"/>
            <p:cNvSpPr/>
            <p:nvPr/>
          </p:nvSpPr>
          <p:spPr>
            <a:xfrm>
              <a:off x="1962000" y="3605040"/>
              <a:ext cx="451080" cy="446400"/>
            </a:xfrm>
            <a:prstGeom prst="pie">
              <a:avLst/>
            </a:prstGeom>
            <a:solidFill>
              <a:srgbClr val="80cccc"/>
            </a:solidFill>
            <a:ln w="12600">
              <a:solidFill>
                <a:srgbClr val="80cccc"/>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19" name="Freeform 55"/>
            <p:cNvSpPr/>
            <p:nvPr/>
          </p:nvSpPr>
          <p:spPr>
            <a:xfrm>
              <a:off x="3692520" y="3605040"/>
              <a:ext cx="450720" cy="446400"/>
            </a:xfrm>
            <a:prstGeom prst="pie">
              <a:avLst/>
            </a:prstGeom>
            <a:solidFill>
              <a:srgbClr val="80cccc"/>
            </a:solidFill>
            <a:ln w="12600">
              <a:solidFill>
                <a:srgbClr val="80cccc"/>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20" name="Freeform 56"/>
            <p:cNvSpPr/>
            <p:nvPr/>
          </p:nvSpPr>
          <p:spPr>
            <a:xfrm>
              <a:off x="5189400" y="3605040"/>
              <a:ext cx="451080" cy="446400"/>
            </a:xfrm>
            <a:prstGeom prst="pie">
              <a:avLst/>
            </a:prstGeom>
            <a:solidFill>
              <a:srgbClr val="80cccc"/>
            </a:solidFill>
            <a:ln w="12600">
              <a:solidFill>
                <a:srgbClr val="80cccc"/>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21" name="Freeform 57"/>
            <p:cNvSpPr/>
            <p:nvPr/>
          </p:nvSpPr>
          <p:spPr>
            <a:xfrm>
              <a:off x="6485040" y="3605040"/>
              <a:ext cx="450720" cy="446400"/>
            </a:xfrm>
            <a:prstGeom prst="pie">
              <a:avLst/>
            </a:prstGeom>
            <a:solidFill>
              <a:srgbClr val="80cccc"/>
            </a:solidFill>
            <a:ln w="12600">
              <a:solidFill>
                <a:srgbClr val="80cccc"/>
              </a:solidFill>
              <a:round/>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2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12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8A34C2-DBF0-4BD6-9199-78DA6801CD3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12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Strategy Development - The Loop</a:t>
            </a:r>
            <a:endParaRPr b="1" lang="en-US" sz="1600" spc="-1" strike="noStrike">
              <a:solidFill>
                <a:srgbClr val="000000"/>
              </a:solidFill>
              <a:latin typeface="Arial"/>
            </a:endParaRPr>
          </a:p>
        </p:txBody>
      </p:sp>
      <p:grpSp>
        <p:nvGrpSpPr>
          <p:cNvPr id="9125" name="Group 133"/>
          <p:cNvGrpSpPr/>
          <p:nvPr/>
        </p:nvGrpSpPr>
        <p:grpSpPr>
          <a:xfrm>
            <a:off x="851040" y="1400040"/>
            <a:ext cx="7445160" cy="4653720"/>
            <a:chOff x="851040" y="1400040"/>
            <a:chExt cx="7445160" cy="4653720"/>
          </a:xfrm>
        </p:grpSpPr>
        <p:sp>
          <p:nvSpPr>
            <p:cNvPr id="9126" name="Rectangle 3"/>
            <p:cNvSpPr/>
            <p:nvPr/>
          </p:nvSpPr>
          <p:spPr>
            <a:xfrm>
              <a:off x="851040" y="1517760"/>
              <a:ext cx="7445160" cy="406404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27" name="Oval 4"/>
            <p:cNvSpPr/>
            <p:nvPr/>
          </p:nvSpPr>
          <p:spPr>
            <a:xfrm>
              <a:off x="1370160" y="4971960"/>
              <a:ext cx="2608200" cy="393840"/>
            </a:xfrm>
            <a:prstGeom prst="ellipse">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CAPITAL MARKET</a:t>
              </a:r>
              <a:endParaRPr b="1" lang="en-US" sz="1100" spc="-1" strike="noStrike">
                <a:solidFill>
                  <a:srgbClr val="000000"/>
                </a:solidFill>
                <a:latin typeface="Arial"/>
              </a:endParaRPr>
            </a:p>
          </p:txBody>
        </p:sp>
        <p:sp>
          <p:nvSpPr>
            <p:cNvPr id="9128" name="Oval 5"/>
            <p:cNvSpPr/>
            <p:nvPr/>
          </p:nvSpPr>
          <p:spPr>
            <a:xfrm>
              <a:off x="5207040" y="4971960"/>
              <a:ext cx="2608200" cy="393840"/>
            </a:xfrm>
            <a:prstGeom prst="ellipse">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MANAGED PERFORMANCE</a:t>
              </a:r>
              <a:endParaRPr b="1" lang="en-US" sz="1100" spc="-1" strike="noStrike">
                <a:solidFill>
                  <a:srgbClr val="000000"/>
                </a:solidFill>
                <a:latin typeface="Arial"/>
              </a:endParaRPr>
            </a:p>
          </p:txBody>
        </p:sp>
        <p:sp>
          <p:nvSpPr>
            <p:cNvPr id="9129" name="Text Box 6"/>
            <p:cNvSpPr/>
            <p:nvPr/>
          </p:nvSpPr>
          <p:spPr>
            <a:xfrm>
              <a:off x="5267520" y="5792040"/>
              <a:ext cx="2622240" cy="261720"/>
            </a:xfrm>
            <a:prstGeom prst="rect">
              <a:avLst/>
            </a:prstGeom>
            <a:noFill/>
            <a:ln w="0">
              <a:noFill/>
            </a:ln>
          </p:spPr>
          <p:style>
            <a:lnRef idx="0"/>
            <a:fillRef idx="0"/>
            <a:effectRef idx="0"/>
            <a:fontRef idx="minor"/>
          </p:style>
          <p:txBody>
            <a:bodyPr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Strategy Execution</a:t>
              </a:r>
              <a:endParaRPr b="1" lang="en-US" sz="1100" spc="-1" strike="noStrike">
                <a:solidFill>
                  <a:srgbClr val="000000"/>
                </a:solidFill>
                <a:latin typeface="Arial"/>
              </a:endParaRPr>
            </a:p>
          </p:txBody>
        </p:sp>
        <p:sp>
          <p:nvSpPr>
            <p:cNvPr id="9130" name="Text Box 7"/>
            <p:cNvSpPr/>
            <p:nvPr/>
          </p:nvSpPr>
          <p:spPr>
            <a:xfrm>
              <a:off x="1401840" y="5792040"/>
              <a:ext cx="2684520" cy="261720"/>
            </a:xfrm>
            <a:prstGeom prst="rect">
              <a:avLst/>
            </a:prstGeom>
            <a:noFill/>
            <a:ln w="0">
              <a:noFill/>
            </a:ln>
          </p:spPr>
          <p:style>
            <a:lnRef idx="0"/>
            <a:fillRef idx="0"/>
            <a:effectRef idx="0"/>
            <a:fontRef idx="minor"/>
          </p:style>
          <p:txBody>
            <a:bodyPr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Strategy Formulation</a:t>
              </a:r>
              <a:endParaRPr b="1" lang="en-US" sz="1100" spc="-1" strike="noStrike">
                <a:solidFill>
                  <a:srgbClr val="000000"/>
                </a:solidFill>
                <a:latin typeface="Arial"/>
              </a:endParaRPr>
            </a:p>
          </p:txBody>
        </p:sp>
        <p:pic>
          <p:nvPicPr>
            <p:cNvPr id="9131" name="Picture 8" descr="loop_3"/>
            <p:cNvPicPr/>
            <p:nvPr/>
          </p:nvPicPr>
          <p:blipFill>
            <a:blip r:embed="rId1">
              <a:lum bright="12000"/>
            </a:blip>
            <a:stretch/>
          </p:blipFill>
          <p:spPr>
            <a:xfrm>
              <a:off x="1146240" y="2408400"/>
              <a:ext cx="7034040" cy="2301840"/>
            </a:xfrm>
            <a:prstGeom prst="rect">
              <a:avLst/>
            </a:prstGeom>
            <a:ln w="0">
              <a:noFill/>
            </a:ln>
          </p:spPr>
        </p:pic>
        <p:sp>
          <p:nvSpPr>
            <p:cNvPr id="9132" name="Text Box 9"/>
            <p:cNvSpPr/>
            <p:nvPr/>
          </p:nvSpPr>
          <p:spPr>
            <a:xfrm>
              <a:off x="3971520" y="1400040"/>
              <a:ext cx="13647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100" spc="-1" strike="noStrike">
                  <a:solidFill>
                    <a:srgbClr val="000000"/>
                  </a:solidFill>
                  <a:latin typeface="Arial"/>
                </a:rPr>
                <a:t>Dynamic Strategy</a:t>
              </a:r>
              <a:endParaRPr b="1" lang="en-US" sz="1100" spc="-1" strike="noStrike">
                <a:solidFill>
                  <a:srgbClr val="000000"/>
                </a:solidFill>
                <a:latin typeface="Arial"/>
              </a:endParaRPr>
            </a:p>
          </p:txBody>
        </p:sp>
        <p:sp>
          <p:nvSpPr>
            <p:cNvPr id="9133" name="Oval 10"/>
            <p:cNvSpPr/>
            <p:nvPr/>
          </p:nvSpPr>
          <p:spPr>
            <a:xfrm>
              <a:off x="1370160" y="1860480"/>
              <a:ext cx="2608200" cy="393840"/>
            </a:xfrm>
            <a:prstGeom prst="ellipse">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COMMERCIAL MARKET</a:t>
              </a:r>
              <a:endParaRPr b="1" lang="en-US" sz="1100" spc="-1" strike="noStrike">
                <a:solidFill>
                  <a:srgbClr val="000000"/>
                </a:solidFill>
                <a:latin typeface="Arial"/>
              </a:endParaRPr>
            </a:p>
          </p:txBody>
        </p:sp>
        <p:sp>
          <p:nvSpPr>
            <p:cNvPr id="9134" name="Oval 11"/>
            <p:cNvSpPr/>
            <p:nvPr/>
          </p:nvSpPr>
          <p:spPr>
            <a:xfrm>
              <a:off x="5219640" y="1860480"/>
              <a:ext cx="2608560" cy="393840"/>
            </a:xfrm>
            <a:prstGeom prst="ellipse">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STRUCTURE &amp; RESOURCES</a:t>
              </a:r>
              <a:endParaRPr b="1" lang="en-US" sz="1100" spc="-1" strike="noStrike">
                <a:solidFill>
                  <a:srgbClr val="000000"/>
                </a:solidFill>
                <a:latin typeface="Arial"/>
              </a:endParaRPr>
            </a:p>
          </p:txBody>
        </p:sp>
        <p:grpSp>
          <p:nvGrpSpPr>
            <p:cNvPr id="9135" name="Group 12"/>
            <p:cNvGrpSpPr/>
            <p:nvPr/>
          </p:nvGrpSpPr>
          <p:grpSpPr>
            <a:xfrm>
              <a:off x="5362200" y="3424320"/>
              <a:ext cx="571320" cy="263160"/>
              <a:chOff x="5362200" y="3424320"/>
              <a:chExt cx="571320" cy="263160"/>
            </a:xfrm>
          </p:grpSpPr>
          <p:grpSp>
            <p:nvGrpSpPr>
              <p:cNvPr id="9136" name="Group 13"/>
              <p:cNvGrpSpPr/>
              <p:nvPr/>
            </p:nvGrpSpPr>
            <p:grpSpPr>
              <a:xfrm>
                <a:off x="5478120" y="3424320"/>
                <a:ext cx="150120" cy="260280"/>
                <a:chOff x="5478120" y="3424320"/>
                <a:chExt cx="150120" cy="260280"/>
              </a:xfrm>
            </p:grpSpPr>
            <p:grpSp>
              <p:nvGrpSpPr>
                <p:cNvPr id="9137" name="Group 14"/>
                <p:cNvGrpSpPr/>
                <p:nvPr/>
              </p:nvGrpSpPr>
              <p:grpSpPr>
                <a:xfrm>
                  <a:off x="5478120" y="3424320"/>
                  <a:ext cx="150120" cy="260280"/>
                  <a:chOff x="5478120" y="3424320"/>
                  <a:chExt cx="150120" cy="260280"/>
                </a:xfrm>
              </p:grpSpPr>
              <p:sp>
                <p:nvSpPr>
                  <p:cNvPr id="9138" name="Freeform 15"/>
                  <p:cNvSpPr/>
                  <p:nvPr/>
                </p:nvSpPr>
                <p:spPr>
                  <a:xfrm flipH="1">
                    <a:off x="5478120" y="3424320"/>
                    <a:ext cx="14904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39" name="Freeform 16"/>
                  <p:cNvSpPr/>
                  <p:nvPr/>
                </p:nvSpPr>
                <p:spPr>
                  <a:xfrm flipH="1">
                    <a:off x="5566320" y="3424320"/>
                    <a:ext cx="6156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40" name="Freeform 17"/>
                  <p:cNvSpPr/>
                  <p:nvPr/>
                </p:nvSpPr>
                <p:spPr>
                  <a:xfrm flipH="1">
                    <a:off x="5479560" y="3549600"/>
                    <a:ext cx="14616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141" name="AutoShape 18"/>
                <p:cNvSpPr/>
                <p:nvPr/>
              </p:nvSpPr>
              <p:spPr>
                <a:xfrm flipH="1" rot="16200000">
                  <a:off x="5469120" y="349992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142" name="Group 19"/>
              <p:cNvGrpSpPr/>
              <p:nvPr/>
            </p:nvGrpSpPr>
            <p:grpSpPr>
              <a:xfrm>
                <a:off x="5664240" y="3427200"/>
                <a:ext cx="150480" cy="260280"/>
                <a:chOff x="5664240" y="3427200"/>
                <a:chExt cx="150480" cy="260280"/>
              </a:xfrm>
            </p:grpSpPr>
            <p:sp>
              <p:nvSpPr>
                <p:cNvPr id="9143" name="Freeform 20"/>
                <p:cNvSpPr/>
                <p:nvPr/>
              </p:nvSpPr>
              <p:spPr>
                <a:xfrm>
                  <a:off x="5665320" y="3427200"/>
                  <a:ext cx="14940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44" name="Freeform 21"/>
                <p:cNvSpPr/>
                <p:nvPr/>
              </p:nvSpPr>
              <p:spPr>
                <a:xfrm>
                  <a:off x="5664240" y="3427200"/>
                  <a:ext cx="6120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45" name="Freeform 22"/>
                <p:cNvSpPr/>
                <p:nvPr/>
              </p:nvSpPr>
              <p:spPr>
                <a:xfrm>
                  <a:off x="5667120" y="3552480"/>
                  <a:ext cx="14652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46" name="AutoShape 23"/>
                <p:cNvSpPr/>
                <p:nvPr/>
              </p:nvSpPr>
              <p:spPr>
                <a:xfrm rot="5400000">
                  <a:off x="5640840" y="35028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147" name="Group 24"/>
              <p:cNvGrpSpPr/>
              <p:nvPr/>
            </p:nvGrpSpPr>
            <p:grpSpPr>
              <a:xfrm>
                <a:off x="5362200" y="3490920"/>
                <a:ext cx="76320" cy="131760"/>
                <a:chOff x="5362200" y="3490920"/>
                <a:chExt cx="76320" cy="131760"/>
              </a:xfrm>
            </p:grpSpPr>
            <p:grpSp>
              <p:nvGrpSpPr>
                <p:cNvPr id="9148" name="Group 25"/>
                <p:cNvGrpSpPr/>
                <p:nvPr/>
              </p:nvGrpSpPr>
              <p:grpSpPr>
                <a:xfrm>
                  <a:off x="5362200" y="3490920"/>
                  <a:ext cx="76320" cy="131760"/>
                  <a:chOff x="5362200" y="3490920"/>
                  <a:chExt cx="76320" cy="131760"/>
                </a:xfrm>
              </p:grpSpPr>
              <p:sp>
                <p:nvSpPr>
                  <p:cNvPr id="9149" name="Freeform 26"/>
                  <p:cNvSpPr/>
                  <p:nvPr/>
                </p:nvSpPr>
                <p:spPr>
                  <a:xfrm flipH="1">
                    <a:off x="5361840" y="3490920"/>
                    <a:ext cx="75240" cy="66600"/>
                  </a:xfrm>
                  <a:prstGeom prst="pie">
                    <a:avLst/>
                  </a:prstGeom>
                  <a:solidFill>
                    <a:srgbClr val="003399"/>
                  </a:solidFill>
                  <a:ln w="0">
                    <a:noFill/>
                  </a:ln>
                </p:spPr>
                <p:style>
                  <a:lnRef idx="0"/>
                  <a:fillRef idx="0"/>
                  <a:effectRef idx="0"/>
                  <a:fontRef idx="minor"/>
                </p:style>
                <p:txBody>
                  <a:bodyPr lIns="90000" rIns="90000" tIns="-24480" bIns="-244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50" name="Freeform 27"/>
                  <p:cNvSpPr/>
                  <p:nvPr/>
                </p:nvSpPr>
                <p:spPr>
                  <a:xfrm flipH="1">
                    <a:off x="5407560" y="3490920"/>
                    <a:ext cx="3096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51" name="Freeform 28"/>
                  <p:cNvSpPr/>
                  <p:nvPr/>
                </p:nvSpPr>
                <p:spPr>
                  <a:xfrm flipH="1">
                    <a:off x="5362560" y="3554280"/>
                    <a:ext cx="73800" cy="66600"/>
                  </a:xfrm>
                  <a:prstGeom prst="pie">
                    <a:avLst/>
                  </a:prstGeom>
                  <a:solidFill>
                    <a:srgbClr val="003399"/>
                  </a:solidFill>
                  <a:ln w="0">
                    <a:noFill/>
                  </a:ln>
                </p:spPr>
                <p:style>
                  <a:lnRef idx="0"/>
                  <a:fillRef idx="0"/>
                  <a:effectRef idx="0"/>
                  <a:fontRef idx="minor"/>
                </p:style>
                <p:txBody>
                  <a:bodyPr lIns="90000" rIns="90000" tIns="-24480" bIns="-244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152" name="AutoShape 29"/>
                <p:cNvSpPr/>
                <p:nvPr/>
              </p:nvSpPr>
              <p:spPr>
                <a:xfrm flipH="1" rot="16200000">
                  <a:off x="5356800" y="3529440"/>
                  <a:ext cx="92520" cy="52200"/>
                </a:xfrm>
                <a:prstGeom prst="triangle">
                  <a:avLst>
                    <a:gd name="adj" fmla="val 49407"/>
                  </a:avLst>
                </a:prstGeom>
                <a:solidFill>
                  <a:srgbClr val="003399"/>
                </a:solidFill>
                <a:ln w="0">
                  <a:noFill/>
                </a:ln>
              </p:spPr>
              <p:style>
                <a:lnRef idx="0"/>
                <a:fillRef idx="0"/>
                <a:effectRef idx="0"/>
                <a:fontRef idx="minor"/>
              </p:style>
              <p:txBody>
                <a:bodyPr lIns="90000" rIns="90000" tIns="-74160" bIns="-7416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153" name="Group 30"/>
              <p:cNvGrpSpPr/>
              <p:nvPr/>
            </p:nvGrpSpPr>
            <p:grpSpPr>
              <a:xfrm>
                <a:off x="5857560" y="3494160"/>
                <a:ext cx="75960" cy="131760"/>
                <a:chOff x="5857560" y="3494160"/>
                <a:chExt cx="75960" cy="131760"/>
              </a:xfrm>
            </p:grpSpPr>
            <p:sp>
              <p:nvSpPr>
                <p:cNvPr id="9154" name="Freeform 31"/>
                <p:cNvSpPr/>
                <p:nvPr/>
              </p:nvSpPr>
              <p:spPr>
                <a:xfrm>
                  <a:off x="5857920" y="3494160"/>
                  <a:ext cx="75600" cy="66600"/>
                </a:xfrm>
                <a:prstGeom prst="pie">
                  <a:avLst/>
                </a:prstGeom>
                <a:solidFill>
                  <a:srgbClr val="003399"/>
                </a:solidFill>
                <a:ln w="0">
                  <a:noFill/>
                </a:ln>
              </p:spPr>
              <p:style>
                <a:lnRef idx="0"/>
                <a:fillRef idx="0"/>
                <a:effectRef idx="0"/>
                <a:fontRef idx="minor"/>
              </p:style>
              <p:txBody>
                <a:bodyPr lIns="90000" rIns="90000" tIns="-24480" bIns="-244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55" name="Freeform 32"/>
                <p:cNvSpPr/>
                <p:nvPr/>
              </p:nvSpPr>
              <p:spPr>
                <a:xfrm>
                  <a:off x="5857560" y="3494160"/>
                  <a:ext cx="3096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56" name="Freeform 33"/>
                <p:cNvSpPr/>
                <p:nvPr/>
              </p:nvSpPr>
              <p:spPr>
                <a:xfrm>
                  <a:off x="5859000" y="3557520"/>
                  <a:ext cx="74160" cy="66600"/>
                </a:xfrm>
                <a:prstGeom prst="pie">
                  <a:avLst/>
                </a:prstGeom>
                <a:solidFill>
                  <a:srgbClr val="003399"/>
                </a:solidFill>
                <a:ln w="0">
                  <a:noFill/>
                </a:ln>
              </p:spPr>
              <p:style>
                <a:lnRef idx="0"/>
                <a:fillRef idx="0"/>
                <a:effectRef idx="0"/>
                <a:fontRef idx="minor"/>
              </p:style>
              <p:txBody>
                <a:bodyPr lIns="90000" rIns="90000" tIns="-24480" bIns="-244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57" name="AutoShape 34"/>
                <p:cNvSpPr/>
                <p:nvPr/>
              </p:nvSpPr>
              <p:spPr>
                <a:xfrm rot="5400000">
                  <a:off x="5845320" y="3532320"/>
                  <a:ext cx="92520" cy="52560"/>
                </a:xfrm>
                <a:prstGeom prst="triangle">
                  <a:avLst>
                    <a:gd name="adj" fmla="val 49407"/>
                  </a:avLst>
                </a:prstGeom>
                <a:solidFill>
                  <a:srgbClr val="003399"/>
                </a:solidFill>
                <a:ln w="0">
                  <a:noFill/>
                </a:ln>
              </p:spPr>
              <p:style>
                <a:lnRef idx="0"/>
                <a:fillRef idx="0"/>
                <a:effectRef idx="0"/>
                <a:fontRef idx="minor"/>
              </p:style>
              <p:txBody>
                <a:bodyPr lIns="90000" rIns="90000" tIns="-73800" bIns="-738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sp>
          <p:nvSpPr>
            <p:cNvPr id="9158" name="AutoShape 35"/>
            <p:cNvSpPr/>
            <p:nvPr/>
          </p:nvSpPr>
          <p:spPr>
            <a:xfrm>
              <a:off x="2046240" y="2805120"/>
              <a:ext cx="1263600" cy="176040"/>
            </a:xfrm>
            <a:prstGeom prst="roundRect">
              <a:avLst>
                <a:gd name="adj" fmla="val 50000"/>
              </a:avLst>
            </a:prstGeom>
            <a:solidFill>
              <a:srgbClr val="003366"/>
            </a:solidFill>
            <a:ln w="0">
              <a:noFill/>
            </a:ln>
          </p:spPr>
          <p:style>
            <a:lnRef idx="0"/>
            <a:fillRef idx="0"/>
            <a:effectRef idx="0"/>
            <a:fontRef idx="minor"/>
          </p:style>
          <p:txBody>
            <a:bodyPr lIns="0" rIns="0" tIns="0" bIns="0" anchor="ctr" anchorCtr="1">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Strategic Position</a:t>
              </a:r>
              <a:endParaRPr b="1" lang="en-US" sz="1000" spc="-1" strike="noStrike">
                <a:solidFill>
                  <a:srgbClr val="000000"/>
                </a:solidFill>
                <a:latin typeface="Arial"/>
              </a:endParaRPr>
            </a:p>
          </p:txBody>
        </p:sp>
        <p:sp>
          <p:nvSpPr>
            <p:cNvPr id="9159" name="AutoShape 36"/>
            <p:cNvSpPr/>
            <p:nvPr/>
          </p:nvSpPr>
          <p:spPr>
            <a:xfrm>
              <a:off x="1913040" y="2774880"/>
              <a:ext cx="1517760" cy="21132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7960" bIns="5796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Strategic Position</a:t>
              </a:r>
              <a:endParaRPr b="1" lang="en-US" sz="1000" spc="-1" strike="noStrike">
                <a:solidFill>
                  <a:srgbClr val="000000"/>
                </a:solidFill>
                <a:latin typeface="Arial"/>
              </a:endParaRPr>
            </a:p>
          </p:txBody>
        </p:sp>
        <p:sp>
          <p:nvSpPr>
            <p:cNvPr id="9160" name="AutoShape 37"/>
            <p:cNvSpPr/>
            <p:nvPr/>
          </p:nvSpPr>
          <p:spPr>
            <a:xfrm>
              <a:off x="2827440" y="2351160"/>
              <a:ext cx="1272960" cy="2127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9400" bIns="594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Competitive Position</a:t>
              </a:r>
              <a:endParaRPr b="1" lang="en-US" sz="1000" spc="-1" strike="noStrike">
                <a:solidFill>
                  <a:srgbClr val="000000"/>
                </a:solidFill>
                <a:latin typeface="Arial"/>
              </a:endParaRPr>
            </a:p>
          </p:txBody>
        </p:sp>
        <p:sp>
          <p:nvSpPr>
            <p:cNvPr id="9161" name="AutoShape 38"/>
            <p:cNvSpPr/>
            <p:nvPr/>
          </p:nvSpPr>
          <p:spPr>
            <a:xfrm>
              <a:off x="1238400" y="2351160"/>
              <a:ext cx="1272960" cy="2127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9400" bIns="594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Market Attractiveness</a:t>
              </a:r>
              <a:endParaRPr b="1" lang="en-US" sz="1000" spc="-1" strike="noStrike">
                <a:solidFill>
                  <a:srgbClr val="000000"/>
                </a:solidFill>
                <a:latin typeface="Arial"/>
              </a:endParaRPr>
            </a:p>
          </p:txBody>
        </p:sp>
        <p:sp>
          <p:nvSpPr>
            <p:cNvPr id="9162" name="AutoShape 39"/>
            <p:cNvSpPr/>
            <p:nvPr/>
          </p:nvSpPr>
          <p:spPr>
            <a:xfrm>
              <a:off x="939960" y="3303720"/>
              <a:ext cx="124596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Scope &amp; Context</a:t>
              </a:r>
              <a:endParaRPr b="1" lang="en-US" sz="1000" spc="-1" strike="noStrike">
                <a:solidFill>
                  <a:srgbClr val="000000"/>
                </a:solidFill>
                <a:latin typeface="Arial"/>
              </a:endParaRPr>
            </a:p>
          </p:txBody>
        </p:sp>
        <p:sp>
          <p:nvSpPr>
            <p:cNvPr id="9163" name="AutoShape 40"/>
            <p:cNvSpPr/>
            <p:nvPr/>
          </p:nvSpPr>
          <p:spPr>
            <a:xfrm>
              <a:off x="939960" y="3613320"/>
              <a:ext cx="124596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Strategic Issues</a:t>
              </a:r>
              <a:endParaRPr b="1" lang="en-US" sz="1000" spc="-1" strike="noStrike">
                <a:solidFill>
                  <a:srgbClr val="000000"/>
                </a:solidFill>
                <a:latin typeface="Arial"/>
              </a:endParaRPr>
            </a:p>
          </p:txBody>
        </p:sp>
        <p:grpSp>
          <p:nvGrpSpPr>
            <p:cNvPr id="9164" name="Group 41"/>
            <p:cNvGrpSpPr/>
            <p:nvPr/>
          </p:nvGrpSpPr>
          <p:grpSpPr>
            <a:xfrm>
              <a:off x="2554200" y="2583000"/>
              <a:ext cx="239760" cy="163440"/>
              <a:chOff x="2554200" y="2583000"/>
              <a:chExt cx="239760" cy="163440"/>
            </a:xfrm>
          </p:grpSpPr>
          <p:sp>
            <p:nvSpPr>
              <p:cNvPr id="9165" name="Freeform 42"/>
              <p:cNvSpPr/>
              <p:nvPr/>
            </p:nvSpPr>
            <p:spPr>
              <a:xfrm rot="5400000">
                <a:off x="2651400" y="2604600"/>
                <a:ext cx="162000" cy="121320"/>
              </a:xfrm>
              <a:prstGeom prst="pie">
                <a:avLst/>
              </a:prstGeom>
              <a:solidFill>
                <a:srgbClr val="003399"/>
              </a:solidFill>
              <a:ln w="0">
                <a:noFill/>
              </a:ln>
            </p:spPr>
            <p:style>
              <a:lnRef idx="0"/>
              <a:fillRef idx="0"/>
              <a:effectRef idx="0"/>
              <a:fontRef idx="minor"/>
            </p:style>
            <p:txBody>
              <a:bodyPr lIns="90000" rIns="90000" tIns="30240" bIns="302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66" name="Freeform 43"/>
              <p:cNvSpPr/>
              <p:nvPr/>
            </p:nvSpPr>
            <p:spPr>
              <a:xfrm>
                <a:off x="2554200" y="2583000"/>
                <a:ext cx="23976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67" name="Freeform 44"/>
              <p:cNvSpPr/>
              <p:nvPr/>
            </p:nvSpPr>
            <p:spPr>
              <a:xfrm>
                <a:off x="2555280" y="2583000"/>
                <a:ext cx="12276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68" name="AutoShape 45"/>
              <p:cNvSpPr/>
              <p:nvPr/>
            </p:nvSpPr>
            <p:spPr>
              <a:xfrm rot="10800000">
                <a:off x="2592000" y="2599920"/>
                <a:ext cx="16848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169" name="Group 46"/>
            <p:cNvGrpSpPr/>
            <p:nvPr/>
          </p:nvGrpSpPr>
          <p:grpSpPr>
            <a:xfrm>
              <a:off x="2554200" y="4346640"/>
              <a:ext cx="239760" cy="163440"/>
              <a:chOff x="2554200" y="4346640"/>
              <a:chExt cx="239760" cy="163440"/>
            </a:xfrm>
          </p:grpSpPr>
          <p:sp>
            <p:nvSpPr>
              <p:cNvPr id="9170" name="Freeform 47"/>
              <p:cNvSpPr/>
              <p:nvPr/>
            </p:nvSpPr>
            <p:spPr>
              <a:xfrm flipV="1" rot="16200000">
                <a:off x="2651400" y="4366800"/>
                <a:ext cx="162000" cy="121320"/>
              </a:xfrm>
              <a:prstGeom prst="pie">
                <a:avLst/>
              </a:prstGeom>
              <a:solidFill>
                <a:srgbClr val="003399"/>
              </a:solidFill>
              <a:ln w="0">
                <a:noFill/>
              </a:ln>
            </p:spPr>
            <p:style>
              <a:lnRef idx="0"/>
              <a:fillRef idx="0"/>
              <a:effectRef idx="0"/>
              <a:fontRef idx="minor"/>
            </p:style>
            <p:txBody>
              <a:bodyPr lIns="90000" rIns="90000" tIns="30240" bIns="302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71" name="Freeform 48"/>
              <p:cNvSpPr/>
              <p:nvPr/>
            </p:nvSpPr>
            <p:spPr>
              <a:xfrm flipV="1">
                <a:off x="2554200" y="4444560"/>
                <a:ext cx="23976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72" name="Freeform 49"/>
              <p:cNvSpPr/>
              <p:nvPr/>
            </p:nvSpPr>
            <p:spPr>
              <a:xfrm flipV="1">
                <a:off x="2555280" y="4349520"/>
                <a:ext cx="12276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73" name="AutoShape 50"/>
              <p:cNvSpPr/>
              <p:nvPr/>
            </p:nvSpPr>
            <p:spPr>
              <a:xfrm flipV="1" rot="10800000">
                <a:off x="2592000" y="4380120"/>
                <a:ext cx="16848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sp>
          <p:nvSpPr>
            <p:cNvPr id="9174" name="Oval 51"/>
            <p:cNvSpPr/>
            <p:nvPr/>
          </p:nvSpPr>
          <p:spPr>
            <a:xfrm>
              <a:off x="2276640" y="3110040"/>
              <a:ext cx="819000" cy="885600"/>
            </a:xfrm>
            <a:prstGeom prst="ellipse">
              <a:avLst/>
            </a:prstGeom>
            <a:noFill/>
            <a:ln w="2844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Insight</a:t>
              </a:r>
              <a:endParaRPr b="1" lang="en-US" sz="1000" spc="-1" strike="noStrike">
                <a:solidFill>
                  <a:srgbClr val="000000"/>
                </a:solidFill>
                <a:latin typeface="Arial"/>
              </a:endParaRPr>
            </a:p>
          </p:txBody>
        </p:sp>
        <p:sp>
          <p:nvSpPr>
            <p:cNvPr id="9175" name="Oval 52"/>
            <p:cNvSpPr/>
            <p:nvPr/>
          </p:nvSpPr>
          <p:spPr>
            <a:xfrm>
              <a:off x="6143760" y="3110040"/>
              <a:ext cx="817560" cy="885600"/>
            </a:xfrm>
            <a:prstGeom prst="ellipse">
              <a:avLst/>
            </a:prstGeom>
            <a:solidFill>
              <a:srgbClr val="ffffff"/>
            </a:solidFill>
            <a:ln w="28440">
              <a:solidFill>
                <a:srgbClr val="003399"/>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76" name="Rectangle 53"/>
            <p:cNvSpPr/>
            <p:nvPr/>
          </p:nvSpPr>
          <p:spPr>
            <a:xfrm>
              <a:off x="6062760" y="3487680"/>
              <a:ext cx="977760" cy="122400"/>
            </a:xfrm>
            <a:prstGeom prst="rect">
              <a:avLst/>
            </a:prstGeom>
            <a:noFill/>
            <a:ln w="0">
              <a:noFill/>
            </a:ln>
          </p:spPr>
          <p:style>
            <a:lnRef idx="0"/>
            <a:fillRef idx="0"/>
            <a:effectRef idx="0"/>
            <a:fontRef idx="minor"/>
          </p:style>
          <p:txBody>
            <a:bodyPr lIns="0" rIns="0" tIns="0" bIns="0" anchor="ctr">
              <a:spAutoFit/>
            </a:bodyPr>
            <a:p>
              <a:pPr algn="ctr">
                <a:lnSpc>
                  <a:spcPct val="8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Value Creation</a:t>
              </a:r>
              <a:endParaRPr b="1" lang="en-US" sz="1000" spc="-1" strike="noStrike">
                <a:solidFill>
                  <a:srgbClr val="000000"/>
                </a:solidFill>
                <a:latin typeface="Arial"/>
              </a:endParaRPr>
            </a:p>
          </p:txBody>
        </p:sp>
        <p:sp>
          <p:nvSpPr>
            <p:cNvPr id="9177" name="AutoShape 54"/>
            <p:cNvSpPr/>
            <p:nvPr/>
          </p:nvSpPr>
          <p:spPr>
            <a:xfrm>
              <a:off x="1924200" y="4094280"/>
              <a:ext cx="151740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Financial Position</a:t>
              </a:r>
              <a:endParaRPr b="1" lang="en-US" sz="1000" spc="-1" strike="noStrike">
                <a:solidFill>
                  <a:srgbClr val="000000"/>
                </a:solidFill>
                <a:latin typeface="Arial"/>
              </a:endParaRPr>
            </a:p>
          </p:txBody>
        </p:sp>
        <p:sp>
          <p:nvSpPr>
            <p:cNvPr id="9178" name="AutoShape 55"/>
            <p:cNvSpPr/>
            <p:nvPr/>
          </p:nvSpPr>
          <p:spPr>
            <a:xfrm>
              <a:off x="2733840" y="4578480"/>
              <a:ext cx="126504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Growth</a:t>
              </a:r>
              <a:endParaRPr b="1" lang="en-US" sz="1000" spc="-1" strike="noStrike">
                <a:solidFill>
                  <a:srgbClr val="000000"/>
                </a:solidFill>
                <a:latin typeface="Arial"/>
              </a:endParaRPr>
            </a:p>
          </p:txBody>
        </p:sp>
        <p:sp>
          <p:nvSpPr>
            <p:cNvPr id="9179" name="AutoShape 56"/>
            <p:cNvSpPr/>
            <p:nvPr/>
          </p:nvSpPr>
          <p:spPr>
            <a:xfrm>
              <a:off x="1332000" y="4578480"/>
              <a:ext cx="126684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Economic Profitability</a:t>
              </a:r>
              <a:endParaRPr b="1" lang="en-US" sz="1000" spc="-1" strike="noStrike">
                <a:solidFill>
                  <a:srgbClr val="000000"/>
                </a:solidFill>
                <a:latin typeface="Arial"/>
              </a:endParaRPr>
            </a:p>
          </p:txBody>
        </p:sp>
        <p:sp>
          <p:nvSpPr>
            <p:cNvPr id="9180" name="AutoShape 57"/>
            <p:cNvSpPr/>
            <p:nvPr/>
          </p:nvSpPr>
          <p:spPr>
            <a:xfrm>
              <a:off x="5024520" y="4098960"/>
              <a:ext cx="3044880" cy="2397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78480" bIns="784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Critical Success Factors &amp; Key Performance Indicators </a:t>
              </a:r>
              <a:endParaRPr b="1" lang="en-US" sz="1000" spc="-1" strike="noStrike">
                <a:solidFill>
                  <a:srgbClr val="000000"/>
                </a:solidFill>
                <a:latin typeface="Arial"/>
              </a:endParaRPr>
            </a:p>
          </p:txBody>
        </p:sp>
        <p:sp>
          <p:nvSpPr>
            <p:cNvPr id="9181" name="AutoShape 58"/>
            <p:cNvSpPr/>
            <p:nvPr/>
          </p:nvSpPr>
          <p:spPr>
            <a:xfrm>
              <a:off x="5027760" y="4554360"/>
              <a:ext cx="3039840" cy="2397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78480" bIns="784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Performance Monitoring &amp; Incentive Compensation</a:t>
              </a:r>
              <a:endParaRPr b="1" lang="en-US" sz="1000" spc="-1" strike="noStrike">
                <a:solidFill>
                  <a:srgbClr val="000000"/>
                </a:solidFill>
                <a:latin typeface="Arial"/>
              </a:endParaRPr>
            </a:p>
          </p:txBody>
        </p:sp>
        <p:sp>
          <p:nvSpPr>
            <p:cNvPr id="9182" name="AutoShape 59"/>
            <p:cNvSpPr/>
            <p:nvPr/>
          </p:nvSpPr>
          <p:spPr>
            <a:xfrm>
              <a:off x="5483160" y="2305080"/>
              <a:ext cx="2132280" cy="22860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70200" bIns="702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Organizational Architecture</a:t>
              </a:r>
              <a:endParaRPr b="1" lang="en-US" sz="1000" spc="-1" strike="noStrike">
                <a:solidFill>
                  <a:srgbClr val="000000"/>
                </a:solidFill>
                <a:latin typeface="Arial"/>
              </a:endParaRPr>
            </a:p>
          </p:txBody>
        </p:sp>
        <p:sp>
          <p:nvSpPr>
            <p:cNvPr id="9183" name="AutoShape 60"/>
            <p:cNvSpPr/>
            <p:nvPr/>
          </p:nvSpPr>
          <p:spPr>
            <a:xfrm>
              <a:off x="5753160" y="2770200"/>
              <a:ext cx="157968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Projects &amp; Resources</a:t>
              </a:r>
              <a:endParaRPr b="1" lang="en-US" sz="1000" spc="-1" strike="noStrike">
                <a:solidFill>
                  <a:srgbClr val="000000"/>
                </a:solidFill>
                <a:latin typeface="Arial"/>
              </a:endParaRPr>
            </a:p>
          </p:txBody>
        </p:sp>
        <p:grpSp>
          <p:nvGrpSpPr>
            <p:cNvPr id="9184" name="Group 61"/>
            <p:cNvGrpSpPr/>
            <p:nvPr/>
          </p:nvGrpSpPr>
          <p:grpSpPr>
            <a:xfrm>
              <a:off x="4262400" y="2911320"/>
              <a:ext cx="817560" cy="1084320"/>
              <a:chOff x="4262400" y="2911320"/>
              <a:chExt cx="817560" cy="1084320"/>
            </a:xfrm>
          </p:grpSpPr>
          <p:sp>
            <p:nvSpPr>
              <p:cNvPr id="9185" name="Oval 62"/>
              <p:cNvSpPr/>
              <p:nvPr/>
            </p:nvSpPr>
            <p:spPr>
              <a:xfrm>
                <a:off x="4262400" y="3109680"/>
                <a:ext cx="817560" cy="885960"/>
              </a:xfrm>
              <a:prstGeom prst="ellipse">
                <a:avLst/>
              </a:prstGeom>
              <a:noFill/>
              <a:ln w="2844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186" name="Group 63"/>
              <p:cNvGrpSpPr/>
              <p:nvPr/>
            </p:nvGrpSpPr>
            <p:grpSpPr>
              <a:xfrm>
                <a:off x="4401360" y="2911320"/>
                <a:ext cx="549360" cy="190440"/>
                <a:chOff x="4401360" y="2911320"/>
                <a:chExt cx="549360" cy="190440"/>
              </a:xfrm>
            </p:grpSpPr>
            <p:sp>
              <p:nvSpPr>
                <p:cNvPr id="9187" name="Line 64"/>
                <p:cNvSpPr/>
                <p:nvPr/>
              </p:nvSpPr>
              <p:spPr>
                <a:xfrm>
                  <a:off x="4401360" y="2911320"/>
                  <a:ext cx="549360" cy="0"/>
                </a:xfrm>
                <a:prstGeom prst="line">
                  <a:avLst/>
                </a:prstGeom>
                <a:ln w="2844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88" name="Line 65"/>
                <p:cNvSpPr/>
                <p:nvPr/>
              </p:nvSpPr>
              <p:spPr>
                <a:xfrm>
                  <a:off x="4676760" y="2911320"/>
                  <a:ext cx="0" cy="190440"/>
                </a:xfrm>
                <a:prstGeom prst="line">
                  <a:avLst/>
                </a:prstGeom>
                <a:ln w="2844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9189" name="Text Box 66"/>
            <p:cNvSpPr/>
            <p:nvPr/>
          </p:nvSpPr>
          <p:spPr>
            <a:xfrm>
              <a:off x="4086360" y="2499120"/>
              <a:ext cx="1125360" cy="399240"/>
            </a:xfrm>
            <a:prstGeom prst="rect">
              <a:avLst/>
            </a:prstGeom>
            <a:noFill/>
            <a:ln w="0">
              <a:noFill/>
            </a:ln>
          </p:spPr>
          <p:style>
            <a:lnRef idx="0"/>
            <a:fillRef idx="0"/>
            <a:effectRef idx="0"/>
            <a:fontRef idx="minor"/>
          </p:style>
          <p:txBody>
            <a:bodyPr lIns="90000" rIns="90000" tIns="46800" bIns="4680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000" spc="-1" strike="noStrike">
                  <a:solidFill>
                    <a:srgbClr val="000000"/>
                  </a:solidFill>
                  <a:latin typeface="Arial"/>
                </a:rPr>
                <a:t>Chosen Strategy</a:t>
              </a:r>
              <a:endParaRPr b="1" lang="en-US" sz="1000" spc="-1" strike="noStrike">
                <a:solidFill>
                  <a:srgbClr val="000000"/>
                </a:solidFill>
                <a:latin typeface="Arial"/>
              </a:endParaRPr>
            </a:p>
          </p:txBody>
        </p:sp>
        <p:sp>
          <p:nvSpPr>
            <p:cNvPr id="9190" name="AutoShape 67"/>
            <p:cNvSpPr/>
            <p:nvPr/>
          </p:nvSpPr>
          <p:spPr>
            <a:xfrm>
              <a:off x="3317760" y="3303720"/>
              <a:ext cx="124632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Scenarios &amp; Options</a:t>
              </a:r>
              <a:endParaRPr b="1" lang="en-US" sz="1000" spc="-1" strike="noStrike">
                <a:solidFill>
                  <a:srgbClr val="000000"/>
                </a:solidFill>
                <a:latin typeface="Arial"/>
              </a:endParaRPr>
            </a:p>
          </p:txBody>
        </p:sp>
        <p:sp>
          <p:nvSpPr>
            <p:cNvPr id="9191" name="AutoShape 68"/>
            <p:cNvSpPr/>
            <p:nvPr/>
          </p:nvSpPr>
          <p:spPr>
            <a:xfrm>
              <a:off x="3317760" y="3613320"/>
              <a:ext cx="1246320" cy="210960"/>
            </a:xfrm>
            <a:prstGeom prst="roundRect">
              <a:avLst>
                <a:gd name="adj" fmla="val 50000"/>
              </a:avLst>
            </a:prstGeom>
            <a:solidFill>
              <a:srgbClr val="ffffff"/>
            </a:solidFill>
            <a:ln w="6480">
              <a:solidFill>
                <a:srgbClr val="8099cc"/>
              </a:solidFill>
              <a:miter/>
            </a:ln>
          </p:spPr>
          <p:style>
            <a:lnRef idx="0"/>
            <a:fillRef idx="0"/>
            <a:effectRef idx="0"/>
            <a:fontRef idx="minor"/>
          </p:style>
          <p:txBody>
            <a:bodyPr wrap="none" lIns="90000" rIns="90000" tIns="58320" bIns="5832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Creativity</a:t>
              </a:r>
              <a:endParaRPr b="1" lang="en-US" sz="1000" spc="-1" strike="noStrike">
                <a:solidFill>
                  <a:srgbClr val="000000"/>
                </a:solidFill>
                <a:latin typeface="Arial"/>
              </a:endParaRPr>
            </a:p>
          </p:txBody>
        </p:sp>
        <p:grpSp>
          <p:nvGrpSpPr>
            <p:cNvPr id="9192" name="Group 69"/>
            <p:cNvGrpSpPr/>
            <p:nvPr/>
          </p:nvGrpSpPr>
          <p:grpSpPr>
            <a:xfrm>
              <a:off x="3202200" y="3429000"/>
              <a:ext cx="150480" cy="260280"/>
              <a:chOff x="3202200" y="3429000"/>
              <a:chExt cx="150480" cy="260280"/>
            </a:xfrm>
          </p:grpSpPr>
          <p:sp>
            <p:nvSpPr>
              <p:cNvPr id="9193" name="Freeform 70"/>
              <p:cNvSpPr/>
              <p:nvPr/>
            </p:nvSpPr>
            <p:spPr>
              <a:xfrm>
                <a:off x="3203280" y="3429000"/>
                <a:ext cx="14940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94" name="Freeform 71"/>
              <p:cNvSpPr/>
              <p:nvPr/>
            </p:nvSpPr>
            <p:spPr>
              <a:xfrm>
                <a:off x="3202200" y="3429000"/>
                <a:ext cx="6120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95" name="Freeform 72"/>
              <p:cNvSpPr/>
              <p:nvPr/>
            </p:nvSpPr>
            <p:spPr>
              <a:xfrm>
                <a:off x="3205080" y="3554280"/>
                <a:ext cx="14652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196" name="AutoShape 73"/>
              <p:cNvSpPr/>
              <p:nvPr/>
            </p:nvSpPr>
            <p:spPr>
              <a:xfrm rot="5400000">
                <a:off x="3178800" y="35046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197" name="Group 74"/>
            <p:cNvGrpSpPr/>
            <p:nvPr/>
          </p:nvGrpSpPr>
          <p:grpSpPr>
            <a:xfrm>
              <a:off x="3006720" y="3429000"/>
              <a:ext cx="150120" cy="260280"/>
              <a:chOff x="3006720" y="3429000"/>
              <a:chExt cx="150120" cy="260280"/>
            </a:xfrm>
          </p:grpSpPr>
          <p:grpSp>
            <p:nvGrpSpPr>
              <p:cNvPr id="9198" name="Group 75"/>
              <p:cNvGrpSpPr/>
              <p:nvPr/>
            </p:nvGrpSpPr>
            <p:grpSpPr>
              <a:xfrm>
                <a:off x="3006720" y="3429000"/>
                <a:ext cx="150120" cy="260280"/>
                <a:chOff x="3006720" y="3429000"/>
                <a:chExt cx="150120" cy="260280"/>
              </a:xfrm>
            </p:grpSpPr>
            <p:sp>
              <p:nvSpPr>
                <p:cNvPr id="9199" name="Freeform 76"/>
                <p:cNvSpPr/>
                <p:nvPr/>
              </p:nvSpPr>
              <p:spPr>
                <a:xfrm flipH="1">
                  <a:off x="3006720" y="3429000"/>
                  <a:ext cx="14904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00" name="Freeform 77"/>
                <p:cNvSpPr/>
                <p:nvPr/>
              </p:nvSpPr>
              <p:spPr>
                <a:xfrm flipH="1">
                  <a:off x="3094920" y="3429000"/>
                  <a:ext cx="6156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01" name="Freeform 78"/>
                <p:cNvSpPr/>
                <p:nvPr/>
              </p:nvSpPr>
              <p:spPr>
                <a:xfrm flipH="1">
                  <a:off x="3008160" y="3554280"/>
                  <a:ext cx="14616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202" name="AutoShape 79"/>
              <p:cNvSpPr/>
              <p:nvPr/>
            </p:nvSpPr>
            <p:spPr>
              <a:xfrm flipH="1" rot="16200000">
                <a:off x="2997720" y="35046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03" name="Group 80"/>
            <p:cNvGrpSpPr/>
            <p:nvPr/>
          </p:nvGrpSpPr>
          <p:grpSpPr>
            <a:xfrm>
              <a:off x="2201760" y="3429000"/>
              <a:ext cx="150480" cy="260280"/>
              <a:chOff x="2201760" y="3429000"/>
              <a:chExt cx="150480" cy="260280"/>
            </a:xfrm>
          </p:grpSpPr>
          <p:sp>
            <p:nvSpPr>
              <p:cNvPr id="9204" name="Freeform 81"/>
              <p:cNvSpPr/>
              <p:nvPr/>
            </p:nvSpPr>
            <p:spPr>
              <a:xfrm>
                <a:off x="2202840" y="3429000"/>
                <a:ext cx="14940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05" name="Freeform 82"/>
              <p:cNvSpPr/>
              <p:nvPr/>
            </p:nvSpPr>
            <p:spPr>
              <a:xfrm>
                <a:off x="2201760" y="3429000"/>
                <a:ext cx="6120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06" name="Freeform 83"/>
              <p:cNvSpPr/>
              <p:nvPr/>
            </p:nvSpPr>
            <p:spPr>
              <a:xfrm>
                <a:off x="2204640" y="3554280"/>
                <a:ext cx="14652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07" name="AutoShape 84"/>
              <p:cNvSpPr/>
              <p:nvPr/>
            </p:nvSpPr>
            <p:spPr>
              <a:xfrm rot="5400000">
                <a:off x="2178360" y="35046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08" name="Group 85"/>
            <p:cNvGrpSpPr/>
            <p:nvPr/>
          </p:nvGrpSpPr>
          <p:grpSpPr>
            <a:xfrm>
              <a:off x="2008080" y="3429000"/>
              <a:ext cx="150120" cy="260280"/>
              <a:chOff x="2008080" y="3429000"/>
              <a:chExt cx="150120" cy="260280"/>
            </a:xfrm>
          </p:grpSpPr>
          <p:grpSp>
            <p:nvGrpSpPr>
              <p:cNvPr id="9209" name="Group 86"/>
              <p:cNvGrpSpPr/>
              <p:nvPr/>
            </p:nvGrpSpPr>
            <p:grpSpPr>
              <a:xfrm>
                <a:off x="2008080" y="3429000"/>
                <a:ext cx="150120" cy="260280"/>
                <a:chOff x="2008080" y="3429000"/>
                <a:chExt cx="150120" cy="260280"/>
              </a:xfrm>
            </p:grpSpPr>
            <p:sp>
              <p:nvSpPr>
                <p:cNvPr id="9210" name="Freeform 87"/>
                <p:cNvSpPr/>
                <p:nvPr/>
              </p:nvSpPr>
              <p:spPr>
                <a:xfrm flipH="1">
                  <a:off x="2008080" y="3429000"/>
                  <a:ext cx="14904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11" name="Freeform 88"/>
                <p:cNvSpPr/>
                <p:nvPr/>
              </p:nvSpPr>
              <p:spPr>
                <a:xfrm flipH="1">
                  <a:off x="2096280" y="3429000"/>
                  <a:ext cx="6156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12" name="Freeform 89"/>
                <p:cNvSpPr/>
                <p:nvPr/>
              </p:nvSpPr>
              <p:spPr>
                <a:xfrm flipH="1">
                  <a:off x="2009520" y="3554280"/>
                  <a:ext cx="14616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213" name="AutoShape 90"/>
              <p:cNvSpPr/>
              <p:nvPr/>
            </p:nvSpPr>
            <p:spPr>
              <a:xfrm flipH="1" rot="16200000">
                <a:off x="1999080" y="35046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14" name="Group 91"/>
            <p:cNvGrpSpPr/>
            <p:nvPr/>
          </p:nvGrpSpPr>
          <p:grpSpPr>
            <a:xfrm>
              <a:off x="2554200" y="3024360"/>
              <a:ext cx="239760" cy="163440"/>
              <a:chOff x="2554200" y="3024360"/>
              <a:chExt cx="239760" cy="163440"/>
            </a:xfrm>
          </p:grpSpPr>
          <p:sp>
            <p:nvSpPr>
              <p:cNvPr id="9215" name="Freeform 92"/>
              <p:cNvSpPr/>
              <p:nvPr/>
            </p:nvSpPr>
            <p:spPr>
              <a:xfrm rot="5400000">
                <a:off x="2651400" y="3045960"/>
                <a:ext cx="162000" cy="121320"/>
              </a:xfrm>
              <a:prstGeom prst="pie">
                <a:avLst/>
              </a:prstGeom>
              <a:solidFill>
                <a:srgbClr val="003399"/>
              </a:solidFill>
              <a:ln w="0">
                <a:noFill/>
              </a:ln>
            </p:spPr>
            <p:style>
              <a:lnRef idx="0"/>
              <a:fillRef idx="0"/>
              <a:effectRef idx="0"/>
              <a:fontRef idx="minor"/>
            </p:style>
            <p:txBody>
              <a:bodyPr lIns="90000" rIns="90000" tIns="30240" bIns="302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16" name="Freeform 93"/>
              <p:cNvSpPr/>
              <p:nvPr/>
            </p:nvSpPr>
            <p:spPr>
              <a:xfrm>
                <a:off x="2554200" y="3024360"/>
                <a:ext cx="23976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17" name="Freeform 94"/>
              <p:cNvSpPr/>
              <p:nvPr/>
            </p:nvSpPr>
            <p:spPr>
              <a:xfrm>
                <a:off x="2555280" y="3024360"/>
                <a:ext cx="12276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18" name="AutoShape 95"/>
              <p:cNvSpPr/>
              <p:nvPr/>
            </p:nvSpPr>
            <p:spPr>
              <a:xfrm rot="10800000">
                <a:off x="2592000" y="3041280"/>
                <a:ext cx="16848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19" name="Group 96"/>
            <p:cNvGrpSpPr/>
            <p:nvPr/>
          </p:nvGrpSpPr>
          <p:grpSpPr>
            <a:xfrm>
              <a:off x="6431040" y="3024360"/>
              <a:ext cx="241200" cy="163440"/>
              <a:chOff x="6431040" y="3024360"/>
              <a:chExt cx="241200" cy="163440"/>
            </a:xfrm>
          </p:grpSpPr>
          <p:sp>
            <p:nvSpPr>
              <p:cNvPr id="9220" name="Freeform 97"/>
              <p:cNvSpPr/>
              <p:nvPr/>
            </p:nvSpPr>
            <p:spPr>
              <a:xfrm rot="5400000">
                <a:off x="6529320" y="3045600"/>
                <a:ext cx="162000" cy="122040"/>
              </a:xfrm>
              <a:prstGeom prst="pie">
                <a:avLst/>
              </a:prstGeom>
              <a:solidFill>
                <a:srgbClr val="003399"/>
              </a:solidFill>
              <a:ln w="0">
                <a:noFill/>
              </a:ln>
            </p:spPr>
            <p:style>
              <a:lnRef idx="0"/>
              <a:fillRef idx="0"/>
              <a:effectRef idx="0"/>
              <a:fontRef idx="minor"/>
            </p:style>
            <p:txBody>
              <a:bodyPr lIns="90000" rIns="90000" tIns="30960" bIns="30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21" name="Freeform 98"/>
              <p:cNvSpPr/>
              <p:nvPr/>
            </p:nvSpPr>
            <p:spPr>
              <a:xfrm>
                <a:off x="6431040" y="3024360"/>
                <a:ext cx="24120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22" name="Freeform 99"/>
              <p:cNvSpPr/>
              <p:nvPr/>
            </p:nvSpPr>
            <p:spPr>
              <a:xfrm>
                <a:off x="6432120" y="3024360"/>
                <a:ext cx="12348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23" name="AutoShape 100"/>
              <p:cNvSpPr/>
              <p:nvPr/>
            </p:nvSpPr>
            <p:spPr>
              <a:xfrm rot="10800000">
                <a:off x="6468840" y="3041280"/>
                <a:ext cx="16920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24" name="Group 101"/>
            <p:cNvGrpSpPr/>
            <p:nvPr/>
          </p:nvGrpSpPr>
          <p:grpSpPr>
            <a:xfrm>
              <a:off x="6431040" y="2583000"/>
              <a:ext cx="241200" cy="163440"/>
              <a:chOff x="6431040" y="2583000"/>
              <a:chExt cx="241200" cy="163440"/>
            </a:xfrm>
          </p:grpSpPr>
          <p:sp>
            <p:nvSpPr>
              <p:cNvPr id="9225" name="Freeform 102"/>
              <p:cNvSpPr/>
              <p:nvPr/>
            </p:nvSpPr>
            <p:spPr>
              <a:xfrm rot="5400000">
                <a:off x="6529320" y="2604240"/>
                <a:ext cx="162000" cy="122040"/>
              </a:xfrm>
              <a:prstGeom prst="pie">
                <a:avLst/>
              </a:prstGeom>
              <a:solidFill>
                <a:srgbClr val="003399"/>
              </a:solidFill>
              <a:ln w="0">
                <a:noFill/>
              </a:ln>
            </p:spPr>
            <p:style>
              <a:lnRef idx="0"/>
              <a:fillRef idx="0"/>
              <a:effectRef idx="0"/>
              <a:fontRef idx="minor"/>
            </p:style>
            <p:txBody>
              <a:bodyPr lIns="90000" rIns="90000" tIns="30960" bIns="30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26" name="Freeform 103"/>
              <p:cNvSpPr/>
              <p:nvPr/>
            </p:nvSpPr>
            <p:spPr>
              <a:xfrm>
                <a:off x="6431040" y="2583000"/>
                <a:ext cx="24120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27" name="Freeform 104"/>
              <p:cNvSpPr/>
              <p:nvPr/>
            </p:nvSpPr>
            <p:spPr>
              <a:xfrm>
                <a:off x="6432120" y="2583000"/>
                <a:ext cx="12348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28" name="AutoShape 105"/>
              <p:cNvSpPr/>
              <p:nvPr/>
            </p:nvSpPr>
            <p:spPr>
              <a:xfrm rot="10800000">
                <a:off x="6468840" y="2599920"/>
                <a:ext cx="16920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29" name="Group 106"/>
            <p:cNvGrpSpPr/>
            <p:nvPr/>
          </p:nvGrpSpPr>
          <p:grpSpPr>
            <a:xfrm>
              <a:off x="2554200" y="3900600"/>
              <a:ext cx="239760" cy="163440"/>
              <a:chOff x="2554200" y="3900600"/>
              <a:chExt cx="239760" cy="163440"/>
            </a:xfrm>
          </p:grpSpPr>
          <p:sp>
            <p:nvSpPr>
              <p:cNvPr id="9230" name="Freeform 107"/>
              <p:cNvSpPr/>
              <p:nvPr/>
            </p:nvSpPr>
            <p:spPr>
              <a:xfrm flipV="1" rot="16200000">
                <a:off x="2651400" y="3920760"/>
                <a:ext cx="162000" cy="121320"/>
              </a:xfrm>
              <a:prstGeom prst="pie">
                <a:avLst/>
              </a:prstGeom>
              <a:solidFill>
                <a:srgbClr val="003399"/>
              </a:solidFill>
              <a:ln w="0">
                <a:noFill/>
              </a:ln>
            </p:spPr>
            <p:style>
              <a:lnRef idx="0"/>
              <a:fillRef idx="0"/>
              <a:effectRef idx="0"/>
              <a:fontRef idx="minor"/>
            </p:style>
            <p:txBody>
              <a:bodyPr lIns="90000" rIns="90000" tIns="30240" bIns="302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31" name="Freeform 108"/>
              <p:cNvSpPr/>
              <p:nvPr/>
            </p:nvSpPr>
            <p:spPr>
              <a:xfrm flipV="1">
                <a:off x="2554200" y="3998520"/>
                <a:ext cx="23976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32" name="Freeform 109"/>
              <p:cNvSpPr/>
              <p:nvPr/>
            </p:nvSpPr>
            <p:spPr>
              <a:xfrm flipV="1">
                <a:off x="2555280" y="3903480"/>
                <a:ext cx="12276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33" name="AutoShape 110"/>
              <p:cNvSpPr/>
              <p:nvPr/>
            </p:nvSpPr>
            <p:spPr>
              <a:xfrm flipV="1" rot="10800000">
                <a:off x="2592000" y="3934080"/>
                <a:ext cx="16848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34" name="Group 111"/>
            <p:cNvGrpSpPr/>
            <p:nvPr/>
          </p:nvGrpSpPr>
          <p:grpSpPr>
            <a:xfrm>
              <a:off x="6431040" y="4317840"/>
              <a:ext cx="241200" cy="163440"/>
              <a:chOff x="6431040" y="4317840"/>
              <a:chExt cx="241200" cy="163440"/>
            </a:xfrm>
          </p:grpSpPr>
          <p:sp>
            <p:nvSpPr>
              <p:cNvPr id="9235" name="Freeform 112"/>
              <p:cNvSpPr/>
              <p:nvPr/>
            </p:nvSpPr>
            <p:spPr>
              <a:xfrm flipV="1" rot="16200000">
                <a:off x="6529320" y="4337640"/>
                <a:ext cx="162000" cy="122040"/>
              </a:xfrm>
              <a:prstGeom prst="pie">
                <a:avLst/>
              </a:prstGeom>
              <a:solidFill>
                <a:srgbClr val="003399"/>
              </a:solidFill>
              <a:ln w="0">
                <a:noFill/>
              </a:ln>
            </p:spPr>
            <p:style>
              <a:lnRef idx="0"/>
              <a:fillRef idx="0"/>
              <a:effectRef idx="0"/>
              <a:fontRef idx="minor"/>
            </p:style>
            <p:txBody>
              <a:bodyPr lIns="90000" rIns="90000" tIns="30960" bIns="30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36" name="Freeform 113"/>
              <p:cNvSpPr/>
              <p:nvPr/>
            </p:nvSpPr>
            <p:spPr>
              <a:xfrm flipV="1">
                <a:off x="6431040" y="4415760"/>
                <a:ext cx="24120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37" name="Freeform 114"/>
              <p:cNvSpPr/>
              <p:nvPr/>
            </p:nvSpPr>
            <p:spPr>
              <a:xfrm flipV="1">
                <a:off x="6432120" y="4320720"/>
                <a:ext cx="12348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38" name="AutoShape 115"/>
              <p:cNvSpPr/>
              <p:nvPr/>
            </p:nvSpPr>
            <p:spPr>
              <a:xfrm flipV="1" rot="10800000">
                <a:off x="6468840" y="4351320"/>
                <a:ext cx="16920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39" name="Group 116"/>
            <p:cNvGrpSpPr/>
            <p:nvPr/>
          </p:nvGrpSpPr>
          <p:grpSpPr>
            <a:xfrm>
              <a:off x="6431040" y="3900600"/>
              <a:ext cx="241200" cy="163440"/>
              <a:chOff x="6431040" y="3900600"/>
              <a:chExt cx="241200" cy="163440"/>
            </a:xfrm>
          </p:grpSpPr>
          <p:sp>
            <p:nvSpPr>
              <p:cNvPr id="9240" name="Freeform 117"/>
              <p:cNvSpPr/>
              <p:nvPr/>
            </p:nvSpPr>
            <p:spPr>
              <a:xfrm flipV="1" rot="16200000">
                <a:off x="6529320" y="3920400"/>
                <a:ext cx="162000" cy="122040"/>
              </a:xfrm>
              <a:prstGeom prst="pie">
                <a:avLst/>
              </a:prstGeom>
              <a:solidFill>
                <a:srgbClr val="003399"/>
              </a:solidFill>
              <a:ln w="0">
                <a:noFill/>
              </a:ln>
            </p:spPr>
            <p:style>
              <a:lnRef idx="0"/>
              <a:fillRef idx="0"/>
              <a:effectRef idx="0"/>
              <a:fontRef idx="minor"/>
            </p:style>
            <p:txBody>
              <a:bodyPr lIns="90000" rIns="90000" tIns="30960" bIns="30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41" name="Freeform 118"/>
              <p:cNvSpPr/>
              <p:nvPr/>
            </p:nvSpPr>
            <p:spPr>
              <a:xfrm flipV="1">
                <a:off x="6431040" y="3998520"/>
                <a:ext cx="241200" cy="65160"/>
              </a:xfrm>
              <a:prstGeom prst="pie">
                <a:avLst/>
              </a:prstGeom>
              <a:solidFill>
                <a:srgbClr val="003399"/>
              </a:solidFill>
              <a:ln w="0">
                <a:noFill/>
              </a:ln>
            </p:spPr>
            <p:style>
              <a:lnRef idx="0"/>
              <a:fillRef idx="0"/>
              <a:effectRef idx="0"/>
              <a:fontRef idx="minor"/>
            </p:style>
            <p:txBody>
              <a:bodyPr lIns="90000" rIns="90000" tIns="-25920" bIns="-259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42" name="Freeform 119"/>
              <p:cNvSpPr/>
              <p:nvPr/>
            </p:nvSpPr>
            <p:spPr>
              <a:xfrm flipV="1">
                <a:off x="6432120" y="3903480"/>
                <a:ext cx="123480" cy="160200"/>
              </a:xfrm>
              <a:prstGeom prst="pie">
                <a:avLst/>
              </a:prstGeom>
              <a:solidFill>
                <a:srgbClr val="003399"/>
              </a:solidFill>
              <a:ln w="0">
                <a:noFill/>
              </a:ln>
            </p:spPr>
            <p:style>
              <a:lnRef idx="0"/>
              <a:fillRef idx="0"/>
              <a:effectRef idx="0"/>
              <a:fontRef idx="minor"/>
            </p:style>
            <p:txBody>
              <a:bodyPr lIns="90000" rIns="90000" tIns="69120" bIns="69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43" name="AutoShape 120"/>
              <p:cNvSpPr/>
              <p:nvPr/>
            </p:nvSpPr>
            <p:spPr>
              <a:xfrm flipV="1" rot="10800000">
                <a:off x="6468840" y="3934080"/>
                <a:ext cx="169200" cy="112680"/>
              </a:xfrm>
              <a:prstGeom prst="triangle">
                <a:avLst>
                  <a:gd name="adj" fmla="val 49407"/>
                </a:avLst>
              </a:prstGeom>
              <a:solidFill>
                <a:srgbClr val="003399"/>
              </a:solidFill>
              <a:ln w="0">
                <a:noFill/>
              </a:ln>
            </p:spPr>
            <p:style>
              <a:lnRef idx="0"/>
              <a:fillRef idx="0"/>
              <a:effectRef idx="0"/>
              <a:fontRef idx="minor"/>
            </p:style>
            <p:txBody>
              <a:bodyPr lIns="90000" rIns="90000" tIns="-54000" bIns="-5400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44" name="Group 121"/>
            <p:cNvGrpSpPr/>
            <p:nvPr/>
          </p:nvGrpSpPr>
          <p:grpSpPr>
            <a:xfrm>
              <a:off x="4687920" y="3429000"/>
              <a:ext cx="150480" cy="260280"/>
              <a:chOff x="4687920" y="3429000"/>
              <a:chExt cx="150480" cy="260280"/>
            </a:xfrm>
          </p:grpSpPr>
          <p:sp>
            <p:nvSpPr>
              <p:cNvPr id="9245" name="Freeform 122"/>
              <p:cNvSpPr/>
              <p:nvPr/>
            </p:nvSpPr>
            <p:spPr>
              <a:xfrm>
                <a:off x="4689000" y="3429000"/>
                <a:ext cx="14940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46" name="Freeform 123"/>
              <p:cNvSpPr/>
              <p:nvPr/>
            </p:nvSpPr>
            <p:spPr>
              <a:xfrm>
                <a:off x="4687920" y="3429000"/>
                <a:ext cx="6120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47" name="Freeform 124"/>
              <p:cNvSpPr/>
              <p:nvPr/>
            </p:nvSpPr>
            <p:spPr>
              <a:xfrm>
                <a:off x="4690800" y="3554280"/>
                <a:ext cx="14652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48" name="AutoShape 125"/>
              <p:cNvSpPr/>
              <p:nvPr/>
            </p:nvSpPr>
            <p:spPr>
              <a:xfrm rot="5400000">
                <a:off x="4664520" y="35046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nvGrpSpPr>
            <p:cNvPr id="9249" name="Group 126"/>
            <p:cNvGrpSpPr/>
            <p:nvPr/>
          </p:nvGrpSpPr>
          <p:grpSpPr>
            <a:xfrm>
              <a:off x="4492800" y="3429000"/>
              <a:ext cx="150120" cy="260280"/>
              <a:chOff x="4492800" y="3429000"/>
              <a:chExt cx="150120" cy="260280"/>
            </a:xfrm>
          </p:grpSpPr>
          <p:grpSp>
            <p:nvGrpSpPr>
              <p:cNvPr id="9250" name="Group 127"/>
              <p:cNvGrpSpPr/>
              <p:nvPr/>
            </p:nvGrpSpPr>
            <p:grpSpPr>
              <a:xfrm>
                <a:off x="4492800" y="3429000"/>
                <a:ext cx="150120" cy="260280"/>
                <a:chOff x="4492800" y="3429000"/>
                <a:chExt cx="150120" cy="260280"/>
              </a:xfrm>
            </p:grpSpPr>
            <p:sp>
              <p:nvSpPr>
                <p:cNvPr id="9251" name="Freeform 128"/>
                <p:cNvSpPr/>
                <p:nvPr/>
              </p:nvSpPr>
              <p:spPr>
                <a:xfrm flipH="1">
                  <a:off x="4492800" y="3429000"/>
                  <a:ext cx="14904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52" name="Freeform 129"/>
                <p:cNvSpPr/>
                <p:nvPr/>
              </p:nvSpPr>
              <p:spPr>
                <a:xfrm flipH="1">
                  <a:off x="4581000" y="3429000"/>
                  <a:ext cx="61560" cy="260280"/>
                </a:xfrm>
                <a:prstGeom prst="pie">
                  <a:avLst/>
                </a:prstGeom>
                <a:solidFill>
                  <a:srgbClr val="003399"/>
                </a:solidFill>
                <a:ln w="0">
                  <a:noFill/>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53" name="Freeform 130"/>
                <p:cNvSpPr/>
                <p:nvPr/>
              </p:nvSpPr>
              <p:spPr>
                <a:xfrm flipH="1">
                  <a:off x="4494240" y="3554280"/>
                  <a:ext cx="146160" cy="131760"/>
                </a:xfrm>
                <a:prstGeom prst="pie">
                  <a:avLst/>
                </a:prstGeom>
                <a:solidFill>
                  <a:srgbClr val="003399"/>
                </a:solidFill>
                <a:ln w="0">
                  <a:noFill/>
                </a:ln>
              </p:spPr>
              <p:style>
                <a:lnRef idx="0"/>
                <a:fillRef idx="0"/>
                <a:effectRef idx="0"/>
                <a:fontRef idx="minor"/>
              </p:style>
              <p:txBody>
                <a:bodyPr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254" name="AutoShape 131"/>
              <p:cNvSpPr/>
              <p:nvPr/>
            </p:nvSpPr>
            <p:spPr>
              <a:xfrm flipH="1" rot="16200000">
                <a:off x="4483800" y="3504600"/>
                <a:ext cx="182520" cy="103680"/>
              </a:xfrm>
              <a:prstGeom prst="triangle">
                <a:avLst>
                  <a:gd name="adj" fmla="val 49407"/>
                </a:avLst>
              </a:prstGeom>
              <a:solidFill>
                <a:srgbClr val="003399"/>
              </a:solidFill>
              <a:ln w="0">
                <a:noFill/>
              </a:ln>
            </p:spPr>
            <p:style>
              <a:lnRef idx="0"/>
              <a:fillRef idx="0"/>
              <a:effectRef idx="0"/>
              <a:fontRef idx="minor"/>
            </p:style>
            <p:txBody>
              <a:bodyPr lIns="90000" rIns="90000" tIns="-56880" bIns="-56880" anchor="ctr">
                <a:noAutofit/>
              </a:bodyPr>
              <a:p>
                <a:pPr marL="12600" indent="-12600" algn="ctr">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1000" spc="-1" strike="noStrike">
                    <a:solidFill>
                      <a:srgbClr val="000000"/>
                    </a:solidFill>
                    <a:latin typeface="Arial"/>
                  </a:rPr>
                  <a:t> </a:t>
                </a:r>
                <a:endParaRPr b="1" lang="en-US" sz="10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2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25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96B1077-81A1-4B13-A419-814302952E7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25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Backward Strategic Planning Framework</a:t>
            </a:r>
            <a:endParaRPr b="1" lang="en-US" sz="1600" spc="-1" strike="noStrike">
              <a:solidFill>
                <a:srgbClr val="000000"/>
              </a:solidFill>
              <a:latin typeface="Arial"/>
            </a:endParaRPr>
          </a:p>
        </p:txBody>
      </p:sp>
      <p:grpSp>
        <p:nvGrpSpPr>
          <p:cNvPr id="9258" name="Group 31"/>
          <p:cNvGrpSpPr/>
          <p:nvPr/>
        </p:nvGrpSpPr>
        <p:grpSpPr>
          <a:xfrm>
            <a:off x="1247760" y="1727280"/>
            <a:ext cx="6781680" cy="4301640"/>
            <a:chOff x="1247760" y="1727280"/>
            <a:chExt cx="6781680" cy="4301640"/>
          </a:xfrm>
        </p:grpSpPr>
        <p:sp>
          <p:nvSpPr>
            <p:cNvPr id="9259" name="Rectangle 32"/>
            <p:cNvSpPr/>
            <p:nvPr/>
          </p:nvSpPr>
          <p:spPr>
            <a:xfrm>
              <a:off x="4371480" y="5797440"/>
              <a:ext cx="515160" cy="23148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TIME</a:t>
              </a:r>
              <a:endParaRPr b="1" lang="en-US" sz="1100" spc="-1" strike="noStrike">
                <a:solidFill>
                  <a:srgbClr val="000000"/>
                </a:solidFill>
                <a:latin typeface="Arial"/>
              </a:endParaRPr>
            </a:p>
          </p:txBody>
        </p:sp>
        <p:sp>
          <p:nvSpPr>
            <p:cNvPr id="9260" name="Rectangle 33"/>
            <p:cNvSpPr/>
            <p:nvPr/>
          </p:nvSpPr>
          <p:spPr>
            <a:xfrm rot="16200000">
              <a:off x="1540440" y="3894120"/>
              <a:ext cx="585360" cy="23148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GOAL</a:t>
              </a:r>
              <a:endParaRPr b="1" lang="en-US" sz="1100" spc="-1" strike="noStrike">
                <a:solidFill>
                  <a:srgbClr val="000000"/>
                </a:solidFill>
                <a:latin typeface="Arial"/>
              </a:endParaRPr>
            </a:p>
          </p:txBody>
        </p:sp>
        <p:sp>
          <p:nvSpPr>
            <p:cNvPr id="9261" name="Rectangle 34"/>
            <p:cNvSpPr/>
            <p:nvPr/>
          </p:nvSpPr>
          <p:spPr>
            <a:xfrm>
              <a:off x="4106880" y="4581360"/>
              <a:ext cx="1332000" cy="348120"/>
            </a:xfrm>
            <a:prstGeom prst="rect">
              <a:avLst/>
            </a:prstGeom>
            <a:noFill/>
            <a:ln w="0">
              <a:noFill/>
            </a:ln>
          </p:spPr>
          <p:style>
            <a:lnRef idx="0"/>
            <a:fillRef idx="0"/>
            <a:effectRef idx="0"/>
            <a:fontRef idx="minor"/>
          </p:style>
          <p:txBody>
            <a:bodyPr lIns="90360" rIns="90360" tIns="44280" bIns="44280" anchor="t">
              <a:spAutoFit/>
            </a:bodyPr>
            <a:p>
              <a:pPr algn="ct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Actions driven by strategy</a:t>
              </a:r>
              <a:endParaRPr b="1" lang="en-US" sz="1000" spc="-1" strike="noStrike">
                <a:solidFill>
                  <a:srgbClr val="000000"/>
                </a:solidFill>
                <a:latin typeface="Arial"/>
              </a:endParaRPr>
            </a:p>
          </p:txBody>
        </p:sp>
        <p:sp>
          <p:nvSpPr>
            <p:cNvPr id="9262" name="Rectangle 35"/>
            <p:cNvSpPr/>
            <p:nvPr/>
          </p:nvSpPr>
          <p:spPr>
            <a:xfrm>
              <a:off x="2219400" y="5149800"/>
              <a:ext cx="771120" cy="348120"/>
            </a:xfrm>
            <a:prstGeom prst="rect">
              <a:avLst/>
            </a:prstGeom>
            <a:noFill/>
            <a:ln w="0">
              <a:noFill/>
            </a:ln>
          </p:spPr>
          <p:style>
            <a:lnRef idx="0"/>
            <a:fillRef idx="0"/>
            <a:effectRef idx="0"/>
            <a:fontRef idx="minor"/>
          </p:style>
          <p:txBody>
            <a:bodyPr wrap="none" lIns="90360" rIns="90360" tIns="44280" bIns="44280" anchor="t">
              <a:spAutoFit/>
            </a:bodyPr>
            <a:p>
              <a:pPr algn="ct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Where are</a:t>
              </a:r>
              <a:br>
                <a:rPr sz="1000"/>
              </a:br>
              <a:r>
                <a:rPr b="0" lang="en-US" sz="1000" spc="-1" strike="noStrike">
                  <a:solidFill>
                    <a:srgbClr val="000000"/>
                  </a:solidFill>
                  <a:latin typeface="Arial"/>
                </a:rPr>
                <a:t> we now? </a:t>
              </a:r>
              <a:endParaRPr b="1" lang="en-US" sz="1000" spc="-1" strike="noStrike">
                <a:solidFill>
                  <a:srgbClr val="000000"/>
                </a:solidFill>
                <a:latin typeface="Arial"/>
              </a:endParaRPr>
            </a:p>
          </p:txBody>
        </p:sp>
        <p:sp>
          <p:nvSpPr>
            <p:cNvPr id="9263" name="Line 36"/>
            <p:cNvSpPr/>
            <p:nvPr/>
          </p:nvSpPr>
          <p:spPr>
            <a:xfrm flipH="1">
              <a:off x="2060280" y="5730840"/>
              <a:ext cx="49035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64" name="Line 37"/>
            <p:cNvSpPr/>
            <p:nvPr/>
          </p:nvSpPr>
          <p:spPr>
            <a:xfrm>
              <a:off x="2076480" y="2708280"/>
              <a:ext cx="0" cy="300672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65" name="Line 38"/>
            <p:cNvSpPr/>
            <p:nvPr/>
          </p:nvSpPr>
          <p:spPr>
            <a:xfrm>
              <a:off x="2084400" y="3159000"/>
              <a:ext cx="414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66" name="Line 39"/>
            <p:cNvSpPr/>
            <p:nvPr/>
          </p:nvSpPr>
          <p:spPr>
            <a:xfrm>
              <a:off x="2084400" y="3587760"/>
              <a:ext cx="414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67" name="Line 40"/>
            <p:cNvSpPr/>
            <p:nvPr/>
          </p:nvSpPr>
          <p:spPr>
            <a:xfrm>
              <a:off x="2095560" y="4016520"/>
              <a:ext cx="30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68" name="Line 41"/>
            <p:cNvSpPr/>
            <p:nvPr/>
          </p:nvSpPr>
          <p:spPr>
            <a:xfrm>
              <a:off x="2095560" y="4444920"/>
              <a:ext cx="30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69" name="Line 42"/>
            <p:cNvSpPr/>
            <p:nvPr/>
          </p:nvSpPr>
          <p:spPr>
            <a:xfrm>
              <a:off x="2095560" y="4873680"/>
              <a:ext cx="30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0" name="Line 43"/>
            <p:cNvSpPr/>
            <p:nvPr/>
          </p:nvSpPr>
          <p:spPr>
            <a:xfrm>
              <a:off x="2084400" y="5302080"/>
              <a:ext cx="540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1" name="Line 44"/>
            <p:cNvSpPr/>
            <p:nvPr/>
          </p:nvSpPr>
          <p:spPr>
            <a:xfrm>
              <a:off x="2084400" y="2730600"/>
              <a:ext cx="414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2" name="Line 45"/>
            <p:cNvSpPr/>
            <p:nvPr/>
          </p:nvSpPr>
          <p:spPr>
            <a:xfrm>
              <a:off x="2084400" y="5730840"/>
              <a:ext cx="540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3" name="Oval 46"/>
            <p:cNvSpPr/>
            <p:nvPr/>
          </p:nvSpPr>
          <p:spPr>
            <a:xfrm>
              <a:off x="3409920" y="4462560"/>
              <a:ext cx="154080" cy="155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4" name="Oval 47"/>
            <p:cNvSpPr/>
            <p:nvPr/>
          </p:nvSpPr>
          <p:spPr>
            <a:xfrm>
              <a:off x="3997440" y="4079880"/>
              <a:ext cx="153720" cy="155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5" name="Oval 48"/>
            <p:cNvSpPr/>
            <p:nvPr/>
          </p:nvSpPr>
          <p:spPr>
            <a:xfrm>
              <a:off x="4608360" y="3645000"/>
              <a:ext cx="154080" cy="15552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6" name="Oval 49"/>
            <p:cNvSpPr/>
            <p:nvPr/>
          </p:nvSpPr>
          <p:spPr>
            <a:xfrm>
              <a:off x="5218200" y="3162240"/>
              <a:ext cx="154080" cy="155520"/>
            </a:xfrm>
            <a:prstGeom prst="ellipse">
              <a:avLst/>
            </a:prstGeom>
            <a:solidFill>
              <a:srgbClr val="003399"/>
            </a:solidFill>
            <a:ln w="6480">
              <a:solidFill>
                <a:srgbClr val="003399"/>
              </a:solidFill>
              <a:miter/>
            </a:ln>
          </p:spPr>
          <p:style>
            <a:lnRef idx="0"/>
            <a:fillRef idx="0"/>
            <a:effectRef idx="0"/>
            <a:fontRef idx="minor"/>
          </p:style>
          <p:txBody>
            <a:bodyPr lIns="18000" rIns="18000" tIns="18000" bIns="18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7" name="Arc 50"/>
            <p:cNvSpPr/>
            <p:nvPr/>
          </p:nvSpPr>
          <p:spPr>
            <a:xfrm>
              <a:off x="4848120" y="3440160"/>
              <a:ext cx="588960" cy="353880"/>
            </a:xfrm>
            <a:prstGeom prst="pie">
              <a:avLst/>
            </a:prstGeom>
            <a:noFill/>
            <a:ln cap="rnd" w="12600">
              <a:solidFill>
                <a:srgbClr val="003399"/>
              </a:solidFill>
              <a:round/>
              <a:tailEnd len="med" type="triangle"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8" name="Oval 51"/>
            <p:cNvSpPr/>
            <p:nvPr/>
          </p:nvSpPr>
          <p:spPr>
            <a:xfrm>
              <a:off x="2700360" y="4941720"/>
              <a:ext cx="154080" cy="155880"/>
            </a:xfrm>
            <a:prstGeom prst="ellipse">
              <a:avLst/>
            </a:prstGeom>
            <a:solidFill>
              <a:srgbClr val="003399"/>
            </a:solidFill>
            <a:ln w="6480">
              <a:solidFill>
                <a:srgbClr val="003399"/>
              </a:solidFill>
              <a:miter/>
            </a:ln>
          </p:spPr>
          <p:style>
            <a:lnRef idx="0"/>
            <a:fillRef idx="0"/>
            <a:effectRef idx="0"/>
            <a:fontRef idx="minor"/>
          </p:style>
          <p:txBody>
            <a:bodyPr lIns="18000" rIns="18000" tIns="18000" bIns="180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79" name="Arc 52"/>
            <p:cNvSpPr/>
            <p:nvPr/>
          </p:nvSpPr>
          <p:spPr>
            <a:xfrm>
              <a:off x="4289400" y="3902040"/>
              <a:ext cx="585720" cy="385920"/>
            </a:xfrm>
            <a:prstGeom prst="pie">
              <a:avLst/>
            </a:prstGeom>
            <a:noFill/>
            <a:ln cap="rnd" w="12600">
              <a:solidFill>
                <a:srgbClr val="003399"/>
              </a:solidFill>
              <a:round/>
              <a:tailEnd len="lg" type="stealth"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80" name="Arc 53"/>
            <p:cNvSpPr/>
            <p:nvPr/>
          </p:nvSpPr>
          <p:spPr>
            <a:xfrm rot="720000">
              <a:off x="2963520" y="2917800"/>
              <a:ext cx="2057400" cy="2171880"/>
            </a:xfrm>
            <a:prstGeom prst="pie">
              <a:avLst/>
            </a:prstGeom>
            <a:noFill/>
            <a:ln cap="rnd" w="12600">
              <a:solidFill>
                <a:srgbClr val="003399"/>
              </a:solidFill>
              <a:round/>
              <a:tailEnd len="lg" type="stealth"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81" name="Arc 54"/>
            <p:cNvSpPr/>
            <p:nvPr/>
          </p:nvSpPr>
          <p:spPr>
            <a:xfrm>
              <a:off x="3586320" y="4297320"/>
              <a:ext cx="585720" cy="385920"/>
            </a:xfrm>
            <a:prstGeom prst="pie">
              <a:avLst/>
            </a:prstGeom>
            <a:noFill/>
            <a:ln cap="rnd" w="12600">
              <a:solidFill>
                <a:srgbClr val="003399"/>
              </a:solidFill>
              <a:round/>
              <a:tailEnd len="lg" type="stealth" w="me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82" name="Oval 55"/>
            <p:cNvSpPr/>
            <p:nvPr/>
          </p:nvSpPr>
          <p:spPr>
            <a:xfrm>
              <a:off x="1247760" y="1727280"/>
              <a:ext cx="2327400" cy="622080"/>
            </a:xfrm>
            <a:prstGeom prst="ellipse">
              <a:avLst/>
            </a:prstGeom>
            <a:solidFill>
              <a:srgbClr val="003399"/>
            </a:solidFill>
            <a:ln w="6480">
              <a:solidFill>
                <a:srgbClr val="003399"/>
              </a:solidFill>
              <a:miter/>
            </a:ln>
          </p:spPr>
          <p:style>
            <a:lnRef idx="0"/>
            <a:fillRef idx="0"/>
            <a:effectRef idx="0"/>
            <a:fontRef idx="minor"/>
          </p:style>
          <p:txBody>
            <a:bodyPr lIns="90000" rIns="90000" tIns="91440" bIns="91440" anchor="ctr">
              <a:noAutofit/>
            </a:bodyPr>
            <a:p>
              <a:pPr marL="173160" indent="-173160" algn="ctr">
                <a:lnSpc>
                  <a:spcPct val="100000"/>
                </a:lnSpc>
                <a:tabLst>
                  <a:tab algn="l" pos="0"/>
                  <a:tab algn="l" pos="107964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Mission: Why are we in business?</a:t>
              </a:r>
              <a:endParaRPr b="1" lang="en-US" sz="1100" spc="-1" strike="noStrike">
                <a:solidFill>
                  <a:srgbClr val="000000"/>
                </a:solidFill>
                <a:latin typeface="Arial"/>
              </a:endParaRPr>
            </a:p>
          </p:txBody>
        </p:sp>
        <p:sp>
          <p:nvSpPr>
            <p:cNvPr id="9283" name="Oval 56"/>
            <p:cNvSpPr/>
            <p:nvPr/>
          </p:nvSpPr>
          <p:spPr>
            <a:xfrm>
              <a:off x="1581120" y="2492280"/>
              <a:ext cx="2327400" cy="622440"/>
            </a:xfrm>
            <a:prstGeom prst="ellipse">
              <a:avLst/>
            </a:prstGeom>
            <a:solidFill>
              <a:srgbClr val="003399"/>
            </a:solidFill>
            <a:ln w="6480">
              <a:solidFill>
                <a:srgbClr val="003399"/>
              </a:solidFill>
              <a:miter/>
            </a:ln>
          </p:spPr>
          <p:style>
            <a:lnRef idx="0"/>
            <a:fillRef idx="0"/>
            <a:effectRef idx="0"/>
            <a:fontRef idx="minor"/>
          </p:style>
          <p:txBody>
            <a:bodyPr lIns="90000" rIns="90000" tIns="91440" bIns="91440" anchor="ctr">
              <a:noAutofit/>
            </a:bodyPr>
            <a:p>
              <a:pPr marL="173160" indent="-173160" algn="ctr">
                <a:lnSpc>
                  <a:spcPct val="100000"/>
                </a:lnSpc>
                <a:tabLst>
                  <a:tab algn="l" pos="0"/>
                  <a:tab algn="l" pos="107964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Values: What are our enduring principles and beliefs?</a:t>
              </a:r>
              <a:endParaRPr b="1" lang="en-US" sz="1100" spc="-1" strike="noStrike">
                <a:solidFill>
                  <a:srgbClr val="000000"/>
                </a:solidFill>
                <a:latin typeface="Arial"/>
              </a:endParaRPr>
            </a:p>
          </p:txBody>
        </p:sp>
        <p:sp>
          <p:nvSpPr>
            <p:cNvPr id="9284" name="Oval 57"/>
            <p:cNvSpPr/>
            <p:nvPr/>
          </p:nvSpPr>
          <p:spPr>
            <a:xfrm>
              <a:off x="5702400" y="2075040"/>
              <a:ext cx="2327040" cy="622080"/>
            </a:xfrm>
            <a:prstGeom prst="ellipse">
              <a:avLst/>
            </a:prstGeom>
            <a:solidFill>
              <a:srgbClr val="003399"/>
            </a:solidFill>
            <a:ln w="6480">
              <a:solidFill>
                <a:srgbClr val="003399"/>
              </a:solidFill>
              <a:miter/>
            </a:ln>
          </p:spPr>
          <p:style>
            <a:lnRef idx="0"/>
            <a:fillRef idx="0"/>
            <a:effectRef idx="0"/>
            <a:fontRef idx="minor"/>
          </p:style>
          <p:txBody>
            <a:bodyPr lIns="90000" rIns="90000" tIns="91440" bIns="91440" anchor="ctr">
              <a:noAutofit/>
            </a:bodyPr>
            <a:p>
              <a:pPr marL="173160" indent="-173160" algn="ctr">
                <a:lnSpc>
                  <a:spcPct val="100000"/>
                </a:lnSpc>
                <a:tabLst>
                  <a:tab algn="l" pos="0"/>
                  <a:tab algn="l" pos="107964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Vision: Where do we want to be in 2010?</a:t>
              </a:r>
              <a:endParaRPr b="1" lang="en-US" sz="1100" spc="-1" strike="noStrike">
                <a:solidFill>
                  <a:srgbClr val="000000"/>
                </a:solidFill>
                <a:latin typeface="Arial"/>
              </a:endParaRPr>
            </a:p>
          </p:txBody>
        </p:sp>
        <p:sp>
          <p:nvSpPr>
            <p:cNvPr id="9285" name="Oval 58"/>
            <p:cNvSpPr/>
            <p:nvPr/>
          </p:nvSpPr>
          <p:spPr>
            <a:xfrm>
              <a:off x="5502240" y="3887640"/>
              <a:ext cx="2327400" cy="622440"/>
            </a:xfrm>
            <a:prstGeom prst="ellipse">
              <a:avLst/>
            </a:prstGeom>
            <a:solidFill>
              <a:srgbClr val="003399"/>
            </a:solidFill>
            <a:ln w="6480">
              <a:solidFill>
                <a:srgbClr val="003399"/>
              </a:solidFill>
              <a:miter/>
            </a:ln>
          </p:spPr>
          <p:style>
            <a:lnRef idx="0"/>
            <a:fillRef idx="0"/>
            <a:effectRef idx="0"/>
            <a:fontRef idx="minor"/>
          </p:style>
          <p:txBody>
            <a:bodyPr lIns="90000" rIns="90000" tIns="91440" bIns="91440" anchor="ctr">
              <a:noAutofit/>
            </a:bodyPr>
            <a:p>
              <a:pPr marL="173160" indent="-173160" algn="ctr">
                <a:lnSpc>
                  <a:spcPct val="100000"/>
                </a:lnSpc>
                <a:tabLst>
                  <a:tab algn="l" pos="0"/>
                  <a:tab algn="l" pos="107964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ffffff"/>
                  </a:solidFill>
                  <a:latin typeface="Arial"/>
                </a:rPr>
                <a:t>Strategy: How do we get there?</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6"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287"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29F4C1-A193-4A7E-B09F-EA24697C4B2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288"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Incremental versus Dynamic Strategic Planning Framework</a:t>
            </a:r>
            <a:endParaRPr b="1" lang="en-US" sz="1600" spc="-1" strike="noStrike">
              <a:solidFill>
                <a:srgbClr val="000000"/>
              </a:solidFill>
              <a:latin typeface="Arial"/>
            </a:endParaRPr>
          </a:p>
        </p:txBody>
      </p:sp>
      <p:sp>
        <p:nvSpPr>
          <p:cNvPr id="9289" name="Rectangle 80"/>
          <p:cNvSpPr/>
          <p:nvPr/>
        </p:nvSpPr>
        <p:spPr>
          <a:xfrm>
            <a:off x="4141800" y="3578400"/>
            <a:ext cx="952560" cy="256680"/>
          </a:xfrm>
          <a:prstGeom prst="rect">
            <a:avLst/>
          </a:prstGeom>
          <a:noFill/>
          <a:ln w="0">
            <a:noFill/>
          </a:ln>
        </p:spPr>
        <p:style>
          <a:lnRef idx="0"/>
          <a:fillRef idx="0"/>
          <a:effectRef idx="0"/>
          <a:fontRef idx="minor"/>
        </p:style>
        <p:txBody>
          <a:bodyPr lIns="90360" rIns="90360" tIns="44280" bIns="44280" anchor="t">
            <a:spAutoFit/>
          </a:bodyPr>
          <a:p>
            <a:pPr algn="ctr">
              <a:lnSpc>
                <a:spcPct val="100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Versus</a:t>
            </a:r>
            <a:endParaRPr b="1" lang="en-US" sz="1100" spc="-1" strike="noStrike">
              <a:solidFill>
                <a:srgbClr val="000000"/>
              </a:solidFill>
              <a:latin typeface="Arial"/>
            </a:endParaRPr>
          </a:p>
        </p:txBody>
      </p:sp>
      <p:grpSp>
        <p:nvGrpSpPr>
          <p:cNvPr id="9290" name="Group 156"/>
          <p:cNvGrpSpPr/>
          <p:nvPr/>
        </p:nvGrpSpPr>
        <p:grpSpPr>
          <a:xfrm>
            <a:off x="411120" y="1494000"/>
            <a:ext cx="3816360" cy="4340160"/>
            <a:chOff x="411120" y="1494000"/>
            <a:chExt cx="3816360" cy="4340160"/>
          </a:xfrm>
        </p:grpSpPr>
        <p:sp>
          <p:nvSpPr>
            <p:cNvPr id="9291" name="Rectangle 81"/>
            <p:cNvSpPr/>
            <p:nvPr/>
          </p:nvSpPr>
          <p:spPr>
            <a:xfrm>
              <a:off x="411120" y="1494000"/>
              <a:ext cx="3816360" cy="239760"/>
            </a:xfrm>
            <a:prstGeom prst="rect">
              <a:avLst/>
            </a:prstGeom>
            <a:noFill/>
            <a:ln w="0">
              <a:noFill/>
            </a:ln>
          </p:spPr>
          <p:style>
            <a:lnRef idx="0"/>
            <a:fillRef idx="0"/>
            <a:effectRef idx="0"/>
            <a:fontRef idx="minor"/>
          </p:style>
          <p:txBody>
            <a:bodyPr lIns="90360" rIns="90360" tIns="44280" bIns="44280" anchor="t">
              <a:spAutoFit/>
            </a:bodyPr>
            <a:p>
              <a:pPr algn="ctr">
                <a:lnSpc>
                  <a:spcPct val="90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100" spc="-1" strike="noStrike">
                  <a:solidFill>
                    <a:srgbClr val="000000"/>
                  </a:solidFill>
                  <a:latin typeface="Arial"/>
                </a:rPr>
                <a:t>Incremental Planning Process</a:t>
              </a:r>
              <a:endParaRPr b="1" lang="en-US" sz="1100" spc="-1" strike="noStrike">
                <a:solidFill>
                  <a:srgbClr val="000000"/>
                </a:solidFill>
                <a:latin typeface="Arial"/>
              </a:endParaRPr>
            </a:p>
          </p:txBody>
        </p:sp>
        <p:sp>
          <p:nvSpPr>
            <p:cNvPr id="9292" name="Rectangle 83"/>
            <p:cNvSpPr/>
            <p:nvPr/>
          </p:nvSpPr>
          <p:spPr>
            <a:xfrm>
              <a:off x="501480" y="1871640"/>
              <a:ext cx="3657600" cy="396252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93" name="Rectangle 84"/>
            <p:cNvSpPr/>
            <p:nvPr/>
          </p:nvSpPr>
          <p:spPr>
            <a:xfrm>
              <a:off x="501480" y="5065560"/>
              <a:ext cx="3656160" cy="768600"/>
            </a:xfrm>
            <a:prstGeom prst="rect">
              <a:avLst/>
            </a:prstGeom>
            <a:solidFill>
              <a:srgbClr val="8099cc"/>
            </a:solidFill>
            <a:ln w="12600">
              <a:solidFill>
                <a:srgbClr val="8099cc"/>
              </a:solidFill>
              <a:miter/>
            </a:ln>
            <a:effectLst>
              <a:outerShdw dist="17819" dir="2700000" blurRad="0" rotWithShape="0">
                <a:srgbClr val="808080"/>
              </a:outerShdw>
            </a:effectLst>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Incrementalism</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[One reason why companies stagnate]</a:t>
              </a:r>
              <a:endParaRPr b="1" lang="en-US" sz="1100" spc="-1" strike="noStrike">
                <a:solidFill>
                  <a:srgbClr val="000000"/>
                </a:solidFill>
                <a:latin typeface="Arial"/>
              </a:endParaRPr>
            </a:p>
          </p:txBody>
        </p:sp>
        <p:grpSp>
          <p:nvGrpSpPr>
            <p:cNvPr id="9294" name="Group 85"/>
            <p:cNvGrpSpPr/>
            <p:nvPr/>
          </p:nvGrpSpPr>
          <p:grpSpPr>
            <a:xfrm>
              <a:off x="1379520" y="3990960"/>
              <a:ext cx="493200" cy="155160"/>
              <a:chOff x="1379520" y="3990960"/>
              <a:chExt cx="493200" cy="155160"/>
            </a:xfrm>
          </p:grpSpPr>
          <p:sp>
            <p:nvSpPr>
              <p:cNvPr id="9295" name="Freeform 86"/>
              <p:cNvSpPr/>
              <p:nvPr/>
            </p:nvSpPr>
            <p:spPr>
              <a:xfrm>
                <a:off x="1748520" y="3990960"/>
                <a:ext cx="124200" cy="105120"/>
              </a:xfrm>
              <a:prstGeom prst="pie">
                <a:avLst/>
              </a:prstGeom>
              <a:solidFill>
                <a:srgbClr val="000000"/>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296" name="Line 87"/>
              <p:cNvSpPr/>
              <p:nvPr/>
            </p:nvSpPr>
            <p:spPr>
              <a:xfrm flipV="1">
                <a:off x="1379520" y="4033800"/>
                <a:ext cx="403920" cy="1123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297" name="Rectangle 88"/>
            <p:cNvSpPr/>
            <p:nvPr/>
          </p:nvSpPr>
          <p:spPr>
            <a:xfrm>
              <a:off x="2138040" y="4714920"/>
              <a:ext cx="515160" cy="23148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TIME</a:t>
              </a:r>
              <a:endParaRPr b="1" lang="en-US" sz="1100" spc="-1" strike="noStrike">
                <a:solidFill>
                  <a:srgbClr val="000000"/>
                </a:solidFill>
                <a:latin typeface="Arial"/>
              </a:endParaRPr>
            </a:p>
          </p:txBody>
        </p:sp>
        <p:sp>
          <p:nvSpPr>
            <p:cNvPr id="9298" name="Rectangle 89"/>
            <p:cNvSpPr/>
            <p:nvPr/>
          </p:nvSpPr>
          <p:spPr>
            <a:xfrm rot="16200000">
              <a:off x="342000" y="3232080"/>
              <a:ext cx="585360" cy="23148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GOAL</a:t>
              </a:r>
              <a:endParaRPr b="1" lang="en-US" sz="1100" spc="-1" strike="noStrike">
                <a:solidFill>
                  <a:srgbClr val="000000"/>
                </a:solidFill>
                <a:latin typeface="Arial"/>
              </a:endParaRPr>
            </a:p>
          </p:txBody>
        </p:sp>
        <p:sp>
          <p:nvSpPr>
            <p:cNvPr id="9299" name="Oval 90"/>
            <p:cNvSpPr/>
            <p:nvPr/>
          </p:nvSpPr>
          <p:spPr>
            <a:xfrm>
              <a:off x="1263600" y="4054320"/>
              <a:ext cx="147600" cy="147960"/>
            </a:xfrm>
            <a:prstGeom prst="ellipse">
              <a:avLst/>
            </a:prstGeom>
            <a:solidFill>
              <a:srgbClr val="003399"/>
            </a:solidFill>
            <a:ln w="12600">
              <a:solidFill>
                <a:srgbClr val="003399"/>
              </a:solidFill>
              <a:miter/>
            </a:ln>
          </p:spPr>
          <p:style>
            <a:lnRef idx="0"/>
            <a:fillRef idx="0"/>
            <a:effectRef idx="0"/>
            <a:fontRef idx="minor"/>
          </p:style>
          <p:txBody>
            <a:bodyPr lIns="90000" rIns="90000" tIns="13320" bIns="133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0" name="Rectangle 91"/>
            <p:cNvSpPr/>
            <p:nvPr/>
          </p:nvSpPr>
          <p:spPr>
            <a:xfrm>
              <a:off x="948240" y="4203720"/>
              <a:ext cx="749880" cy="34812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Where we</a:t>
              </a:r>
              <a:br>
                <a:rPr sz="1000"/>
              </a:br>
              <a:r>
                <a:rPr b="0" lang="en-US" sz="1000" spc="-1" strike="noStrike">
                  <a:solidFill>
                    <a:srgbClr val="000000"/>
                  </a:solidFill>
                  <a:latin typeface="Arial"/>
                </a:rPr>
                <a:t>are now?</a:t>
              </a:r>
              <a:endParaRPr b="1" lang="en-US" sz="1000" spc="-1" strike="noStrike">
                <a:solidFill>
                  <a:srgbClr val="000000"/>
                </a:solidFill>
                <a:latin typeface="Arial"/>
              </a:endParaRPr>
            </a:p>
          </p:txBody>
        </p:sp>
        <p:sp>
          <p:nvSpPr>
            <p:cNvPr id="9301" name="Rectangle 92"/>
            <p:cNvSpPr/>
            <p:nvPr/>
          </p:nvSpPr>
          <p:spPr>
            <a:xfrm>
              <a:off x="2798640" y="4064040"/>
              <a:ext cx="1301760" cy="477720"/>
            </a:xfrm>
            <a:prstGeom prst="rect">
              <a:avLst/>
            </a:prstGeom>
            <a:noFill/>
            <a:ln w="0">
              <a:noFill/>
            </a:ln>
          </p:spPr>
          <p:style>
            <a:lnRef idx="0"/>
            <a:fillRef idx="0"/>
            <a:effectRef idx="0"/>
            <a:fontRef idx="minor"/>
          </p:style>
          <p:txBody>
            <a:bodyPr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Actions taken in response to circumstances</a:t>
              </a:r>
              <a:endParaRPr b="1" lang="en-US" sz="1000" spc="-1" strike="noStrike">
                <a:solidFill>
                  <a:srgbClr val="000000"/>
                </a:solidFill>
                <a:latin typeface="Arial"/>
              </a:endParaRPr>
            </a:p>
          </p:txBody>
        </p:sp>
        <p:sp>
          <p:nvSpPr>
            <p:cNvPr id="9302" name="Oval 93"/>
            <p:cNvSpPr/>
            <p:nvPr/>
          </p:nvSpPr>
          <p:spPr>
            <a:xfrm>
              <a:off x="1887480" y="3949560"/>
              <a:ext cx="147600" cy="147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3" name="Oval 94"/>
            <p:cNvSpPr/>
            <p:nvPr/>
          </p:nvSpPr>
          <p:spPr>
            <a:xfrm>
              <a:off x="2465280" y="3822840"/>
              <a:ext cx="147600" cy="147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4" name="Oval 95"/>
            <p:cNvSpPr/>
            <p:nvPr/>
          </p:nvSpPr>
          <p:spPr>
            <a:xfrm>
              <a:off x="3105000" y="3662280"/>
              <a:ext cx="147960" cy="147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5" name="Line 96"/>
            <p:cNvSpPr/>
            <p:nvPr/>
          </p:nvSpPr>
          <p:spPr>
            <a:xfrm flipH="1">
              <a:off x="817200" y="4670280"/>
              <a:ext cx="31748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6" name="Line 97"/>
            <p:cNvSpPr/>
            <p:nvPr/>
          </p:nvSpPr>
          <p:spPr>
            <a:xfrm>
              <a:off x="833400" y="2462040"/>
              <a:ext cx="0" cy="217836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7" name="Line 98"/>
            <p:cNvSpPr/>
            <p:nvPr/>
          </p:nvSpPr>
          <p:spPr>
            <a:xfrm>
              <a:off x="841320" y="2768760"/>
              <a:ext cx="475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8" name="Line 99"/>
            <p:cNvSpPr/>
            <p:nvPr/>
          </p:nvSpPr>
          <p:spPr>
            <a:xfrm>
              <a:off x="841320" y="3083040"/>
              <a:ext cx="475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09" name="Line 100"/>
            <p:cNvSpPr/>
            <p:nvPr/>
          </p:nvSpPr>
          <p:spPr>
            <a:xfrm>
              <a:off x="852480" y="3405240"/>
              <a:ext cx="363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10" name="Line 101"/>
            <p:cNvSpPr/>
            <p:nvPr/>
          </p:nvSpPr>
          <p:spPr>
            <a:xfrm>
              <a:off x="852480" y="3719520"/>
              <a:ext cx="363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11" name="Line 102"/>
            <p:cNvSpPr/>
            <p:nvPr/>
          </p:nvSpPr>
          <p:spPr>
            <a:xfrm>
              <a:off x="852480" y="4030560"/>
              <a:ext cx="363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12" name="Line 103"/>
            <p:cNvSpPr/>
            <p:nvPr/>
          </p:nvSpPr>
          <p:spPr>
            <a:xfrm>
              <a:off x="841320" y="4344840"/>
              <a:ext cx="5868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13" name="Line 104"/>
            <p:cNvSpPr/>
            <p:nvPr/>
          </p:nvSpPr>
          <p:spPr>
            <a:xfrm>
              <a:off x="841320" y="2457360"/>
              <a:ext cx="475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314" name="Group 105"/>
            <p:cNvGrpSpPr/>
            <p:nvPr/>
          </p:nvGrpSpPr>
          <p:grpSpPr>
            <a:xfrm>
              <a:off x="2068560" y="3979800"/>
              <a:ext cx="453960" cy="172800"/>
              <a:chOff x="2068560" y="3979800"/>
              <a:chExt cx="453960" cy="172800"/>
            </a:xfrm>
          </p:grpSpPr>
          <p:sp>
            <p:nvSpPr>
              <p:cNvPr id="9315" name="Arc 106"/>
              <p:cNvSpPr/>
              <p:nvPr/>
            </p:nvSpPr>
            <p:spPr>
              <a:xfrm>
                <a:off x="2068560" y="4007520"/>
                <a:ext cx="427680" cy="145080"/>
              </a:xfrm>
              <a:prstGeom prst="pie">
                <a:avLst/>
              </a:prstGeom>
              <a:no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316" name="Group 107"/>
              <p:cNvGrpSpPr/>
              <p:nvPr/>
            </p:nvGrpSpPr>
            <p:grpSpPr>
              <a:xfrm>
                <a:off x="2409120" y="3979800"/>
                <a:ext cx="113400" cy="116640"/>
                <a:chOff x="2409120" y="3979800"/>
                <a:chExt cx="113400" cy="116640"/>
              </a:xfrm>
            </p:grpSpPr>
            <p:sp>
              <p:nvSpPr>
                <p:cNvPr id="9317" name="Freeform 108"/>
                <p:cNvSpPr/>
                <p:nvPr/>
              </p:nvSpPr>
              <p:spPr>
                <a:xfrm>
                  <a:off x="2409120" y="3979800"/>
                  <a:ext cx="113400" cy="116640"/>
                </a:xfrm>
                <a:prstGeom prst="pie">
                  <a:avLst/>
                </a:prstGeom>
                <a:solidFill>
                  <a:srgbClr val="000000"/>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18" name="Line 109"/>
                <p:cNvSpPr/>
                <p:nvPr/>
              </p:nvSpPr>
              <p:spPr>
                <a:xfrm flipH="1">
                  <a:off x="2472840" y="4053960"/>
                  <a:ext cx="334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grpSp>
          <p:nvGrpSpPr>
            <p:cNvPr id="9319" name="Group 110"/>
            <p:cNvGrpSpPr/>
            <p:nvPr/>
          </p:nvGrpSpPr>
          <p:grpSpPr>
            <a:xfrm>
              <a:off x="2682720" y="3875040"/>
              <a:ext cx="453960" cy="176040"/>
              <a:chOff x="2682720" y="3875040"/>
              <a:chExt cx="453960" cy="176040"/>
            </a:xfrm>
          </p:grpSpPr>
          <p:sp>
            <p:nvSpPr>
              <p:cNvPr id="9320" name="Arc 111"/>
              <p:cNvSpPr/>
              <p:nvPr/>
            </p:nvSpPr>
            <p:spPr>
              <a:xfrm>
                <a:off x="2682720" y="3904920"/>
                <a:ext cx="429480" cy="146160"/>
              </a:xfrm>
              <a:prstGeom prst="pie">
                <a:avLst/>
              </a:prstGeom>
              <a:no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321" name="Group 112"/>
              <p:cNvGrpSpPr/>
              <p:nvPr/>
            </p:nvGrpSpPr>
            <p:grpSpPr>
              <a:xfrm>
                <a:off x="3023280" y="3875040"/>
                <a:ext cx="113400" cy="117000"/>
                <a:chOff x="3023280" y="3875040"/>
                <a:chExt cx="113400" cy="117000"/>
              </a:xfrm>
            </p:grpSpPr>
            <p:sp>
              <p:nvSpPr>
                <p:cNvPr id="9322" name="Freeform 113"/>
                <p:cNvSpPr/>
                <p:nvPr/>
              </p:nvSpPr>
              <p:spPr>
                <a:xfrm>
                  <a:off x="3023280" y="3875040"/>
                  <a:ext cx="113400" cy="117000"/>
                </a:xfrm>
                <a:prstGeom prst="pie">
                  <a:avLst/>
                </a:prstGeom>
                <a:solidFill>
                  <a:srgbClr val="000000"/>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23" name="Line 114"/>
                <p:cNvSpPr/>
                <p:nvPr/>
              </p:nvSpPr>
              <p:spPr>
                <a:xfrm flipH="1">
                  <a:off x="3087360" y="3951720"/>
                  <a:ext cx="334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
          <p:nvSpPr>
            <p:cNvPr id="9324" name="Rectangle 115"/>
            <p:cNvSpPr/>
            <p:nvPr/>
          </p:nvSpPr>
          <p:spPr>
            <a:xfrm>
              <a:off x="1835280" y="2546280"/>
              <a:ext cx="1433520" cy="348120"/>
            </a:xfrm>
            <a:prstGeom prst="rect">
              <a:avLst/>
            </a:prstGeom>
            <a:noFill/>
            <a:ln w="0">
              <a:noFill/>
            </a:ln>
          </p:spPr>
          <p:style>
            <a:lnRef idx="0"/>
            <a:fillRef idx="0"/>
            <a:effectRef idx="0"/>
            <a:fontRef idx="minor"/>
          </p:style>
          <p:txBody>
            <a:bodyPr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Where can we be next year?</a:t>
              </a:r>
              <a:endParaRPr b="1" lang="en-US" sz="1000" spc="-1" strike="noStrike">
                <a:solidFill>
                  <a:srgbClr val="000000"/>
                </a:solidFill>
                <a:latin typeface="Arial"/>
              </a:endParaRPr>
            </a:p>
          </p:txBody>
        </p:sp>
      </p:grpSp>
      <p:grpSp>
        <p:nvGrpSpPr>
          <p:cNvPr id="9325" name="Group 157"/>
          <p:cNvGrpSpPr/>
          <p:nvPr/>
        </p:nvGrpSpPr>
        <p:grpSpPr>
          <a:xfrm>
            <a:off x="4986360" y="1494000"/>
            <a:ext cx="3770280" cy="4378320"/>
            <a:chOff x="4986360" y="1494000"/>
            <a:chExt cx="3770280" cy="4378320"/>
          </a:xfrm>
        </p:grpSpPr>
        <p:sp>
          <p:nvSpPr>
            <p:cNvPr id="9326" name="Rectangle 82"/>
            <p:cNvSpPr/>
            <p:nvPr/>
          </p:nvSpPr>
          <p:spPr>
            <a:xfrm>
              <a:off x="4986360" y="1494000"/>
              <a:ext cx="3770280" cy="239760"/>
            </a:xfrm>
            <a:prstGeom prst="rect">
              <a:avLst/>
            </a:prstGeom>
            <a:noFill/>
            <a:ln w="0">
              <a:noFill/>
            </a:ln>
          </p:spPr>
          <p:style>
            <a:lnRef idx="0"/>
            <a:fillRef idx="0"/>
            <a:effectRef idx="0"/>
            <a:fontRef idx="minor"/>
          </p:style>
          <p:txBody>
            <a:bodyPr lIns="90360" rIns="90360" tIns="44280" bIns="44280" anchor="t">
              <a:spAutoFit/>
            </a:bodyPr>
            <a:p>
              <a:pPr algn="ctr">
                <a:lnSpc>
                  <a:spcPct val="90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100" spc="-1" strike="noStrike">
                  <a:solidFill>
                    <a:srgbClr val="000000"/>
                  </a:solidFill>
                  <a:latin typeface="Arial"/>
                </a:rPr>
                <a:t>Dynamic Strategic Planning Process</a:t>
              </a:r>
              <a:endParaRPr b="1" lang="en-US" sz="1100" spc="-1" strike="noStrike">
                <a:solidFill>
                  <a:srgbClr val="000000"/>
                </a:solidFill>
                <a:latin typeface="Arial"/>
              </a:endParaRPr>
            </a:p>
          </p:txBody>
        </p:sp>
        <p:sp>
          <p:nvSpPr>
            <p:cNvPr id="9327" name="Rectangle 116"/>
            <p:cNvSpPr/>
            <p:nvPr/>
          </p:nvSpPr>
          <p:spPr>
            <a:xfrm>
              <a:off x="5170320" y="1876320"/>
              <a:ext cx="3454560" cy="399600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28" name="Rectangle 117"/>
            <p:cNvSpPr/>
            <p:nvPr/>
          </p:nvSpPr>
          <p:spPr>
            <a:xfrm>
              <a:off x="5170320" y="5086440"/>
              <a:ext cx="3454560" cy="772920"/>
            </a:xfrm>
            <a:prstGeom prst="rect">
              <a:avLst/>
            </a:prstGeom>
            <a:solidFill>
              <a:srgbClr val="8099cc"/>
            </a:solidFill>
            <a:ln w="12600">
              <a:solidFill>
                <a:srgbClr val="8099cc"/>
              </a:solidFill>
              <a:miter/>
            </a:ln>
            <a:effectLst>
              <a:outerShdw dist="17819" dir="2700000" blurRad="0" rotWithShape="0">
                <a:srgbClr val="808080"/>
              </a:outerShdw>
            </a:effectLst>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Focus</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[One reason why companies grow]</a:t>
              </a:r>
              <a:endParaRPr b="1" lang="en-US" sz="1100" spc="-1" strike="noStrike">
                <a:solidFill>
                  <a:srgbClr val="000000"/>
                </a:solidFill>
                <a:latin typeface="Arial"/>
              </a:endParaRPr>
            </a:p>
          </p:txBody>
        </p:sp>
        <p:sp>
          <p:nvSpPr>
            <p:cNvPr id="9329" name="Rectangle 118"/>
            <p:cNvSpPr/>
            <p:nvPr/>
          </p:nvSpPr>
          <p:spPr>
            <a:xfrm>
              <a:off x="6636960" y="4732200"/>
              <a:ext cx="515160" cy="23148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TIME</a:t>
              </a:r>
              <a:endParaRPr b="1" lang="en-US" sz="1100" spc="-1" strike="noStrike">
                <a:solidFill>
                  <a:srgbClr val="000000"/>
                </a:solidFill>
                <a:latin typeface="Arial"/>
              </a:endParaRPr>
            </a:p>
          </p:txBody>
        </p:sp>
        <p:sp>
          <p:nvSpPr>
            <p:cNvPr id="9330" name="Rectangle 119"/>
            <p:cNvSpPr/>
            <p:nvPr/>
          </p:nvSpPr>
          <p:spPr>
            <a:xfrm rot="16200000">
              <a:off x="5028120" y="3233160"/>
              <a:ext cx="585360" cy="23148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1" lang="en-US" sz="1100" spc="-1" strike="noStrike">
                  <a:solidFill>
                    <a:srgbClr val="000000"/>
                  </a:solidFill>
                  <a:latin typeface="Arial"/>
                </a:rPr>
                <a:t>GOAL</a:t>
              </a:r>
              <a:endParaRPr b="1" lang="en-US" sz="1100" spc="-1" strike="noStrike">
                <a:solidFill>
                  <a:srgbClr val="000000"/>
                </a:solidFill>
                <a:latin typeface="Arial"/>
              </a:endParaRPr>
            </a:p>
          </p:txBody>
        </p:sp>
        <p:sp>
          <p:nvSpPr>
            <p:cNvPr id="9331" name="Rectangle 120"/>
            <p:cNvSpPr/>
            <p:nvPr/>
          </p:nvSpPr>
          <p:spPr>
            <a:xfrm>
              <a:off x="6764760" y="3941640"/>
              <a:ext cx="1629360" cy="21852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Actions driven by strategy</a:t>
              </a:r>
              <a:endParaRPr b="1" lang="en-US" sz="1000" spc="-1" strike="noStrike">
                <a:solidFill>
                  <a:srgbClr val="000000"/>
                </a:solidFill>
                <a:latin typeface="Arial"/>
              </a:endParaRPr>
            </a:p>
          </p:txBody>
        </p:sp>
        <p:sp>
          <p:nvSpPr>
            <p:cNvPr id="9332" name="Arc 121"/>
            <p:cNvSpPr/>
            <p:nvPr/>
          </p:nvSpPr>
          <p:spPr>
            <a:xfrm>
              <a:off x="6048360" y="2584440"/>
              <a:ext cx="1996920" cy="1573200"/>
            </a:xfrm>
            <a:prstGeom prst="pie">
              <a:avLst/>
            </a:prstGeom>
            <a:no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333" name="Group 122"/>
            <p:cNvGrpSpPr/>
            <p:nvPr/>
          </p:nvGrpSpPr>
          <p:grpSpPr>
            <a:xfrm>
              <a:off x="7964640" y="2511360"/>
              <a:ext cx="102960" cy="108000"/>
              <a:chOff x="7964640" y="2511360"/>
              <a:chExt cx="102960" cy="108000"/>
            </a:xfrm>
          </p:grpSpPr>
          <p:sp>
            <p:nvSpPr>
              <p:cNvPr id="9334" name="Freeform 123"/>
              <p:cNvSpPr/>
              <p:nvPr/>
            </p:nvSpPr>
            <p:spPr>
              <a:xfrm>
                <a:off x="7964640" y="2511360"/>
                <a:ext cx="102960" cy="108000"/>
              </a:xfrm>
              <a:prstGeom prst="pie">
                <a:avLst/>
              </a:prstGeom>
              <a:solidFill>
                <a:srgbClr val="000000"/>
              </a:solidFill>
              <a:ln w="0">
                <a:noFill/>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35" name="Line 124"/>
              <p:cNvSpPr/>
              <p:nvPr/>
            </p:nvSpPr>
            <p:spPr>
              <a:xfrm>
                <a:off x="7983000" y="2575440"/>
                <a:ext cx="93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336" name="Rectangle 125"/>
            <p:cNvSpPr/>
            <p:nvPr/>
          </p:nvSpPr>
          <p:spPr>
            <a:xfrm>
              <a:off x="5564160" y="4218120"/>
              <a:ext cx="771120" cy="348120"/>
            </a:xfrm>
            <a:prstGeom prst="rect">
              <a:avLst/>
            </a:prstGeom>
            <a:noFill/>
            <a:ln w="0">
              <a:noFill/>
            </a:ln>
          </p:spPr>
          <p:style>
            <a:lnRef idx="0"/>
            <a:fillRef idx="0"/>
            <a:effectRef idx="0"/>
            <a:fontRef idx="minor"/>
          </p:style>
          <p:txBody>
            <a:bodyPr wrap="none"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Where are</a:t>
              </a:r>
              <a:br>
                <a:rPr sz="1000"/>
              </a:br>
              <a:r>
                <a:rPr b="0" lang="en-US" sz="1000" spc="-1" strike="noStrike">
                  <a:solidFill>
                    <a:srgbClr val="000000"/>
                  </a:solidFill>
                  <a:latin typeface="Arial"/>
                </a:rPr>
                <a:t> we now? </a:t>
              </a:r>
              <a:endParaRPr b="1" lang="en-US" sz="1000" spc="-1" strike="noStrike">
                <a:solidFill>
                  <a:srgbClr val="000000"/>
                </a:solidFill>
                <a:latin typeface="Arial"/>
              </a:endParaRPr>
            </a:p>
          </p:txBody>
        </p:sp>
        <p:sp>
          <p:nvSpPr>
            <p:cNvPr id="9337" name="Oval 126"/>
            <p:cNvSpPr/>
            <p:nvPr/>
          </p:nvSpPr>
          <p:spPr>
            <a:xfrm>
              <a:off x="6005520" y="4057560"/>
              <a:ext cx="147600" cy="147600"/>
            </a:xfrm>
            <a:prstGeom prst="ellipse">
              <a:avLst/>
            </a:prstGeom>
            <a:solidFill>
              <a:srgbClr val="003399"/>
            </a:solidFill>
            <a:ln w="12600">
              <a:solidFill>
                <a:srgbClr val="003399"/>
              </a:solidFill>
              <a:miter/>
            </a:ln>
          </p:spPr>
          <p:style>
            <a:lnRef idx="0"/>
            <a:fillRef idx="0"/>
            <a:effectRef idx="0"/>
            <a:fontRef idx="minor"/>
          </p:style>
          <p:txBody>
            <a:bodyPr lIns="90000" rIns="90000" tIns="12960" bIns="12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38" name="Oval 127"/>
            <p:cNvSpPr/>
            <p:nvPr/>
          </p:nvSpPr>
          <p:spPr>
            <a:xfrm>
              <a:off x="6775560" y="3543480"/>
              <a:ext cx="147600" cy="147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39" name="Oval 128"/>
            <p:cNvSpPr/>
            <p:nvPr/>
          </p:nvSpPr>
          <p:spPr>
            <a:xfrm>
              <a:off x="7467480" y="3025800"/>
              <a:ext cx="147600" cy="147600"/>
            </a:xfrm>
            <a:prstGeom prst="ellipse">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0" name="Oval 129"/>
            <p:cNvSpPr/>
            <p:nvPr/>
          </p:nvSpPr>
          <p:spPr>
            <a:xfrm>
              <a:off x="8116920" y="2552760"/>
              <a:ext cx="147600" cy="147600"/>
            </a:xfrm>
            <a:prstGeom prst="ellipse">
              <a:avLst/>
            </a:prstGeom>
            <a:solidFill>
              <a:srgbClr val="003399"/>
            </a:solidFill>
            <a:ln w="12600">
              <a:solidFill>
                <a:srgbClr val="003399"/>
              </a:solidFill>
              <a:miter/>
            </a:ln>
          </p:spPr>
          <p:style>
            <a:lnRef idx="0"/>
            <a:fillRef idx="0"/>
            <a:effectRef idx="0"/>
            <a:fontRef idx="minor"/>
          </p:style>
          <p:txBody>
            <a:bodyPr lIns="90000" rIns="90000" tIns="12960" bIns="12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1" name="Line 130"/>
            <p:cNvSpPr/>
            <p:nvPr/>
          </p:nvSpPr>
          <p:spPr>
            <a:xfrm flipH="1">
              <a:off x="5481720" y="4673520"/>
              <a:ext cx="299088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2" name="Line 131"/>
            <p:cNvSpPr/>
            <p:nvPr/>
          </p:nvSpPr>
          <p:spPr>
            <a:xfrm>
              <a:off x="5497560" y="2465280"/>
              <a:ext cx="0" cy="219240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3" name="Line 132"/>
            <p:cNvSpPr/>
            <p:nvPr/>
          </p:nvSpPr>
          <p:spPr>
            <a:xfrm>
              <a:off x="5505480" y="2773440"/>
              <a:ext cx="428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4" name="Line 133"/>
            <p:cNvSpPr/>
            <p:nvPr/>
          </p:nvSpPr>
          <p:spPr>
            <a:xfrm>
              <a:off x="5505480" y="3089160"/>
              <a:ext cx="428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5" name="Line 134"/>
            <p:cNvSpPr/>
            <p:nvPr/>
          </p:nvSpPr>
          <p:spPr>
            <a:xfrm>
              <a:off x="5516640" y="3414600"/>
              <a:ext cx="3168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6" name="Line 135"/>
            <p:cNvSpPr/>
            <p:nvPr/>
          </p:nvSpPr>
          <p:spPr>
            <a:xfrm>
              <a:off x="5516640" y="3730680"/>
              <a:ext cx="3168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7" name="Line 136"/>
            <p:cNvSpPr/>
            <p:nvPr/>
          </p:nvSpPr>
          <p:spPr>
            <a:xfrm>
              <a:off x="5516640" y="4044960"/>
              <a:ext cx="3168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8" name="Line 137"/>
            <p:cNvSpPr/>
            <p:nvPr/>
          </p:nvSpPr>
          <p:spPr>
            <a:xfrm>
              <a:off x="5505480" y="4361040"/>
              <a:ext cx="540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49" name="Line 138"/>
            <p:cNvSpPr/>
            <p:nvPr/>
          </p:nvSpPr>
          <p:spPr>
            <a:xfrm>
              <a:off x="5505480" y="2460600"/>
              <a:ext cx="428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50" name="Line 139"/>
            <p:cNvSpPr/>
            <p:nvPr/>
          </p:nvSpPr>
          <p:spPr>
            <a:xfrm>
              <a:off x="5505480" y="4673520"/>
              <a:ext cx="540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51" name="Rectangle 140"/>
            <p:cNvSpPr/>
            <p:nvPr/>
          </p:nvSpPr>
          <p:spPr>
            <a:xfrm>
              <a:off x="6432480" y="2070000"/>
              <a:ext cx="1816200" cy="348120"/>
            </a:xfrm>
            <a:prstGeom prst="rect">
              <a:avLst/>
            </a:prstGeom>
            <a:noFill/>
            <a:ln w="0">
              <a:noFill/>
            </a:ln>
          </p:spPr>
          <p:style>
            <a:lnRef idx="0"/>
            <a:fillRef idx="0"/>
            <a:effectRef idx="0"/>
            <a:fontRef idx="minor"/>
          </p:style>
          <p:txBody>
            <a:bodyPr lIns="90360" rIns="90360" tIns="44280" bIns="44280" anchor="t">
              <a:spAutoFit/>
            </a:bodyPr>
            <a:p>
              <a:pPr>
                <a:lnSpc>
                  <a:spcPct val="85000"/>
                </a:lnSpc>
                <a:tabLst>
                  <a:tab algn="l" pos="0"/>
                  <a:tab algn="l" pos="903240"/>
                  <a:tab algn="l" pos="1806480"/>
                  <a:tab algn="l" pos="2709720"/>
                  <a:tab algn="l" pos="3613320"/>
                  <a:tab algn="l" pos="4516560"/>
                  <a:tab algn="l" pos="5419800"/>
                  <a:tab algn="l" pos="6323040"/>
                  <a:tab algn="l" pos="7226280"/>
                  <a:tab algn="l" pos="8129520"/>
                  <a:tab algn="l" pos="9032760"/>
                  <a:tab algn="l" pos="9936000"/>
                  <a:tab algn="l" pos="10839600"/>
                </a:tabLst>
              </a:pPr>
              <a:r>
                <a:rPr b="0" lang="en-US" sz="1000" spc="-1" strike="noStrike">
                  <a:solidFill>
                    <a:srgbClr val="000000"/>
                  </a:solidFill>
                  <a:latin typeface="Arial"/>
                </a:rPr>
                <a:t>Vision of where we need to be five years from now</a:t>
              </a:r>
              <a:endParaRPr b="1" lang="en-US" sz="1000" spc="-1" strike="noStrike">
                <a:solidFill>
                  <a:srgbClr val="000000"/>
                </a:solidFill>
                <a:latin typeface="Arial"/>
              </a:endParaRPr>
            </a:p>
          </p:txBody>
        </p:sp>
        <p:grpSp>
          <p:nvGrpSpPr>
            <p:cNvPr id="9352" name="Group 141"/>
            <p:cNvGrpSpPr/>
            <p:nvPr/>
          </p:nvGrpSpPr>
          <p:grpSpPr>
            <a:xfrm>
              <a:off x="6981840" y="3241800"/>
              <a:ext cx="597960" cy="532800"/>
              <a:chOff x="6981840" y="3241800"/>
              <a:chExt cx="597960" cy="532800"/>
            </a:xfrm>
          </p:grpSpPr>
          <p:grpSp>
            <p:nvGrpSpPr>
              <p:cNvPr id="9353" name="Group 142"/>
              <p:cNvGrpSpPr/>
              <p:nvPr/>
            </p:nvGrpSpPr>
            <p:grpSpPr>
              <a:xfrm>
                <a:off x="6981840" y="3633840"/>
                <a:ext cx="142200" cy="140760"/>
                <a:chOff x="6981840" y="3633840"/>
                <a:chExt cx="142200" cy="140760"/>
              </a:xfrm>
            </p:grpSpPr>
            <p:sp>
              <p:nvSpPr>
                <p:cNvPr id="9354" name="Freeform 143"/>
                <p:cNvSpPr/>
                <p:nvPr/>
              </p:nvSpPr>
              <p:spPr>
                <a:xfrm>
                  <a:off x="6981840" y="3633840"/>
                  <a:ext cx="142200" cy="140760"/>
                </a:xfrm>
                <a:prstGeom prst="pie">
                  <a:avLst/>
                </a:prstGeom>
                <a:solidFill>
                  <a:srgbClr val="000000"/>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55" name="Line 144"/>
                <p:cNvSpPr/>
                <p:nvPr/>
              </p:nvSpPr>
              <p:spPr>
                <a:xfrm flipH="1">
                  <a:off x="7056000" y="3704760"/>
                  <a:ext cx="478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356" name="Arc 145"/>
              <p:cNvSpPr/>
              <p:nvPr/>
            </p:nvSpPr>
            <p:spPr>
              <a:xfrm>
                <a:off x="7080480" y="3241800"/>
                <a:ext cx="499320" cy="453240"/>
              </a:xfrm>
              <a:prstGeom prst="pie">
                <a:avLst/>
              </a:prstGeom>
              <a:no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9357" name="Group 146"/>
            <p:cNvGrpSpPr/>
            <p:nvPr/>
          </p:nvGrpSpPr>
          <p:grpSpPr>
            <a:xfrm>
              <a:off x="6229440" y="3755880"/>
              <a:ext cx="597960" cy="531720"/>
              <a:chOff x="6229440" y="3755880"/>
              <a:chExt cx="597960" cy="531720"/>
            </a:xfrm>
          </p:grpSpPr>
          <p:grpSp>
            <p:nvGrpSpPr>
              <p:cNvPr id="9358" name="Group 147"/>
              <p:cNvGrpSpPr/>
              <p:nvPr/>
            </p:nvGrpSpPr>
            <p:grpSpPr>
              <a:xfrm>
                <a:off x="6229440" y="4147920"/>
                <a:ext cx="142200" cy="139680"/>
                <a:chOff x="6229440" y="4147920"/>
                <a:chExt cx="142200" cy="139680"/>
              </a:xfrm>
            </p:grpSpPr>
            <p:sp>
              <p:nvSpPr>
                <p:cNvPr id="9359" name="Freeform 148"/>
                <p:cNvSpPr/>
                <p:nvPr/>
              </p:nvSpPr>
              <p:spPr>
                <a:xfrm>
                  <a:off x="6229440" y="4147920"/>
                  <a:ext cx="142200" cy="139680"/>
                </a:xfrm>
                <a:prstGeom prst="pie">
                  <a:avLst/>
                </a:prstGeom>
                <a:solidFill>
                  <a:srgbClr val="000000"/>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60" name="Line 149"/>
                <p:cNvSpPr/>
                <p:nvPr/>
              </p:nvSpPr>
              <p:spPr>
                <a:xfrm flipH="1">
                  <a:off x="6303960" y="4217760"/>
                  <a:ext cx="4896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361" name="Arc 150"/>
              <p:cNvSpPr/>
              <p:nvPr/>
            </p:nvSpPr>
            <p:spPr>
              <a:xfrm>
                <a:off x="6329160" y="3755880"/>
                <a:ext cx="498240" cy="453240"/>
              </a:xfrm>
              <a:prstGeom prst="pie">
                <a:avLst/>
              </a:prstGeom>
              <a:no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9362" name="Group 151"/>
            <p:cNvGrpSpPr/>
            <p:nvPr/>
          </p:nvGrpSpPr>
          <p:grpSpPr>
            <a:xfrm>
              <a:off x="7659720" y="2760840"/>
              <a:ext cx="597960" cy="532800"/>
              <a:chOff x="7659720" y="2760840"/>
              <a:chExt cx="597960" cy="532800"/>
            </a:xfrm>
          </p:grpSpPr>
          <p:grpSp>
            <p:nvGrpSpPr>
              <p:cNvPr id="9363" name="Group 152"/>
              <p:cNvGrpSpPr/>
              <p:nvPr/>
            </p:nvGrpSpPr>
            <p:grpSpPr>
              <a:xfrm>
                <a:off x="7659720" y="3152520"/>
                <a:ext cx="142200" cy="141120"/>
                <a:chOff x="7659720" y="3152520"/>
                <a:chExt cx="142200" cy="141120"/>
              </a:xfrm>
            </p:grpSpPr>
            <p:sp>
              <p:nvSpPr>
                <p:cNvPr id="9364" name="Freeform 153"/>
                <p:cNvSpPr/>
                <p:nvPr/>
              </p:nvSpPr>
              <p:spPr>
                <a:xfrm>
                  <a:off x="7659720" y="3152520"/>
                  <a:ext cx="142200" cy="141120"/>
                </a:xfrm>
                <a:prstGeom prst="pie">
                  <a:avLst/>
                </a:prstGeom>
                <a:solidFill>
                  <a:srgbClr val="000000"/>
                </a:solidFill>
                <a:ln cap="rnd" w="12600">
                  <a:solidFill>
                    <a:srgbClr val="003399"/>
                  </a:solidFill>
                  <a:round/>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65" name="Line 154"/>
                <p:cNvSpPr/>
                <p:nvPr/>
              </p:nvSpPr>
              <p:spPr>
                <a:xfrm flipH="1">
                  <a:off x="7733520" y="3223440"/>
                  <a:ext cx="478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366" name="Arc 155"/>
              <p:cNvSpPr/>
              <p:nvPr/>
            </p:nvSpPr>
            <p:spPr>
              <a:xfrm>
                <a:off x="7758000" y="2760840"/>
                <a:ext cx="499680" cy="453240"/>
              </a:xfrm>
              <a:prstGeom prst="pie">
                <a:avLst/>
              </a:prstGeom>
              <a:noFill/>
              <a:ln cap="rnd" w="12600">
                <a:solidFill>
                  <a:srgbClr val="003399"/>
                </a:solidFill>
                <a:round/>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2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36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7124D3-08B3-4359-8E9C-DEE81A3F796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36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Pentagon</a:t>
            </a:r>
            <a:endParaRPr b="1" lang="en-US" sz="1600" spc="-1" strike="noStrike">
              <a:solidFill>
                <a:srgbClr val="000000"/>
              </a:solidFill>
              <a:latin typeface="Arial"/>
            </a:endParaRPr>
          </a:p>
        </p:txBody>
      </p:sp>
      <p:grpSp>
        <p:nvGrpSpPr>
          <p:cNvPr id="9370" name="Group 3"/>
          <p:cNvGrpSpPr/>
          <p:nvPr/>
        </p:nvGrpSpPr>
        <p:grpSpPr>
          <a:xfrm>
            <a:off x="2347920" y="1525680"/>
            <a:ext cx="4437000" cy="4437000"/>
            <a:chOff x="2347920" y="1525680"/>
            <a:chExt cx="4437000" cy="4437000"/>
          </a:xfrm>
        </p:grpSpPr>
        <p:grpSp>
          <p:nvGrpSpPr>
            <p:cNvPr id="9371" name="Group 4"/>
            <p:cNvGrpSpPr/>
            <p:nvPr/>
          </p:nvGrpSpPr>
          <p:grpSpPr>
            <a:xfrm>
              <a:off x="2347920" y="1525680"/>
              <a:ext cx="4437000" cy="4437000"/>
              <a:chOff x="2347920" y="1525680"/>
              <a:chExt cx="4437000" cy="4437000"/>
            </a:xfrm>
          </p:grpSpPr>
          <p:sp>
            <p:nvSpPr>
              <p:cNvPr id="9372" name="Freeform 5"/>
              <p:cNvSpPr/>
              <p:nvPr/>
            </p:nvSpPr>
            <p:spPr>
              <a:xfrm>
                <a:off x="3066840" y="2176560"/>
                <a:ext cx="3009600" cy="2662560"/>
              </a:xfrm>
              <a:prstGeom prst="pie">
                <a:avLst/>
              </a:prstGeom>
              <a:solidFill>
                <a:srgbClr val="ffffff"/>
              </a:solidFill>
              <a:ln cap="rnd" w="12600">
                <a:solidFill>
                  <a:srgbClr val="003366"/>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73" name="Arc 6"/>
              <p:cNvSpPr/>
              <p:nvPr/>
            </p:nvSpPr>
            <p:spPr>
              <a:xfrm>
                <a:off x="2347920" y="1525680"/>
                <a:ext cx="4437000" cy="4437000"/>
              </a:xfrm>
              <a:prstGeom prst="pie">
                <a:avLst/>
              </a:prstGeom>
              <a:noFill/>
              <a:ln cap="rnd" w="12600">
                <a:solidFill>
                  <a:srgbClr val="003366"/>
                </a:solidFill>
                <a:round/>
                <a:headEnd len="lg" type="triangle" w="me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9374" name="Rectangle 7"/>
            <p:cNvSpPr/>
            <p:nvPr/>
          </p:nvSpPr>
          <p:spPr>
            <a:xfrm>
              <a:off x="3511440" y="3561840"/>
              <a:ext cx="2124000" cy="159840"/>
            </a:xfrm>
            <a:prstGeom prst="rect">
              <a:avLst/>
            </a:prstGeom>
            <a:no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1" lang="de-DE" sz="1100" spc="-1" strike="noStrike">
                  <a:solidFill>
                    <a:srgbClr val="000000"/>
                  </a:solidFill>
                  <a:latin typeface="Arial"/>
                </a:rPr>
                <a:t>Restructuring framework </a:t>
              </a:r>
              <a:endParaRPr b="1" lang="en-US" sz="1100" spc="-1" strike="noStrike">
                <a:solidFill>
                  <a:srgbClr val="000000"/>
                </a:solidFill>
                <a:latin typeface="Arial"/>
              </a:endParaRPr>
            </a:p>
          </p:txBody>
        </p:sp>
        <p:sp>
          <p:nvSpPr>
            <p:cNvPr id="9375" name="Oval 8"/>
            <p:cNvSpPr/>
            <p:nvPr/>
          </p:nvSpPr>
          <p:spPr>
            <a:xfrm>
              <a:off x="4365720" y="2054160"/>
              <a:ext cx="411840" cy="417960"/>
            </a:xfrm>
            <a:prstGeom prst="ellipse">
              <a:avLst/>
            </a:prstGeom>
            <a:solidFill>
              <a:srgbClr val="8099cc"/>
            </a:solid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76" name="Rectangle 9"/>
            <p:cNvSpPr/>
            <p:nvPr/>
          </p:nvSpPr>
          <p:spPr>
            <a:xfrm>
              <a:off x="4465080" y="2148840"/>
              <a:ext cx="232920" cy="159840"/>
            </a:xfrm>
            <a:prstGeom prst="rect">
              <a:avLst/>
            </a:prstGeom>
            <a:solidFill>
              <a:srgbClr val="8099cc"/>
            </a:solid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ffffff"/>
                  </a:solidFill>
                  <a:latin typeface="Arial"/>
                </a:rPr>
                <a:t>1 </a:t>
              </a:r>
              <a:endParaRPr b="1" lang="en-US" sz="1100" spc="-1" strike="noStrike">
                <a:solidFill>
                  <a:srgbClr val="000000"/>
                </a:solidFill>
                <a:latin typeface="Arial"/>
              </a:endParaRPr>
            </a:p>
          </p:txBody>
        </p:sp>
        <p:sp>
          <p:nvSpPr>
            <p:cNvPr id="9377" name="Oval 10"/>
            <p:cNvSpPr/>
            <p:nvPr/>
          </p:nvSpPr>
          <p:spPr>
            <a:xfrm>
              <a:off x="5856120" y="3250080"/>
              <a:ext cx="411480" cy="417600"/>
            </a:xfrm>
            <a:prstGeom prst="ellipse">
              <a:avLst/>
            </a:prstGeom>
            <a:solidFill>
              <a:srgbClr val="8099cc"/>
            </a:solid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78" name="Rectangle 11"/>
            <p:cNvSpPr/>
            <p:nvPr/>
          </p:nvSpPr>
          <p:spPr>
            <a:xfrm>
              <a:off x="5948280" y="3344760"/>
              <a:ext cx="230040" cy="159840"/>
            </a:xfrm>
            <a:prstGeom prst="rect">
              <a:avLst/>
            </a:prstGeom>
            <a:solidFill>
              <a:srgbClr val="8099cc"/>
            </a:solid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ffffff"/>
                  </a:solidFill>
                  <a:latin typeface="Arial"/>
                </a:rPr>
                <a:t>5 </a:t>
              </a:r>
              <a:endParaRPr b="1" lang="en-US" sz="1100" spc="-1" strike="noStrike">
                <a:solidFill>
                  <a:srgbClr val="000000"/>
                </a:solidFill>
                <a:latin typeface="Arial"/>
              </a:endParaRPr>
            </a:p>
          </p:txBody>
        </p:sp>
        <p:sp>
          <p:nvSpPr>
            <p:cNvPr id="9379" name="Oval 12"/>
            <p:cNvSpPr/>
            <p:nvPr/>
          </p:nvSpPr>
          <p:spPr>
            <a:xfrm>
              <a:off x="5400720" y="4795560"/>
              <a:ext cx="411840" cy="417960"/>
            </a:xfrm>
            <a:prstGeom prst="ellipse">
              <a:avLst/>
            </a:prstGeom>
            <a:solidFill>
              <a:srgbClr val="8099cc"/>
            </a:solid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80" name="Rectangle 13"/>
            <p:cNvSpPr/>
            <p:nvPr/>
          </p:nvSpPr>
          <p:spPr>
            <a:xfrm>
              <a:off x="5491800" y="4890240"/>
              <a:ext cx="232920" cy="159840"/>
            </a:xfrm>
            <a:prstGeom prst="rect">
              <a:avLst/>
            </a:prstGeom>
            <a:solidFill>
              <a:srgbClr val="8099cc"/>
            </a:solid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ffffff"/>
                  </a:solidFill>
                  <a:latin typeface="Arial"/>
                </a:rPr>
                <a:t>4 </a:t>
              </a:r>
              <a:endParaRPr b="1" lang="en-US" sz="1100" spc="-1" strike="noStrike">
                <a:solidFill>
                  <a:srgbClr val="000000"/>
                </a:solidFill>
                <a:latin typeface="Arial"/>
              </a:endParaRPr>
            </a:p>
          </p:txBody>
        </p:sp>
        <p:sp>
          <p:nvSpPr>
            <p:cNvPr id="9381" name="Oval 14"/>
            <p:cNvSpPr/>
            <p:nvPr/>
          </p:nvSpPr>
          <p:spPr>
            <a:xfrm>
              <a:off x="3298680" y="4795560"/>
              <a:ext cx="413280" cy="417960"/>
            </a:xfrm>
            <a:prstGeom prst="ellipse">
              <a:avLst/>
            </a:prstGeom>
            <a:solidFill>
              <a:srgbClr val="8099cc"/>
            </a:solid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82" name="Rectangle 15"/>
            <p:cNvSpPr/>
            <p:nvPr/>
          </p:nvSpPr>
          <p:spPr>
            <a:xfrm>
              <a:off x="3390840" y="4890240"/>
              <a:ext cx="231480" cy="159840"/>
            </a:xfrm>
            <a:prstGeom prst="rect">
              <a:avLst/>
            </a:prstGeom>
            <a:solidFill>
              <a:srgbClr val="8099cc"/>
            </a:solid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ffffff"/>
                  </a:solidFill>
                  <a:latin typeface="Arial"/>
                </a:rPr>
                <a:t>3 </a:t>
              </a:r>
              <a:endParaRPr b="1" lang="en-US" sz="1100" spc="-1" strike="noStrike">
                <a:solidFill>
                  <a:srgbClr val="000000"/>
                </a:solidFill>
                <a:latin typeface="Arial"/>
              </a:endParaRPr>
            </a:p>
          </p:txBody>
        </p:sp>
        <p:sp>
          <p:nvSpPr>
            <p:cNvPr id="9383" name="Oval 16"/>
            <p:cNvSpPr/>
            <p:nvPr/>
          </p:nvSpPr>
          <p:spPr>
            <a:xfrm>
              <a:off x="2837880" y="3242880"/>
              <a:ext cx="411840" cy="417600"/>
            </a:xfrm>
            <a:prstGeom prst="ellipse">
              <a:avLst/>
            </a:prstGeom>
            <a:solidFill>
              <a:srgbClr val="8099cc"/>
            </a:solidFill>
            <a:ln w="0">
              <a:noFill/>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84" name="Rectangle 17"/>
            <p:cNvSpPr/>
            <p:nvPr/>
          </p:nvSpPr>
          <p:spPr>
            <a:xfrm>
              <a:off x="2938680" y="3344760"/>
              <a:ext cx="231480" cy="159840"/>
            </a:xfrm>
            <a:prstGeom prst="rect">
              <a:avLst/>
            </a:prstGeom>
            <a:solidFill>
              <a:srgbClr val="8099cc"/>
            </a:solidFill>
            <a:ln w="0">
              <a:noFill/>
            </a:ln>
          </p:spPr>
          <p:style>
            <a:lnRef idx="0"/>
            <a:fillRef idx="0"/>
            <a:effectRef idx="0"/>
            <a:fontRef idx="minor"/>
          </p:style>
          <p:txBody>
            <a:bodyPr lIns="0" rIns="0" tIns="0" bIns="0" anchor="t">
              <a:sp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ffffff"/>
                  </a:solidFill>
                  <a:latin typeface="Arial"/>
                </a:rPr>
                <a:t>2 </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38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4B8831-95BE-488F-9C59-1927975F1FC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38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Smile chart</a:t>
            </a:r>
            <a:endParaRPr b="1" lang="en-US" sz="1600" spc="-1" strike="noStrike">
              <a:solidFill>
                <a:srgbClr val="000000"/>
              </a:solidFill>
              <a:latin typeface="Arial"/>
            </a:endParaRPr>
          </a:p>
        </p:txBody>
      </p:sp>
      <p:grpSp>
        <p:nvGrpSpPr>
          <p:cNvPr id="9388" name="Group 3"/>
          <p:cNvGrpSpPr/>
          <p:nvPr/>
        </p:nvGrpSpPr>
        <p:grpSpPr>
          <a:xfrm>
            <a:off x="1781280" y="2170080"/>
            <a:ext cx="5876640" cy="3622680"/>
            <a:chOff x="1781280" y="2170080"/>
            <a:chExt cx="5876640" cy="3622680"/>
          </a:xfrm>
        </p:grpSpPr>
        <p:sp>
          <p:nvSpPr>
            <p:cNvPr id="9389" name="Arc 4"/>
            <p:cNvSpPr/>
            <p:nvPr/>
          </p:nvSpPr>
          <p:spPr>
            <a:xfrm>
              <a:off x="2921040" y="2592000"/>
              <a:ext cx="3123720" cy="2734920"/>
            </a:xfrm>
            <a:prstGeom prst="pie">
              <a:avLst/>
            </a:prstGeom>
            <a:noFill/>
            <a:ln cap="rnd" w="12600">
              <a:solidFill>
                <a:srgbClr val="003366"/>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390" name="Rectangle 5"/>
            <p:cNvSpPr/>
            <p:nvPr/>
          </p:nvSpPr>
          <p:spPr>
            <a:xfrm>
              <a:off x="1781280" y="2170080"/>
              <a:ext cx="205020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Appraise performance and prospects</a:t>
              </a:r>
              <a:r>
                <a:rPr b="0" lang="de-DE" sz="1100" spc="-1" strike="noStrike">
                  <a:solidFill>
                    <a:srgbClr val="091d5d"/>
                  </a:solidFill>
                  <a:latin typeface="Arial"/>
                </a:rPr>
                <a:t> </a:t>
              </a:r>
              <a:endParaRPr b="1" lang="en-US" sz="1100" spc="-1" strike="noStrike">
                <a:solidFill>
                  <a:srgbClr val="000000"/>
                </a:solidFill>
                <a:latin typeface="Arial"/>
              </a:endParaRPr>
            </a:p>
          </p:txBody>
        </p:sp>
        <p:sp>
          <p:nvSpPr>
            <p:cNvPr id="9391" name="Rectangle 6"/>
            <p:cNvSpPr/>
            <p:nvPr/>
          </p:nvSpPr>
          <p:spPr>
            <a:xfrm>
              <a:off x="1781280" y="3053880"/>
              <a:ext cx="81576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Develop strategy</a:t>
              </a:r>
              <a:r>
                <a:rPr b="0" lang="de-DE" sz="1100" spc="-1" strike="noStrike">
                  <a:solidFill>
                    <a:srgbClr val="091d5d"/>
                  </a:solidFill>
                  <a:latin typeface="Arial"/>
                </a:rPr>
                <a:t> </a:t>
              </a:r>
              <a:endParaRPr b="1" lang="en-US" sz="1100" spc="-1" strike="noStrike">
                <a:solidFill>
                  <a:srgbClr val="000000"/>
                </a:solidFill>
                <a:latin typeface="Arial"/>
              </a:endParaRPr>
            </a:p>
          </p:txBody>
        </p:sp>
        <p:sp>
          <p:nvSpPr>
            <p:cNvPr id="9392" name="Rectangle 7"/>
            <p:cNvSpPr/>
            <p:nvPr/>
          </p:nvSpPr>
          <p:spPr>
            <a:xfrm>
              <a:off x="2408040" y="4830480"/>
              <a:ext cx="120456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Redesign</a:t>
              </a:r>
              <a:endParaRPr b="1" lang="en-US" sz="1100" spc="-1" strike="noStrike">
                <a:solidFill>
                  <a:srgbClr val="000000"/>
                </a:solidFill>
                <a:latin typeface="Arial"/>
              </a:endParaRPr>
            </a:p>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pivotal jobs</a:t>
              </a:r>
              <a:r>
                <a:rPr b="0" lang="de-DE" sz="1100" spc="-1" strike="noStrike">
                  <a:solidFill>
                    <a:srgbClr val="091d5d"/>
                  </a:solidFill>
                  <a:latin typeface="Arial"/>
                </a:rPr>
                <a:t> </a:t>
              </a:r>
              <a:endParaRPr b="1" lang="en-US" sz="1100" spc="-1" strike="noStrike">
                <a:solidFill>
                  <a:srgbClr val="000000"/>
                </a:solidFill>
                <a:latin typeface="Arial"/>
              </a:endParaRPr>
            </a:p>
          </p:txBody>
        </p:sp>
        <p:sp>
          <p:nvSpPr>
            <p:cNvPr id="9393" name="Rectangle 8"/>
            <p:cNvSpPr/>
            <p:nvPr/>
          </p:nvSpPr>
          <p:spPr>
            <a:xfrm>
              <a:off x="3870720" y="5473440"/>
              <a:ext cx="146844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Design the skill</a:t>
              </a:r>
              <a:endParaRPr b="1" lang="en-US" sz="1100" spc="-1" strike="noStrike">
                <a:solidFill>
                  <a:srgbClr val="000000"/>
                </a:solidFill>
                <a:latin typeface="Arial"/>
              </a:endParaRPr>
            </a:p>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building process</a:t>
              </a:r>
              <a:r>
                <a:rPr b="0" lang="de-DE" sz="1100" spc="-1" strike="noStrike">
                  <a:solidFill>
                    <a:srgbClr val="091d5d"/>
                  </a:solidFill>
                  <a:latin typeface="Arial"/>
                </a:rPr>
                <a:t> </a:t>
              </a:r>
              <a:endParaRPr b="1" lang="en-US" sz="1100" spc="-1" strike="noStrike">
                <a:solidFill>
                  <a:srgbClr val="000000"/>
                </a:solidFill>
                <a:latin typeface="Arial"/>
              </a:endParaRPr>
            </a:p>
          </p:txBody>
        </p:sp>
        <p:sp>
          <p:nvSpPr>
            <p:cNvPr id="9394" name="Rectangle 9"/>
            <p:cNvSpPr/>
            <p:nvPr/>
          </p:nvSpPr>
          <p:spPr>
            <a:xfrm>
              <a:off x="5796000" y="4816080"/>
              <a:ext cx="140364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Assess change</a:t>
              </a:r>
              <a:endParaRPr b="1" lang="en-US" sz="1100" spc="-1" strike="noStrike">
                <a:solidFill>
                  <a:srgbClr val="000000"/>
                </a:solidFill>
                <a:latin typeface="Arial"/>
              </a:endParaRPr>
            </a:p>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readiness</a:t>
              </a:r>
              <a:r>
                <a:rPr b="0" lang="de-DE" sz="1100" spc="-1" strike="noStrike">
                  <a:solidFill>
                    <a:srgbClr val="091d5d"/>
                  </a:solidFill>
                  <a:latin typeface="Arial"/>
                </a:rPr>
                <a:t> </a:t>
              </a:r>
              <a:endParaRPr b="1" lang="en-US" sz="1100" spc="-1" strike="noStrike">
                <a:solidFill>
                  <a:srgbClr val="000000"/>
                </a:solidFill>
                <a:latin typeface="Arial"/>
              </a:endParaRPr>
            </a:p>
          </p:txBody>
        </p:sp>
        <p:sp>
          <p:nvSpPr>
            <p:cNvPr id="9395" name="Rectangle 10"/>
            <p:cNvSpPr/>
            <p:nvPr/>
          </p:nvSpPr>
          <p:spPr>
            <a:xfrm>
              <a:off x="6210720" y="3565080"/>
              <a:ext cx="144720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Top down</a:t>
              </a:r>
              <a:endParaRPr b="1" lang="en-US" sz="1100" spc="-1" strike="noStrike">
                <a:solidFill>
                  <a:srgbClr val="000000"/>
                </a:solidFill>
                <a:latin typeface="Arial"/>
              </a:endParaRPr>
            </a:p>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action programs</a:t>
              </a:r>
              <a:r>
                <a:rPr b="0" lang="de-DE" sz="1100" spc="-1" strike="noStrike">
                  <a:solidFill>
                    <a:srgbClr val="091d5d"/>
                  </a:solidFill>
                  <a:latin typeface="Arial"/>
                </a:rPr>
                <a:t> </a:t>
              </a:r>
              <a:endParaRPr b="1" lang="en-US" sz="1100" spc="-1" strike="noStrike">
                <a:solidFill>
                  <a:srgbClr val="000000"/>
                </a:solidFill>
                <a:latin typeface="Arial"/>
              </a:endParaRPr>
            </a:p>
          </p:txBody>
        </p:sp>
        <p:sp>
          <p:nvSpPr>
            <p:cNvPr id="9396" name="Rectangle 11"/>
            <p:cNvSpPr/>
            <p:nvPr/>
          </p:nvSpPr>
          <p:spPr>
            <a:xfrm>
              <a:off x="5907600" y="2170080"/>
              <a:ext cx="1460880" cy="319320"/>
            </a:xfrm>
            <a:prstGeom prst="rect">
              <a:avLst/>
            </a:prstGeom>
            <a:noFill/>
            <a:ln w="0">
              <a:noFill/>
            </a:ln>
          </p:spPr>
          <p:style>
            <a:lnRef idx="0"/>
            <a:fillRef idx="0"/>
            <a:effectRef idx="0"/>
            <a:fontRef idx="minor"/>
          </p:style>
          <p:txBody>
            <a:bodyPr lIns="0" rIns="0" tIns="0" bIns="0" anchor="t">
              <a:spAutoFit/>
            </a:bodyPr>
            <a:p>
              <a:pP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Bottom up action programs </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7"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398"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1A46CDA-37E1-49B2-A79E-65BFA0B5C83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399"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Strategic Disciplines</a:t>
            </a:r>
            <a:endParaRPr b="1" lang="en-US" sz="1600" spc="-1" strike="noStrike">
              <a:solidFill>
                <a:srgbClr val="000000"/>
              </a:solidFill>
              <a:latin typeface="Arial"/>
            </a:endParaRPr>
          </a:p>
        </p:txBody>
      </p:sp>
      <p:grpSp>
        <p:nvGrpSpPr>
          <p:cNvPr id="9400" name="Group 37"/>
          <p:cNvGrpSpPr/>
          <p:nvPr/>
        </p:nvGrpSpPr>
        <p:grpSpPr>
          <a:xfrm>
            <a:off x="1832040" y="1663560"/>
            <a:ext cx="5379840" cy="4127760"/>
            <a:chOff x="1832040" y="1663560"/>
            <a:chExt cx="5379840" cy="4127760"/>
          </a:xfrm>
        </p:grpSpPr>
        <p:sp>
          <p:nvSpPr>
            <p:cNvPr id="9401" name="Oval 38"/>
            <p:cNvSpPr/>
            <p:nvPr/>
          </p:nvSpPr>
          <p:spPr>
            <a:xfrm>
              <a:off x="2719440" y="2076480"/>
              <a:ext cx="3732120" cy="3714840"/>
            </a:xfrm>
            <a:prstGeom prst="ellipse">
              <a:avLst/>
            </a:prstGeom>
            <a:solidFill>
              <a:srgbClr val="ffffff"/>
            </a:solidFill>
            <a:ln w="12600">
              <a:solidFill>
                <a:srgbClr val="003399"/>
              </a:solidFill>
              <a:prstDash val="sysDot"/>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02" name="Rectangle 39"/>
            <p:cNvSpPr/>
            <p:nvPr/>
          </p:nvSpPr>
          <p:spPr>
            <a:xfrm>
              <a:off x="1832040" y="5254560"/>
              <a:ext cx="2149560" cy="27792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a:t>
              </a:r>
              <a:endParaRPr b="1" lang="en-US" sz="1100" spc="-1" strike="noStrike">
                <a:solidFill>
                  <a:srgbClr val="000000"/>
                </a:solidFill>
                <a:latin typeface="Arial"/>
              </a:endParaRPr>
            </a:p>
          </p:txBody>
        </p:sp>
        <p:sp>
          <p:nvSpPr>
            <p:cNvPr id="9403" name="Rectangle 40"/>
            <p:cNvSpPr/>
            <p:nvPr/>
          </p:nvSpPr>
          <p:spPr>
            <a:xfrm>
              <a:off x="5064120" y="5254560"/>
              <a:ext cx="2147760" cy="27792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a:t>
              </a:r>
              <a:endParaRPr b="1" lang="en-US" sz="1100" spc="-1" strike="noStrike">
                <a:solidFill>
                  <a:srgbClr val="000000"/>
                </a:solidFill>
                <a:latin typeface="Arial"/>
              </a:endParaRPr>
            </a:p>
          </p:txBody>
        </p:sp>
        <p:sp>
          <p:nvSpPr>
            <p:cNvPr id="9404" name="Line 41"/>
            <p:cNvSpPr/>
            <p:nvPr/>
          </p:nvSpPr>
          <p:spPr>
            <a:xfrm>
              <a:off x="4586400" y="2025720"/>
              <a:ext cx="0" cy="1801800"/>
            </a:xfrm>
            <a:prstGeom prst="line">
              <a:avLst/>
            </a:prstGeom>
            <a:ln w="50760">
              <a:solidFill>
                <a:srgbClr val="003399"/>
              </a:solidFill>
              <a:miter/>
              <a:head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05" name="Line 42"/>
            <p:cNvSpPr/>
            <p:nvPr/>
          </p:nvSpPr>
          <p:spPr>
            <a:xfrm flipH="1">
              <a:off x="3336840" y="3909960"/>
              <a:ext cx="1268640" cy="1263600"/>
            </a:xfrm>
            <a:prstGeom prst="line">
              <a:avLst/>
            </a:prstGeom>
            <a:ln w="50760">
              <a:solidFill>
                <a:srgbClr val="003399"/>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06" name="Line 43"/>
            <p:cNvSpPr/>
            <p:nvPr/>
          </p:nvSpPr>
          <p:spPr>
            <a:xfrm>
              <a:off x="4675320" y="3909960"/>
              <a:ext cx="1182600" cy="1263600"/>
            </a:xfrm>
            <a:prstGeom prst="line">
              <a:avLst/>
            </a:prstGeom>
            <a:ln w="50760">
              <a:solidFill>
                <a:srgbClr val="003399"/>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07" name="Rectangle 44"/>
            <p:cNvSpPr/>
            <p:nvPr/>
          </p:nvSpPr>
          <p:spPr>
            <a:xfrm>
              <a:off x="3511440" y="1663560"/>
              <a:ext cx="2148120" cy="277920"/>
            </a:xfrm>
            <a:prstGeom prst="rect">
              <a:avLst/>
            </a:prstGeom>
            <a:solidFill>
              <a:srgbClr val="8099cc"/>
            </a:solidFill>
            <a:ln w="6480">
              <a:solidFill>
                <a:srgbClr val="8099cc"/>
              </a:solidFill>
              <a:miter/>
            </a:ln>
          </p:spPr>
          <p:style>
            <a:lnRef idx="0"/>
            <a:fillRef idx="0"/>
            <a:effectRef idx="0"/>
            <a:fontRef idx="minor"/>
          </p:style>
          <p:txBody>
            <a:bodyPr lIns="90000" rIns="90000" tIns="91440" bIns="9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ffffff"/>
                  </a:solidFill>
                  <a:latin typeface="Arial"/>
                </a:rPr>
                <a:t>.....</a:t>
              </a:r>
              <a:endParaRPr b="1" lang="en-US" sz="1100" spc="-1" strike="noStrike">
                <a:solidFill>
                  <a:srgbClr val="000000"/>
                </a:solidFill>
                <a:latin typeface="Arial"/>
              </a:endParaRPr>
            </a:p>
          </p:txBody>
        </p:sp>
        <p:sp>
          <p:nvSpPr>
            <p:cNvPr id="9408" name="Oval 45"/>
            <p:cNvSpPr/>
            <p:nvPr/>
          </p:nvSpPr>
          <p:spPr>
            <a:xfrm>
              <a:off x="4524480" y="3813120"/>
              <a:ext cx="190440" cy="20484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ffffff"/>
                  </a:solidFill>
                  <a:latin typeface="Arial"/>
                </a:rPr>
                <a:t>…</a:t>
              </a:r>
              <a:endParaRPr b="1" lang="en-US" sz="1100" spc="-1" strike="noStrike">
                <a:solidFill>
                  <a:srgbClr val="000000"/>
                </a:solidFill>
                <a:latin typeface="Arial"/>
              </a:endParaRPr>
            </a:p>
          </p:txBody>
        </p:sp>
        <p:sp>
          <p:nvSpPr>
            <p:cNvPr id="9409" name="Oval 46"/>
            <p:cNvSpPr/>
            <p:nvPr/>
          </p:nvSpPr>
          <p:spPr>
            <a:xfrm>
              <a:off x="3541680" y="2820960"/>
              <a:ext cx="2087640" cy="2225880"/>
            </a:xfrm>
            <a:prstGeom prst="ellipse">
              <a:avLst/>
            </a:prstGeom>
            <a:solidFill>
              <a:srgbClr val="8099cc"/>
            </a:solidFill>
            <a:ln w="12600">
              <a:solidFill>
                <a:srgbClr val="8099cc"/>
              </a:solidFill>
              <a:prstDash val="sysDot"/>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ffffff"/>
                  </a:solidFill>
                  <a:latin typeface="Arial"/>
                </a:rPr>
                <a:t>…</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41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070ECB9-2FC4-404E-BD7B-69D846EED478}"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41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7S</a:t>
            </a:r>
            <a:endParaRPr b="1" lang="en-US" sz="1600" spc="-1" strike="noStrike">
              <a:solidFill>
                <a:srgbClr val="000000"/>
              </a:solidFill>
              <a:latin typeface="Arial"/>
            </a:endParaRPr>
          </a:p>
        </p:txBody>
      </p:sp>
      <p:grpSp>
        <p:nvGrpSpPr>
          <p:cNvPr id="9413" name="Group 27"/>
          <p:cNvGrpSpPr/>
          <p:nvPr/>
        </p:nvGrpSpPr>
        <p:grpSpPr>
          <a:xfrm>
            <a:off x="2517840" y="1390680"/>
            <a:ext cx="4102200" cy="4711680"/>
            <a:chOff x="2517840" y="1390680"/>
            <a:chExt cx="4102200" cy="4711680"/>
          </a:xfrm>
        </p:grpSpPr>
        <p:sp>
          <p:nvSpPr>
            <p:cNvPr id="9414" name="Line 28"/>
            <p:cNvSpPr/>
            <p:nvPr/>
          </p:nvSpPr>
          <p:spPr>
            <a:xfrm>
              <a:off x="4567320" y="2038320"/>
              <a:ext cx="1374840" cy="24764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15" name="Line 29"/>
            <p:cNvSpPr/>
            <p:nvPr/>
          </p:nvSpPr>
          <p:spPr>
            <a:xfrm flipH="1">
              <a:off x="3165120" y="2038320"/>
              <a:ext cx="1376280" cy="24764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16" name="Line 30"/>
            <p:cNvSpPr/>
            <p:nvPr/>
          </p:nvSpPr>
          <p:spPr>
            <a:xfrm>
              <a:off x="3152880" y="2944800"/>
              <a:ext cx="1373040" cy="24764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17" name="Line 31"/>
            <p:cNvSpPr/>
            <p:nvPr/>
          </p:nvSpPr>
          <p:spPr>
            <a:xfrm flipH="1">
              <a:off x="4592520" y="2944800"/>
              <a:ext cx="1376640" cy="24764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18" name="Line 32"/>
            <p:cNvSpPr/>
            <p:nvPr/>
          </p:nvSpPr>
          <p:spPr>
            <a:xfrm>
              <a:off x="5992920" y="2911320"/>
              <a:ext cx="0" cy="13892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19" name="Line 33"/>
            <p:cNvSpPr/>
            <p:nvPr/>
          </p:nvSpPr>
          <p:spPr>
            <a:xfrm>
              <a:off x="3117960" y="2911320"/>
              <a:ext cx="0" cy="13892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0" name="Line 34"/>
            <p:cNvSpPr/>
            <p:nvPr/>
          </p:nvSpPr>
          <p:spPr>
            <a:xfrm flipH="1">
              <a:off x="3153960" y="2017080"/>
              <a:ext cx="1382760" cy="86508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1" name="Line 35"/>
            <p:cNvSpPr/>
            <p:nvPr/>
          </p:nvSpPr>
          <p:spPr>
            <a:xfrm>
              <a:off x="4565520" y="2017080"/>
              <a:ext cx="1378080" cy="86508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2" name="Line 36"/>
            <p:cNvSpPr/>
            <p:nvPr/>
          </p:nvSpPr>
          <p:spPr>
            <a:xfrm flipH="1" flipV="1">
              <a:off x="3153960" y="4592520"/>
              <a:ext cx="1382760" cy="8654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3" name="Line 37"/>
            <p:cNvSpPr/>
            <p:nvPr/>
          </p:nvSpPr>
          <p:spPr>
            <a:xfrm flipV="1">
              <a:off x="4565520" y="4592520"/>
              <a:ext cx="1378080" cy="8654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4" name="Line 38"/>
            <p:cNvSpPr/>
            <p:nvPr/>
          </p:nvSpPr>
          <p:spPr>
            <a:xfrm flipV="1">
              <a:off x="3165480" y="2892240"/>
              <a:ext cx="2790720" cy="16808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5" name="Line 39"/>
            <p:cNvSpPr/>
            <p:nvPr/>
          </p:nvSpPr>
          <p:spPr>
            <a:xfrm flipH="1" flipV="1">
              <a:off x="3117600" y="2892600"/>
              <a:ext cx="2865240" cy="16905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6" name="Line 40"/>
            <p:cNvSpPr/>
            <p:nvPr/>
          </p:nvSpPr>
          <p:spPr>
            <a:xfrm>
              <a:off x="4565520" y="2463840"/>
              <a:ext cx="0" cy="27795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27" name="Oval 41"/>
            <p:cNvSpPr/>
            <p:nvPr/>
          </p:nvSpPr>
          <p:spPr>
            <a:xfrm>
              <a:off x="2517840" y="2276640"/>
              <a:ext cx="125568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Strategy</a:t>
              </a:r>
              <a:endParaRPr b="1" lang="en-US" sz="1100" spc="-1" strike="noStrike">
                <a:solidFill>
                  <a:srgbClr val="000000"/>
                </a:solidFill>
                <a:latin typeface="Arial"/>
              </a:endParaRPr>
            </a:p>
          </p:txBody>
        </p:sp>
        <p:sp>
          <p:nvSpPr>
            <p:cNvPr id="9428" name="Oval 42"/>
            <p:cNvSpPr/>
            <p:nvPr/>
          </p:nvSpPr>
          <p:spPr>
            <a:xfrm>
              <a:off x="5365800" y="2276640"/>
              <a:ext cx="125424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Skills</a:t>
              </a:r>
              <a:endParaRPr b="1" lang="en-US" sz="1100" spc="-1" strike="noStrike">
                <a:solidFill>
                  <a:srgbClr val="000000"/>
                </a:solidFill>
                <a:latin typeface="Arial"/>
              </a:endParaRPr>
            </a:p>
          </p:txBody>
        </p:sp>
        <p:sp>
          <p:nvSpPr>
            <p:cNvPr id="9429" name="Oval 43"/>
            <p:cNvSpPr/>
            <p:nvPr/>
          </p:nvSpPr>
          <p:spPr>
            <a:xfrm>
              <a:off x="5365800" y="3951360"/>
              <a:ext cx="125424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Systems</a:t>
              </a:r>
              <a:endParaRPr b="1" lang="en-US" sz="1100" spc="-1" strike="noStrike">
                <a:solidFill>
                  <a:srgbClr val="000000"/>
                </a:solidFill>
                <a:latin typeface="Arial"/>
              </a:endParaRPr>
            </a:p>
          </p:txBody>
        </p:sp>
        <p:sp>
          <p:nvSpPr>
            <p:cNvPr id="9430" name="Oval 44"/>
            <p:cNvSpPr/>
            <p:nvPr/>
          </p:nvSpPr>
          <p:spPr>
            <a:xfrm>
              <a:off x="2533680" y="3951360"/>
              <a:ext cx="125424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Staff</a:t>
              </a:r>
              <a:endParaRPr b="1" lang="en-US" sz="1100" spc="-1" strike="noStrike">
                <a:solidFill>
                  <a:srgbClr val="000000"/>
                </a:solidFill>
                <a:latin typeface="Arial"/>
              </a:endParaRPr>
            </a:p>
          </p:txBody>
        </p:sp>
        <p:sp>
          <p:nvSpPr>
            <p:cNvPr id="9431" name="Oval 45"/>
            <p:cNvSpPr/>
            <p:nvPr/>
          </p:nvSpPr>
          <p:spPr>
            <a:xfrm>
              <a:off x="3941640" y="3090960"/>
              <a:ext cx="125568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Shared </a:t>
              </a:r>
              <a:endParaRPr b="1" lang="en-US" sz="1100" spc="-1" strike="noStrike">
                <a:solidFill>
                  <a:srgbClr val="000000"/>
                </a:solidFill>
                <a:latin typeface="Arial"/>
              </a:endParaRPr>
            </a:p>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values</a:t>
              </a:r>
              <a:endParaRPr b="1" lang="en-US" sz="1100" spc="-1" strike="noStrike">
                <a:solidFill>
                  <a:srgbClr val="000000"/>
                </a:solidFill>
                <a:latin typeface="Arial"/>
              </a:endParaRPr>
            </a:p>
          </p:txBody>
        </p:sp>
        <p:sp>
          <p:nvSpPr>
            <p:cNvPr id="9432" name="Oval 46"/>
            <p:cNvSpPr/>
            <p:nvPr/>
          </p:nvSpPr>
          <p:spPr>
            <a:xfrm>
              <a:off x="3941640" y="4838760"/>
              <a:ext cx="125568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Structure</a:t>
              </a:r>
              <a:endParaRPr b="1" lang="en-US" sz="1100" spc="-1" strike="noStrike">
                <a:solidFill>
                  <a:srgbClr val="000000"/>
                </a:solidFill>
                <a:latin typeface="Arial"/>
              </a:endParaRPr>
            </a:p>
          </p:txBody>
        </p:sp>
        <p:sp>
          <p:nvSpPr>
            <p:cNvPr id="9433" name="Oval 47"/>
            <p:cNvSpPr/>
            <p:nvPr/>
          </p:nvSpPr>
          <p:spPr>
            <a:xfrm>
              <a:off x="3941640" y="1390680"/>
              <a:ext cx="1255680" cy="126360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912960"/>
                  <a:tab algn="l" pos="1825560"/>
                  <a:tab algn="l" pos="2738520"/>
                  <a:tab algn="l" pos="3651120"/>
                  <a:tab algn="l" pos="4564080"/>
                  <a:tab algn="l" pos="5477040"/>
                  <a:tab algn="l" pos="6389640"/>
                  <a:tab algn="l" pos="7302600"/>
                  <a:tab algn="l" pos="8215200"/>
                  <a:tab algn="l" pos="9128160"/>
                  <a:tab algn="l" pos="10040760"/>
                  <a:tab algn="l" pos="10953720"/>
                </a:tabLst>
              </a:pPr>
              <a:r>
                <a:rPr b="0" lang="de-DE" sz="1100" spc="-1" strike="noStrike">
                  <a:solidFill>
                    <a:srgbClr val="000000"/>
                  </a:solidFill>
                  <a:latin typeface="Arial"/>
                </a:rPr>
                <a:t>Style</a:t>
              </a:r>
              <a:endParaRPr b="1" lang="en-US" sz="1100" spc="-1" strike="noStrike">
                <a:solidFill>
                  <a:srgbClr val="000000"/>
                </a:solidFill>
                <a:latin typeface="Arial"/>
              </a:endParaRPr>
            </a:p>
          </p:txBody>
        </p:sp>
        <p:sp>
          <p:nvSpPr>
            <p:cNvPr id="9434" name="Line 48"/>
            <p:cNvSpPr/>
            <p:nvPr/>
          </p:nvSpPr>
          <p:spPr>
            <a:xfrm>
              <a:off x="3782880" y="4583160"/>
              <a:ext cx="1582920" cy="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p:sld>
</file>

<file path=ppt/slides/slide2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43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F53DD1F-5D37-4301-B043-775F1F3F6725}"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43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3Cs triangle</a:t>
            </a:r>
            <a:endParaRPr b="1" lang="en-US" sz="1600" spc="-1" strike="noStrike">
              <a:solidFill>
                <a:srgbClr val="000000"/>
              </a:solidFill>
              <a:latin typeface="Arial"/>
            </a:endParaRPr>
          </a:p>
        </p:txBody>
      </p:sp>
      <p:grpSp>
        <p:nvGrpSpPr>
          <p:cNvPr id="9438" name="Group 3"/>
          <p:cNvGrpSpPr/>
          <p:nvPr/>
        </p:nvGrpSpPr>
        <p:grpSpPr>
          <a:xfrm>
            <a:off x="2008080" y="1300320"/>
            <a:ext cx="5163840" cy="4890960"/>
            <a:chOff x="2008080" y="1300320"/>
            <a:chExt cx="5163840" cy="4890960"/>
          </a:xfrm>
        </p:grpSpPr>
        <p:sp>
          <p:nvSpPr>
            <p:cNvPr id="9439" name="Line 4"/>
            <p:cNvSpPr/>
            <p:nvPr/>
          </p:nvSpPr>
          <p:spPr>
            <a:xfrm>
              <a:off x="3152880" y="5048280"/>
              <a:ext cx="1224000" cy="477720"/>
            </a:xfrm>
            <a:prstGeom prst="line">
              <a:avLst/>
            </a:prstGeom>
            <a:ln w="12600">
              <a:solidFill>
                <a:srgbClr val="003399"/>
              </a:solidFill>
              <a:miter/>
              <a:head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0" name="Line 5"/>
            <p:cNvSpPr/>
            <p:nvPr/>
          </p:nvSpPr>
          <p:spPr>
            <a:xfrm flipV="1">
              <a:off x="4716000" y="5032080"/>
              <a:ext cx="1292760" cy="555480"/>
            </a:xfrm>
            <a:prstGeom prst="line">
              <a:avLst/>
            </a:prstGeom>
            <a:ln w="12600">
              <a:solidFill>
                <a:srgbClr val="003399"/>
              </a:solidFill>
              <a:miter/>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1" name="Line 6"/>
            <p:cNvSpPr/>
            <p:nvPr/>
          </p:nvSpPr>
          <p:spPr>
            <a:xfrm flipH="1">
              <a:off x="2721600" y="3930480"/>
              <a:ext cx="1208880" cy="739800"/>
            </a:xfrm>
            <a:prstGeom prst="line">
              <a:avLst/>
            </a:prstGeom>
            <a:ln w="12600">
              <a:solidFill>
                <a:srgbClr val="003399"/>
              </a:solidFill>
              <a:miter/>
              <a:head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2" name="Line 7"/>
            <p:cNvSpPr/>
            <p:nvPr/>
          </p:nvSpPr>
          <p:spPr>
            <a:xfrm flipH="1" flipV="1">
              <a:off x="5267520" y="3890520"/>
              <a:ext cx="1272960" cy="723960"/>
            </a:xfrm>
            <a:prstGeom prst="line">
              <a:avLst/>
            </a:prstGeom>
            <a:ln w="12600">
              <a:solidFill>
                <a:srgbClr val="003399"/>
              </a:solidFill>
              <a:miter/>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3" name="Line 8"/>
            <p:cNvSpPr/>
            <p:nvPr/>
          </p:nvSpPr>
          <p:spPr>
            <a:xfrm>
              <a:off x="4584960" y="1893960"/>
              <a:ext cx="0" cy="1592280"/>
            </a:xfrm>
            <a:prstGeom prst="line">
              <a:avLst/>
            </a:prstGeom>
            <a:ln w="12600">
              <a:solidFill>
                <a:srgbClr val="091d5d"/>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4" name="Oval 9"/>
            <p:cNvSpPr/>
            <p:nvPr/>
          </p:nvSpPr>
          <p:spPr>
            <a:xfrm>
              <a:off x="3948840" y="1300320"/>
              <a:ext cx="1262160" cy="125712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Customer</a:t>
              </a:r>
              <a:endParaRPr b="1" lang="en-US" sz="1100" spc="-1" strike="noStrike">
                <a:solidFill>
                  <a:srgbClr val="000000"/>
                </a:solidFill>
                <a:latin typeface="Arial"/>
              </a:endParaRPr>
            </a:p>
          </p:txBody>
        </p:sp>
        <p:sp>
          <p:nvSpPr>
            <p:cNvPr id="9445" name="Oval 10"/>
            <p:cNvSpPr/>
            <p:nvPr/>
          </p:nvSpPr>
          <p:spPr>
            <a:xfrm>
              <a:off x="2008080" y="4002120"/>
              <a:ext cx="1245600" cy="125712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Clients</a:t>
              </a:r>
              <a:endParaRPr b="1" lang="en-US" sz="1100" spc="-1" strike="noStrike">
                <a:solidFill>
                  <a:srgbClr val="000000"/>
                </a:solidFill>
                <a:latin typeface="Arial"/>
              </a:endParaRPr>
            </a:p>
          </p:txBody>
        </p:sp>
        <p:sp>
          <p:nvSpPr>
            <p:cNvPr id="9446" name="Line 11"/>
            <p:cNvSpPr/>
            <p:nvPr/>
          </p:nvSpPr>
          <p:spPr>
            <a:xfrm flipH="1">
              <a:off x="2912040" y="2419200"/>
              <a:ext cx="1120320" cy="1557360"/>
            </a:xfrm>
            <a:prstGeom prst="line">
              <a:avLst/>
            </a:prstGeom>
            <a:ln w="12600">
              <a:solidFill>
                <a:srgbClr val="003399"/>
              </a:solidFill>
              <a:miter/>
              <a:headEnd len="lg" type="triangle" w="med"/>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7" name="Line 12"/>
            <p:cNvSpPr/>
            <p:nvPr/>
          </p:nvSpPr>
          <p:spPr>
            <a:xfrm>
              <a:off x="5162400" y="2411280"/>
              <a:ext cx="1136880" cy="1573200"/>
            </a:xfrm>
            <a:prstGeom prst="line">
              <a:avLst/>
            </a:prstGeom>
            <a:ln w="12600">
              <a:solidFill>
                <a:srgbClr val="003399"/>
              </a:solidFill>
              <a:miter/>
              <a:headEnd len="lg" type="triangle" w="med"/>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48" name="Oval 13"/>
            <p:cNvSpPr/>
            <p:nvPr/>
          </p:nvSpPr>
          <p:spPr>
            <a:xfrm>
              <a:off x="3948840" y="3036960"/>
              <a:ext cx="1263600" cy="125892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Distributors</a:t>
              </a:r>
              <a:endParaRPr b="1" lang="en-US" sz="1100" spc="-1" strike="noStrike">
                <a:solidFill>
                  <a:srgbClr val="000000"/>
                </a:solidFill>
                <a:latin typeface="Arial"/>
              </a:endParaRPr>
            </a:p>
          </p:txBody>
        </p:sp>
        <p:sp>
          <p:nvSpPr>
            <p:cNvPr id="9449" name="Oval 14"/>
            <p:cNvSpPr/>
            <p:nvPr/>
          </p:nvSpPr>
          <p:spPr>
            <a:xfrm>
              <a:off x="5926320" y="4002120"/>
              <a:ext cx="1245600" cy="125712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Competitors</a:t>
              </a:r>
              <a:endParaRPr b="1" lang="en-US" sz="1100" spc="-1" strike="noStrike">
                <a:solidFill>
                  <a:srgbClr val="000000"/>
                </a:solidFill>
                <a:latin typeface="Arial"/>
              </a:endParaRPr>
            </a:p>
          </p:txBody>
        </p:sp>
        <p:sp>
          <p:nvSpPr>
            <p:cNvPr id="9450" name="Oval 15"/>
            <p:cNvSpPr/>
            <p:nvPr/>
          </p:nvSpPr>
          <p:spPr>
            <a:xfrm>
              <a:off x="3947400" y="4933800"/>
              <a:ext cx="1263960" cy="1257480"/>
            </a:xfrm>
            <a:prstGeom prst="ellipse">
              <a:avLst/>
            </a:prstGeom>
            <a:solidFill>
              <a:srgbClr val="8099cc"/>
            </a:solidFill>
            <a:ln w="0">
              <a:noFill/>
            </a:ln>
          </p:spPr>
          <p:style>
            <a:lnRef idx="0"/>
            <a:fillRef idx="0"/>
            <a:effectRef idx="0"/>
            <a:fontRef idx="minor"/>
          </p:style>
          <p:txBody>
            <a:bodyPr wrap="none" lIns="0" rIns="0" tIns="0" bIns="0" anchor="ctr">
              <a:noAutofit/>
            </a:bodyPr>
            <a:p>
              <a:pPr algn="ct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Suppliers</a:t>
              </a:r>
              <a:endParaRPr b="1" lang="en-US" sz="1100" spc="-1" strike="noStrike">
                <a:solidFill>
                  <a:srgbClr val="000000"/>
                </a:solidFill>
                <a:latin typeface="Arial"/>
              </a:endParaRPr>
            </a:p>
          </p:txBody>
        </p:sp>
        <p:sp>
          <p:nvSpPr>
            <p:cNvPr id="9451" name="Line 16"/>
            <p:cNvSpPr/>
            <p:nvPr/>
          </p:nvSpPr>
          <p:spPr>
            <a:xfrm flipH="1">
              <a:off x="3313080" y="4648320"/>
              <a:ext cx="2556720" cy="0"/>
            </a:xfrm>
            <a:prstGeom prst="line">
              <a:avLst/>
            </a:prstGeom>
            <a:ln w="12600">
              <a:solidFill>
                <a:srgbClr val="003399"/>
              </a:solidFill>
              <a:miter/>
              <a:headEnd len="lg" type="triangle" w="med"/>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p:sld>
</file>

<file path=ppt/slides/slide3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45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5B9507-763B-47E3-A774-B6D67D93509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45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770040"/>
                <a:tab algn="l" pos="1539720"/>
                <a:tab algn="l" pos="2309760"/>
                <a:tab algn="l" pos="3079800"/>
                <a:tab algn="l" pos="3849840"/>
                <a:tab algn="l" pos="4619520"/>
                <a:tab algn="l" pos="5389560"/>
                <a:tab algn="l" pos="6159600"/>
                <a:tab algn="l" pos="6929280"/>
                <a:tab algn="l" pos="7699320"/>
                <a:tab algn="l" pos="8469360"/>
                <a:tab algn="l" pos="9239400"/>
                <a:tab algn="l" pos="10009080"/>
                <a:tab algn="l" pos="10779120"/>
              </a:tabLst>
            </a:pPr>
            <a:r>
              <a:rPr b="1" lang="de-DE" sz="1600" spc="-1" strike="noStrike">
                <a:solidFill>
                  <a:srgbClr val="000000"/>
                </a:solidFill>
                <a:latin typeface="Arial"/>
                <a:ea typeface="ＭＳ Ｐゴシック"/>
              </a:rPr>
              <a:t>Value creation</a:t>
            </a:r>
            <a:endParaRPr b="1" lang="en-US" sz="1600" spc="-1" strike="noStrike">
              <a:solidFill>
                <a:srgbClr val="000000"/>
              </a:solidFill>
              <a:latin typeface="Arial"/>
            </a:endParaRPr>
          </a:p>
        </p:txBody>
      </p:sp>
      <p:grpSp>
        <p:nvGrpSpPr>
          <p:cNvPr id="9455" name="Group 3"/>
          <p:cNvGrpSpPr/>
          <p:nvPr/>
        </p:nvGrpSpPr>
        <p:grpSpPr>
          <a:xfrm>
            <a:off x="1944720" y="1566720"/>
            <a:ext cx="5246280" cy="4297680"/>
            <a:chOff x="1944720" y="1566720"/>
            <a:chExt cx="5246280" cy="4297680"/>
          </a:xfrm>
        </p:grpSpPr>
        <p:sp>
          <p:nvSpPr>
            <p:cNvPr id="9456" name="Line 4"/>
            <p:cNvSpPr/>
            <p:nvPr/>
          </p:nvSpPr>
          <p:spPr>
            <a:xfrm>
              <a:off x="4619880" y="3459240"/>
              <a:ext cx="0" cy="197964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57" name="Line 5"/>
            <p:cNvSpPr/>
            <p:nvPr/>
          </p:nvSpPr>
          <p:spPr>
            <a:xfrm>
              <a:off x="2936160" y="2382840"/>
              <a:ext cx="3183480" cy="213372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58" name="Line 6"/>
            <p:cNvSpPr/>
            <p:nvPr/>
          </p:nvSpPr>
          <p:spPr>
            <a:xfrm flipV="1">
              <a:off x="2936160" y="2383920"/>
              <a:ext cx="3183480" cy="2135160"/>
            </a:xfrm>
            <a:prstGeom prst="line">
              <a:avLst/>
            </a:prstGeom>
            <a:ln w="12600">
              <a:solidFill>
                <a:srgbClr val="003399"/>
              </a:solidFill>
              <a:miter/>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59" name="Oval 7"/>
            <p:cNvSpPr/>
            <p:nvPr/>
          </p:nvSpPr>
          <p:spPr>
            <a:xfrm>
              <a:off x="3669120" y="2784600"/>
              <a:ext cx="1913400" cy="1073160"/>
            </a:xfrm>
            <a:prstGeom prst="ellipse">
              <a:avLst/>
            </a:prstGeom>
            <a:solidFill>
              <a:srgbClr val="8099cc"/>
            </a:solidFill>
            <a:ln w="0">
              <a:noFill/>
            </a:ln>
          </p:spPr>
          <p:style>
            <a:lnRef idx="0"/>
            <a:fillRef idx="0"/>
            <a:effectRef idx="0"/>
            <a:fontRef idx="minor"/>
          </p:style>
          <p:txBody>
            <a:bodyPr lIns="0" rIns="0" tIns="0" bIns="0" anchor="ctr">
              <a:noAutofit/>
            </a:bodyPr>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Maximize</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shareholder</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value</a:t>
              </a:r>
              <a:endParaRPr b="1" lang="en-US" sz="1100" spc="-1" strike="noStrike">
                <a:solidFill>
                  <a:srgbClr val="000000"/>
                </a:solidFill>
                <a:latin typeface="Arial"/>
              </a:endParaRPr>
            </a:p>
          </p:txBody>
        </p:sp>
        <p:sp>
          <p:nvSpPr>
            <p:cNvPr id="9460" name="Oval 8"/>
            <p:cNvSpPr/>
            <p:nvPr/>
          </p:nvSpPr>
          <p:spPr>
            <a:xfrm>
              <a:off x="3664800" y="4795920"/>
              <a:ext cx="1913400" cy="1068480"/>
            </a:xfrm>
            <a:prstGeom prst="ellipse">
              <a:avLst/>
            </a:prstGeom>
            <a:solidFill>
              <a:srgbClr val="8099cc"/>
            </a:solidFill>
            <a:ln w="0">
              <a:noFill/>
            </a:ln>
          </p:spPr>
          <p:style>
            <a:lnRef idx="0"/>
            <a:fillRef idx="0"/>
            <a:effectRef idx="0"/>
            <a:fontRef idx="minor"/>
          </p:style>
          <p:txBody>
            <a:bodyPr lIns="0" rIns="0" tIns="0" bIns="0" anchor="ctr">
              <a:noAutofit/>
            </a:bodyPr>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Grow</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through</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cultural</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initiative</a:t>
              </a:r>
              <a:endParaRPr b="1" lang="en-US" sz="1100" spc="-1" strike="noStrike">
                <a:solidFill>
                  <a:srgbClr val="000000"/>
                </a:solidFill>
                <a:latin typeface="Arial"/>
              </a:endParaRPr>
            </a:p>
          </p:txBody>
        </p:sp>
        <p:sp>
          <p:nvSpPr>
            <p:cNvPr id="9461" name="Oval 9"/>
            <p:cNvSpPr/>
            <p:nvPr/>
          </p:nvSpPr>
          <p:spPr>
            <a:xfrm>
              <a:off x="5264280" y="1566720"/>
              <a:ext cx="1926720" cy="1071720"/>
            </a:xfrm>
            <a:prstGeom prst="ellipse">
              <a:avLst/>
            </a:prstGeom>
            <a:solidFill>
              <a:srgbClr val="8099cc"/>
            </a:solidFill>
            <a:ln w="0">
              <a:noFill/>
            </a:ln>
          </p:spPr>
          <p:style>
            <a:lnRef idx="0"/>
            <a:fillRef idx="0"/>
            <a:effectRef idx="0"/>
            <a:fontRef idx="minor"/>
          </p:style>
          <p:txBody>
            <a:bodyPr lIns="0" rIns="0" tIns="0" bIns="0" anchor="ctr">
              <a:noAutofit/>
            </a:bodyPr>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Redeploy</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assets</a:t>
              </a:r>
              <a:endParaRPr b="1" lang="en-US" sz="1100" spc="-1" strike="noStrike">
                <a:solidFill>
                  <a:srgbClr val="000000"/>
                </a:solidFill>
                <a:latin typeface="Arial"/>
              </a:endParaRPr>
            </a:p>
          </p:txBody>
        </p:sp>
        <p:sp>
          <p:nvSpPr>
            <p:cNvPr id="9462" name="Oval 10"/>
            <p:cNvSpPr/>
            <p:nvPr/>
          </p:nvSpPr>
          <p:spPr>
            <a:xfrm>
              <a:off x="1944720" y="1566720"/>
              <a:ext cx="1926720" cy="1071720"/>
            </a:xfrm>
            <a:prstGeom prst="ellipse">
              <a:avLst/>
            </a:prstGeom>
            <a:solidFill>
              <a:srgbClr val="8099cc"/>
            </a:solidFill>
            <a:ln w="0">
              <a:noFill/>
            </a:ln>
          </p:spPr>
          <p:style>
            <a:lnRef idx="0"/>
            <a:fillRef idx="0"/>
            <a:effectRef idx="0"/>
            <a:fontRef idx="minor"/>
          </p:style>
          <p:txBody>
            <a:bodyPr lIns="0" rIns="0" tIns="0" bIns="0" anchor="ctr">
              <a:noAutofit/>
            </a:bodyPr>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Improve core</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business</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performance</a:t>
              </a:r>
              <a:endParaRPr b="1" lang="en-US" sz="1100" spc="-1" strike="noStrike">
                <a:solidFill>
                  <a:srgbClr val="000000"/>
                </a:solidFill>
                <a:latin typeface="Arial"/>
              </a:endParaRPr>
            </a:p>
          </p:txBody>
        </p:sp>
        <p:sp>
          <p:nvSpPr>
            <p:cNvPr id="9463" name="Oval 11"/>
            <p:cNvSpPr/>
            <p:nvPr/>
          </p:nvSpPr>
          <p:spPr>
            <a:xfrm>
              <a:off x="5268600" y="4198680"/>
              <a:ext cx="1922400" cy="676800"/>
            </a:xfrm>
            <a:prstGeom prst="ellipse">
              <a:avLst/>
            </a:prstGeom>
            <a:solidFill>
              <a:srgbClr val="8099cc"/>
            </a:solidFill>
            <a:ln w="0">
              <a:noFill/>
            </a:ln>
          </p:spPr>
          <p:style>
            <a:lnRef idx="0"/>
            <a:fillRef idx="0"/>
            <a:effectRef idx="0"/>
            <a:fontRef idx="minor"/>
          </p:style>
          <p:txBody>
            <a:bodyPr lIns="0" rIns="0" tIns="0" bIns="0" anchor="ctr">
              <a:spAutoFit/>
            </a:bodyPr>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Grow through</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acquisition</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and/or merger</a:t>
              </a:r>
              <a:endParaRPr b="1" lang="en-US" sz="1100" spc="-1" strike="noStrike">
                <a:solidFill>
                  <a:srgbClr val="000000"/>
                </a:solidFill>
                <a:latin typeface="Arial"/>
              </a:endParaRPr>
            </a:p>
          </p:txBody>
        </p:sp>
        <p:sp>
          <p:nvSpPr>
            <p:cNvPr id="9464" name="Oval 12"/>
            <p:cNvSpPr/>
            <p:nvPr/>
          </p:nvSpPr>
          <p:spPr>
            <a:xfrm>
              <a:off x="1944720" y="4003560"/>
              <a:ext cx="1926720" cy="1071720"/>
            </a:xfrm>
            <a:prstGeom prst="ellipse">
              <a:avLst/>
            </a:prstGeom>
            <a:solidFill>
              <a:srgbClr val="8099cc"/>
            </a:solidFill>
            <a:ln w="0">
              <a:noFill/>
            </a:ln>
          </p:spPr>
          <p:style>
            <a:lnRef idx="0"/>
            <a:fillRef idx="0"/>
            <a:effectRef idx="0"/>
            <a:fontRef idx="minor"/>
          </p:style>
          <p:txBody>
            <a:bodyPr lIns="0" rIns="0" tIns="0" bIns="0" anchor="ctr">
              <a:noAutofit/>
            </a:bodyPr>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Adopt sound</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financing</a:t>
              </a:r>
              <a:endParaRPr b="1" lang="en-US" sz="1100" spc="-1" strike="noStrike">
                <a:solidFill>
                  <a:srgbClr val="000000"/>
                </a:solidFill>
                <a:latin typeface="Arial"/>
              </a:endParaRPr>
            </a:p>
            <a:p>
              <a:pPr algn="ctr">
                <a:lnSpc>
                  <a:spcPct val="95000"/>
                </a:lnSpc>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approach</a:t>
              </a:r>
              <a:endParaRPr b="1" lang="en-US" sz="1100" spc="-1" strike="noStrike">
                <a:solidFill>
                  <a:srgbClr val="000000"/>
                </a:solidFill>
                <a:latin typeface="Arial"/>
              </a:endParaRPr>
            </a:p>
          </p:txBody>
        </p:sp>
      </p:grpSp>
    </p:spTree>
  </p:cSld>
</p:sld>
</file>

<file path=ppt/slides/slide3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46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849B5E-E6A5-4D53-A19D-B2787DFBCB9F}"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46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Activity Map - Generic</a:t>
            </a:r>
            <a:endParaRPr b="1" lang="en-US" sz="1600" spc="-1" strike="noStrike">
              <a:solidFill>
                <a:srgbClr val="000000"/>
              </a:solidFill>
              <a:latin typeface="Arial"/>
            </a:endParaRPr>
          </a:p>
        </p:txBody>
      </p:sp>
      <p:sp>
        <p:nvSpPr>
          <p:cNvPr id="9468" name="Text Box 3"/>
          <p:cNvSpPr/>
          <p:nvPr/>
        </p:nvSpPr>
        <p:spPr>
          <a:xfrm>
            <a:off x="830160" y="20890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469" name="Rectangle 4"/>
          <p:cNvSpPr/>
          <p:nvPr/>
        </p:nvSpPr>
        <p:spPr>
          <a:xfrm>
            <a:off x="1581120" y="2147760"/>
            <a:ext cx="5986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0" name="Rectangle 5"/>
          <p:cNvSpPr/>
          <p:nvPr/>
        </p:nvSpPr>
        <p:spPr>
          <a:xfrm>
            <a:off x="2457360" y="2147760"/>
            <a:ext cx="5986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1" name="Rectangle 6"/>
          <p:cNvSpPr/>
          <p:nvPr/>
        </p:nvSpPr>
        <p:spPr>
          <a:xfrm>
            <a:off x="3335400" y="2147760"/>
            <a:ext cx="598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2" name="Rectangle 7"/>
          <p:cNvSpPr/>
          <p:nvPr/>
        </p:nvSpPr>
        <p:spPr>
          <a:xfrm>
            <a:off x="4213080" y="2147760"/>
            <a:ext cx="5968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3" name="Rectangle 8"/>
          <p:cNvSpPr/>
          <p:nvPr/>
        </p:nvSpPr>
        <p:spPr>
          <a:xfrm>
            <a:off x="5091120" y="2147760"/>
            <a:ext cx="5968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4" name="Rectangle 9"/>
          <p:cNvSpPr/>
          <p:nvPr/>
        </p:nvSpPr>
        <p:spPr>
          <a:xfrm>
            <a:off x="5969160" y="2147760"/>
            <a:ext cx="5968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5" name="Text Box 10"/>
          <p:cNvSpPr/>
          <p:nvPr/>
        </p:nvSpPr>
        <p:spPr>
          <a:xfrm>
            <a:off x="830160" y="263844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476" name="Rectangle 11"/>
          <p:cNvSpPr/>
          <p:nvPr/>
        </p:nvSpPr>
        <p:spPr>
          <a:xfrm>
            <a:off x="1581120" y="2697120"/>
            <a:ext cx="5986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7" name="Rectangle 12"/>
          <p:cNvSpPr/>
          <p:nvPr/>
        </p:nvSpPr>
        <p:spPr>
          <a:xfrm>
            <a:off x="2457360" y="2697120"/>
            <a:ext cx="5986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8" name="Rectangle 13"/>
          <p:cNvSpPr/>
          <p:nvPr/>
        </p:nvSpPr>
        <p:spPr>
          <a:xfrm>
            <a:off x="3335400" y="2697120"/>
            <a:ext cx="59832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79" name="Rectangle 14"/>
          <p:cNvSpPr/>
          <p:nvPr/>
        </p:nvSpPr>
        <p:spPr>
          <a:xfrm>
            <a:off x="4213080" y="269712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0" name="Rectangle 15"/>
          <p:cNvSpPr/>
          <p:nvPr/>
        </p:nvSpPr>
        <p:spPr>
          <a:xfrm>
            <a:off x="5091120" y="269712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1" name="Rectangle 16"/>
          <p:cNvSpPr/>
          <p:nvPr/>
        </p:nvSpPr>
        <p:spPr>
          <a:xfrm>
            <a:off x="5969160" y="269712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2" name="Text Box 17"/>
          <p:cNvSpPr/>
          <p:nvPr/>
        </p:nvSpPr>
        <p:spPr>
          <a:xfrm>
            <a:off x="830160" y="318780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483" name="Rectangle 18"/>
          <p:cNvSpPr/>
          <p:nvPr/>
        </p:nvSpPr>
        <p:spPr>
          <a:xfrm>
            <a:off x="1581120" y="3246480"/>
            <a:ext cx="5986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4" name="Rectangle 19"/>
          <p:cNvSpPr/>
          <p:nvPr/>
        </p:nvSpPr>
        <p:spPr>
          <a:xfrm>
            <a:off x="2457360" y="3246480"/>
            <a:ext cx="5986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5" name="Rectangle 20"/>
          <p:cNvSpPr/>
          <p:nvPr/>
        </p:nvSpPr>
        <p:spPr>
          <a:xfrm>
            <a:off x="3335400" y="3246480"/>
            <a:ext cx="598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6" name="Rectangle 21"/>
          <p:cNvSpPr/>
          <p:nvPr/>
        </p:nvSpPr>
        <p:spPr>
          <a:xfrm>
            <a:off x="4213080" y="3246480"/>
            <a:ext cx="5968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7" name="Rectangle 22"/>
          <p:cNvSpPr/>
          <p:nvPr/>
        </p:nvSpPr>
        <p:spPr>
          <a:xfrm>
            <a:off x="5091120" y="3246480"/>
            <a:ext cx="5968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8" name="Rectangle 23"/>
          <p:cNvSpPr/>
          <p:nvPr/>
        </p:nvSpPr>
        <p:spPr>
          <a:xfrm>
            <a:off x="5969160" y="324648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89" name="Text Box 24"/>
          <p:cNvSpPr/>
          <p:nvPr/>
        </p:nvSpPr>
        <p:spPr>
          <a:xfrm>
            <a:off x="830160" y="373680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490" name="Rectangle 25"/>
          <p:cNvSpPr/>
          <p:nvPr/>
        </p:nvSpPr>
        <p:spPr>
          <a:xfrm>
            <a:off x="1581120" y="3795840"/>
            <a:ext cx="59868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1" name="Rectangle 26"/>
          <p:cNvSpPr/>
          <p:nvPr/>
        </p:nvSpPr>
        <p:spPr>
          <a:xfrm>
            <a:off x="2457360" y="3795840"/>
            <a:ext cx="598680" cy="2156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2" name="Rectangle 27"/>
          <p:cNvSpPr/>
          <p:nvPr/>
        </p:nvSpPr>
        <p:spPr>
          <a:xfrm>
            <a:off x="3335400" y="3795840"/>
            <a:ext cx="59832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3" name="Rectangle 28"/>
          <p:cNvSpPr/>
          <p:nvPr/>
        </p:nvSpPr>
        <p:spPr>
          <a:xfrm>
            <a:off x="4213080" y="3795840"/>
            <a:ext cx="596880" cy="2156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4" name="Rectangle 29"/>
          <p:cNvSpPr/>
          <p:nvPr/>
        </p:nvSpPr>
        <p:spPr>
          <a:xfrm>
            <a:off x="5091120" y="3795840"/>
            <a:ext cx="59688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5" name="Rectangle 30"/>
          <p:cNvSpPr/>
          <p:nvPr/>
        </p:nvSpPr>
        <p:spPr>
          <a:xfrm>
            <a:off x="5969160" y="3795840"/>
            <a:ext cx="59688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6" name="Text Box 31"/>
          <p:cNvSpPr/>
          <p:nvPr/>
        </p:nvSpPr>
        <p:spPr>
          <a:xfrm>
            <a:off x="830160" y="428616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497" name="Rectangle 32"/>
          <p:cNvSpPr/>
          <p:nvPr/>
        </p:nvSpPr>
        <p:spPr>
          <a:xfrm>
            <a:off x="1581120" y="4344840"/>
            <a:ext cx="5986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8" name="Rectangle 33"/>
          <p:cNvSpPr/>
          <p:nvPr/>
        </p:nvSpPr>
        <p:spPr>
          <a:xfrm>
            <a:off x="2457360" y="4344840"/>
            <a:ext cx="598680" cy="216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499" name="Rectangle 34"/>
          <p:cNvSpPr/>
          <p:nvPr/>
        </p:nvSpPr>
        <p:spPr>
          <a:xfrm>
            <a:off x="3335400" y="4344840"/>
            <a:ext cx="598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0" name="Rectangle 35"/>
          <p:cNvSpPr/>
          <p:nvPr/>
        </p:nvSpPr>
        <p:spPr>
          <a:xfrm>
            <a:off x="4213080" y="4344840"/>
            <a:ext cx="5968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1" name="Rectangle 36"/>
          <p:cNvSpPr/>
          <p:nvPr/>
        </p:nvSpPr>
        <p:spPr>
          <a:xfrm>
            <a:off x="5091120" y="4344840"/>
            <a:ext cx="5968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2" name="Rectangle 37"/>
          <p:cNvSpPr/>
          <p:nvPr/>
        </p:nvSpPr>
        <p:spPr>
          <a:xfrm>
            <a:off x="5969160" y="434484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3" name="Text Box 38"/>
          <p:cNvSpPr/>
          <p:nvPr/>
        </p:nvSpPr>
        <p:spPr>
          <a:xfrm>
            <a:off x="830160" y="483552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504" name="Rectangle 39"/>
          <p:cNvSpPr/>
          <p:nvPr/>
        </p:nvSpPr>
        <p:spPr>
          <a:xfrm>
            <a:off x="1581120" y="4894200"/>
            <a:ext cx="5986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5" name="Rectangle 40"/>
          <p:cNvSpPr/>
          <p:nvPr/>
        </p:nvSpPr>
        <p:spPr>
          <a:xfrm>
            <a:off x="2457360" y="4894200"/>
            <a:ext cx="5986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6" name="Rectangle 41"/>
          <p:cNvSpPr/>
          <p:nvPr/>
        </p:nvSpPr>
        <p:spPr>
          <a:xfrm>
            <a:off x="3335400" y="4894200"/>
            <a:ext cx="598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7" name="Rectangle 42"/>
          <p:cNvSpPr/>
          <p:nvPr/>
        </p:nvSpPr>
        <p:spPr>
          <a:xfrm>
            <a:off x="4213080" y="4894200"/>
            <a:ext cx="5968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8" name="Rectangle 43"/>
          <p:cNvSpPr/>
          <p:nvPr/>
        </p:nvSpPr>
        <p:spPr>
          <a:xfrm>
            <a:off x="5091120" y="489420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09" name="Rectangle 44"/>
          <p:cNvSpPr/>
          <p:nvPr/>
        </p:nvSpPr>
        <p:spPr>
          <a:xfrm>
            <a:off x="5969160" y="489420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0" name="Text Box 45"/>
          <p:cNvSpPr/>
          <p:nvPr/>
        </p:nvSpPr>
        <p:spPr>
          <a:xfrm>
            <a:off x="830160" y="538632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511" name="Rectangle 46"/>
          <p:cNvSpPr/>
          <p:nvPr/>
        </p:nvSpPr>
        <p:spPr>
          <a:xfrm>
            <a:off x="1581120" y="5445000"/>
            <a:ext cx="5986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2" name="Rectangle 47"/>
          <p:cNvSpPr/>
          <p:nvPr/>
        </p:nvSpPr>
        <p:spPr>
          <a:xfrm>
            <a:off x="2457360" y="5445000"/>
            <a:ext cx="5986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3" name="Rectangle 48"/>
          <p:cNvSpPr/>
          <p:nvPr/>
        </p:nvSpPr>
        <p:spPr>
          <a:xfrm>
            <a:off x="3335400" y="5445000"/>
            <a:ext cx="59832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4" name="Rectangle 49"/>
          <p:cNvSpPr/>
          <p:nvPr/>
        </p:nvSpPr>
        <p:spPr>
          <a:xfrm>
            <a:off x="4213080" y="5445000"/>
            <a:ext cx="596880" cy="21600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5" name="Rectangle 50"/>
          <p:cNvSpPr/>
          <p:nvPr/>
        </p:nvSpPr>
        <p:spPr>
          <a:xfrm>
            <a:off x="5091120" y="544500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6" name="Rectangle 51"/>
          <p:cNvSpPr/>
          <p:nvPr/>
        </p:nvSpPr>
        <p:spPr>
          <a:xfrm>
            <a:off x="5969160" y="5445000"/>
            <a:ext cx="59688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7" name="Rectangle 52"/>
          <p:cNvSpPr/>
          <p:nvPr/>
        </p:nvSpPr>
        <p:spPr>
          <a:xfrm>
            <a:off x="7064280" y="1838160"/>
            <a:ext cx="50328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8" name="Rectangle 53"/>
          <p:cNvSpPr/>
          <p:nvPr/>
        </p:nvSpPr>
        <p:spPr>
          <a:xfrm>
            <a:off x="7064280" y="219852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19" name="Text Box 54"/>
          <p:cNvSpPr/>
          <p:nvPr/>
        </p:nvSpPr>
        <p:spPr>
          <a:xfrm>
            <a:off x="7594920" y="1803240"/>
            <a:ext cx="929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Advantaged</a:t>
            </a:r>
            <a:endParaRPr b="1" lang="en-US" sz="1100" spc="-1" strike="noStrike">
              <a:solidFill>
                <a:srgbClr val="000000"/>
              </a:solidFill>
              <a:latin typeface="Arial"/>
            </a:endParaRPr>
          </a:p>
        </p:txBody>
      </p:sp>
      <p:sp>
        <p:nvSpPr>
          <p:cNvPr id="9520" name="Text Box 55"/>
          <p:cNvSpPr/>
          <p:nvPr/>
        </p:nvSpPr>
        <p:spPr>
          <a:xfrm>
            <a:off x="7596000" y="2163600"/>
            <a:ext cx="6318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Neutral</a:t>
            </a:r>
            <a:endParaRPr b="1" lang="en-US" sz="1100" spc="-1" strike="noStrike">
              <a:solidFill>
                <a:srgbClr val="000000"/>
              </a:solidFill>
              <a:latin typeface="Arial"/>
            </a:endParaRPr>
          </a:p>
        </p:txBody>
      </p:sp>
      <p:sp>
        <p:nvSpPr>
          <p:cNvPr id="9521" name="Rectangle 56"/>
          <p:cNvSpPr/>
          <p:nvPr/>
        </p:nvSpPr>
        <p:spPr>
          <a:xfrm>
            <a:off x="7064280" y="2558880"/>
            <a:ext cx="503280" cy="20484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22" name="Text Box 57"/>
          <p:cNvSpPr/>
          <p:nvPr/>
        </p:nvSpPr>
        <p:spPr>
          <a:xfrm>
            <a:off x="7596000" y="2523960"/>
            <a:ext cx="11149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Disadvantaged</a:t>
            </a:r>
            <a:endParaRPr b="1" lang="en-US" sz="1100" spc="-1" strike="noStrike">
              <a:solidFill>
                <a:srgbClr val="000000"/>
              </a:solidFill>
              <a:latin typeface="Arial"/>
            </a:endParaRPr>
          </a:p>
        </p:txBody>
      </p:sp>
      <p:sp>
        <p:nvSpPr>
          <p:cNvPr id="9523" name="Text Box 58"/>
          <p:cNvSpPr/>
          <p:nvPr/>
        </p:nvSpPr>
        <p:spPr>
          <a:xfrm>
            <a:off x="1703160" y="2322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24" name="Text Box 59"/>
          <p:cNvSpPr/>
          <p:nvPr/>
        </p:nvSpPr>
        <p:spPr>
          <a:xfrm>
            <a:off x="1703160" y="2878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25" name="Text Box 60"/>
          <p:cNvSpPr/>
          <p:nvPr/>
        </p:nvSpPr>
        <p:spPr>
          <a:xfrm>
            <a:off x="1703160" y="34336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26" name="Text Box 61"/>
          <p:cNvSpPr/>
          <p:nvPr/>
        </p:nvSpPr>
        <p:spPr>
          <a:xfrm>
            <a:off x="1703160" y="39909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27" name="Text Box 62"/>
          <p:cNvSpPr/>
          <p:nvPr/>
        </p:nvSpPr>
        <p:spPr>
          <a:xfrm>
            <a:off x="1703160" y="45464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28" name="Text Box 63"/>
          <p:cNvSpPr/>
          <p:nvPr/>
        </p:nvSpPr>
        <p:spPr>
          <a:xfrm>
            <a:off x="1703160" y="5102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29" name="Text Box 64"/>
          <p:cNvSpPr/>
          <p:nvPr/>
        </p:nvSpPr>
        <p:spPr>
          <a:xfrm>
            <a:off x="1703160" y="56595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0" name="Text Box 65"/>
          <p:cNvSpPr/>
          <p:nvPr/>
        </p:nvSpPr>
        <p:spPr>
          <a:xfrm>
            <a:off x="2579400" y="2322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1" name="Text Box 66"/>
          <p:cNvSpPr/>
          <p:nvPr/>
        </p:nvSpPr>
        <p:spPr>
          <a:xfrm>
            <a:off x="2579400" y="2878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2" name="Text Box 67"/>
          <p:cNvSpPr/>
          <p:nvPr/>
        </p:nvSpPr>
        <p:spPr>
          <a:xfrm>
            <a:off x="2579400" y="34336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3" name="Text Box 68"/>
          <p:cNvSpPr/>
          <p:nvPr/>
        </p:nvSpPr>
        <p:spPr>
          <a:xfrm>
            <a:off x="2579400" y="39909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4" name="Text Box 69"/>
          <p:cNvSpPr/>
          <p:nvPr/>
        </p:nvSpPr>
        <p:spPr>
          <a:xfrm>
            <a:off x="2579400" y="45464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5" name="Text Box 70"/>
          <p:cNvSpPr/>
          <p:nvPr/>
        </p:nvSpPr>
        <p:spPr>
          <a:xfrm>
            <a:off x="2579400" y="5102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6" name="Text Box 71"/>
          <p:cNvSpPr/>
          <p:nvPr/>
        </p:nvSpPr>
        <p:spPr>
          <a:xfrm>
            <a:off x="2579400" y="56595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7" name="Text Box 72"/>
          <p:cNvSpPr/>
          <p:nvPr/>
        </p:nvSpPr>
        <p:spPr>
          <a:xfrm>
            <a:off x="3457440" y="2322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8" name="Text Box 73"/>
          <p:cNvSpPr/>
          <p:nvPr/>
        </p:nvSpPr>
        <p:spPr>
          <a:xfrm>
            <a:off x="3457440" y="2878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39" name="Text Box 74"/>
          <p:cNvSpPr/>
          <p:nvPr/>
        </p:nvSpPr>
        <p:spPr>
          <a:xfrm>
            <a:off x="3457440" y="34336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0" name="Text Box 75"/>
          <p:cNvSpPr/>
          <p:nvPr/>
        </p:nvSpPr>
        <p:spPr>
          <a:xfrm>
            <a:off x="3457440" y="39909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1" name="Text Box 76"/>
          <p:cNvSpPr/>
          <p:nvPr/>
        </p:nvSpPr>
        <p:spPr>
          <a:xfrm>
            <a:off x="3457440" y="45464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2" name="Text Box 77"/>
          <p:cNvSpPr/>
          <p:nvPr/>
        </p:nvSpPr>
        <p:spPr>
          <a:xfrm>
            <a:off x="3457440" y="5102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3" name="Text Box 78"/>
          <p:cNvSpPr/>
          <p:nvPr/>
        </p:nvSpPr>
        <p:spPr>
          <a:xfrm>
            <a:off x="3457440" y="56595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4" name="Text Box 79"/>
          <p:cNvSpPr/>
          <p:nvPr/>
        </p:nvSpPr>
        <p:spPr>
          <a:xfrm>
            <a:off x="4333680" y="2322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5" name="Text Box 80"/>
          <p:cNvSpPr/>
          <p:nvPr/>
        </p:nvSpPr>
        <p:spPr>
          <a:xfrm>
            <a:off x="4333680" y="2878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6" name="Text Box 81"/>
          <p:cNvSpPr/>
          <p:nvPr/>
        </p:nvSpPr>
        <p:spPr>
          <a:xfrm>
            <a:off x="4333680" y="34336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7" name="Text Box 82"/>
          <p:cNvSpPr/>
          <p:nvPr/>
        </p:nvSpPr>
        <p:spPr>
          <a:xfrm>
            <a:off x="4333680" y="39909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8" name="Text Box 83"/>
          <p:cNvSpPr/>
          <p:nvPr/>
        </p:nvSpPr>
        <p:spPr>
          <a:xfrm>
            <a:off x="4333680" y="45464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49" name="Text Box 84"/>
          <p:cNvSpPr/>
          <p:nvPr/>
        </p:nvSpPr>
        <p:spPr>
          <a:xfrm>
            <a:off x="4333680" y="5102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0" name="Text Box 85"/>
          <p:cNvSpPr/>
          <p:nvPr/>
        </p:nvSpPr>
        <p:spPr>
          <a:xfrm>
            <a:off x="4333680" y="56595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1" name="Text Box 86"/>
          <p:cNvSpPr/>
          <p:nvPr/>
        </p:nvSpPr>
        <p:spPr>
          <a:xfrm>
            <a:off x="5211360" y="2322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2" name="Text Box 87"/>
          <p:cNvSpPr/>
          <p:nvPr/>
        </p:nvSpPr>
        <p:spPr>
          <a:xfrm>
            <a:off x="5211360" y="2878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3" name="Text Box 88"/>
          <p:cNvSpPr/>
          <p:nvPr/>
        </p:nvSpPr>
        <p:spPr>
          <a:xfrm>
            <a:off x="5211360" y="34336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4" name="Text Box 89"/>
          <p:cNvSpPr/>
          <p:nvPr/>
        </p:nvSpPr>
        <p:spPr>
          <a:xfrm>
            <a:off x="5211360" y="39909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5" name="Text Box 90"/>
          <p:cNvSpPr/>
          <p:nvPr/>
        </p:nvSpPr>
        <p:spPr>
          <a:xfrm>
            <a:off x="5211360" y="45464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6" name="Text Box 91"/>
          <p:cNvSpPr/>
          <p:nvPr/>
        </p:nvSpPr>
        <p:spPr>
          <a:xfrm>
            <a:off x="5211360" y="5102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7" name="Text Box 92"/>
          <p:cNvSpPr/>
          <p:nvPr/>
        </p:nvSpPr>
        <p:spPr>
          <a:xfrm>
            <a:off x="5211360" y="56595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8" name="Text Box 93"/>
          <p:cNvSpPr/>
          <p:nvPr/>
        </p:nvSpPr>
        <p:spPr>
          <a:xfrm>
            <a:off x="6089400" y="23223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59" name="Text Box 94"/>
          <p:cNvSpPr/>
          <p:nvPr/>
        </p:nvSpPr>
        <p:spPr>
          <a:xfrm>
            <a:off x="6089400" y="287820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60" name="Text Box 95"/>
          <p:cNvSpPr/>
          <p:nvPr/>
        </p:nvSpPr>
        <p:spPr>
          <a:xfrm>
            <a:off x="6089400" y="34336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61" name="Text Box 96"/>
          <p:cNvSpPr/>
          <p:nvPr/>
        </p:nvSpPr>
        <p:spPr>
          <a:xfrm>
            <a:off x="6089400" y="39909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62" name="Text Box 97"/>
          <p:cNvSpPr/>
          <p:nvPr/>
        </p:nvSpPr>
        <p:spPr>
          <a:xfrm>
            <a:off x="6089400" y="454644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63" name="Text Box 98"/>
          <p:cNvSpPr/>
          <p:nvPr/>
        </p:nvSpPr>
        <p:spPr>
          <a:xfrm>
            <a:off x="6089400" y="510228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564" name="Text Box 99"/>
          <p:cNvSpPr/>
          <p:nvPr/>
        </p:nvSpPr>
        <p:spPr>
          <a:xfrm>
            <a:off x="6089400" y="5659560"/>
            <a:ext cx="356040" cy="24660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56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33BBFB4-09C1-43FD-BD6D-3A6F5757E09A}"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56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ＭＳ Ｐゴシック"/>
                <a:ea typeface="ＭＳ Ｐゴシック"/>
              </a:rPr>
              <a:t>Activity Map - Very Detailed</a:t>
            </a:r>
            <a:endParaRPr b="1" lang="en-US" sz="1600" spc="-1" strike="noStrike">
              <a:solidFill>
                <a:srgbClr val="000000"/>
              </a:solidFill>
              <a:latin typeface="Arial"/>
            </a:endParaRPr>
          </a:p>
        </p:txBody>
      </p:sp>
      <p:grpSp>
        <p:nvGrpSpPr>
          <p:cNvPr id="9568" name="Group 402"/>
          <p:cNvGrpSpPr/>
          <p:nvPr/>
        </p:nvGrpSpPr>
        <p:grpSpPr>
          <a:xfrm>
            <a:off x="398520" y="1165320"/>
            <a:ext cx="8294760" cy="5122080"/>
            <a:chOff x="398520" y="1165320"/>
            <a:chExt cx="8294760" cy="5122080"/>
          </a:xfrm>
        </p:grpSpPr>
        <p:sp>
          <p:nvSpPr>
            <p:cNvPr id="9569" name="Rectangle 403"/>
            <p:cNvSpPr/>
            <p:nvPr/>
          </p:nvSpPr>
          <p:spPr>
            <a:xfrm>
              <a:off x="398520" y="5859360"/>
              <a:ext cx="1036440" cy="428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Geographic markets </a:t>
              </a:r>
              <a:endParaRPr b="1" lang="en-US" sz="1100" spc="-1" strike="noStrike">
                <a:solidFill>
                  <a:srgbClr val="000000"/>
                </a:solidFill>
                <a:latin typeface="Arial"/>
              </a:endParaRPr>
            </a:p>
          </p:txBody>
        </p:sp>
        <p:sp>
          <p:nvSpPr>
            <p:cNvPr id="9570" name="Rectangle 404"/>
            <p:cNvSpPr/>
            <p:nvPr/>
          </p:nvSpPr>
          <p:spPr>
            <a:xfrm>
              <a:off x="398520" y="5119560"/>
              <a:ext cx="1036440" cy="428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Distribution channel </a:t>
              </a:r>
              <a:endParaRPr b="1" lang="en-US" sz="1100" spc="-1" strike="noStrike">
                <a:solidFill>
                  <a:srgbClr val="000000"/>
                </a:solidFill>
                <a:latin typeface="Arial"/>
              </a:endParaRPr>
            </a:p>
          </p:txBody>
        </p:sp>
        <p:sp>
          <p:nvSpPr>
            <p:cNvPr id="9571" name="Rectangle 405"/>
            <p:cNvSpPr/>
            <p:nvPr/>
          </p:nvSpPr>
          <p:spPr>
            <a:xfrm>
              <a:off x="398520" y="5575320"/>
              <a:ext cx="1036440" cy="260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Customer </a:t>
              </a:r>
              <a:endParaRPr b="1" lang="en-US" sz="1100" spc="-1" strike="noStrike">
                <a:solidFill>
                  <a:srgbClr val="000000"/>
                </a:solidFill>
                <a:latin typeface="Arial"/>
              </a:endParaRPr>
            </a:p>
          </p:txBody>
        </p:sp>
        <p:sp>
          <p:nvSpPr>
            <p:cNvPr id="9572" name="Rectangle 406"/>
            <p:cNvSpPr/>
            <p:nvPr/>
          </p:nvSpPr>
          <p:spPr>
            <a:xfrm>
              <a:off x="398520" y="4654440"/>
              <a:ext cx="1165320" cy="260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End use </a:t>
              </a:r>
              <a:endParaRPr b="1" lang="en-US" sz="1100" spc="-1" strike="noStrike">
                <a:solidFill>
                  <a:srgbClr val="000000"/>
                </a:solidFill>
                <a:latin typeface="Arial"/>
              </a:endParaRPr>
            </a:p>
          </p:txBody>
        </p:sp>
        <p:sp>
          <p:nvSpPr>
            <p:cNvPr id="9573" name="Rectangle 407"/>
            <p:cNvSpPr/>
            <p:nvPr/>
          </p:nvSpPr>
          <p:spPr>
            <a:xfrm>
              <a:off x="398520" y="4867200"/>
              <a:ext cx="1036440" cy="260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Industry </a:t>
              </a:r>
              <a:endParaRPr b="1" lang="en-US" sz="1100" spc="-1" strike="noStrike">
                <a:solidFill>
                  <a:srgbClr val="000000"/>
                </a:solidFill>
                <a:latin typeface="Arial"/>
              </a:endParaRPr>
            </a:p>
          </p:txBody>
        </p:sp>
        <p:sp>
          <p:nvSpPr>
            <p:cNvPr id="9574" name="Rectangle 408"/>
            <p:cNvSpPr/>
            <p:nvPr/>
          </p:nvSpPr>
          <p:spPr>
            <a:xfrm>
              <a:off x="398520" y="3036960"/>
              <a:ext cx="1143000" cy="7635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System design /Application engineering</a:t>
              </a:r>
              <a:endParaRPr b="1" lang="en-US" sz="1100" spc="-1" strike="noStrike">
                <a:solidFill>
                  <a:srgbClr val="000000"/>
                </a:solidFill>
                <a:latin typeface="Arial"/>
              </a:endParaRPr>
            </a:p>
          </p:txBody>
        </p:sp>
        <p:sp>
          <p:nvSpPr>
            <p:cNvPr id="9575" name="Rectangle 409"/>
            <p:cNvSpPr/>
            <p:nvPr/>
          </p:nvSpPr>
          <p:spPr>
            <a:xfrm>
              <a:off x="398520" y="3716280"/>
              <a:ext cx="1165320" cy="260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Installation </a:t>
              </a:r>
              <a:endParaRPr b="1" lang="en-US" sz="1100" spc="-1" strike="noStrike">
                <a:solidFill>
                  <a:srgbClr val="000000"/>
                </a:solidFill>
                <a:latin typeface="Arial"/>
              </a:endParaRPr>
            </a:p>
          </p:txBody>
        </p:sp>
        <p:sp>
          <p:nvSpPr>
            <p:cNvPr id="9576" name="Rectangle 410"/>
            <p:cNvSpPr/>
            <p:nvPr/>
          </p:nvSpPr>
          <p:spPr>
            <a:xfrm>
              <a:off x="398520" y="4070520"/>
              <a:ext cx="1165320" cy="2602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Service </a:t>
              </a:r>
              <a:endParaRPr b="1" lang="en-US" sz="1100" spc="-1" strike="noStrike">
                <a:solidFill>
                  <a:srgbClr val="000000"/>
                </a:solidFill>
                <a:latin typeface="Arial"/>
              </a:endParaRPr>
            </a:p>
          </p:txBody>
        </p:sp>
        <p:sp>
          <p:nvSpPr>
            <p:cNvPr id="9577" name="Rectangle 411"/>
            <p:cNvSpPr/>
            <p:nvPr/>
          </p:nvSpPr>
          <p:spPr>
            <a:xfrm>
              <a:off x="2975040" y="6000840"/>
              <a:ext cx="5889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Middle East   &amp; Africa</a:t>
              </a:r>
              <a:endParaRPr b="1" lang="en-US" sz="500" spc="-1" strike="noStrike">
                <a:solidFill>
                  <a:srgbClr val="000000"/>
                </a:solidFill>
                <a:latin typeface="Arial"/>
              </a:endParaRPr>
            </a:p>
          </p:txBody>
        </p:sp>
        <p:sp>
          <p:nvSpPr>
            <p:cNvPr id="9578" name="Rectangle 412"/>
            <p:cNvSpPr/>
            <p:nvPr/>
          </p:nvSpPr>
          <p:spPr>
            <a:xfrm>
              <a:off x="398520" y="1484280"/>
              <a:ext cx="1085760" cy="428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New business strengths</a:t>
              </a:r>
              <a:endParaRPr b="1" lang="en-US" sz="1100" spc="-1" strike="noStrike">
                <a:solidFill>
                  <a:srgbClr val="000000"/>
                </a:solidFill>
                <a:latin typeface="Arial"/>
              </a:endParaRPr>
            </a:p>
          </p:txBody>
        </p:sp>
        <p:sp>
          <p:nvSpPr>
            <p:cNvPr id="9579" name="Rectangle 413"/>
            <p:cNvSpPr/>
            <p:nvPr/>
          </p:nvSpPr>
          <p:spPr>
            <a:xfrm>
              <a:off x="398520" y="2287440"/>
              <a:ext cx="1085760" cy="4280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Installed base strengths</a:t>
              </a:r>
              <a:endParaRPr b="1" lang="en-US" sz="1100" spc="-1" strike="noStrike">
                <a:solidFill>
                  <a:srgbClr val="000000"/>
                </a:solidFill>
                <a:latin typeface="Arial"/>
              </a:endParaRPr>
            </a:p>
          </p:txBody>
        </p:sp>
        <p:sp>
          <p:nvSpPr>
            <p:cNvPr id="9580" name="Line 414"/>
            <p:cNvSpPr/>
            <p:nvPr/>
          </p:nvSpPr>
          <p:spPr>
            <a:xfrm>
              <a:off x="7400880" y="1254240"/>
              <a:ext cx="0" cy="22212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81" name="Rectangle 415"/>
            <p:cNvSpPr/>
            <p:nvPr/>
          </p:nvSpPr>
          <p:spPr>
            <a:xfrm>
              <a:off x="7845480" y="1503360"/>
              <a:ext cx="190440" cy="11592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82" name="Line 416"/>
            <p:cNvSpPr/>
            <p:nvPr/>
          </p:nvSpPr>
          <p:spPr>
            <a:xfrm>
              <a:off x="7400880" y="1623960"/>
              <a:ext cx="0" cy="22248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83" name="Rectangle 417"/>
            <p:cNvSpPr/>
            <p:nvPr/>
          </p:nvSpPr>
          <p:spPr>
            <a:xfrm>
              <a:off x="7334280" y="1619280"/>
              <a:ext cx="58896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Customised </a:t>
              </a:r>
              <a:endParaRPr b="1" lang="en-US" sz="500" spc="-1" strike="noStrike">
                <a:solidFill>
                  <a:srgbClr val="000000"/>
                </a:solidFill>
                <a:latin typeface="Arial"/>
              </a:endParaRPr>
            </a:p>
          </p:txBody>
        </p:sp>
        <p:sp>
          <p:nvSpPr>
            <p:cNvPr id="9584" name="Rectangle 418"/>
            <p:cNvSpPr/>
            <p:nvPr/>
          </p:nvSpPr>
          <p:spPr>
            <a:xfrm>
              <a:off x="7713720" y="1619280"/>
              <a:ext cx="4572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Standard</a:t>
              </a:r>
              <a:endParaRPr b="1" lang="en-US" sz="500" spc="-1" strike="noStrike">
                <a:solidFill>
                  <a:srgbClr val="000000"/>
                </a:solidFill>
                <a:latin typeface="Arial"/>
              </a:endParaRPr>
            </a:p>
          </p:txBody>
        </p:sp>
        <p:sp>
          <p:nvSpPr>
            <p:cNvPr id="9585" name="Rectangle 419"/>
            <p:cNvSpPr/>
            <p:nvPr/>
          </p:nvSpPr>
          <p:spPr>
            <a:xfrm>
              <a:off x="1746360" y="3470400"/>
              <a:ext cx="5904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Sub-systems </a:t>
              </a:r>
              <a:endParaRPr b="1" lang="en-US" sz="500" spc="-1" strike="noStrike">
                <a:solidFill>
                  <a:srgbClr val="000000"/>
                </a:solidFill>
                <a:latin typeface="Arial"/>
              </a:endParaRPr>
            </a:p>
          </p:txBody>
        </p:sp>
        <p:sp>
          <p:nvSpPr>
            <p:cNvPr id="9586" name="Rectangle 420"/>
            <p:cNvSpPr/>
            <p:nvPr/>
          </p:nvSpPr>
          <p:spPr>
            <a:xfrm>
              <a:off x="1546200" y="5883120"/>
              <a:ext cx="30168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87" name="Rectangle 421"/>
            <p:cNvSpPr/>
            <p:nvPr/>
          </p:nvSpPr>
          <p:spPr>
            <a:xfrm>
              <a:off x="1943280" y="5883120"/>
              <a:ext cx="29988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88" name="Rectangle 422"/>
            <p:cNvSpPr/>
            <p:nvPr/>
          </p:nvSpPr>
          <p:spPr>
            <a:xfrm>
              <a:off x="2341440" y="5883120"/>
              <a:ext cx="29844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89" name="Rectangle 423"/>
            <p:cNvSpPr/>
            <p:nvPr/>
          </p:nvSpPr>
          <p:spPr>
            <a:xfrm>
              <a:off x="2736720" y="5883120"/>
              <a:ext cx="30168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0" name="Rectangle 424"/>
            <p:cNvSpPr/>
            <p:nvPr/>
          </p:nvSpPr>
          <p:spPr>
            <a:xfrm>
              <a:off x="3137040" y="5883120"/>
              <a:ext cx="29988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1" name="Rectangle 425"/>
            <p:cNvSpPr/>
            <p:nvPr/>
          </p:nvSpPr>
          <p:spPr>
            <a:xfrm>
              <a:off x="3533760" y="5883120"/>
              <a:ext cx="30168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2" name="Rectangle 426"/>
            <p:cNvSpPr/>
            <p:nvPr/>
          </p:nvSpPr>
          <p:spPr>
            <a:xfrm>
              <a:off x="3932280" y="5883120"/>
              <a:ext cx="29844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3" name="Rectangle 427"/>
            <p:cNvSpPr/>
            <p:nvPr/>
          </p:nvSpPr>
          <p:spPr>
            <a:xfrm>
              <a:off x="5267160" y="1165320"/>
              <a:ext cx="111456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Food packaging</a:t>
              </a:r>
              <a:endParaRPr b="1" lang="en-US" sz="1000" spc="-1" strike="noStrike">
                <a:solidFill>
                  <a:srgbClr val="000000"/>
                </a:solidFill>
                <a:latin typeface="Arial"/>
              </a:endParaRPr>
            </a:p>
          </p:txBody>
        </p:sp>
        <p:sp>
          <p:nvSpPr>
            <p:cNvPr id="9594" name="Line 428"/>
            <p:cNvSpPr/>
            <p:nvPr/>
          </p:nvSpPr>
          <p:spPr>
            <a:xfrm>
              <a:off x="5159520" y="1395360"/>
              <a:ext cx="140796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5" name="Rectangle 429"/>
            <p:cNvSpPr/>
            <p:nvPr/>
          </p:nvSpPr>
          <p:spPr>
            <a:xfrm>
              <a:off x="5211720" y="1484280"/>
              <a:ext cx="262080" cy="10944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6" name="Rectangle 430"/>
            <p:cNvSpPr/>
            <p:nvPr/>
          </p:nvSpPr>
          <p:spPr>
            <a:xfrm>
              <a:off x="5564160" y="1477800"/>
              <a:ext cx="262080" cy="1098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7" name="Rectangle 431"/>
            <p:cNvSpPr/>
            <p:nvPr/>
          </p:nvSpPr>
          <p:spPr>
            <a:xfrm>
              <a:off x="5915160" y="1471680"/>
              <a:ext cx="261720" cy="1094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8" name="Rectangle 432"/>
            <p:cNvSpPr/>
            <p:nvPr/>
          </p:nvSpPr>
          <p:spPr>
            <a:xfrm>
              <a:off x="5122800" y="1596960"/>
              <a:ext cx="484200" cy="15264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599" name="Rectangle 433"/>
            <p:cNvSpPr/>
            <p:nvPr/>
          </p:nvSpPr>
          <p:spPr>
            <a:xfrm>
              <a:off x="5527800" y="1577880"/>
              <a:ext cx="422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Canning </a:t>
              </a:r>
              <a:endParaRPr b="1" lang="en-US" sz="500" spc="-1" strike="noStrike">
                <a:solidFill>
                  <a:srgbClr val="000000"/>
                </a:solidFill>
                <a:latin typeface="Arial"/>
              </a:endParaRPr>
            </a:p>
          </p:txBody>
        </p:sp>
        <p:sp>
          <p:nvSpPr>
            <p:cNvPr id="9600" name="Rectangle 434"/>
            <p:cNvSpPr/>
            <p:nvPr/>
          </p:nvSpPr>
          <p:spPr>
            <a:xfrm>
              <a:off x="5865840" y="1577880"/>
              <a:ext cx="3985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Bottling </a:t>
              </a:r>
              <a:endParaRPr b="1" lang="en-US" sz="500" spc="-1" strike="noStrike">
                <a:solidFill>
                  <a:srgbClr val="000000"/>
                </a:solidFill>
                <a:latin typeface="Arial"/>
              </a:endParaRPr>
            </a:p>
          </p:txBody>
        </p:sp>
        <p:sp>
          <p:nvSpPr>
            <p:cNvPr id="9601" name="Rectangle 435"/>
            <p:cNvSpPr/>
            <p:nvPr/>
          </p:nvSpPr>
          <p:spPr>
            <a:xfrm>
              <a:off x="1546200" y="5245200"/>
              <a:ext cx="3016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02" name="Rectangle 436"/>
            <p:cNvSpPr/>
            <p:nvPr/>
          </p:nvSpPr>
          <p:spPr>
            <a:xfrm>
              <a:off x="1930320" y="5245200"/>
              <a:ext cx="3016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03" name="Rectangle 437"/>
            <p:cNvSpPr/>
            <p:nvPr/>
          </p:nvSpPr>
          <p:spPr>
            <a:xfrm>
              <a:off x="2316240" y="5245200"/>
              <a:ext cx="2998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04" name="Rectangle 438"/>
            <p:cNvSpPr/>
            <p:nvPr/>
          </p:nvSpPr>
          <p:spPr>
            <a:xfrm>
              <a:off x="3084480" y="5245200"/>
              <a:ext cx="301680" cy="11268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05" name="Rectangle 439"/>
            <p:cNvSpPr/>
            <p:nvPr/>
          </p:nvSpPr>
          <p:spPr>
            <a:xfrm>
              <a:off x="3467160" y="5245200"/>
              <a:ext cx="299880" cy="11268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06" name="Rectangle 440"/>
            <p:cNvSpPr/>
            <p:nvPr/>
          </p:nvSpPr>
          <p:spPr>
            <a:xfrm>
              <a:off x="1436760" y="536256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System</a:t>
              </a:r>
              <a:endParaRPr b="1" lang="en-US" sz="500" spc="-1" strike="noStrike">
                <a:solidFill>
                  <a:srgbClr val="000000"/>
                </a:solidFill>
                <a:latin typeface="Arial"/>
              </a:endParaRPr>
            </a:p>
          </p:txBody>
        </p:sp>
        <p:sp>
          <p:nvSpPr>
            <p:cNvPr id="9607" name="Rectangle 441"/>
            <p:cNvSpPr/>
            <p:nvPr/>
          </p:nvSpPr>
          <p:spPr>
            <a:xfrm>
              <a:off x="1824120" y="536256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Sales force</a:t>
              </a:r>
              <a:endParaRPr b="1" lang="en-US" sz="500" spc="-1" strike="noStrike">
                <a:solidFill>
                  <a:srgbClr val="000000"/>
                </a:solidFill>
                <a:latin typeface="Arial"/>
              </a:endParaRPr>
            </a:p>
          </p:txBody>
        </p:sp>
        <p:sp>
          <p:nvSpPr>
            <p:cNvPr id="9608" name="Rectangle 442"/>
            <p:cNvSpPr/>
            <p:nvPr/>
          </p:nvSpPr>
          <p:spPr>
            <a:xfrm>
              <a:off x="2208240" y="5362560"/>
              <a:ext cx="5238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OEM</a:t>
              </a:r>
              <a:endParaRPr b="1" lang="en-US" sz="500" spc="-1" strike="noStrike">
                <a:solidFill>
                  <a:srgbClr val="000000"/>
                </a:solidFill>
                <a:latin typeface="Arial"/>
              </a:endParaRPr>
            </a:p>
          </p:txBody>
        </p:sp>
        <p:sp>
          <p:nvSpPr>
            <p:cNvPr id="9609" name="Rectangle 443"/>
            <p:cNvSpPr/>
            <p:nvPr/>
          </p:nvSpPr>
          <p:spPr>
            <a:xfrm>
              <a:off x="2590920" y="536256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Direct</a:t>
              </a:r>
              <a:endParaRPr b="1" lang="en-US" sz="500" spc="-1" strike="noStrike">
                <a:solidFill>
                  <a:srgbClr val="000000"/>
                </a:solidFill>
                <a:latin typeface="Arial"/>
              </a:endParaRPr>
            </a:p>
          </p:txBody>
        </p:sp>
        <p:sp>
          <p:nvSpPr>
            <p:cNvPr id="9610" name="Rectangle 444"/>
            <p:cNvSpPr/>
            <p:nvPr/>
          </p:nvSpPr>
          <p:spPr>
            <a:xfrm>
              <a:off x="2975040" y="5362560"/>
              <a:ext cx="5270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Independent</a:t>
              </a:r>
              <a:endParaRPr b="1" lang="en-US" sz="500" spc="-1" strike="noStrike">
                <a:solidFill>
                  <a:srgbClr val="000000"/>
                </a:solidFill>
                <a:latin typeface="Arial"/>
              </a:endParaRPr>
            </a:p>
          </p:txBody>
        </p:sp>
        <p:sp>
          <p:nvSpPr>
            <p:cNvPr id="9611" name="Rectangle 445"/>
            <p:cNvSpPr/>
            <p:nvPr/>
          </p:nvSpPr>
          <p:spPr>
            <a:xfrm>
              <a:off x="3359160" y="5362560"/>
              <a:ext cx="5256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Agent</a:t>
              </a:r>
              <a:endParaRPr b="1" lang="en-US" sz="500" spc="-1" strike="noStrike">
                <a:solidFill>
                  <a:srgbClr val="000000"/>
                </a:solidFill>
                <a:latin typeface="Arial"/>
              </a:endParaRPr>
            </a:p>
          </p:txBody>
        </p:sp>
        <p:sp>
          <p:nvSpPr>
            <p:cNvPr id="9612" name="Rectangle 446"/>
            <p:cNvSpPr/>
            <p:nvPr/>
          </p:nvSpPr>
          <p:spPr>
            <a:xfrm>
              <a:off x="1546200" y="5599080"/>
              <a:ext cx="301680" cy="112680"/>
            </a:xfrm>
            <a:prstGeom prst="rect">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13" name="Rectangle 447"/>
            <p:cNvSpPr/>
            <p:nvPr/>
          </p:nvSpPr>
          <p:spPr>
            <a:xfrm>
              <a:off x="1930320" y="5599080"/>
              <a:ext cx="3016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14" name="Rectangle 448"/>
            <p:cNvSpPr/>
            <p:nvPr/>
          </p:nvSpPr>
          <p:spPr>
            <a:xfrm>
              <a:off x="2316240" y="5599080"/>
              <a:ext cx="2998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15" name="Rectangle 449"/>
            <p:cNvSpPr/>
            <p:nvPr/>
          </p:nvSpPr>
          <p:spPr>
            <a:xfrm>
              <a:off x="1436760" y="571644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MNC</a:t>
              </a:r>
              <a:endParaRPr b="1" lang="en-US" sz="500" spc="-1" strike="noStrike">
                <a:solidFill>
                  <a:srgbClr val="000000"/>
                </a:solidFill>
                <a:latin typeface="Arial"/>
              </a:endParaRPr>
            </a:p>
          </p:txBody>
        </p:sp>
        <p:sp>
          <p:nvSpPr>
            <p:cNvPr id="9616" name="Rectangle 450"/>
            <p:cNvSpPr/>
            <p:nvPr/>
          </p:nvSpPr>
          <p:spPr>
            <a:xfrm>
              <a:off x="1824120" y="571644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Regional</a:t>
              </a:r>
              <a:endParaRPr b="1" lang="en-US" sz="500" spc="-1" strike="noStrike">
                <a:solidFill>
                  <a:srgbClr val="000000"/>
                </a:solidFill>
                <a:latin typeface="Arial"/>
              </a:endParaRPr>
            </a:p>
          </p:txBody>
        </p:sp>
        <p:sp>
          <p:nvSpPr>
            <p:cNvPr id="9617" name="Rectangle 451"/>
            <p:cNvSpPr/>
            <p:nvPr/>
          </p:nvSpPr>
          <p:spPr>
            <a:xfrm>
              <a:off x="2208240" y="5716440"/>
              <a:ext cx="5238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National</a:t>
              </a:r>
              <a:endParaRPr b="1" lang="en-US" sz="500" spc="-1" strike="noStrike">
                <a:solidFill>
                  <a:srgbClr val="000000"/>
                </a:solidFill>
                <a:latin typeface="Arial"/>
              </a:endParaRPr>
            </a:p>
          </p:txBody>
        </p:sp>
        <p:sp>
          <p:nvSpPr>
            <p:cNvPr id="9618" name="Rectangle 452"/>
            <p:cNvSpPr/>
            <p:nvPr/>
          </p:nvSpPr>
          <p:spPr>
            <a:xfrm>
              <a:off x="1436760" y="600084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N.America</a:t>
              </a:r>
              <a:endParaRPr b="1" lang="en-US" sz="500" spc="-1" strike="noStrike">
                <a:solidFill>
                  <a:srgbClr val="000000"/>
                </a:solidFill>
                <a:latin typeface="Arial"/>
              </a:endParaRPr>
            </a:p>
          </p:txBody>
        </p:sp>
        <p:sp>
          <p:nvSpPr>
            <p:cNvPr id="9619" name="Rectangle 453"/>
            <p:cNvSpPr/>
            <p:nvPr/>
          </p:nvSpPr>
          <p:spPr>
            <a:xfrm>
              <a:off x="1824120" y="600084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L.America</a:t>
              </a:r>
              <a:endParaRPr b="1" lang="en-US" sz="500" spc="-1" strike="noStrike">
                <a:solidFill>
                  <a:srgbClr val="000000"/>
                </a:solidFill>
                <a:latin typeface="Arial"/>
              </a:endParaRPr>
            </a:p>
          </p:txBody>
        </p:sp>
        <p:sp>
          <p:nvSpPr>
            <p:cNvPr id="9620" name="Rectangle 454"/>
            <p:cNvSpPr/>
            <p:nvPr/>
          </p:nvSpPr>
          <p:spPr>
            <a:xfrm>
              <a:off x="2208240" y="6000840"/>
              <a:ext cx="5238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W.Europe</a:t>
              </a:r>
              <a:endParaRPr b="1" lang="en-US" sz="500" spc="-1" strike="noStrike">
                <a:solidFill>
                  <a:srgbClr val="000000"/>
                </a:solidFill>
                <a:latin typeface="Arial"/>
              </a:endParaRPr>
            </a:p>
          </p:txBody>
        </p:sp>
        <p:sp>
          <p:nvSpPr>
            <p:cNvPr id="9621" name="Rectangle 455"/>
            <p:cNvSpPr/>
            <p:nvPr/>
          </p:nvSpPr>
          <p:spPr>
            <a:xfrm>
              <a:off x="2590920" y="600084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E.Europe</a:t>
              </a:r>
              <a:endParaRPr b="1" lang="en-US" sz="500" spc="-1" strike="noStrike">
                <a:solidFill>
                  <a:srgbClr val="000000"/>
                </a:solidFill>
                <a:latin typeface="Arial"/>
              </a:endParaRPr>
            </a:p>
          </p:txBody>
        </p:sp>
        <p:sp>
          <p:nvSpPr>
            <p:cNvPr id="9622" name="Rectangle 456"/>
            <p:cNvSpPr/>
            <p:nvPr/>
          </p:nvSpPr>
          <p:spPr>
            <a:xfrm>
              <a:off x="3424320" y="6000840"/>
              <a:ext cx="4604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Asia</a:t>
              </a:r>
              <a:endParaRPr b="1" lang="en-US" sz="500" spc="-1" strike="noStrike">
                <a:solidFill>
                  <a:srgbClr val="000000"/>
                </a:solidFill>
                <a:latin typeface="Arial"/>
              </a:endParaRPr>
            </a:p>
          </p:txBody>
        </p:sp>
        <p:sp>
          <p:nvSpPr>
            <p:cNvPr id="9623" name="Rectangle 457"/>
            <p:cNvSpPr/>
            <p:nvPr/>
          </p:nvSpPr>
          <p:spPr>
            <a:xfrm>
              <a:off x="3808440" y="6000840"/>
              <a:ext cx="5238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Japan</a:t>
              </a:r>
              <a:endParaRPr b="1" lang="en-US" sz="500" spc="-1" strike="noStrike">
                <a:solidFill>
                  <a:srgbClr val="000000"/>
                </a:solidFill>
                <a:latin typeface="Arial"/>
              </a:endParaRPr>
            </a:p>
          </p:txBody>
        </p:sp>
        <p:sp>
          <p:nvSpPr>
            <p:cNvPr id="9624" name="Rectangle 458"/>
            <p:cNvSpPr/>
            <p:nvPr/>
          </p:nvSpPr>
          <p:spPr>
            <a:xfrm>
              <a:off x="4192560" y="6000840"/>
              <a:ext cx="5256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Australasia</a:t>
              </a:r>
              <a:endParaRPr b="1" lang="en-US" sz="500" spc="-1" strike="noStrike">
                <a:solidFill>
                  <a:srgbClr val="000000"/>
                </a:solidFill>
                <a:latin typeface="Arial"/>
              </a:endParaRPr>
            </a:p>
          </p:txBody>
        </p:sp>
        <p:sp>
          <p:nvSpPr>
            <p:cNvPr id="9625" name="Line 459"/>
            <p:cNvSpPr/>
            <p:nvPr/>
          </p:nvSpPr>
          <p:spPr>
            <a:xfrm>
              <a:off x="1509840" y="4795920"/>
              <a:ext cx="147132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26" name="Line 460"/>
            <p:cNvSpPr/>
            <p:nvPr/>
          </p:nvSpPr>
          <p:spPr>
            <a:xfrm>
              <a:off x="3110040" y="4795920"/>
              <a:ext cx="115236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27" name="Line 461"/>
            <p:cNvSpPr/>
            <p:nvPr/>
          </p:nvSpPr>
          <p:spPr>
            <a:xfrm>
              <a:off x="4390920" y="4795920"/>
              <a:ext cx="121608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28" name="Rectangle 462"/>
            <p:cNvSpPr/>
            <p:nvPr/>
          </p:nvSpPr>
          <p:spPr>
            <a:xfrm>
              <a:off x="2077920" y="4583160"/>
              <a:ext cx="71928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Liquid</a:t>
              </a:r>
              <a:endParaRPr b="1" lang="en-US" sz="1000" spc="-1" strike="noStrike">
                <a:solidFill>
                  <a:srgbClr val="000000"/>
                </a:solidFill>
                <a:latin typeface="Arial"/>
              </a:endParaRPr>
            </a:p>
          </p:txBody>
        </p:sp>
        <p:sp>
          <p:nvSpPr>
            <p:cNvPr id="9629" name="Rectangle 463"/>
            <p:cNvSpPr/>
            <p:nvPr/>
          </p:nvSpPr>
          <p:spPr>
            <a:xfrm>
              <a:off x="3351240" y="4583160"/>
              <a:ext cx="79056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Hybrid</a:t>
              </a:r>
              <a:endParaRPr b="1" lang="en-US" sz="1000" spc="-1" strike="noStrike">
                <a:solidFill>
                  <a:srgbClr val="000000"/>
                </a:solidFill>
                <a:latin typeface="Arial"/>
              </a:endParaRPr>
            </a:p>
          </p:txBody>
        </p:sp>
        <p:sp>
          <p:nvSpPr>
            <p:cNvPr id="9630" name="Rectangle 464"/>
            <p:cNvSpPr/>
            <p:nvPr/>
          </p:nvSpPr>
          <p:spPr>
            <a:xfrm>
              <a:off x="4768920" y="4583160"/>
              <a:ext cx="43488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Dry</a:t>
              </a:r>
              <a:endParaRPr b="1" lang="en-US" sz="1000" spc="-1" strike="noStrike">
                <a:solidFill>
                  <a:srgbClr val="000000"/>
                </a:solidFill>
                <a:latin typeface="Arial"/>
              </a:endParaRPr>
            </a:p>
          </p:txBody>
        </p:sp>
        <p:sp>
          <p:nvSpPr>
            <p:cNvPr id="9631" name="Rectangle 465"/>
            <p:cNvSpPr/>
            <p:nvPr/>
          </p:nvSpPr>
          <p:spPr>
            <a:xfrm>
              <a:off x="5950080" y="4581360"/>
              <a:ext cx="84600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Processed</a:t>
              </a:r>
              <a:endParaRPr b="1" lang="en-US" sz="1000" spc="-1" strike="noStrike">
                <a:solidFill>
                  <a:srgbClr val="000000"/>
                </a:solidFill>
                <a:latin typeface="Arial"/>
              </a:endParaRPr>
            </a:p>
          </p:txBody>
        </p:sp>
        <p:sp>
          <p:nvSpPr>
            <p:cNvPr id="9632" name="Rectangle 466"/>
            <p:cNvSpPr/>
            <p:nvPr/>
          </p:nvSpPr>
          <p:spPr>
            <a:xfrm>
              <a:off x="1492200" y="1600200"/>
              <a:ext cx="3970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Pumps </a:t>
              </a:r>
              <a:endParaRPr b="1" lang="en-US" sz="500" spc="-1" strike="noStrike">
                <a:solidFill>
                  <a:srgbClr val="000000"/>
                </a:solidFill>
                <a:latin typeface="Arial"/>
              </a:endParaRPr>
            </a:p>
          </p:txBody>
        </p:sp>
        <p:sp>
          <p:nvSpPr>
            <p:cNvPr id="9633" name="Rectangle 467"/>
            <p:cNvSpPr/>
            <p:nvPr/>
          </p:nvSpPr>
          <p:spPr>
            <a:xfrm>
              <a:off x="1859040" y="1600200"/>
              <a:ext cx="3967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Valves </a:t>
              </a:r>
              <a:endParaRPr b="1" lang="en-US" sz="500" spc="-1" strike="noStrike">
                <a:solidFill>
                  <a:srgbClr val="000000"/>
                </a:solidFill>
                <a:latin typeface="Arial"/>
              </a:endParaRPr>
            </a:p>
          </p:txBody>
        </p:sp>
        <p:sp>
          <p:nvSpPr>
            <p:cNvPr id="9634" name="Rectangle 468"/>
            <p:cNvSpPr/>
            <p:nvPr/>
          </p:nvSpPr>
          <p:spPr>
            <a:xfrm>
              <a:off x="4481640" y="1612800"/>
              <a:ext cx="63504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Homogenisers </a:t>
              </a:r>
              <a:endParaRPr b="1" lang="en-US" sz="500" spc="-1" strike="noStrike">
                <a:solidFill>
                  <a:srgbClr val="000000"/>
                </a:solidFill>
                <a:latin typeface="Arial"/>
              </a:endParaRPr>
            </a:p>
          </p:txBody>
        </p:sp>
        <p:sp>
          <p:nvSpPr>
            <p:cNvPr id="9635" name="Rectangle 469"/>
            <p:cNvSpPr/>
            <p:nvPr/>
          </p:nvSpPr>
          <p:spPr>
            <a:xfrm>
              <a:off x="2511360" y="1600200"/>
              <a:ext cx="54144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Tubular heat</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exchangers </a:t>
              </a:r>
              <a:endParaRPr b="1" lang="en-US" sz="500" spc="-1" strike="noStrike">
                <a:solidFill>
                  <a:srgbClr val="000000"/>
                </a:solidFill>
                <a:latin typeface="Arial"/>
              </a:endParaRPr>
            </a:p>
          </p:txBody>
        </p:sp>
        <p:sp>
          <p:nvSpPr>
            <p:cNvPr id="9636" name="Rectangle 470"/>
            <p:cNvSpPr/>
            <p:nvPr/>
          </p:nvSpPr>
          <p:spPr>
            <a:xfrm>
              <a:off x="2460600" y="1182600"/>
              <a:ext cx="122868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Food Processing</a:t>
              </a:r>
              <a:endParaRPr b="1" lang="en-US" sz="1000" spc="-1" strike="noStrike">
                <a:solidFill>
                  <a:srgbClr val="000000"/>
                </a:solidFill>
                <a:latin typeface="Arial"/>
              </a:endParaRPr>
            </a:p>
          </p:txBody>
        </p:sp>
        <p:sp>
          <p:nvSpPr>
            <p:cNvPr id="9637" name="Line 471"/>
            <p:cNvSpPr/>
            <p:nvPr/>
          </p:nvSpPr>
          <p:spPr>
            <a:xfrm>
              <a:off x="1509840" y="1395360"/>
              <a:ext cx="350496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38" name="Rectangle 472"/>
            <p:cNvSpPr/>
            <p:nvPr/>
          </p:nvSpPr>
          <p:spPr>
            <a:xfrm>
              <a:off x="1538280" y="1490760"/>
              <a:ext cx="271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39" name="Rectangle 473"/>
            <p:cNvSpPr/>
            <p:nvPr/>
          </p:nvSpPr>
          <p:spPr>
            <a:xfrm>
              <a:off x="1898640" y="1490760"/>
              <a:ext cx="271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0" name="Rectangle 474"/>
            <p:cNvSpPr/>
            <p:nvPr/>
          </p:nvSpPr>
          <p:spPr>
            <a:xfrm>
              <a:off x="2259000" y="1490760"/>
              <a:ext cx="2732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1" name="Rectangle 475"/>
            <p:cNvSpPr/>
            <p:nvPr/>
          </p:nvSpPr>
          <p:spPr>
            <a:xfrm>
              <a:off x="2619360" y="1490760"/>
              <a:ext cx="2732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2" name="Rectangle 476"/>
            <p:cNvSpPr/>
            <p:nvPr/>
          </p:nvSpPr>
          <p:spPr>
            <a:xfrm>
              <a:off x="2979720" y="1490760"/>
              <a:ext cx="274680" cy="110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3" name="Rectangle 477"/>
            <p:cNvSpPr/>
            <p:nvPr/>
          </p:nvSpPr>
          <p:spPr>
            <a:xfrm>
              <a:off x="3938760" y="1490760"/>
              <a:ext cx="272880" cy="110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4" name="Rectangle 478"/>
            <p:cNvSpPr/>
            <p:nvPr/>
          </p:nvSpPr>
          <p:spPr>
            <a:xfrm>
              <a:off x="4270320" y="1490760"/>
              <a:ext cx="270000" cy="110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5" name="Rectangle 479"/>
            <p:cNvSpPr/>
            <p:nvPr/>
          </p:nvSpPr>
          <p:spPr>
            <a:xfrm>
              <a:off x="4597560" y="1490760"/>
              <a:ext cx="274320" cy="110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6" name="Rectangle 480"/>
            <p:cNvSpPr/>
            <p:nvPr/>
          </p:nvSpPr>
          <p:spPr>
            <a:xfrm>
              <a:off x="3844800" y="1606680"/>
              <a:ext cx="516240" cy="2444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Evaporators </a:t>
              </a:r>
              <a:endParaRPr b="1" lang="en-US" sz="500" spc="-1" strike="noStrike">
                <a:solidFill>
                  <a:srgbClr val="000000"/>
                </a:solidFill>
                <a:latin typeface="Arial"/>
              </a:endParaRPr>
            </a:p>
          </p:txBody>
        </p:sp>
        <p:sp>
          <p:nvSpPr>
            <p:cNvPr id="9647" name="Rectangle 481"/>
            <p:cNvSpPr/>
            <p:nvPr/>
          </p:nvSpPr>
          <p:spPr>
            <a:xfrm>
              <a:off x="4214880" y="1612800"/>
              <a:ext cx="3967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Tanks </a:t>
              </a:r>
              <a:endParaRPr b="1" lang="en-US" sz="500" spc="-1" strike="noStrike">
                <a:solidFill>
                  <a:srgbClr val="000000"/>
                </a:solidFill>
                <a:latin typeface="Arial"/>
              </a:endParaRPr>
            </a:p>
          </p:txBody>
        </p:sp>
        <p:sp>
          <p:nvSpPr>
            <p:cNvPr id="9648" name="Rectangle 482"/>
            <p:cNvSpPr/>
            <p:nvPr/>
          </p:nvSpPr>
          <p:spPr>
            <a:xfrm>
              <a:off x="6568920" y="1636560"/>
              <a:ext cx="513000" cy="16992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49" name="Rectangle 483"/>
            <p:cNvSpPr/>
            <p:nvPr/>
          </p:nvSpPr>
          <p:spPr>
            <a:xfrm>
              <a:off x="6842160" y="1565280"/>
              <a:ext cx="574560" cy="17136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50" name="Rectangle 484"/>
            <p:cNvSpPr/>
            <p:nvPr/>
          </p:nvSpPr>
          <p:spPr>
            <a:xfrm>
              <a:off x="6978600" y="1582560"/>
              <a:ext cx="384120" cy="17172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51" name="Rectangle 485"/>
            <p:cNvSpPr/>
            <p:nvPr/>
          </p:nvSpPr>
          <p:spPr>
            <a:xfrm>
              <a:off x="6678720" y="1467000"/>
              <a:ext cx="244440" cy="10764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52" name="Rectangle 486"/>
            <p:cNvSpPr/>
            <p:nvPr/>
          </p:nvSpPr>
          <p:spPr>
            <a:xfrm>
              <a:off x="6770520" y="1181160"/>
              <a:ext cx="52560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Other</a:t>
              </a:r>
              <a:endParaRPr b="1" lang="en-US" sz="1000" spc="-1" strike="noStrike">
                <a:solidFill>
                  <a:srgbClr val="000000"/>
                </a:solidFill>
                <a:latin typeface="Arial"/>
              </a:endParaRPr>
            </a:p>
          </p:txBody>
        </p:sp>
        <p:sp>
          <p:nvSpPr>
            <p:cNvPr id="9653" name="Line 487"/>
            <p:cNvSpPr/>
            <p:nvPr/>
          </p:nvSpPr>
          <p:spPr>
            <a:xfrm>
              <a:off x="6640560" y="1393920"/>
              <a:ext cx="66996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54" name="Rectangle 488"/>
            <p:cNvSpPr/>
            <p:nvPr/>
          </p:nvSpPr>
          <p:spPr>
            <a:xfrm>
              <a:off x="2895480" y="1600200"/>
              <a:ext cx="52560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Ohmic heaters</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500" spc="-1" strike="noStrike">
                <a:solidFill>
                  <a:srgbClr val="000000"/>
                </a:solidFill>
                <a:latin typeface="Arial"/>
              </a:endParaRPr>
            </a:p>
          </p:txBody>
        </p:sp>
        <p:sp>
          <p:nvSpPr>
            <p:cNvPr id="9655" name="Rectangle 489"/>
            <p:cNvSpPr/>
            <p:nvPr/>
          </p:nvSpPr>
          <p:spPr>
            <a:xfrm>
              <a:off x="1373040" y="1960560"/>
              <a:ext cx="6177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Freezers &amp; Refrigerators </a:t>
              </a:r>
              <a:endParaRPr b="1" lang="en-US" sz="500" spc="-1" strike="noStrike">
                <a:solidFill>
                  <a:srgbClr val="000000"/>
                </a:solidFill>
                <a:latin typeface="Arial"/>
              </a:endParaRPr>
            </a:p>
          </p:txBody>
        </p:sp>
        <p:sp>
          <p:nvSpPr>
            <p:cNvPr id="9656" name="Rectangle 490"/>
            <p:cNvSpPr/>
            <p:nvPr/>
          </p:nvSpPr>
          <p:spPr>
            <a:xfrm>
              <a:off x="2127240" y="1600200"/>
              <a:ext cx="5256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Plate heat</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exchangers </a:t>
              </a:r>
              <a:endParaRPr b="1" lang="en-US" sz="500" spc="-1" strike="noStrike">
                <a:solidFill>
                  <a:srgbClr val="000000"/>
                </a:solidFill>
                <a:latin typeface="Arial"/>
              </a:endParaRPr>
            </a:p>
          </p:txBody>
        </p:sp>
        <p:sp>
          <p:nvSpPr>
            <p:cNvPr id="9657" name="Rectangle 491"/>
            <p:cNvSpPr/>
            <p:nvPr/>
          </p:nvSpPr>
          <p:spPr>
            <a:xfrm>
              <a:off x="3324240" y="1490760"/>
              <a:ext cx="244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58" name="Rectangle 492"/>
            <p:cNvSpPr/>
            <p:nvPr/>
          </p:nvSpPr>
          <p:spPr>
            <a:xfrm>
              <a:off x="3216240" y="1600200"/>
              <a:ext cx="5238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Separators</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500" spc="-1" strike="noStrike">
                <a:solidFill>
                  <a:srgbClr val="000000"/>
                </a:solidFill>
                <a:latin typeface="Arial"/>
              </a:endParaRPr>
            </a:p>
          </p:txBody>
        </p:sp>
        <p:sp>
          <p:nvSpPr>
            <p:cNvPr id="9659" name="Rectangle 493"/>
            <p:cNvSpPr/>
            <p:nvPr/>
          </p:nvSpPr>
          <p:spPr>
            <a:xfrm>
              <a:off x="6235560" y="1471680"/>
              <a:ext cx="262080" cy="10944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60" name="Rectangle 494"/>
            <p:cNvSpPr/>
            <p:nvPr/>
          </p:nvSpPr>
          <p:spPr>
            <a:xfrm>
              <a:off x="6545160" y="1573200"/>
              <a:ext cx="5270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Air treatment </a:t>
              </a:r>
              <a:endParaRPr b="1" lang="en-US" sz="500" spc="-1" strike="noStrike">
                <a:solidFill>
                  <a:srgbClr val="000000"/>
                </a:solidFill>
                <a:latin typeface="Arial"/>
              </a:endParaRPr>
            </a:p>
          </p:txBody>
        </p:sp>
        <p:sp>
          <p:nvSpPr>
            <p:cNvPr id="9661" name="Rectangle 495"/>
            <p:cNvSpPr/>
            <p:nvPr/>
          </p:nvSpPr>
          <p:spPr>
            <a:xfrm>
              <a:off x="3178080" y="1968480"/>
              <a:ext cx="58896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Automation</a:t>
              </a:r>
              <a:endParaRPr b="1" lang="en-US" sz="500" spc="-1" strike="noStrike">
                <a:solidFill>
                  <a:srgbClr val="000000"/>
                </a:solidFill>
                <a:latin typeface="Arial"/>
              </a:endParaRPr>
            </a:p>
          </p:txBody>
        </p:sp>
        <p:sp>
          <p:nvSpPr>
            <p:cNvPr id="9662" name="Rectangle 496"/>
            <p:cNvSpPr/>
            <p:nvPr/>
          </p:nvSpPr>
          <p:spPr>
            <a:xfrm>
              <a:off x="3627360" y="1490760"/>
              <a:ext cx="244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63" name="Rectangle 497"/>
            <p:cNvSpPr/>
            <p:nvPr/>
          </p:nvSpPr>
          <p:spPr>
            <a:xfrm>
              <a:off x="5553000" y="1827360"/>
              <a:ext cx="262080" cy="1076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64" name="Rectangle 498"/>
            <p:cNvSpPr/>
            <p:nvPr/>
          </p:nvSpPr>
          <p:spPr>
            <a:xfrm>
              <a:off x="5910120" y="1820880"/>
              <a:ext cx="262080" cy="1094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65" name="Rectangle 499"/>
            <p:cNvSpPr/>
            <p:nvPr/>
          </p:nvSpPr>
          <p:spPr>
            <a:xfrm>
              <a:off x="5808600" y="1914480"/>
              <a:ext cx="476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Wrapping </a:t>
              </a:r>
              <a:endParaRPr b="1" lang="en-US" sz="500" spc="-1" strike="noStrike">
                <a:solidFill>
                  <a:srgbClr val="000000"/>
                </a:solidFill>
                <a:latin typeface="Arial"/>
              </a:endParaRPr>
            </a:p>
          </p:txBody>
        </p:sp>
        <p:sp>
          <p:nvSpPr>
            <p:cNvPr id="9666" name="Rectangle 500"/>
            <p:cNvSpPr/>
            <p:nvPr/>
          </p:nvSpPr>
          <p:spPr>
            <a:xfrm>
              <a:off x="6202440" y="1914480"/>
              <a:ext cx="3967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500" spc="-1" strike="noStrike">
                  <a:solidFill>
                    <a:srgbClr val="000000"/>
                  </a:solidFill>
                  <a:latin typeface="Arial"/>
                </a:rPr>
                <a:t> </a:t>
              </a:r>
              <a:endParaRPr b="1" lang="en-US" sz="500" spc="-1" strike="noStrike">
                <a:solidFill>
                  <a:srgbClr val="000000"/>
                </a:solidFill>
                <a:latin typeface="Arial"/>
              </a:endParaRPr>
            </a:p>
          </p:txBody>
        </p:sp>
        <p:sp>
          <p:nvSpPr>
            <p:cNvPr id="9667" name="Rectangle 501"/>
            <p:cNvSpPr/>
            <p:nvPr/>
          </p:nvSpPr>
          <p:spPr>
            <a:xfrm>
              <a:off x="3502080" y="160020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Dryers</a:t>
              </a:r>
              <a:endParaRPr b="1" lang="en-US" sz="500" spc="-1" strike="noStrike">
                <a:solidFill>
                  <a:srgbClr val="000000"/>
                </a:solidFill>
                <a:latin typeface="Arial"/>
              </a:endParaRPr>
            </a:p>
          </p:txBody>
        </p:sp>
        <p:sp>
          <p:nvSpPr>
            <p:cNvPr id="9668" name="Rectangle 502"/>
            <p:cNvSpPr/>
            <p:nvPr/>
          </p:nvSpPr>
          <p:spPr>
            <a:xfrm>
              <a:off x="5153040" y="1577880"/>
              <a:ext cx="476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Cartoning </a:t>
              </a:r>
              <a:endParaRPr b="1" lang="en-US" sz="500" spc="-1" strike="noStrike">
                <a:solidFill>
                  <a:srgbClr val="000000"/>
                </a:solidFill>
                <a:latin typeface="Arial"/>
              </a:endParaRPr>
            </a:p>
          </p:txBody>
        </p:sp>
        <p:sp>
          <p:nvSpPr>
            <p:cNvPr id="9669" name="Rectangle 503"/>
            <p:cNvSpPr/>
            <p:nvPr/>
          </p:nvSpPr>
          <p:spPr>
            <a:xfrm>
              <a:off x="1398600" y="3487680"/>
              <a:ext cx="58896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Systems </a:t>
              </a:r>
              <a:endParaRPr b="1" lang="en-US" sz="500" spc="-1" strike="noStrike">
                <a:solidFill>
                  <a:srgbClr val="000000"/>
                </a:solidFill>
                <a:latin typeface="Arial"/>
              </a:endParaRPr>
            </a:p>
          </p:txBody>
        </p:sp>
        <p:sp>
          <p:nvSpPr>
            <p:cNvPr id="9670" name="Rectangle 504"/>
            <p:cNvSpPr/>
            <p:nvPr/>
          </p:nvSpPr>
          <p:spPr>
            <a:xfrm>
              <a:off x="1539720" y="3741840"/>
              <a:ext cx="27972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71" name="Rectangle 505"/>
            <p:cNvSpPr/>
            <p:nvPr/>
          </p:nvSpPr>
          <p:spPr>
            <a:xfrm>
              <a:off x="1539720" y="4165560"/>
              <a:ext cx="27972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72" name="Rectangle 506"/>
            <p:cNvSpPr/>
            <p:nvPr/>
          </p:nvSpPr>
          <p:spPr>
            <a:xfrm>
              <a:off x="1898640" y="3741840"/>
              <a:ext cx="2826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73" name="Rectangle 507"/>
            <p:cNvSpPr/>
            <p:nvPr/>
          </p:nvSpPr>
          <p:spPr>
            <a:xfrm>
              <a:off x="1898640" y="4165560"/>
              <a:ext cx="282600" cy="11268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74" name="Rectangle 508"/>
            <p:cNvSpPr/>
            <p:nvPr/>
          </p:nvSpPr>
          <p:spPr>
            <a:xfrm>
              <a:off x="2728800" y="4165560"/>
              <a:ext cx="2826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75" name="Rectangle 509"/>
            <p:cNvSpPr/>
            <p:nvPr/>
          </p:nvSpPr>
          <p:spPr>
            <a:xfrm>
              <a:off x="3209760" y="4165560"/>
              <a:ext cx="28116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76" name="Rectangle 510"/>
            <p:cNvSpPr/>
            <p:nvPr/>
          </p:nvSpPr>
          <p:spPr>
            <a:xfrm>
              <a:off x="1779480" y="3859200"/>
              <a:ext cx="5889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Subcontractor management</a:t>
              </a:r>
              <a:endParaRPr b="1" lang="en-US" sz="500" spc="-1" strike="noStrike">
                <a:solidFill>
                  <a:srgbClr val="000000"/>
                </a:solidFill>
                <a:latin typeface="Arial"/>
              </a:endParaRPr>
            </a:p>
          </p:txBody>
        </p:sp>
        <p:sp>
          <p:nvSpPr>
            <p:cNvPr id="9677" name="Rectangle 511"/>
            <p:cNvSpPr/>
            <p:nvPr/>
          </p:nvSpPr>
          <p:spPr>
            <a:xfrm>
              <a:off x="1779480" y="4284720"/>
              <a:ext cx="5889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3rd party maintenance</a:t>
              </a:r>
              <a:endParaRPr b="1" lang="en-US" sz="500" spc="-1" strike="noStrike">
                <a:solidFill>
                  <a:srgbClr val="000000"/>
                </a:solidFill>
                <a:latin typeface="Arial"/>
              </a:endParaRPr>
            </a:p>
          </p:txBody>
        </p:sp>
        <p:sp>
          <p:nvSpPr>
            <p:cNvPr id="9678" name="Rectangle 512"/>
            <p:cNvSpPr/>
            <p:nvPr/>
          </p:nvSpPr>
          <p:spPr>
            <a:xfrm>
              <a:off x="2563920" y="4284720"/>
              <a:ext cx="5904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Upgrades/ modifications</a:t>
              </a:r>
              <a:endParaRPr b="1" lang="en-US" sz="500" spc="-1" strike="noStrike">
                <a:solidFill>
                  <a:srgbClr val="000000"/>
                </a:solidFill>
                <a:latin typeface="Arial"/>
              </a:endParaRPr>
            </a:p>
          </p:txBody>
        </p:sp>
        <p:sp>
          <p:nvSpPr>
            <p:cNvPr id="9679" name="Rectangle 513"/>
            <p:cNvSpPr/>
            <p:nvPr/>
          </p:nvSpPr>
          <p:spPr>
            <a:xfrm>
              <a:off x="3094200" y="4284720"/>
              <a:ext cx="5238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Contract </a:t>
              </a:r>
              <a:endParaRPr b="1" lang="en-US" sz="500" spc="-1" strike="noStrike">
                <a:solidFill>
                  <a:srgbClr val="000000"/>
                </a:solidFill>
                <a:latin typeface="Arial"/>
              </a:endParaRPr>
            </a:p>
          </p:txBody>
        </p:sp>
        <p:sp>
          <p:nvSpPr>
            <p:cNvPr id="9680" name="Rectangle 514"/>
            <p:cNvSpPr/>
            <p:nvPr/>
          </p:nvSpPr>
          <p:spPr>
            <a:xfrm>
              <a:off x="3630600" y="4165560"/>
              <a:ext cx="2826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81" name="Rectangle 515"/>
            <p:cNvSpPr/>
            <p:nvPr/>
          </p:nvSpPr>
          <p:spPr>
            <a:xfrm>
              <a:off x="3513240" y="4284720"/>
              <a:ext cx="5252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Time/material </a:t>
              </a:r>
              <a:endParaRPr b="1" lang="en-US" sz="500" spc="-1" strike="noStrike">
                <a:solidFill>
                  <a:srgbClr val="000000"/>
                </a:solidFill>
                <a:latin typeface="Arial"/>
              </a:endParaRPr>
            </a:p>
          </p:txBody>
        </p:sp>
        <p:sp>
          <p:nvSpPr>
            <p:cNvPr id="9682" name="Rectangle 516"/>
            <p:cNvSpPr/>
            <p:nvPr/>
          </p:nvSpPr>
          <p:spPr>
            <a:xfrm>
              <a:off x="1370160" y="4284720"/>
              <a:ext cx="5904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500" spc="-1" strike="noStrike">
                  <a:solidFill>
                    <a:srgbClr val="000000"/>
                  </a:solidFill>
                  <a:latin typeface="Arial"/>
                </a:rPr>
                <a:t> </a:t>
              </a:r>
              <a:r>
                <a:rPr b="0" lang="en-US" sz="500" spc="-1" strike="noStrike">
                  <a:solidFill>
                    <a:srgbClr val="000000"/>
                  </a:solidFill>
                  <a:latin typeface="Arial"/>
                </a:rPr>
                <a:t>Own maintenance</a:t>
              </a:r>
              <a:endParaRPr b="1" lang="en-US" sz="500" spc="-1" strike="noStrike">
                <a:solidFill>
                  <a:srgbClr val="000000"/>
                </a:solidFill>
                <a:latin typeface="Arial"/>
              </a:endParaRPr>
            </a:p>
          </p:txBody>
        </p:sp>
        <p:sp>
          <p:nvSpPr>
            <p:cNvPr id="9683" name="Rectangle 517"/>
            <p:cNvSpPr/>
            <p:nvPr/>
          </p:nvSpPr>
          <p:spPr>
            <a:xfrm>
              <a:off x="2809800" y="1960560"/>
              <a:ext cx="6368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Conveyer systems </a:t>
              </a:r>
              <a:endParaRPr b="1" lang="en-US" sz="500" spc="-1" strike="noStrike">
                <a:solidFill>
                  <a:srgbClr val="000000"/>
                </a:solidFill>
                <a:latin typeface="Arial"/>
              </a:endParaRPr>
            </a:p>
          </p:txBody>
        </p:sp>
        <p:sp>
          <p:nvSpPr>
            <p:cNvPr id="9684" name="Rectangle 518"/>
            <p:cNvSpPr/>
            <p:nvPr/>
          </p:nvSpPr>
          <p:spPr>
            <a:xfrm>
              <a:off x="1790640" y="1960560"/>
              <a:ext cx="51588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Aseptic processing systems </a:t>
              </a:r>
              <a:endParaRPr b="1" lang="en-US" sz="500" spc="-1" strike="noStrike">
                <a:solidFill>
                  <a:srgbClr val="000000"/>
                </a:solidFill>
                <a:latin typeface="Arial"/>
              </a:endParaRPr>
            </a:p>
          </p:txBody>
        </p:sp>
        <p:sp>
          <p:nvSpPr>
            <p:cNvPr id="9685" name="Rectangle 519"/>
            <p:cNvSpPr/>
            <p:nvPr/>
          </p:nvSpPr>
          <p:spPr>
            <a:xfrm>
              <a:off x="2509920" y="1960560"/>
              <a:ext cx="52704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Blow moulding equipment</a:t>
              </a:r>
              <a:endParaRPr b="1" lang="en-US" sz="500" spc="-1" strike="noStrike">
                <a:solidFill>
                  <a:srgbClr val="000000"/>
                </a:solidFill>
                <a:latin typeface="Arial"/>
              </a:endParaRPr>
            </a:p>
          </p:txBody>
        </p:sp>
        <p:sp>
          <p:nvSpPr>
            <p:cNvPr id="9686" name="Rectangle 520"/>
            <p:cNvSpPr/>
            <p:nvPr/>
          </p:nvSpPr>
          <p:spPr>
            <a:xfrm>
              <a:off x="2595600" y="1949400"/>
              <a:ext cx="414360" cy="17136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87" name="Rectangle 521"/>
            <p:cNvSpPr/>
            <p:nvPr/>
          </p:nvSpPr>
          <p:spPr>
            <a:xfrm>
              <a:off x="2147760" y="1960560"/>
              <a:ext cx="5162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Filtration equipment </a:t>
              </a:r>
              <a:endParaRPr b="1" lang="en-US" sz="500" spc="-1" strike="noStrike">
                <a:solidFill>
                  <a:srgbClr val="000000"/>
                </a:solidFill>
                <a:latin typeface="Arial"/>
              </a:endParaRPr>
            </a:p>
          </p:txBody>
        </p:sp>
        <p:sp>
          <p:nvSpPr>
            <p:cNvPr id="9688" name="Rectangle 522"/>
            <p:cNvSpPr/>
            <p:nvPr/>
          </p:nvSpPr>
          <p:spPr>
            <a:xfrm>
              <a:off x="6632640" y="1724040"/>
              <a:ext cx="574560" cy="17136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89" name="Rectangle 523"/>
            <p:cNvSpPr/>
            <p:nvPr/>
          </p:nvSpPr>
          <p:spPr>
            <a:xfrm>
              <a:off x="7004160" y="1467000"/>
              <a:ext cx="241200" cy="10764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90" name="Rectangle 524"/>
            <p:cNvSpPr/>
            <p:nvPr/>
          </p:nvSpPr>
          <p:spPr>
            <a:xfrm>
              <a:off x="6854760" y="1573200"/>
              <a:ext cx="59076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Thermal &amp; energy technology </a:t>
              </a:r>
              <a:endParaRPr b="1" lang="en-US" sz="500" spc="-1" strike="noStrike">
                <a:solidFill>
                  <a:srgbClr val="000000"/>
                </a:solidFill>
                <a:latin typeface="Arial"/>
              </a:endParaRPr>
            </a:p>
          </p:txBody>
        </p:sp>
        <p:sp>
          <p:nvSpPr>
            <p:cNvPr id="9691" name="Rectangle 525"/>
            <p:cNvSpPr/>
            <p:nvPr/>
          </p:nvSpPr>
          <p:spPr>
            <a:xfrm>
              <a:off x="3502080" y="1962000"/>
              <a:ext cx="5270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Control systems </a:t>
              </a:r>
              <a:endParaRPr b="1" lang="en-US" sz="500" spc="-1" strike="noStrike">
                <a:solidFill>
                  <a:srgbClr val="000000"/>
                </a:solidFill>
                <a:latin typeface="Arial"/>
              </a:endParaRPr>
            </a:p>
          </p:txBody>
        </p:sp>
        <p:sp>
          <p:nvSpPr>
            <p:cNvPr id="9692" name="Rectangle 526"/>
            <p:cNvSpPr/>
            <p:nvPr/>
          </p:nvSpPr>
          <p:spPr>
            <a:xfrm>
              <a:off x="8166240" y="1503360"/>
              <a:ext cx="190440" cy="11592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93" name="Rectangle 527"/>
            <p:cNvSpPr/>
            <p:nvPr/>
          </p:nvSpPr>
          <p:spPr>
            <a:xfrm>
              <a:off x="5489640" y="1914480"/>
              <a:ext cx="476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Sealing </a:t>
              </a:r>
              <a:endParaRPr b="1" lang="en-US" sz="500" spc="-1" strike="noStrike">
                <a:solidFill>
                  <a:srgbClr val="000000"/>
                </a:solidFill>
                <a:latin typeface="Arial"/>
              </a:endParaRPr>
            </a:p>
          </p:txBody>
        </p:sp>
        <p:sp>
          <p:nvSpPr>
            <p:cNvPr id="9694" name="Rectangle 528"/>
            <p:cNvSpPr/>
            <p:nvPr/>
          </p:nvSpPr>
          <p:spPr>
            <a:xfrm>
              <a:off x="6186600" y="1577880"/>
              <a:ext cx="45216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Labelling </a:t>
              </a:r>
              <a:endParaRPr b="1" lang="en-US" sz="500" spc="-1" strike="noStrike">
                <a:solidFill>
                  <a:srgbClr val="000000"/>
                </a:solidFill>
                <a:latin typeface="Arial"/>
              </a:endParaRPr>
            </a:p>
          </p:txBody>
        </p:sp>
        <p:sp>
          <p:nvSpPr>
            <p:cNvPr id="9695" name="Rectangle 529"/>
            <p:cNvSpPr/>
            <p:nvPr/>
          </p:nvSpPr>
          <p:spPr>
            <a:xfrm>
              <a:off x="8035920" y="1619280"/>
              <a:ext cx="4557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Global Standard</a:t>
              </a:r>
              <a:endParaRPr b="1" lang="en-US" sz="500" spc="-1" strike="noStrike">
                <a:solidFill>
                  <a:srgbClr val="000000"/>
                </a:solidFill>
                <a:latin typeface="Arial"/>
              </a:endParaRPr>
            </a:p>
          </p:txBody>
        </p:sp>
        <p:sp>
          <p:nvSpPr>
            <p:cNvPr id="9696" name="Rectangle 530"/>
            <p:cNvSpPr/>
            <p:nvPr/>
          </p:nvSpPr>
          <p:spPr>
            <a:xfrm>
              <a:off x="1539720" y="4890960"/>
              <a:ext cx="27972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97" name="Rectangle 531"/>
            <p:cNvSpPr/>
            <p:nvPr/>
          </p:nvSpPr>
          <p:spPr>
            <a:xfrm>
              <a:off x="1898640" y="4890960"/>
              <a:ext cx="28260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98" name="Rectangle 532"/>
            <p:cNvSpPr/>
            <p:nvPr/>
          </p:nvSpPr>
          <p:spPr>
            <a:xfrm>
              <a:off x="2260440" y="4890960"/>
              <a:ext cx="28116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699" name="Rectangle 533"/>
            <p:cNvSpPr/>
            <p:nvPr/>
          </p:nvSpPr>
          <p:spPr>
            <a:xfrm>
              <a:off x="2620800" y="4890960"/>
              <a:ext cx="28116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0" name="Rectangle 534"/>
            <p:cNvSpPr/>
            <p:nvPr/>
          </p:nvSpPr>
          <p:spPr>
            <a:xfrm>
              <a:off x="3162240" y="4890960"/>
              <a:ext cx="28260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1" name="Rectangle 535"/>
            <p:cNvSpPr/>
            <p:nvPr/>
          </p:nvSpPr>
          <p:spPr>
            <a:xfrm>
              <a:off x="4448160" y="4890960"/>
              <a:ext cx="284040" cy="111240"/>
            </a:xfrm>
            <a:prstGeom prst="rect">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2" name="Rectangle 536"/>
            <p:cNvSpPr/>
            <p:nvPr/>
          </p:nvSpPr>
          <p:spPr>
            <a:xfrm>
              <a:off x="4809960" y="4890960"/>
              <a:ext cx="28260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3" name="Rectangle 537"/>
            <p:cNvSpPr/>
            <p:nvPr/>
          </p:nvSpPr>
          <p:spPr>
            <a:xfrm>
              <a:off x="5842080" y="4890960"/>
              <a:ext cx="28260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4" name="Rectangle 538"/>
            <p:cNvSpPr/>
            <p:nvPr/>
          </p:nvSpPr>
          <p:spPr>
            <a:xfrm>
              <a:off x="6203880" y="4890960"/>
              <a:ext cx="28116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5" name="Rectangle 539"/>
            <p:cNvSpPr/>
            <p:nvPr/>
          </p:nvSpPr>
          <p:spPr>
            <a:xfrm>
              <a:off x="6564240" y="4890960"/>
              <a:ext cx="28116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06" name="Rectangle 540"/>
            <p:cNvSpPr/>
            <p:nvPr/>
          </p:nvSpPr>
          <p:spPr>
            <a:xfrm>
              <a:off x="1420920" y="500868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Dairy</a:t>
              </a:r>
              <a:endParaRPr b="1" lang="en-US" sz="500" spc="-1" strike="noStrike">
                <a:solidFill>
                  <a:srgbClr val="000000"/>
                </a:solidFill>
                <a:latin typeface="Arial"/>
              </a:endParaRPr>
            </a:p>
          </p:txBody>
        </p:sp>
        <p:sp>
          <p:nvSpPr>
            <p:cNvPr id="9707" name="Rectangle 541"/>
            <p:cNvSpPr/>
            <p:nvPr/>
          </p:nvSpPr>
          <p:spPr>
            <a:xfrm>
              <a:off x="1779480" y="5008680"/>
              <a:ext cx="5256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Brewing</a:t>
              </a:r>
              <a:endParaRPr b="1" lang="en-US" sz="500" spc="-1" strike="noStrike">
                <a:solidFill>
                  <a:srgbClr val="000000"/>
                </a:solidFill>
                <a:latin typeface="Arial"/>
              </a:endParaRPr>
            </a:p>
          </p:txBody>
        </p:sp>
        <p:sp>
          <p:nvSpPr>
            <p:cNvPr id="9708" name="Rectangle 542"/>
            <p:cNvSpPr/>
            <p:nvPr/>
          </p:nvSpPr>
          <p:spPr>
            <a:xfrm>
              <a:off x="2141640" y="500868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Soft drinks</a:t>
              </a:r>
              <a:endParaRPr b="1" lang="en-US" sz="500" spc="-1" strike="noStrike">
                <a:solidFill>
                  <a:srgbClr val="000000"/>
                </a:solidFill>
                <a:latin typeface="Arial"/>
              </a:endParaRPr>
            </a:p>
          </p:txBody>
        </p:sp>
        <p:sp>
          <p:nvSpPr>
            <p:cNvPr id="9709" name="Rectangle 543"/>
            <p:cNvSpPr/>
            <p:nvPr/>
          </p:nvSpPr>
          <p:spPr>
            <a:xfrm>
              <a:off x="2505240" y="500868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Juices </a:t>
              </a:r>
              <a:endParaRPr b="1" lang="en-US" sz="500" spc="-1" strike="noStrike">
                <a:solidFill>
                  <a:srgbClr val="000000"/>
                </a:solidFill>
                <a:latin typeface="Arial"/>
              </a:endParaRPr>
            </a:p>
          </p:txBody>
        </p:sp>
        <p:sp>
          <p:nvSpPr>
            <p:cNvPr id="9710" name="Rectangle 544"/>
            <p:cNvSpPr/>
            <p:nvPr/>
          </p:nvSpPr>
          <p:spPr>
            <a:xfrm>
              <a:off x="3044880" y="500868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Cheese </a:t>
              </a:r>
              <a:endParaRPr b="1" lang="en-US" sz="500" spc="-1" strike="noStrike">
                <a:solidFill>
                  <a:srgbClr val="000000"/>
                </a:solidFill>
                <a:latin typeface="Arial"/>
              </a:endParaRPr>
            </a:p>
          </p:txBody>
        </p:sp>
        <p:sp>
          <p:nvSpPr>
            <p:cNvPr id="9711" name="Rectangle 545"/>
            <p:cNvSpPr/>
            <p:nvPr/>
          </p:nvSpPr>
          <p:spPr>
            <a:xfrm>
              <a:off x="3406680" y="5008680"/>
              <a:ext cx="5256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Ice Cream </a:t>
              </a:r>
              <a:endParaRPr b="1" lang="en-US" sz="500" spc="-1" strike="noStrike">
                <a:solidFill>
                  <a:srgbClr val="000000"/>
                </a:solidFill>
                <a:latin typeface="Arial"/>
              </a:endParaRPr>
            </a:p>
          </p:txBody>
        </p:sp>
        <p:sp>
          <p:nvSpPr>
            <p:cNvPr id="9712" name="Rectangle 546"/>
            <p:cNvSpPr/>
            <p:nvPr/>
          </p:nvSpPr>
          <p:spPr>
            <a:xfrm>
              <a:off x="4329000" y="500868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Baked</a:t>
              </a:r>
              <a:endParaRPr b="1" lang="en-US" sz="500" spc="-1" strike="noStrike">
                <a:solidFill>
                  <a:srgbClr val="000000"/>
                </a:solidFill>
                <a:latin typeface="Arial"/>
              </a:endParaRPr>
            </a:p>
          </p:txBody>
        </p:sp>
        <p:sp>
          <p:nvSpPr>
            <p:cNvPr id="9713" name="Rectangle 547"/>
            <p:cNvSpPr/>
            <p:nvPr/>
          </p:nvSpPr>
          <p:spPr>
            <a:xfrm>
              <a:off x="4660920" y="4995720"/>
              <a:ext cx="61128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Snacks/ Confectionery</a:t>
              </a:r>
              <a:endParaRPr b="1" lang="en-US" sz="500" spc="-1" strike="noStrike">
                <a:solidFill>
                  <a:srgbClr val="000000"/>
                </a:solidFill>
                <a:latin typeface="Arial"/>
              </a:endParaRPr>
            </a:p>
          </p:txBody>
        </p:sp>
        <p:sp>
          <p:nvSpPr>
            <p:cNvPr id="9714" name="Rectangle 548"/>
            <p:cNvSpPr/>
            <p:nvPr/>
          </p:nvSpPr>
          <p:spPr>
            <a:xfrm>
              <a:off x="5181480" y="4890960"/>
              <a:ext cx="28260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15" name="Rectangle 549"/>
            <p:cNvSpPr/>
            <p:nvPr/>
          </p:nvSpPr>
          <p:spPr>
            <a:xfrm>
              <a:off x="5062680" y="5008680"/>
              <a:ext cx="5252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Cereals</a:t>
              </a:r>
              <a:endParaRPr b="1" lang="en-US" sz="500" spc="-1" strike="noStrike">
                <a:solidFill>
                  <a:srgbClr val="000000"/>
                </a:solidFill>
                <a:latin typeface="Arial"/>
              </a:endParaRPr>
            </a:p>
          </p:txBody>
        </p:sp>
        <p:sp>
          <p:nvSpPr>
            <p:cNvPr id="9716" name="Rectangle 550"/>
            <p:cNvSpPr/>
            <p:nvPr/>
          </p:nvSpPr>
          <p:spPr>
            <a:xfrm>
              <a:off x="3906720" y="4884840"/>
              <a:ext cx="295560" cy="11736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17" name="Rectangle 551"/>
            <p:cNvSpPr/>
            <p:nvPr/>
          </p:nvSpPr>
          <p:spPr>
            <a:xfrm>
              <a:off x="3789360" y="5008680"/>
              <a:ext cx="65880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Soups/sauces </a:t>
              </a:r>
              <a:endParaRPr b="1" lang="en-US" sz="500" spc="-1" strike="noStrike">
                <a:solidFill>
                  <a:srgbClr val="000000"/>
                </a:solidFill>
                <a:latin typeface="Arial"/>
              </a:endParaRPr>
            </a:p>
          </p:txBody>
        </p:sp>
        <p:sp>
          <p:nvSpPr>
            <p:cNvPr id="9718" name="Line 552"/>
            <p:cNvSpPr/>
            <p:nvPr/>
          </p:nvSpPr>
          <p:spPr>
            <a:xfrm>
              <a:off x="5735520" y="4795920"/>
              <a:ext cx="127980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19" name="Rectangle 553"/>
            <p:cNvSpPr/>
            <p:nvPr/>
          </p:nvSpPr>
          <p:spPr>
            <a:xfrm>
              <a:off x="5702400" y="500868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Baby Food</a:t>
              </a:r>
              <a:endParaRPr b="1" lang="en-US" sz="500" spc="-1" strike="noStrike">
                <a:solidFill>
                  <a:srgbClr val="000000"/>
                </a:solidFill>
                <a:latin typeface="Arial"/>
              </a:endParaRPr>
            </a:p>
          </p:txBody>
        </p:sp>
        <p:sp>
          <p:nvSpPr>
            <p:cNvPr id="9720" name="Rectangle 554"/>
            <p:cNvSpPr/>
            <p:nvPr/>
          </p:nvSpPr>
          <p:spPr>
            <a:xfrm>
              <a:off x="6087960" y="5008680"/>
              <a:ext cx="5256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Oil/fats/margarines</a:t>
              </a:r>
              <a:endParaRPr b="1" lang="en-US" sz="500" spc="-1" strike="noStrike">
                <a:solidFill>
                  <a:srgbClr val="000000"/>
                </a:solidFill>
                <a:latin typeface="Arial"/>
              </a:endParaRPr>
            </a:p>
          </p:txBody>
        </p:sp>
        <p:sp>
          <p:nvSpPr>
            <p:cNvPr id="9721" name="Rectangle 555"/>
            <p:cNvSpPr/>
            <p:nvPr/>
          </p:nvSpPr>
          <p:spPr>
            <a:xfrm>
              <a:off x="1397160" y="3859200"/>
              <a:ext cx="5889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Project management</a:t>
              </a:r>
              <a:endParaRPr b="1" lang="en-US" sz="500" spc="-1" strike="noStrike">
                <a:solidFill>
                  <a:srgbClr val="000000"/>
                </a:solidFill>
                <a:latin typeface="Arial"/>
              </a:endParaRPr>
            </a:p>
          </p:txBody>
        </p:sp>
        <p:sp>
          <p:nvSpPr>
            <p:cNvPr id="9722" name="Rectangle 556"/>
            <p:cNvSpPr/>
            <p:nvPr/>
          </p:nvSpPr>
          <p:spPr>
            <a:xfrm>
              <a:off x="5207040" y="1827360"/>
              <a:ext cx="261720" cy="1076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23" name="Rectangle 557"/>
            <p:cNvSpPr/>
            <p:nvPr/>
          </p:nvSpPr>
          <p:spPr>
            <a:xfrm>
              <a:off x="5119560" y="1932120"/>
              <a:ext cx="47808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Filling lines</a:t>
              </a:r>
              <a:endParaRPr b="1" lang="en-US" sz="500" spc="-1" strike="noStrike">
                <a:solidFill>
                  <a:srgbClr val="000000"/>
                </a:solidFill>
                <a:latin typeface="Arial"/>
              </a:endParaRPr>
            </a:p>
          </p:txBody>
        </p:sp>
        <p:sp>
          <p:nvSpPr>
            <p:cNvPr id="9724" name="Rectangle 558"/>
            <p:cNvSpPr/>
            <p:nvPr/>
          </p:nvSpPr>
          <p:spPr>
            <a:xfrm>
              <a:off x="5211720" y="2333520"/>
              <a:ext cx="262080" cy="1098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25" name="Rectangle 559"/>
            <p:cNvSpPr/>
            <p:nvPr/>
          </p:nvSpPr>
          <p:spPr>
            <a:xfrm>
              <a:off x="5564160" y="2328840"/>
              <a:ext cx="262080" cy="1080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26" name="Rectangle 560"/>
            <p:cNvSpPr/>
            <p:nvPr/>
          </p:nvSpPr>
          <p:spPr>
            <a:xfrm>
              <a:off x="5915160" y="2322360"/>
              <a:ext cx="261720" cy="10980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27" name="Rectangle 561"/>
            <p:cNvSpPr/>
            <p:nvPr/>
          </p:nvSpPr>
          <p:spPr>
            <a:xfrm>
              <a:off x="5122800" y="2448000"/>
              <a:ext cx="484200" cy="15228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28" name="Rectangle 562"/>
            <p:cNvSpPr/>
            <p:nvPr/>
          </p:nvSpPr>
          <p:spPr>
            <a:xfrm>
              <a:off x="5527800" y="2428920"/>
              <a:ext cx="422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Canning </a:t>
              </a:r>
              <a:endParaRPr b="1" lang="en-US" sz="500" spc="-1" strike="noStrike">
                <a:solidFill>
                  <a:srgbClr val="000000"/>
                </a:solidFill>
                <a:latin typeface="Arial"/>
              </a:endParaRPr>
            </a:p>
          </p:txBody>
        </p:sp>
        <p:sp>
          <p:nvSpPr>
            <p:cNvPr id="9729" name="Rectangle 563"/>
            <p:cNvSpPr/>
            <p:nvPr/>
          </p:nvSpPr>
          <p:spPr>
            <a:xfrm>
              <a:off x="5865840" y="2428920"/>
              <a:ext cx="3985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Bottling </a:t>
              </a:r>
              <a:endParaRPr b="1" lang="en-US" sz="500" spc="-1" strike="noStrike">
                <a:solidFill>
                  <a:srgbClr val="000000"/>
                </a:solidFill>
                <a:latin typeface="Arial"/>
              </a:endParaRPr>
            </a:p>
          </p:txBody>
        </p:sp>
        <p:sp>
          <p:nvSpPr>
            <p:cNvPr id="9730" name="Rectangle 564"/>
            <p:cNvSpPr/>
            <p:nvPr/>
          </p:nvSpPr>
          <p:spPr>
            <a:xfrm>
              <a:off x="1492200" y="2451240"/>
              <a:ext cx="3970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Pumps </a:t>
              </a:r>
              <a:endParaRPr b="1" lang="en-US" sz="500" spc="-1" strike="noStrike">
                <a:solidFill>
                  <a:srgbClr val="000000"/>
                </a:solidFill>
                <a:latin typeface="Arial"/>
              </a:endParaRPr>
            </a:p>
          </p:txBody>
        </p:sp>
        <p:sp>
          <p:nvSpPr>
            <p:cNvPr id="9731" name="Rectangle 565"/>
            <p:cNvSpPr/>
            <p:nvPr/>
          </p:nvSpPr>
          <p:spPr>
            <a:xfrm>
              <a:off x="1859040" y="2451240"/>
              <a:ext cx="3967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Valves </a:t>
              </a:r>
              <a:endParaRPr b="1" lang="en-US" sz="500" spc="-1" strike="noStrike">
                <a:solidFill>
                  <a:srgbClr val="000000"/>
                </a:solidFill>
                <a:latin typeface="Arial"/>
              </a:endParaRPr>
            </a:p>
          </p:txBody>
        </p:sp>
        <p:sp>
          <p:nvSpPr>
            <p:cNvPr id="9732" name="Rectangle 566"/>
            <p:cNvSpPr/>
            <p:nvPr/>
          </p:nvSpPr>
          <p:spPr>
            <a:xfrm>
              <a:off x="4481640" y="2462040"/>
              <a:ext cx="63504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Homogenisers </a:t>
              </a:r>
              <a:endParaRPr b="1" lang="en-US" sz="500" spc="-1" strike="noStrike">
                <a:solidFill>
                  <a:srgbClr val="000000"/>
                </a:solidFill>
                <a:latin typeface="Arial"/>
              </a:endParaRPr>
            </a:p>
          </p:txBody>
        </p:sp>
        <p:sp>
          <p:nvSpPr>
            <p:cNvPr id="9733" name="Rectangle 567"/>
            <p:cNvSpPr/>
            <p:nvPr/>
          </p:nvSpPr>
          <p:spPr>
            <a:xfrm>
              <a:off x="2511360" y="2451240"/>
              <a:ext cx="54144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Tubular heat</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exchangers </a:t>
              </a:r>
              <a:endParaRPr b="1" lang="en-US" sz="500" spc="-1" strike="noStrike">
                <a:solidFill>
                  <a:srgbClr val="000000"/>
                </a:solidFill>
                <a:latin typeface="Arial"/>
              </a:endParaRPr>
            </a:p>
          </p:txBody>
        </p:sp>
        <p:sp>
          <p:nvSpPr>
            <p:cNvPr id="9734" name="Rectangle 568"/>
            <p:cNvSpPr/>
            <p:nvPr/>
          </p:nvSpPr>
          <p:spPr>
            <a:xfrm>
              <a:off x="1538280" y="2340000"/>
              <a:ext cx="271440" cy="1126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35" name="Rectangle 569"/>
            <p:cNvSpPr/>
            <p:nvPr/>
          </p:nvSpPr>
          <p:spPr>
            <a:xfrm>
              <a:off x="1898640" y="2340000"/>
              <a:ext cx="271440" cy="1126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36" name="Rectangle 570"/>
            <p:cNvSpPr/>
            <p:nvPr/>
          </p:nvSpPr>
          <p:spPr>
            <a:xfrm>
              <a:off x="2259000" y="2340000"/>
              <a:ext cx="273240" cy="1126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37" name="Rectangle 571"/>
            <p:cNvSpPr/>
            <p:nvPr/>
          </p:nvSpPr>
          <p:spPr>
            <a:xfrm>
              <a:off x="2619360" y="2340000"/>
              <a:ext cx="273240" cy="1126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38" name="Rectangle 572"/>
            <p:cNvSpPr/>
            <p:nvPr/>
          </p:nvSpPr>
          <p:spPr>
            <a:xfrm>
              <a:off x="2979720" y="2340000"/>
              <a:ext cx="2746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39" name="Rectangle 573"/>
            <p:cNvSpPr/>
            <p:nvPr/>
          </p:nvSpPr>
          <p:spPr>
            <a:xfrm>
              <a:off x="3938760" y="2340000"/>
              <a:ext cx="2728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40" name="Rectangle 574"/>
            <p:cNvSpPr/>
            <p:nvPr/>
          </p:nvSpPr>
          <p:spPr>
            <a:xfrm>
              <a:off x="4270320" y="2340000"/>
              <a:ext cx="2700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41" name="Rectangle 575"/>
            <p:cNvSpPr/>
            <p:nvPr/>
          </p:nvSpPr>
          <p:spPr>
            <a:xfrm>
              <a:off x="4597560" y="2340000"/>
              <a:ext cx="27432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42" name="Rectangle 576"/>
            <p:cNvSpPr/>
            <p:nvPr/>
          </p:nvSpPr>
          <p:spPr>
            <a:xfrm>
              <a:off x="3844800" y="2455920"/>
              <a:ext cx="516240" cy="24444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Evaporators </a:t>
              </a:r>
              <a:endParaRPr b="1" lang="en-US" sz="500" spc="-1" strike="noStrike">
                <a:solidFill>
                  <a:srgbClr val="000000"/>
                </a:solidFill>
                <a:latin typeface="Arial"/>
              </a:endParaRPr>
            </a:p>
          </p:txBody>
        </p:sp>
        <p:sp>
          <p:nvSpPr>
            <p:cNvPr id="9743" name="Rectangle 577"/>
            <p:cNvSpPr/>
            <p:nvPr/>
          </p:nvSpPr>
          <p:spPr>
            <a:xfrm>
              <a:off x="4214880" y="2462040"/>
              <a:ext cx="3967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Tanks </a:t>
              </a:r>
              <a:endParaRPr b="1" lang="en-US" sz="500" spc="-1" strike="noStrike">
                <a:solidFill>
                  <a:srgbClr val="000000"/>
                </a:solidFill>
                <a:latin typeface="Arial"/>
              </a:endParaRPr>
            </a:p>
          </p:txBody>
        </p:sp>
        <p:sp>
          <p:nvSpPr>
            <p:cNvPr id="9744" name="Rectangle 578"/>
            <p:cNvSpPr/>
            <p:nvPr/>
          </p:nvSpPr>
          <p:spPr>
            <a:xfrm>
              <a:off x="2895480" y="2451240"/>
              <a:ext cx="52560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Ohmic heaters</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500" spc="-1" strike="noStrike">
                <a:solidFill>
                  <a:srgbClr val="000000"/>
                </a:solidFill>
                <a:latin typeface="Arial"/>
              </a:endParaRPr>
            </a:p>
          </p:txBody>
        </p:sp>
        <p:sp>
          <p:nvSpPr>
            <p:cNvPr id="9745" name="Rectangle 579"/>
            <p:cNvSpPr/>
            <p:nvPr/>
          </p:nvSpPr>
          <p:spPr>
            <a:xfrm>
              <a:off x="2127240" y="2451240"/>
              <a:ext cx="5256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Plate heat</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exchangers </a:t>
              </a:r>
              <a:endParaRPr b="1" lang="en-US" sz="500" spc="-1" strike="noStrike">
                <a:solidFill>
                  <a:srgbClr val="000000"/>
                </a:solidFill>
                <a:latin typeface="Arial"/>
              </a:endParaRPr>
            </a:p>
          </p:txBody>
        </p:sp>
        <p:sp>
          <p:nvSpPr>
            <p:cNvPr id="9746" name="Rectangle 580"/>
            <p:cNvSpPr/>
            <p:nvPr/>
          </p:nvSpPr>
          <p:spPr>
            <a:xfrm>
              <a:off x="3324240" y="2340000"/>
              <a:ext cx="244440" cy="11268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47" name="Rectangle 581"/>
            <p:cNvSpPr/>
            <p:nvPr/>
          </p:nvSpPr>
          <p:spPr>
            <a:xfrm>
              <a:off x="3216240" y="2451240"/>
              <a:ext cx="5238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Separators</a:t>
              </a:r>
              <a:endParaRPr b="1" lang="en-US" sz="5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500" spc="-1" strike="noStrike">
                <a:solidFill>
                  <a:srgbClr val="000000"/>
                </a:solidFill>
                <a:latin typeface="Arial"/>
              </a:endParaRPr>
            </a:p>
          </p:txBody>
        </p:sp>
        <p:sp>
          <p:nvSpPr>
            <p:cNvPr id="9748" name="Rectangle 582"/>
            <p:cNvSpPr/>
            <p:nvPr/>
          </p:nvSpPr>
          <p:spPr>
            <a:xfrm>
              <a:off x="6235560" y="2322360"/>
              <a:ext cx="262080" cy="10980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49" name="Rectangle 583"/>
            <p:cNvSpPr/>
            <p:nvPr/>
          </p:nvSpPr>
          <p:spPr>
            <a:xfrm>
              <a:off x="3627360" y="2340000"/>
              <a:ext cx="2444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50" name="Rectangle 584"/>
            <p:cNvSpPr/>
            <p:nvPr/>
          </p:nvSpPr>
          <p:spPr>
            <a:xfrm>
              <a:off x="5553000" y="2676600"/>
              <a:ext cx="262080" cy="1094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51" name="Rectangle 585"/>
            <p:cNvSpPr/>
            <p:nvPr/>
          </p:nvSpPr>
          <p:spPr>
            <a:xfrm>
              <a:off x="5910120" y="2670120"/>
              <a:ext cx="262080" cy="1094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52" name="Rectangle 586"/>
            <p:cNvSpPr/>
            <p:nvPr/>
          </p:nvSpPr>
          <p:spPr>
            <a:xfrm>
              <a:off x="5808600" y="2765520"/>
              <a:ext cx="476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Wrapping </a:t>
              </a:r>
              <a:endParaRPr b="1" lang="en-US" sz="500" spc="-1" strike="noStrike">
                <a:solidFill>
                  <a:srgbClr val="000000"/>
                </a:solidFill>
                <a:latin typeface="Arial"/>
              </a:endParaRPr>
            </a:p>
          </p:txBody>
        </p:sp>
        <p:sp>
          <p:nvSpPr>
            <p:cNvPr id="9753" name="Rectangle 587"/>
            <p:cNvSpPr/>
            <p:nvPr/>
          </p:nvSpPr>
          <p:spPr>
            <a:xfrm>
              <a:off x="6202440" y="2765520"/>
              <a:ext cx="39672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ja-JP" sz="500" spc="-1" strike="noStrike">
                  <a:solidFill>
                    <a:srgbClr val="000000"/>
                  </a:solidFill>
                  <a:latin typeface="Arial"/>
                </a:rPr>
                <a:t> </a:t>
              </a:r>
              <a:endParaRPr b="1" lang="en-US" sz="500" spc="-1" strike="noStrike">
                <a:solidFill>
                  <a:srgbClr val="000000"/>
                </a:solidFill>
                <a:latin typeface="Arial"/>
              </a:endParaRPr>
            </a:p>
          </p:txBody>
        </p:sp>
        <p:sp>
          <p:nvSpPr>
            <p:cNvPr id="9754" name="Rectangle 588"/>
            <p:cNvSpPr/>
            <p:nvPr/>
          </p:nvSpPr>
          <p:spPr>
            <a:xfrm>
              <a:off x="3502080" y="2451240"/>
              <a:ext cx="52704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Dryers</a:t>
              </a:r>
              <a:endParaRPr b="1" lang="en-US" sz="500" spc="-1" strike="noStrike">
                <a:solidFill>
                  <a:srgbClr val="000000"/>
                </a:solidFill>
                <a:latin typeface="Arial"/>
              </a:endParaRPr>
            </a:p>
          </p:txBody>
        </p:sp>
        <p:sp>
          <p:nvSpPr>
            <p:cNvPr id="9755" name="Rectangle 589"/>
            <p:cNvSpPr/>
            <p:nvPr/>
          </p:nvSpPr>
          <p:spPr>
            <a:xfrm>
              <a:off x="5153040" y="2428920"/>
              <a:ext cx="476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Cartoning </a:t>
              </a:r>
              <a:endParaRPr b="1" lang="en-US" sz="500" spc="-1" strike="noStrike">
                <a:solidFill>
                  <a:srgbClr val="000000"/>
                </a:solidFill>
                <a:latin typeface="Arial"/>
              </a:endParaRPr>
            </a:p>
          </p:txBody>
        </p:sp>
        <p:sp>
          <p:nvSpPr>
            <p:cNvPr id="9756" name="Rectangle 590"/>
            <p:cNvSpPr/>
            <p:nvPr/>
          </p:nvSpPr>
          <p:spPr>
            <a:xfrm>
              <a:off x="5489640" y="2765520"/>
              <a:ext cx="47628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Sealing </a:t>
              </a:r>
              <a:endParaRPr b="1" lang="en-US" sz="500" spc="-1" strike="noStrike">
                <a:solidFill>
                  <a:srgbClr val="000000"/>
                </a:solidFill>
                <a:latin typeface="Arial"/>
              </a:endParaRPr>
            </a:p>
          </p:txBody>
        </p:sp>
        <p:sp>
          <p:nvSpPr>
            <p:cNvPr id="9757" name="Rectangle 591"/>
            <p:cNvSpPr/>
            <p:nvPr/>
          </p:nvSpPr>
          <p:spPr>
            <a:xfrm>
              <a:off x="6186600" y="2428920"/>
              <a:ext cx="452160" cy="16848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Labelling </a:t>
              </a:r>
              <a:endParaRPr b="1" lang="en-US" sz="500" spc="-1" strike="noStrike">
                <a:solidFill>
                  <a:srgbClr val="000000"/>
                </a:solidFill>
                <a:latin typeface="Arial"/>
              </a:endParaRPr>
            </a:p>
          </p:txBody>
        </p:sp>
        <p:sp>
          <p:nvSpPr>
            <p:cNvPr id="9758" name="Rectangle 592"/>
            <p:cNvSpPr/>
            <p:nvPr/>
          </p:nvSpPr>
          <p:spPr>
            <a:xfrm>
              <a:off x="5207040" y="2676600"/>
              <a:ext cx="261720" cy="1094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59" name="Rectangle 593"/>
            <p:cNvSpPr/>
            <p:nvPr/>
          </p:nvSpPr>
          <p:spPr>
            <a:xfrm>
              <a:off x="5119560" y="2782800"/>
              <a:ext cx="47808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Filling lines</a:t>
              </a:r>
              <a:endParaRPr b="1" lang="en-US" sz="500" spc="-1" strike="noStrike">
                <a:solidFill>
                  <a:srgbClr val="000000"/>
                </a:solidFill>
                <a:latin typeface="Arial"/>
              </a:endParaRPr>
            </a:p>
          </p:txBody>
        </p:sp>
        <p:sp>
          <p:nvSpPr>
            <p:cNvPr id="9760" name="Rectangle 594"/>
            <p:cNvSpPr/>
            <p:nvPr/>
          </p:nvSpPr>
          <p:spPr>
            <a:xfrm>
              <a:off x="6580080" y="5008680"/>
              <a:ext cx="511200" cy="257040"/>
            </a:xfrm>
            <a:prstGeom prst="rect">
              <a:avLst/>
            </a:prstGeom>
            <a:noFill/>
            <a:ln w="0">
              <a:noFill/>
            </a:ln>
          </p:spPr>
          <p:style>
            <a:lnRef idx="0"/>
            <a:fillRef idx="0"/>
            <a:effectRef idx="0"/>
            <a:fontRef idx="minor"/>
          </p:style>
          <p:txBody>
            <a:bodyPr lIns="0" rIns="0" tIns="46080" bIns="46080" anchor="t">
              <a:no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Convenience food</a:t>
              </a:r>
              <a:endParaRPr b="1" lang="en-US" sz="500" spc="-1" strike="noStrike">
                <a:solidFill>
                  <a:srgbClr val="000000"/>
                </a:solidFill>
                <a:latin typeface="Arial"/>
              </a:endParaRPr>
            </a:p>
          </p:txBody>
        </p:sp>
        <p:sp>
          <p:nvSpPr>
            <p:cNvPr id="9761" name="Rectangle 595"/>
            <p:cNvSpPr/>
            <p:nvPr/>
          </p:nvSpPr>
          <p:spPr>
            <a:xfrm>
              <a:off x="2306520" y="4165560"/>
              <a:ext cx="281160" cy="11268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62" name="Rectangle 596"/>
            <p:cNvSpPr/>
            <p:nvPr/>
          </p:nvSpPr>
          <p:spPr>
            <a:xfrm>
              <a:off x="2143080" y="4284720"/>
              <a:ext cx="58752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Customer </a:t>
              </a:r>
              <a:br>
                <a:rPr sz="500"/>
              </a:br>
              <a:r>
                <a:rPr b="0" lang="en-US" sz="500" spc="-1" strike="noStrike">
                  <a:solidFill>
                    <a:srgbClr val="000000"/>
                  </a:solidFill>
                  <a:latin typeface="Arial"/>
                </a:rPr>
                <a:t>DIY</a:t>
              </a:r>
              <a:endParaRPr b="1" lang="en-US" sz="500" spc="-1" strike="noStrike">
                <a:solidFill>
                  <a:srgbClr val="000000"/>
                </a:solidFill>
                <a:latin typeface="Arial"/>
              </a:endParaRPr>
            </a:p>
          </p:txBody>
        </p:sp>
        <p:sp>
          <p:nvSpPr>
            <p:cNvPr id="9763" name="Rectangle 597"/>
            <p:cNvSpPr/>
            <p:nvPr/>
          </p:nvSpPr>
          <p:spPr>
            <a:xfrm>
              <a:off x="4078440" y="4165560"/>
              <a:ext cx="2826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64" name="Rectangle 598"/>
            <p:cNvSpPr/>
            <p:nvPr/>
          </p:nvSpPr>
          <p:spPr>
            <a:xfrm>
              <a:off x="3962520" y="4284720"/>
              <a:ext cx="52380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Spare</a:t>
              </a:r>
              <a:br>
                <a:rPr sz="500"/>
              </a:br>
              <a:r>
                <a:rPr b="0" lang="en-US" sz="500" spc="-1" strike="noStrike">
                  <a:solidFill>
                    <a:srgbClr val="000000"/>
                  </a:solidFill>
                  <a:latin typeface="Arial"/>
                </a:rPr>
                <a:t>parts </a:t>
              </a:r>
              <a:endParaRPr b="1" lang="en-US" sz="500" spc="-1" strike="noStrike">
                <a:solidFill>
                  <a:srgbClr val="000000"/>
                </a:solidFill>
                <a:latin typeface="Arial"/>
              </a:endParaRPr>
            </a:p>
          </p:txBody>
        </p:sp>
        <p:sp>
          <p:nvSpPr>
            <p:cNvPr id="9765" name="Rectangle 599"/>
            <p:cNvSpPr/>
            <p:nvPr/>
          </p:nvSpPr>
          <p:spPr>
            <a:xfrm>
              <a:off x="1538280" y="1849320"/>
              <a:ext cx="2714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66" name="Rectangle 600"/>
            <p:cNvSpPr/>
            <p:nvPr/>
          </p:nvSpPr>
          <p:spPr>
            <a:xfrm>
              <a:off x="1898640" y="1849320"/>
              <a:ext cx="2714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67" name="Rectangle 601"/>
            <p:cNvSpPr/>
            <p:nvPr/>
          </p:nvSpPr>
          <p:spPr>
            <a:xfrm>
              <a:off x="2259000" y="1849320"/>
              <a:ext cx="2732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68" name="Rectangle 602"/>
            <p:cNvSpPr/>
            <p:nvPr/>
          </p:nvSpPr>
          <p:spPr>
            <a:xfrm>
              <a:off x="2619360" y="1849320"/>
              <a:ext cx="2732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69" name="Rectangle 603"/>
            <p:cNvSpPr/>
            <p:nvPr/>
          </p:nvSpPr>
          <p:spPr>
            <a:xfrm>
              <a:off x="2979720" y="1849320"/>
              <a:ext cx="2746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70" name="Rectangle 604"/>
            <p:cNvSpPr/>
            <p:nvPr/>
          </p:nvSpPr>
          <p:spPr>
            <a:xfrm>
              <a:off x="3324240" y="1849320"/>
              <a:ext cx="2444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71" name="Rectangle 605"/>
            <p:cNvSpPr/>
            <p:nvPr/>
          </p:nvSpPr>
          <p:spPr>
            <a:xfrm>
              <a:off x="3627360" y="1849320"/>
              <a:ext cx="24444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72" name="Rectangle 606"/>
            <p:cNvSpPr/>
            <p:nvPr/>
          </p:nvSpPr>
          <p:spPr>
            <a:xfrm>
              <a:off x="1373040" y="2840040"/>
              <a:ext cx="61776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Freezers &amp; Refrigerators </a:t>
              </a:r>
              <a:endParaRPr b="1" lang="en-US" sz="500" spc="-1" strike="noStrike">
                <a:solidFill>
                  <a:srgbClr val="000000"/>
                </a:solidFill>
                <a:latin typeface="Arial"/>
              </a:endParaRPr>
            </a:p>
          </p:txBody>
        </p:sp>
        <p:sp>
          <p:nvSpPr>
            <p:cNvPr id="9773" name="Rectangle 607"/>
            <p:cNvSpPr/>
            <p:nvPr/>
          </p:nvSpPr>
          <p:spPr>
            <a:xfrm>
              <a:off x="3178080" y="2847960"/>
              <a:ext cx="588960" cy="16848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Automation</a:t>
              </a:r>
              <a:endParaRPr b="1" lang="en-US" sz="500" spc="-1" strike="noStrike">
                <a:solidFill>
                  <a:srgbClr val="000000"/>
                </a:solidFill>
                <a:latin typeface="Arial"/>
              </a:endParaRPr>
            </a:p>
          </p:txBody>
        </p:sp>
        <p:sp>
          <p:nvSpPr>
            <p:cNvPr id="9774" name="Rectangle 608"/>
            <p:cNvSpPr/>
            <p:nvPr/>
          </p:nvSpPr>
          <p:spPr>
            <a:xfrm>
              <a:off x="2809800" y="2840040"/>
              <a:ext cx="6368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Conveyer systems </a:t>
              </a:r>
              <a:endParaRPr b="1" lang="en-US" sz="500" spc="-1" strike="noStrike">
                <a:solidFill>
                  <a:srgbClr val="000000"/>
                </a:solidFill>
                <a:latin typeface="Arial"/>
              </a:endParaRPr>
            </a:p>
          </p:txBody>
        </p:sp>
        <p:sp>
          <p:nvSpPr>
            <p:cNvPr id="9775" name="Rectangle 609"/>
            <p:cNvSpPr/>
            <p:nvPr/>
          </p:nvSpPr>
          <p:spPr>
            <a:xfrm>
              <a:off x="1790640" y="2840040"/>
              <a:ext cx="51588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Aseptic processing systems </a:t>
              </a:r>
              <a:endParaRPr b="1" lang="en-US" sz="500" spc="-1" strike="noStrike">
                <a:solidFill>
                  <a:srgbClr val="000000"/>
                </a:solidFill>
                <a:latin typeface="Arial"/>
              </a:endParaRPr>
            </a:p>
          </p:txBody>
        </p:sp>
        <p:sp>
          <p:nvSpPr>
            <p:cNvPr id="9776" name="Rectangle 610"/>
            <p:cNvSpPr/>
            <p:nvPr/>
          </p:nvSpPr>
          <p:spPr>
            <a:xfrm>
              <a:off x="2509920" y="2840040"/>
              <a:ext cx="527040" cy="32040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Blow moulding equipment</a:t>
              </a:r>
              <a:endParaRPr b="1" lang="en-US" sz="500" spc="-1" strike="noStrike">
                <a:solidFill>
                  <a:srgbClr val="000000"/>
                </a:solidFill>
                <a:latin typeface="Arial"/>
              </a:endParaRPr>
            </a:p>
          </p:txBody>
        </p:sp>
        <p:sp>
          <p:nvSpPr>
            <p:cNvPr id="9777" name="Rectangle 611"/>
            <p:cNvSpPr/>
            <p:nvPr/>
          </p:nvSpPr>
          <p:spPr>
            <a:xfrm>
              <a:off x="2595600" y="2828880"/>
              <a:ext cx="414360" cy="171360"/>
            </a:xfrm>
            <a:prstGeom prst="rect">
              <a:avLst/>
            </a:prstGeom>
            <a:no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78" name="Rectangle 612"/>
            <p:cNvSpPr/>
            <p:nvPr/>
          </p:nvSpPr>
          <p:spPr>
            <a:xfrm>
              <a:off x="2147760" y="2840040"/>
              <a:ext cx="5162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Filtration equipment </a:t>
              </a:r>
              <a:endParaRPr b="1" lang="en-US" sz="500" spc="-1" strike="noStrike">
                <a:solidFill>
                  <a:srgbClr val="000000"/>
                </a:solidFill>
                <a:latin typeface="Arial"/>
              </a:endParaRPr>
            </a:p>
          </p:txBody>
        </p:sp>
        <p:sp>
          <p:nvSpPr>
            <p:cNvPr id="9779" name="Rectangle 613"/>
            <p:cNvSpPr/>
            <p:nvPr/>
          </p:nvSpPr>
          <p:spPr>
            <a:xfrm>
              <a:off x="3502080" y="2841480"/>
              <a:ext cx="527040" cy="244440"/>
            </a:xfrm>
            <a:prstGeom prst="rect">
              <a:avLst/>
            </a:prstGeom>
            <a:noFill/>
            <a:ln w="0">
              <a:noFill/>
            </a:ln>
          </p:spPr>
          <p:style>
            <a:lnRef idx="0"/>
            <a:fillRef idx="0"/>
            <a:effectRef idx="0"/>
            <a:fontRef idx="minor"/>
          </p:style>
          <p:txBody>
            <a:bodyPr lIns="92160" rIns="92160" tIns="46080" bIns="46080" anchor="t">
              <a:spAutoFit/>
            </a:bodyPr>
            <a:p>
              <a:pPr algn="ctr">
                <a:lnSpc>
                  <a:spcPct val="100000"/>
                </a:lnSpc>
                <a:spcBef>
                  <a:spcPts val="312"/>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500" spc="-1" strike="noStrike">
                  <a:solidFill>
                    <a:srgbClr val="000000"/>
                  </a:solidFill>
                  <a:latin typeface="Arial"/>
                </a:rPr>
                <a:t>Control systems </a:t>
              </a:r>
              <a:endParaRPr b="1" lang="en-US" sz="500" spc="-1" strike="noStrike">
                <a:solidFill>
                  <a:srgbClr val="000000"/>
                </a:solidFill>
                <a:latin typeface="Arial"/>
              </a:endParaRPr>
            </a:p>
          </p:txBody>
        </p:sp>
        <p:sp>
          <p:nvSpPr>
            <p:cNvPr id="9780" name="Rectangle 614"/>
            <p:cNvSpPr/>
            <p:nvPr/>
          </p:nvSpPr>
          <p:spPr>
            <a:xfrm>
              <a:off x="1538280" y="2730600"/>
              <a:ext cx="271440" cy="110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1" name="Rectangle 615"/>
            <p:cNvSpPr/>
            <p:nvPr/>
          </p:nvSpPr>
          <p:spPr>
            <a:xfrm>
              <a:off x="1898640" y="2730600"/>
              <a:ext cx="271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2" name="Rectangle 616"/>
            <p:cNvSpPr/>
            <p:nvPr/>
          </p:nvSpPr>
          <p:spPr>
            <a:xfrm>
              <a:off x="2259000" y="2730600"/>
              <a:ext cx="273240" cy="1108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3" name="Rectangle 617"/>
            <p:cNvSpPr/>
            <p:nvPr/>
          </p:nvSpPr>
          <p:spPr>
            <a:xfrm>
              <a:off x="2619360" y="2730600"/>
              <a:ext cx="2732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4" name="Rectangle 618"/>
            <p:cNvSpPr/>
            <p:nvPr/>
          </p:nvSpPr>
          <p:spPr>
            <a:xfrm>
              <a:off x="2979720" y="2730600"/>
              <a:ext cx="27468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5" name="Rectangle 619"/>
            <p:cNvSpPr/>
            <p:nvPr/>
          </p:nvSpPr>
          <p:spPr>
            <a:xfrm>
              <a:off x="3324240" y="2730600"/>
              <a:ext cx="244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6" name="AutoShape 620"/>
            <p:cNvSpPr/>
            <p:nvPr/>
          </p:nvSpPr>
          <p:spPr>
            <a:xfrm rot="16200000">
              <a:off x="3675960" y="1406880"/>
              <a:ext cx="120600" cy="268200"/>
            </a:xfrm>
            <a:prstGeom prst="rtTriangle">
              <a:avLst/>
            </a:prstGeom>
            <a:solidFill>
              <a:srgbClr val="ffffff"/>
            </a:solidFill>
            <a:ln w="12600">
              <a:solidFill>
                <a:srgbClr val="003399"/>
              </a:solidFill>
              <a:miter/>
            </a:ln>
          </p:spPr>
          <p:style>
            <a:lnRef idx="0"/>
            <a:fillRef idx="0"/>
            <a:effectRef idx="0"/>
            <a:fontRef idx="minor"/>
          </p:style>
          <p:txBody>
            <a:bodyPr wrap="none" lIns="90000" rIns="90000" tIns="40320" bIns="403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7" name="AutoShape 621"/>
            <p:cNvSpPr/>
            <p:nvPr/>
          </p:nvSpPr>
          <p:spPr>
            <a:xfrm rot="16200000">
              <a:off x="5275800" y="1734120"/>
              <a:ext cx="114480" cy="28116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8" name="AutoShape 622"/>
            <p:cNvSpPr/>
            <p:nvPr/>
          </p:nvSpPr>
          <p:spPr>
            <a:xfrm rot="16200000">
              <a:off x="4017240" y="1406880"/>
              <a:ext cx="120600" cy="268200"/>
            </a:xfrm>
            <a:prstGeom prst="rtTriangle">
              <a:avLst/>
            </a:prstGeom>
            <a:solidFill>
              <a:srgbClr val="8099cc"/>
            </a:solidFill>
            <a:ln w="12600">
              <a:solidFill>
                <a:srgbClr val="8099cc"/>
              </a:solidFill>
              <a:miter/>
            </a:ln>
          </p:spPr>
          <p:style>
            <a:lnRef idx="0"/>
            <a:fillRef idx="0"/>
            <a:effectRef idx="0"/>
            <a:fontRef idx="minor"/>
          </p:style>
          <p:txBody>
            <a:bodyPr wrap="none" lIns="90000" rIns="90000" tIns="40320" bIns="403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89" name="AutoShape 623"/>
            <p:cNvSpPr/>
            <p:nvPr/>
          </p:nvSpPr>
          <p:spPr>
            <a:xfrm rot="16200000">
              <a:off x="5616360" y="1733400"/>
              <a:ext cx="11448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0" name="AutoShape 624"/>
            <p:cNvSpPr/>
            <p:nvPr/>
          </p:nvSpPr>
          <p:spPr>
            <a:xfrm rot="16200000">
              <a:off x="2042280" y="5799600"/>
              <a:ext cx="120600" cy="268200"/>
            </a:xfrm>
            <a:prstGeom prst="rtTriangle">
              <a:avLst/>
            </a:prstGeom>
            <a:solidFill>
              <a:srgbClr val="8099cc"/>
            </a:solidFill>
            <a:ln w="0">
              <a:noFill/>
            </a:ln>
          </p:spPr>
          <p:style>
            <a:lnRef idx="0"/>
            <a:fillRef idx="0"/>
            <a:effectRef idx="0"/>
            <a:fontRef idx="minor"/>
          </p:style>
          <p:txBody>
            <a:bodyPr wrap="none" lIns="90000" rIns="90000" tIns="40320" bIns="403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1" name="AutoShape 625"/>
            <p:cNvSpPr/>
            <p:nvPr/>
          </p:nvSpPr>
          <p:spPr>
            <a:xfrm rot="16200000">
              <a:off x="5979960" y="1733400"/>
              <a:ext cx="11448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2" name="AutoShape 626"/>
            <p:cNvSpPr/>
            <p:nvPr/>
          </p:nvSpPr>
          <p:spPr>
            <a:xfrm rot="16200000">
              <a:off x="1966680" y="2645640"/>
              <a:ext cx="120600" cy="270000"/>
            </a:xfrm>
            <a:prstGeom prst="rtTriangle">
              <a:avLst/>
            </a:prstGeom>
            <a:solidFill>
              <a:srgbClr val="80cccc"/>
            </a:solidFill>
            <a:ln w="0">
              <a:noFill/>
            </a:ln>
          </p:spPr>
          <p:style>
            <a:lnRef idx="0"/>
            <a:fillRef idx="0"/>
            <a:effectRef idx="0"/>
            <a:fontRef idx="minor"/>
          </p:style>
          <p:txBody>
            <a:bodyPr wrap="none" lIns="90000" rIns="90000" tIns="40680" bIns="406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3" name="AutoShape 627"/>
            <p:cNvSpPr/>
            <p:nvPr/>
          </p:nvSpPr>
          <p:spPr>
            <a:xfrm rot="16200000">
              <a:off x="5276160" y="2584800"/>
              <a:ext cx="114120" cy="28116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4" name="AutoShape 628"/>
            <p:cNvSpPr/>
            <p:nvPr/>
          </p:nvSpPr>
          <p:spPr>
            <a:xfrm rot="16200000">
              <a:off x="1646280" y="5800320"/>
              <a:ext cx="120600" cy="266760"/>
            </a:xfrm>
            <a:prstGeom prst="rtTriangle">
              <a:avLst/>
            </a:prstGeom>
            <a:solidFill>
              <a:srgbClr val="8099cc"/>
            </a:solidFill>
            <a:ln w="0">
              <a:noFill/>
            </a:ln>
          </p:spPr>
          <p:style>
            <a:lnRef idx="0"/>
            <a:fillRef idx="0"/>
            <a:effectRef idx="0"/>
            <a:fontRef idx="minor"/>
          </p:style>
          <p:txBody>
            <a:bodyPr wrap="none" lIns="90000" rIns="90000" tIns="39600" bIns="396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5" name="AutoShape 629"/>
            <p:cNvSpPr/>
            <p:nvPr/>
          </p:nvSpPr>
          <p:spPr>
            <a:xfrm rot="16200000">
              <a:off x="5616720" y="2584080"/>
              <a:ext cx="11412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6" name="AutoShape 630"/>
            <p:cNvSpPr/>
            <p:nvPr/>
          </p:nvSpPr>
          <p:spPr>
            <a:xfrm rot="16200000">
              <a:off x="5980320" y="2584080"/>
              <a:ext cx="11412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7" name="AutoShape 631"/>
            <p:cNvSpPr/>
            <p:nvPr/>
          </p:nvSpPr>
          <p:spPr>
            <a:xfrm rot="16200000">
              <a:off x="1625040" y="4083480"/>
              <a:ext cx="11556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8" name="AutoShape 632"/>
            <p:cNvSpPr/>
            <p:nvPr/>
          </p:nvSpPr>
          <p:spPr>
            <a:xfrm rot="16200000">
              <a:off x="2809800" y="4082400"/>
              <a:ext cx="115560" cy="28440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799" name="AutoShape 633"/>
            <p:cNvSpPr/>
            <p:nvPr/>
          </p:nvSpPr>
          <p:spPr>
            <a:xfrm rot="16200000">
              <a:off x="3289320" y="4082400"/>
              <a:ext cx="115560" cy="28440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0" name="AutoShape 634"/>
            <p:cNvSpPr/>
            <p:nvPr/>
          </p:nvSpPr>
          <p:spPr>
            <a:xfrm rot="16200000">
              <a:off x="2693160" y="1401840"/>
              <a:ext cx="114120" cy="284400"/>
            </a:xfrm>
            <a:prstGeom prst="rtTriangle">
              <a:avLst/>
            </a:prstGeom>
            <a:solidFill>
              <a:srgbClr val="ffffff"/>
            </a:solidFill>
            <a:ln w="12600">
              <a:solidFill>
                <a:srgbClr val="003399"/>
              </a:solidFill>
              <a:miter/>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1" name="AutoShape 635"/>
            <p:cNvSpPr/>
            <p:nvPr/>
          </p:nvSpPr>
          <p:spPr>
            <a:xfrm rot="16200000">
              <a:off x="2447280" y="5794920"/>
              <a:ext cx="114120" cy="284040"/>
            </a:xfrm>
            <a:prstGeom prst="rtTriangle">
              <a:avLst/>
            </a:prstGeom>
            <a:solidFill>
              <a:srgbClr val="8099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802" name="Group 636"/>
            <p:cNvGrpSpPr/>
            <p:nvPr/>
          </p:nvGrpSpPr>
          <p:grpSpPr>
            <a:xfrm>
              <a:off x="7128000" y="5022720"/>
              <a:ext cx="1565280" cy="951120"/>
              <a:chOff x="7128000" y="5022720"/>
              <a:chExt cx="1565280" cy="951120"/>
            </a:xfrm>
          </p:grpSpPr>
          <p:sp>
            <p:nvSpPr>
              <p:cNvPr id="9803" name="Rectangle 637"/>
              <p:cNvSpPr/>
              <p:nvPr/>
            </p:nvSpPr>
            <p:spPr>
              <a:xfrm>
                <a:off x="7128000" y="5022720"/>
                <a:ext cx="1488960" cy="9511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4" name="Rectangle 638"/>
              <p:cNvSpPr/>
              <p:nvPr/>
            </p:nvSpPr>
            <p:spPr>
              <a:xfrm>
                <a:off x="7234200" y="5110200"/>
                <a:ext cx="314280" cy="1126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5" name="Rectangle 639"/>
              <p:cNvSpPr/>
              <p:nvPr/>
            </p:nvSpPr>
            <p:spPr>
              <a:xfrm>
                <a:off x="7234200" y="5340240"/>
                <a:ext cx="314280" cy="112680"/>
              </a:xfrm>
              <a:prstGeom prst="rect">
                <a:avLst/>
              </a:prstGeom>
              <a:solidFill>
                <a:srgbClr val="003399"/>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6" name="Rectangle 640"/>
              <p:cNvSpPr/>
              <p:nvPr/>
            </p:nvSpPr>
            <p:spPr>
              <a:xfrm>
                <a:off x="7234200" y="5553000"/>
                <a:ext cx="314280" cy="112680"/>
              </a:xfrm>
              <a:prstGeom prst="rect">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7" name="Rectangle 641"/>
              <p:cNvSpPr/>
              <p:nvPr/>
            </p:nvSpPr>
            <p:spPr>
              <a:xfrm>
                <a:off x="7234200" y="5765760"/>
                <a:ext cx="31428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08" name="Rectangle 642"/>
              <p:cNvSpPr/>
              <p:nvPr/>
            </p:nvSpPr>
            <p:spPr>
              <a:xfrm>
                <a:off x="7616880" y="5052960"/>
                <a:ext cx="107640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Strong position</a:t>
                </a:r>
                <a:endParaRPr b="1" lang="en-US" sz="1000" spc="-1" strike="noStrike">
                  <a:solidFill>
                    <a:srgbClr val="000000"/>
                  </a:solidFill>
                  <a:latin typeface="Arial"/>
                </a:endParaRPr>
              </a:p>
            </p:txBody>
          </p:sp>
          <p:sp>
            <p:nvSpPr>
              <p:cNvPr id="9809" name="Rectangle 643"/>
              <p:cNvSpPr/>
              <p:nvPr/>
            </p:nvSpPr>
            <p:spPr>
              <a:xfrm>
                <a:off x="7616880" y="5283360"/>
                <a:ext cx="76356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Average</a:t>
                </a:r>
                <a:endParaRPr b="1" lang="en-US" sz="1000" spc="-1" strike="noStrike">
                  <a:solidFill>
                    <a:srgbClr val="000000"/>
                  </a:solidFill>
                  <a:latin typeface="Arial"/>
                </a:endParaRPr>
              </a:p>
            </p:txBody>
          </p:sp>
          <p:sp>
            <p:nvSpPr>
              <p:cNvPr id="9810" name="Rectangle 644"/>
              <p:cNvSpPr/>
              <p:nvPr/>
            </p:nvSpPr>
            <p:spPr>
              <a:xfrm>
                <a:off x="7616880" y="5495760"/>
                <a:ext cx="101268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Weak position</a:t>
                </a:r>
                <a:endParaRPr b="1" lang="en-US" sz="1000" spc="-1" strike="noStrike">
                  <a:solidFill>
                    <a:srgbClr val="000000"/>
                  </a:solidFill>
                  <a:latin typeface="Arial"/>
                </a:endParaRPr>
              </a:p>
            </p:txBody>
          </p:sp>
          <p:sp>
            <p:nvSpPr>
              <p:cNvPr id="9811" name="Rectangle 645"/>
              <p:cNvSpPr/>
              <p:nvPr/>
            </p:nvSpPr>
            <p:spPr>
              <a:xfrm>
                <a:off x="7616880" y="5708520"/>
                <a:ext cx="842760" cy="245160"/>
              </a:xfrm>
              <a:prstGeom prst="rect">
                <a:avLst/>
              </a:prstGeom>
              <a:noFill/>
              <a:ln w="0">
                <a:noFill/>
              </a:ln>
            </p:spPr>
            <p:style>
              <a:lnRef idx="0"/>
              <a:fillRef idx="0"/>
              <a:effectRef idx="0"/>
              <a:fontRef idx="minor"/>
            </p:style>
            <p:txBody>
              <a:bodyPr lIns="92160" rIns="92160" tIns="46080" bIns="46080" anchor="t">
                <a:spAutoFit/>
              </a:bodyPr>
              <a:p>
                <a:pPr>
                  <a:lnSpc>
                    <a:spcPct val="100000"/>
                  </a:lnSpc>
                  <a:spcBef>
                    <a:spcPts val="6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rPr>
                  <a:t>No position</a:t>
                </a:r>
                <a:endParaRPr b="1" lang="en-US" sz="1000" spc="-1" strike="noStrike">
                  <a:solidFill>
                    <a:srgbClr val="000000"/>
                  </a:solidFill>
                  <a:latin typeface="Arial"/>
                </a:endParaRPr>
              </a:p>
            </p:txBody>
          </p:sp>
        </p:grpSp>
        <p:sp>
          <p:nvSpPr>
            <p:cNvPr id="9812" name="AutoShape 646"/>
            <p:cNvSpPr/>
            <p:nvPr/>
          </p:nvSpPr>
          <p:spPr>
            <a:xfrm rot="16200000">
              <a:off x="1614600" y="1402920"/>
              <a:ext cx="114120" cy="282600"/>
            </a:xfrm>
            <a:prstGeom prst="rtTriangle">
              <a:avLst/>
            </a:prstGeom>
            <a:solidFill>
              <a:srgbClr val="ffffff"/>
            </a:solidFill>
            <a:ln w="12600">
              <a:solidFill>
                <a:srgbClr val="003399"/>
              </a:solidFill>
              <a:miter/>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3" name="AutoShape 647"/>
            <p:cNvSpPr/>
            <p:nvPr/>
          </p:nvSpPr>
          <p:spPr>
            <a:xfrm rot="16200000">
              <a:off x="1972440" y="1406880"/>
              <a:ext cx="114120" cy="274680"/>
            </a:xfrm>
            <a:prstGeom prst="rtTriangle">
              <a:avLst/>
            </a:prstGeom>
            <a:solidFill>
              <a:srgbClr val="ffffff"/>
            </a:solidFill>
            <a:ln w="12600">
              <a:solidFill>
                <a:srgbClr val="003399"/>
              </a:solidFill>
              <a:miter/>
            </a:ln>
          </p:spPr>
          <p:style>
            <a:lnRef idx="0"/>
            <a:fillRef idx="0"/>
            <a:effectRef idx="0"/>
            <a:fontRef idx="minor"/>
          </p:style>
          <p:txBody>
            <a:bodyPr wrap="none" lIns="90000" rIns="90000" tIns="42120" bIns="42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4" name="AutoShape 648"/>
            <p:cNvSpPr/>
            <p:nvPr/>
          </p:nvSpPr>
          <p:spPr>
            <a:xfrm rot="16200000">
              <a:off x="2336040" y="1406880"/>
              <a:ext cx="114120" cy="274680"/>
            </a:xfrm>
            <a:prstGeom prst="rtTriangle">
              <a:avLst/>
            </a:prstGeom>
            <a:solidFill>
              <a:srgbClr val="ffffff"/>
            </a:solidFill>
            <a:ln w="12600">
              <a:solidFill>
                <a:srgbClr val="003399"/>
              </a:solidFill>
              <a:miter/>
            </a:ln>
          </p:spPr>
          <p:style>
            <a:lnRef idx="0"/>
            <a:fillRef idx="0"/>
            <a:effectRef idx="0"/>
            <a:fontRef idx="minor"/>
          </p:style>
          <p:txBody>
            <a:bodyPr wrap="none" lIns="90000" rIns="90000" tIns="42120" bIns="42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5" name="AutoShape 649"/>
            <p:cNvSpPr/>
            <p:nvPr/>
          </p:nvSpPr>
          <p:spPr>
            <a:xfrm rot="16200000">
              <a:off x="1620720" y="1762200"/>
              <a:ext cx="114480" cy="272880"/>
            </a:xfrm>
            <a:prstGeom prst="rtTriangle">
              <a:avLst/>
            </a:prstGeom>
            <a:solidFill>
              <a:srgbClr val="80cccc"/>
            </a:solidFill>
            <a:ln w="0">
              <a:noFill/>
            </a:ln>
          </p:spPr>
          <p:style>
            <a:lnRef idx="0"/>
            <a:fillRef idx="0"/>
            <a:effectRef idx="0"/>
            <a:fontRef idx="minor"/>
          </p:style>
          <p:txBody>
            <a:bodyPr wrap="none" lIns="90000" rIns="90000" tIns="41760" bIns="417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6" name="AutoShape 650"/>
            <p:cNvSpPr/>
            <p:nvPr/>
          </p:nvSpPr>
          <p:spPr>
            <a:xfrm rot="16200000">
              <a:off x="1972080" y="1761120"/>
              <a:ext cx="114480" cy="274680"/>
            </a:xfrm>
            <a:prstGeom prst="rtTriangle">
              <a:avLst/>
            </a:prstGeom>
            <a:solidFill>
              <a:srgbClr val="80cccc"/>
            </a:solidFill>
            <a:ln w="0">
              <a:noFill/>
            </a:ln>
          </p:spPr>
          <p:style>
            <a:lnRef idx="0"/>
            <a:fillRef idx="0"/>
            <a:effectRef idx="0"/>
            <a:fontRef idx="minor"/>
          </p:style>
          <p:txBody>
            <a:bodyPr wrap="none" lIns="90000" rIns="90000" tIns="42120" bIns="42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7" name="AutoShape 651"/>
            <p:cNvSpPr/>
            <p:nvPr/>
          </p:nvSpPr>
          <p:spPr>
            <a:xfrm rot="16200000">
              <a:off x="2335680" y="1761120"/>
              <a:ext cx="114480" cy="274680"/>
            </a:xfrm>
            <a:prstGeom prst="rtTriangle">
              <a:avLst/>
            </a:prstGeom>
            <a:solidFill>
              <a:srgbClr val="80cccc"/>
            </a:solidFill>
            <a:ln w="0">
              <a:noFill/>
            </a:ln>
          </p:spPr>
          <p:style>
            <a:lnRef idx="0"/>
            <a:fillRef idx="0"/>
            <a:effectRef idx="0"/>
            <a:fontRef idx="minor"/>
          </p:style>
          <p:txBody>
            <a:bodyPr wrap="none" lIns="90000" rIns="90000" tIns="42120" bIns="421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8" name="AutoShape 652"/>
            <p:cNvSpPr/>
            <p:nvPr/>
          </p:nvSpPr>
          <p:spPr>
            <a:xfrm rot="16200000">
              <a:off x="2697840" y="2256480"/>
              <a:ext cx="115920" cy="276120"/>
            </a:xfrm>
            <a:prstGeom prst="rtTriangle">
              <a:avLst/>
            </a:prstGeom>
            <a:solidFill>
              <a:srgbClr val="003399"/>
            </a:solidFill>
            <a:ln w="12600">
              <a:solidFill>
                <a:srgbClr val="003399"/>
              </a:solidFill>
              <a:miter/>
            </a:ln>
          </p:spPr>
          <p:style>
            <a:lnRef idx="0"/>
            <a:fillRef idx="0"/>
            <a:effectRef idx="0"/>
            <a:fontRef idx="minor"/>
          </p:style>
          <p:txBody>
            <a:bodyPr wrap="none" lIns="90000" rIns="90000" tIns="42840" bIns="428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19" name="AutoShape 653"/>
            <p:cNvSpPr/>
            <p:nvPr/>
          </p:nvSpPr>
          <p:spPr>
            <a:xfrm rot="16200000">
              <a:off x="3712320" y="2278800"/>
              <a:ext cx="115920" cy="231840"/>
            </a:xfrm>
            <a:prstGeom prst="rtTriangle">
              <a:avLst/>
            </a:prstGeom>
            <a:solidFill>
              <a:srgbClr val="80cccc"/>
            </a:solidFill>
            <a:ln w="0">
              <a:noFill/>
            </a:ln>
          </p:spPr>
          <p:style>
            <a:lnRef idx="0"/>
            <a:fillRef idx="0"/>
            <a:effectRef idx="0"/>
            <a:fontRef idx="minor"/>
          </p:style>
          <p:txBody>
            <a:bodyPr wrap="none" lIns="90000" rIns="90000" tIns="28440" bIns="284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0" name="AutoShape 654"/>
            <p:cNvSpPr/>
            <p:nvPr/>
          </p:nvSpPr>
          <p:spPr>
            <a:xfrm rot="16200000">
              <a:off x="4043160" y="2279520"/>
              <a:ext cx="115920" cy="230040"/>
            </a:xfrm>
            <a:prstGeom prst="rtTriangle">
              <a:avLst/>
            </a:prstGeom>
            <a:solidFill>
              <a:srgbClr val="80cccc"/>
            </a:solidFill>
            <a:ln w="0">
              <a:noFill/>
            </a:ln>
          </p:spPr>
          <p:style>
            <a:lnRef idx="0"/>
            <a:fillRef idx="0"/>
            <a:effectRef idx="0"/>
            <a:fontRef idx="minor"/>
          </p:style>
          <p:txBody>
            <a:bodyPr wrap="none" lIns="90000" rIns="90000" tIns="27720" bIns="2772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1" name="AutoShape 655"/>
            <p:cNvSpPr/>
            <p:nvPr/>
          </p:nvSpPr>
          <p:spPr>
            <a:xfrm rot="16200000">
              <a:off x="3238560" y="5795640"/>
              <a:ext cx="11412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2" name="AutoShape 656"/>
            <p:cNvSpPr/>
            <p:nvPr/>
          </p:nvSpPr>
          <p:spPr>
            <a:xfrm rot="16200000">
              <a:off x="3633120" y="5794920"/>
              <a:ext cx="114120" cy="28404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3" name="AutoShape 657"/>
            <p:cNvSpPr/>
            <p:nvPr/>
          </p:nvSpPr>
          <p:spPr>
            <a:xfrm rot="16200000">
              <a:off x="4027680" y="5795640"/>
              <a:ext cx="11412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4" name="AutoShape 658"/>
            <p:cNvSpPr/>
            <p:nvPr/>
          </p:nvSpPr>
          <p:spPr>
            <a:xfrm rot="16200000">
              <a:off x="4892040" y="4802760"/>
              <a:ext cx="114120" cy="28404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5" name="AutoShape 659"/>
            <p:cNvSpPr/>
            <p:nvPr/>
          </p:nvSpPr>
          <p:spPr>
            <a:xfrm rot="16200000">
              <a:off x="5265720" y="4803480"/>
              <a:ext cx="11412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6" name="AutoShape 660"/>
            <p:cNvSpPr/>
            <p:nvPr/>
          </p:nvSpPr>
          <p:spPr>
            <a:xfrm rot="16200000">
              <a:off x="3259080" y="4814280"/>
              <a:ext cx="90360" cy="28440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7" name="AutoShape 661"/>
            <p:cNvSpPr/>
            <p:nvPr/>
          </p:nvSpPr>
          <p:spPr>
            <a:xfrm rot="16200000">
              <a:off x="1637640" y="4815360"/>
              <a:ext cx="90360" cy="282600"/>
            </a:xfrm>
            <a:prstGeom prst="rtTriangle">
              <a:avLst/>
            </a:prstGeom>
            <a:solidFill>
              <a:srgbClr val="8099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8" name="Rectangle 662"/>
            <p:cNvSpPr/>
            <p:nvPr/>
          </p:nvSpPr>
          <p:spPr>
            <a:xfrm>
              <a:off x="1539720" y="3352680"/>
              <a:ext cx="27972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29" name="Rectangle 663"/>
            <p:cNvSpPr/>
            <p:nvPr/>
          </p:nvSpPr>
          <p:spPr>
            <a:xfrm>
              <a:off x="1898640" y="3352680"/>
              <a:ext cx="2826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0" name="AutoShape 664"/>
            <p:cNvSpPr/>
            <p:nvPr/>
          </p:nvSpPr>
          <p:spPr>
            <a:xfrm rot="16200000">
              <a:off x="1641960" y="3283560"/>
              <a:ext cx="114480" cy="252360"/>
            </a:xfrm>
            <a:prstGeom prst="rtTriangle">
              <a:avLst/>
            </a:prstGeom>
            <a:solidFill>
              <a:srgbClr val="80cccc"/>
            </a:solidFill>
            <a:ln w="0">
              <a:noFill/>
            </a:ln>
          </p:spPr>
          <p:style>
            <a:lnRef idx="0"/>
            <a:fillRef idx="0"/>
            <a:effectRef idx="0"/>
            <a:fontRef idx="minor"/>
          </p:style>
          <p:txBody>
            <a:bodyPr wrap="none" lIns="90000" rIns="90000" tIns="35280" bIns="3528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1" name="AutoShape 665"/>
            <p:cNvSpPr/>
            <p:nvPr/>
          </p:nvSpPr>
          <p:spPr>
            <a:xfrm rot="16200000">
              <a:off x="1999440" y="3290040"/>
              <a:ext cx="114480" cy="239760"/>
            </a:xfrm>
            <a:prstGeom prst="rtTriangle">
              <a:avLst/>
            </a:prstGeom>
            <a:solidFill>
              <a:srgbClr val="80cccc"/>
            </a:solidFill>
            <a:ln w="0">
              <a:noFill/>
            </a:ln>
          </p:spPr>
          <p:style>
            <a:lnRef idx="0"/>
            <a:fillRef idx="0"/>
            <a:effectRef idx="0"/>
            <a:fontRef idx="minor"/>
          </p:style>
          <p:txBody>
            <a:bodyPr wrap="none" lIns="90000" rIns="90000" tIns="30960" bIns="309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2" name="Rectangle 666"/>
            <p:cNvSpPr/>
            <p:nvPr/>
          </p:nvSpPr>
          <p:spPr>
            <a:xfrm>
              <a:off x="4314960" y="5883120"/>
              <a:ext cx="299880" cy="1112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3" name="AutoShape 667"/>
            <p:cNvSpPr/>
            <p:nvPr/>
          </p:nvSpPr>
          <p:spPr>
            <a:xfrm rot="16200000">
              <a:off x="4411800" y="5795640"/>
              <a:ext cx="114120" cy="282600"/>
            </a:xfrm>
            <a:prstGeom prst="rtTriangle">
              <a:avLst/>
            </a:prstGeom>
            <a:solidFill>
              <a:srgbClr val="80cccc"/>
            </a:solidFill>
            <a:ln w="0">
              <a:noFill/>
            </a:ln>
          </p:spPr>
          <p:style>
            <a:lnRef idx="0"/>
            <a:fillRef idx="0"/>
            <a:effectRef idx="0"/>
            <a:fontRef idx="minor"/>
          </p:style>
          <p:txBody>
            <a:bodyPr wrap="none" lIns="90000" rIns="90000" tIns="44640" bIns="4464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4" name="Rectangle 668"/>
            <p:cNvSpPr/>
            <p:nvPr/>
          </p:nvSpPr>
          <p:spPr>
            <a:xfrm>
              <a:off x="2701800" y="5245200"/>
              <a:ext cx="284400" cy="1126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5" name="AutoShape 669"/>
            <p:cNvSpPr/>
            <p:nvPr/>
          </p:nvSpPr>
          <p:spPr>
            <a:xfrm rot="16200000">
              <a:off x="2799360" y="5169600"/>
              <a:ext cx="92160" cy="28404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6" name="Rectangle 670"/>
            <p:cNvSpPr/>
            <p:nvPr/>
          </p:nvSpPr>
          <p:spPr>
            <a:xfrm>
              <a:off x="7467480" y="1501920"/>
              <a:ext cx="263520" cy="10944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7" name="AutoShape 671"/>
            <p:cNvSpPr/>
            <p:nvPr/>
          </p:nvSpPr>
          <p:spPr>
            <a:xfrm rot="16200000">
              <a:off x="7538760" y="1414440"/>
              <a:ext cx="115920" cy="284040"/>
            </a:xfrm>
            <a:prstGeom prst="rtTriangle">
              <a:avLst/>
            </a:prstGeom>
            <a:solidFill>
              <a:srgbClr val="80cccc"/>
            </a:solidFill>
            <a:ln w="0">
              <a:noFill/>
            </a:ln>
          </p:spPr>
          <p:style>
            <a:lnRef idx="0"/>
            <a:fillRef idx="0"/>
            <a:effectRef idx="0"/>
            <a:fontRef idx="minor"/>
          </p:style>
          <p:txBody>
            <a:bodyPr wrap="none" lIns="90000" rIns="90000" tIns="45360" bIns="4536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8" name="Rectangle 672"/>
            <p:cNvSpPr/>
            <p:nvPr/>
          </p:nvSpPr>
          <p:spPr>
            <a:xfrm>
              <a:off x="3521160" y="4884840"/>
              <a:ext cx="298440" cy="11736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39" name="Rectangle 673"/>
            <p:cNvSpPr/>
            <p:nvPr/>
          </p:nvSpPr>
          <p:spPr>
            <a:xfrm>
              <a:off x="3665520" y="2730600"/>
              <a:ext cx="244440" cy="110880"/>
            </a:xfrm>
            <a:prstGeom prst="rect">
              <a:avLst/>
            </a:prstGeom>
            <a:solidFill>
              <a:srgbClr val="8099cc"/>
            </a:solidFill>
            <a:ln w="12600">
              <a:solidFill>
                <a:srgbClr val="8099cc"/>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84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72BB24D-B830-4383-8578-94F947C235A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84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Activity Map - Competitor Overview</a:t>
            </a:r>
            <a:endParaRPr b="1" lang="en-US" sz="1600" spc="-1" strike="noStrike">
              <a:solidFill>
                <a:srgbClr val="000000"/>
              </a:solidFill>
              <a:latin typeface="Arial"/>
            </a:endParaRPr>
          </a:p>
        </p:txBody>
      </p:sp>
      <p:sp>
        <p:nvSpPr>
          <p:cNvPr id="9843" name="Rectangle 4"/>
          <p:cNvSpPr/>
          <p:nvPr/>
        </p:nvSpPr>
        <p:spPr>
          <a:xfrm>
            <a:off x="2400480" y="5646600"/>
            <a:ext cx="50292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44" name="Rectangle 5"/>
          <p:cNvSpPr/>
          <p:nvPr/>
        </p:nvSpPr>
        <p:spPr>
          <a:xfrm>
            <a:off x="3944880" y="564660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45" name="Text Box 6"/>
          <p:cNvSpPr/>
          <p:nvPr/>
        </p:nvSpPr>
        <p:spPr>
          <a:xfrm>
            <a:off x="2910240" y="5611680"/>
            <a:ext cx="929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Advantaged</a:t>
            </a:r>
            <a:endParaRPr b="1" lang="en-US" sz="1100" spc="-1" strike="noStrike">
              <a:solidFill>
                <a:srgbClr val="000000"/>
              </a:solidFill>
              <a:latin typeface="Arial"/>
            </a:endParaRPr>
          </a:p>
        </p:txBody>
      </p:sp>
      <p:sp>
        <p:nvSpPr>
          <p:cNvPr id="9846" name="Text Box 7"/>
          <p:cNvSpPr/>
          <p:nvPr/>
        </p:nvSpPr>
        <p:spPr>
          <a:xfrm>
            <a:off x="4441680" y="5611680"/>
            <a:ext cx="6318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Neutral</a:t>
            </a:r>
            <a:endParaRPr b="1" lang="en-US" sz="1100" spc="-1" strike="noStrike">
              <a:solidFill>
                <a:srgbClr val="000000"/>
              </a:solidFill>
              <a:latin typeface="Arial"/>
            </a:endParaRPr>
          </a:p>
        </p:txBody>
      </p:sp>
      <p:sp>
        <p:nvSpPr>
          <p:cNvPr id="9847" name="Rectangle 8"/>
          <p:cNvSpPr/>
          <p:nvPr/>
        </p:nvSpPr>
        <p:spPr>
          <a:xfrm>
            <a:off x="2290680" y="5519880"/>
            <a:ext cx="4608720" cy="458640"/>
          </a:xfrm>
          <a:prstGeom prst="rect">
            <a:avLst/>
          </a:prstGeom>
          <a:noFill/>
          <a:ln w="12600">
            <a:solidFill>
              <a:srgbClr val="003399"/>
            </a:solidFill>
            <a:miter/>
          </a:ln>
        </p:spPr>
        <p:style>
          <a:lnRef idx="0"/>
          <a:fillRef idx="0"/>
          <a:effectRef idx="0"/>
          <a:fontRef idx="minor"/>
        </p:style>
        <p:txBody>
          <a:bodyPr lIns="90000" rIns="90000" tIns="46800" bIns="46800" anchor="ctr">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nvGrpSpPr>
          <p:cNvPr id="9848" name="Group 74"/>
          <p:cNvGrpSpPr/>
          <p:nvPr/>
        </p:nvGrpSpPr>
        <p:grpSpPr>
          <a:xfrm>
            <a:off x="295200" y="1407960"/>
            <a:ext cx="7391520" cy="3943800"/>
            <a:chOff x="295200" y="1407960"/>
            <a:chExt cx="7391520" cy="3943800"/>
          </a:xfrm>
        </p:grpSpPr>
        <p:sp>
          <p:nvSpPr>
            <p:cNvPr id="9849" name="Text Box 3"/>
            <p:cNvSpPr/>
            <p:nvPr/>
          </p:nvSpPr>
          <p:spPr>
            <a:xfrm>
              <a:off x="295200" y="197640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0" name="Text Box 9"/>
            <p:cNvSpPr/>
            <p:nvPr/>
          </p:nvSpPr>
          <p:spPr>
            <a:xfrm>
              <a:off x="295200" y="285768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1" name="Text Box 10"/>
            <p:cNvSpPr/>
            <p:nvPr/>
          </p:nvSpPr>
          <p:spPr>
            <a:xfrm>
              <a:off x="295200" y="329256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2" name="Text Box 11"/>
            <p:cNvSpPr/>
            <p:nvPr/>
          </p:nvSpPr>
          <p:spPr>
            <a:xfrm>
              <a:off x="295200" y="373212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3" name="Text Box 12"/>
            <p:cNvSpPr/>
            <p:nvPr/>
          </p:nvSpPr>
          <p:spPr>
            <a:xfrm>
              <a:off x="295200" y="418788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4" name="Text Box 13"/>
            <p:cNvSpPr/>
            <p:nvPr/>
          </p:nvSpPr>
          <p:spPr>
            <a:xfrm>
              <a:off x="295200" y="463068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5" name="Text Box 14"/>
            <p:cNvSpPr/>
            <p:nvPr/>
          </p:nvSpPr>
          <p:spPr>
            <a:xfrm>
              <a:off x="295200" y="507348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6" name="Text Box 16"/>
            <p:cNvSpPr/>
            <p:nvPr/>
          </p:nvSpPr>
          <p:spPr>
            <a:xfrm>
              <a:off x="2871720" y="14079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7" name="Text Box 17"/>
            <p:cNvSpPr/>
            <p:nvPr/>
          </p:nvSpPr>
          <p:spPr>
            <a:xfrm>
              <a:off x="5059440" y="14079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8" name="Text Box 18"/>
            <p:cNvSpPr/>
            <p:nvPr/>
          </p:nvSpPr>
          <p:spPr>
            <a:xfrm>
              <a:off x="3949560" y="14079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59" name="Text Box 19"/>
            <p:cNvSpPr/>
            <p:nvPr/>
          </p:nvSpPr>
          <p:spPr>
            <a:xfrm>
              <a:off x="6154560" y="14079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60" name="Rectangle 20"/>
            <p:cNvSpPr/>
            <p:nvPr/>
          </p:nvSpPr>
          <p:spPr>
            <a:xfrm>
              <a:off x="2808360" y="2013120"/>
              <a:ext cx="501480" cy="20448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1" name="Rectangle 21"/>
            <p:cNvSpPr/>
            <p:nvPr/>
          </p:nvSpPr>
          <p:spPr>
            <a:xfrm>
              <a:off x="2808360" y="3767040"/>
              <a:ext cx="50148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2" name="Rectangle 22"/>
            <p:cNvSpPr/>
            <p:nvPr/>
          </p:nvSpPr>
          <p:spPr>
            <a:xfrm>
              <a:off x="2808360" y="4224240"/>
              <a:ext cx="50148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3" name="Rectangle 23"/>
            <p:cNvSpPr/>
            <p:nvPr/>
          </p:nvSpPr>
          <p:spPr>
            <a:xfrm>
              <a:off x="2808360" y="4667400"/>
              <a:ext cx="501480" cy="20448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4" name="Rectangle 24"/>
            <p:cNvSpPr/>
            <p:nvPr/>
          </p:nvSpPr>
          <p:spPr>
            <a:xfrm>
              <a:off x="2808360" y="5110200"/>
              <a:ext cx="5014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5" name="Rectangle 25"/>
            <p:cNvSpPr/>
            <p:nvPr/>
          </p:nvSpPr>
          <p:spPr>
            <a:xfrm>
              <a:off x="2808360" y="2454120"/>
              <a:ext cx="50148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6" name="Rectangle 26"/>
            <p:cNvSpPr/>
            <p:nvPr/>
          </p:nvSpPr>
          <p:spPr>
            <a:xfrm>
              <a:off x="2808360" y="2894040"/>
              <a:ext cx="50148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7" name="Rectangle 27"/>
            <p:cNvSpPr/>
            <p:nvPr/>
          </p:nvSpPr>
          <p:spPr>
            <a:xfrm>
              <a:off x="2808360" y="3328920"/>
              <a:ext cx="50148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68" name="Text Box 28"/>
            <p:cNvSpPr/>
            <p:nvPr/>
          </p:nvSpPr>
          <p:spPr>
            <a:xfrm>
              <a:off x="1779480" y="14079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69" name="Rectangle 29"/>
            <p:cNvSpPr/>
            <p:nvPr/>
          </p:nvSpPr>
          <p:spPr>
            <a:xfrm>
              <a:off x="1714680" y="2013120"/>
              <a:ext cx="502920" cy="2044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0" name="Rectangle 30"/>
            <p:cNvSpPr/>
            <p:nvPr/>
          </p:nvSpPr>
          <p:spPr>
            <a:xfrm>
              <a:off x="1714680" y="2454120"/>
              <a:ext cx="50292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1" name="Rectangle 31"/>
            <p:cNvSpPr/>
            <p:nvPr/>
          </p:nvSpPr>
          <p:spPr>
            <a:xfrm>
              <a:off x="1714680" y="2894040"/>
              <a:ext cx="50292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2" name="Rectangle 32"/>
            <p:cNvSpPr/>
            <p:nvPr/>
          </p:nvSpPr>
          <p:spPr>
            <a:xfrm>
              <a:off x="1714680" y="3328920"/>
              <a:ext cx="50292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3" name="Rectangle 33"/>
            <p:cNvSpPr/>
            <p:nvPr/>
          </p:nvSpPr>
          <p:spPr>
            <a:xfrm>
              <a:off x="1714680" y="3767040"/>
              <a:ext cx="50292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4" name="Text Box 34"/>
            <p:cNvSpPr/>
            <p:nvPr/>
          </p:nvSpPr>
          <p:spPr>
            <a:xfrm>
              <a:off x="7248600" y="1407960"/>
              <a:ext cx="37440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sp>
          <p:nvSpPr>
            <p:cNvPr id="9875" name="Rectangle 35"/>
            <p:cNvSpPr/>
            <p:nvPr/>
          </p:nvSpPr>
          <p:spPr>
            <a:xfrm>
              <a:off x="1714680" y="4224240"/>
              <a:ext cx="50292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6" name="Rectangle 36"/>
            <p:cNvSpPr/>
            <p:nvPr/>
          </p:nvSpPr>
          <p:spPr>
            <a:xfrm>
              <a:off x="1714680" y="4667400"/>
              <a:ext cx="502920" cy="20448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7" name="Rectangle 37"/>
            <p:cNvSpPr/>
            <p:nvPr/>
          </p:nvSpPr>
          <p:spPr>
            <a:xfrm>
              <a:off x="1714680" y="5110200"/>
              <a:ext cx="50292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8" name="Rectangle 38"/>
            <p:cNvSpPr/>
            <p:nvPr/>
          </p:nvSpPr>
          <p:spPr>
            <a:xfrm>
              <a:off x="4995720" y="2013120"/>
              <a:ext cx="501840" cy="2044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79" name="Rectangle 39"/>
            <p:cNvSpPr/>
            <p:nvPr/>
          </p:nvSpPr>
          <p:spPr>
            <a:xfrm>
              <a:off x="4995720" y="376704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0" name="Rectangle 40"/>
            <p:cNvSpPr/>
            <p:nvPr/>
          </p:nvSpPr>
          <p:spPr>
            <a:xfrm>
              <a:off x="4995720" y="4224240"/>
              <a:ext cx="50184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1" name="Rectangle 41"/>
            <p:cNvSpPr/>
            <p:nvPr/>
          </p:nvSpPr>
          <p:spPr>
            <a:xfrm>
              <a:off x="4995720" y="4667400"/>
              <a:ext cx="501840" cy="20448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2" name="Rectangle 42"/>
            <p:cNvSpPr/>
            <p:nvPr/>
          </p:nvSpPr>
          <p:spPr>
            <a:xfrm>
              <a:off x="4995720" y="245412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3" name="Rectangle 43"/>
            <p:cNvSpPr/>
            <p:nvPr/>
          </p:nvSpPr>
          <p:spPr>
            <a:xfrm>
              <a:off x="4995720" y="289404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4" name="Rectangle 44"/>
            <p:cNvSpPr/>
            <p:nvPr/>
          </p:nvSpPr>
          <p:spPr>
            <a:xfrm>
              <a:off x="4995720" y="332892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5" name="Rectangle 45"/>
            <p:cNvSpPr/>
            <p:nvPr/>
          </p:nvSpPr>
          <p:spPr>
            <a:xfrm>
              <a:off x="3886200" y="2013120"/>
              <a:ext cx="503280" cy="2044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6" name="Rectangle 46"/>
            <p:cNvSpPr/>
            <p:nvPr/>
          </p:nvSpPr>
          <p:spPr>
            <a:xfrm>
              <a:off x="3886200" y="245412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7" name="Rectangle 47"/>
            <p:cNvSpPr/>
            <p:nvPr/>
          </p:nvSpPr>
          <p:spPr>
            <a:xfrm>
              <a:off x="3886200" y="289404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8" name="Rectangle 48"/>
            <p:cNvSpPr/>
            <p:nvPr/>
          </p:nvSpPr>
          <p:spPr>
            <a:xfrm>
              <a:off x="3886200" y="332892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89" name="Rectangle 49"/>
            <p:cNvSpPr/>
            <p:nvPr/>
          </p:nvSpPr>
          <p:spPr>
            <a:xfrm>
              <a:off x="3886200" y="3767040"/>
              <a:ext cx="50328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0" name="Rectangle 50"/>
            <p:cNvSpPr/>
            <p:nvPr/>
          </p:nvSpPr>
          <p:spPr>
            <a:xfrm>
              <a:off x="3886200" y="422424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1" name="Rectangle 51"/>
            <p:cNvSpPr/>
            <p:nvPr/>
          </p:nvSpPr>
          <p:spPr>
            <a:xfrm>
              <a:off x="3886200" y="4667400"/>
              <a:ext cx="503280" cy="20448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2" name="Rectangle 52"/>
            <p:cNvSpPr/>
            <p:nvPr/>
          </p:nvSpPr>
          <p:spPr>
            <a:xfrm>
              <a:off x="7184880" y="2013120"/>
              <a:ext cx="501840" cy="20448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3" name="Rectangle 53"/>
            <p:cNvSpPr/>
            <p:nvPr/>
          </p:nvSpPr>
          <p:spPr>
            <a:xfrm>
              <a:off x="7184880" y="376704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4" name="Rectangle 54"/>
            <p:cNvSpPr/>
            <p:nvPr/>
          </p:nvSpPr>
          <p:spPr>
            <a:xfrm>
              <a:off x="7184880" y="4224240"/>
              <a:ext cx="50184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5" name="Rectangle 55"/>
            <p:cNvSpPr/>
            <p:nvPr/>
          </p:nvSpPr>
          <p:spPr>
            <a:xfrm>
              <a:off x="7184880" y="4667400"/>
              <a:ext cx="501840" cy="20448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6" name="Rectangle 56"/>
            <p:cNvSpPr/>
            <p:nvPr/>
          </p:nvSpPr>
          <p:spPr>
            <a:xfrm>
              <a:off x="7184880" y="245412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7" name="Rectangle 57"/>
            <p:cNvSpPr/>
            <p:nvPr/>
          </p:nvSpPr>
          <p:spPr>
            <a:xfrm>
              <a:off x="7184880" y="289404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8" name="Rectangle 58"/>
            <p:cNvSpPr/>
            <p:nvPr/>
          </p:nvSpPr>
          <p:spPr>
            <a:xfrm>
              <a:off x="7184880" y="3328920"/>
              <a:ext cx="501840" cy="2048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899" name="Rectangle 59"/>
            <p:cNvSpPr/>
            <p:nvPr/>
          </p:nvSpPr>
          <p:spPr>
            <a:xfrm>
              <a:off x="6089760" y="2013120"/>
              <a:ext cx="503280" cy="2044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0" name="Rectangle 60"/>
            <p:cNvSpPr/>
            <p:nvPr/>
          </p:nvSpPr>
          <p:spPr>
            <a:xfrm>
              <a:off x="6089760" y="245412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1" name="Rectangle 61"/>
            <p:cNvSpPr/>
            <p:nvPr/>
          </p:nvSpPr>
          <p:spPr>
            <a:xfrm>
              <a:off x="6089760" y="289404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2" name="Rectangle 62"/>
            <p:cNvSpPr/>
            <p:nvPr/>
          </p:nvSpPr>
          <p:spPr>
            <a:xfrm>
              <a:off x="6089760" y="332892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3" name="Rectangle 63"/>
            <p:cNvSpPr/>
            <p:nvPr/>
          </p:nvSpPr>
          <p:spPr>
            <a:xfrm>
              <a:off x="6089760" y="3767040"/>
              <a:ext cx="50328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4" name="Rectangle 64"/>
            <p:cNvSpPr/>
            <p:nvPr/>
          </p:nvSpPr>
          <p:spPr>
            <a:xfrm>
              <a:off x="6089760" y="422424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5" name="Rectangle 65"/>
            <p:cNvSpPr/>
            <p:nvPr/>
          </p:nvSpPr>
          <p:spPr>
            <a:xfrm>
              <a:off x="6089760" y="4667400"/>
              <a:ext cx="503280" cy="20448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6" name="Rectangle 66"/>
            <p:cNvSpPr/>
            <p:nvPr/>
          </p:nvSpPr>
          <p:spPr>
            <a:xfrm>
              <a:off x="4995720" y="5110200"/>
              <a:ext cx="50184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7" name="Rectangle 67"/>
            <p:cNvSpPr/>
            <p:nvPr/>
          </p:nvSpPr>
          <p:spPr>
            <a:xfrm>
              <a:off x="3886200" y="5110200"/>
              <a:ext cx="50328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8" name="Rectangle 68"/>
            <p:cNvSpPr/>
            <p:nvPr/>
          </p:nvSpPr>
          <p:spPr>
            <a:xfrm>
              <a:off x="7184880" y="5110200"/>
              <a:ext cx="501840" cy="2048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09" name="Rectangle 69"/>
            <p:cNvSpPr/>
            <p:nvPr/>
          </p:nvSpPr>
          <p:spPr>
            <a:xfrm>
              <a:off x="6089760" y="5110200"/>
              <a:ext cx="503280" cy="20484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10" name="Text Box 70"/>
            <p:cNvSpPr/>
            <p:nvPr/>
          </p:nvSpPr>
          <p:spPr>
            <a:xfrm>
              <a:off x="295200" y="2417760"/>
              <a:ext cx="743040" cy="278280"/>
            </a:xfrm>
            <a:prstGeom prst="rect">
              <a:avLst/>
            </a:prstGeom>
            <a:noFill/>
            <a:ln w="0">
              <a:noFill/>
            </a:ln>
          </p:spPr>
          <p:style>
            <a:lnRef idx="0"/>
            <a:fillRef idx="0"/>
            <a:effectRef idx="0"/>
            <a:fontRef idx="minor"/>
          </p:style>
          <p:txBody>
            <a:bodyPr wrap="none" lIns="90000" rIns="90000" tIns="46800" bIns="46800" anchor="t">
              <a:spAutoFit/>
            </a:bodyPr>
            <a:p>
              <a:pPr marL="184320" indent="-184320">
                <a:lnSpc>
                  <a:spcPct val="11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a:t>
              </a:r>
              <a:endParaRPr b="1" lang="en-US" sz="1100" spc="-1" strike="noStrike">
                <a:solidFill>
                  <a:srgbClr val="000000"/>
                </a:solidFill>
                <a:latin typeface="Arial"/>
              </a:endParaRPr>
            </a:p>
          </p:txBody>
        </p:sp>
      </p:grpSp>
      <p:sp>
        <p:nvSpPr>
          <p:cNvPr id="9911" name="Rectangle 71"/>
          <p:cNvSpPr/>
          <p:nvPr/>
        </p:nvSpPr>
        <p:spPr>
          <a:xfrm>
            <a:off x="5105520" y="5646600"/>
            <a:ext cx="503280" cy="20484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12" name="Text Box 72"/>
          <p:cNvSpPr/>
          <p:nvPr/>
        </p:nvSpPr>
        <p:spPr>
          <a:xfrm>
            <a:off x="5601960" y="5611680"/>
            <a:ext cx="11149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spcBef>
                <a:spcPts val="68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rPr>
              <a:t>Disadvantaged</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3"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9914"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EB4970-A384-451E-A589-289FB63F3B5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9915"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Activity Map - Synergy Analysis</a:t>
            </a:r>
            <a:endParaRPr b="1" lang="en-US" sz="1600" spc="-1" strike="noStrike">
              <a:solidFill>
                <a:srgbClr val="000000"/>
              </a:solidFill>
              <a:latin typeface="Arial"/>
            </a:endParaRPr>
          </a:p>
        </p:txBody>
      </p:sp>
      <p:grpSp>
        <p:nvGrpSpPr>
          <p:cNvPr id="9916" name="Group 131"/>
          <p:cNvGrpSpPr/>
          <p:nvPr/>
        </p:nvGrpSpPr>
        <p:grpSpPr>
          <a:xfrm>
            <a:off x="582480" y="1254240"/>
            <a:ext cx="7736040" cy="4983120"/>
            <a:chOff x="582480" y="1254240"/>
            <a:chExt cx="7736040" cy="4983120"/>
          </a:xfrm>
        </p:grpSpPr>
        <p:sp>
          <p:nvSpPr>
            <p:cNvPr id="9917" name="Rectangle 132"/>
            <p:cNvSpPr/>
            <p:nvPr/>
          </p:nvSpPr>
          <p:spPr>
            <a:xfrm>
              <a:off x="1481040" y="5997600"/>
              <a:ext cx="77004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18" name="Rectangle 133"/>
            <p:cNvSpPr/>
            <p:nvPr/>
          </p:nvSpPr>
          <p:spPr>
            <a:xfrm>
              <a:off x="2459160" y="5972040"/>
              <a:ext cx="7714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19" name="Rectangle 134"/>
            <p:cNvSpPr/>
            <p:nvPr/>
          </p:nvSpPr>
          <p:spPr>
            <a:xfrm>
              <a:off x="3440160" y="5972040"/>
              <a:ext cx="77292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20" name="Text Box 135"/>
            <p:cNvSpPr/>
            <p:nvPr/>
          </p:nvSpPr>
          <p:spPr>
            <a:xfrm>
              <a:off x="7202880" y="1628640"/>
              <a:ext cx="929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Advantaged</a:t>
              </a:r>
              <a:endParaRPr b="1" lang="en-US" sz="1100" spc="-1" strike="noStrike">
                <a:solidFill>
                  <a:srgbClr val="000000"/>
                </a:solidFill>
                <a:latin typeface="Arial"/>
              </a:endParaRPr>
            </a:p>
          </p:txBody>
        </p:sp>
        <p:sp>
          <p:nvSpPr>
            <p:cNvPr id="9921" name="Text Box 136"/>
            <p:cNvSpPr/>
            <p:nvPr/>
          </p:nvSpPr>
          <p:spPr>
            <a:xfrm>
              <a:off x="7203600" y="2197080"/>
              <a:ext cx="11149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Disadvantaged</a:t>
              </a:r>
              <a:endParaRPr b="1" lang="en-US" sz="1100" spc="-1" strike="noStrike">
                <a:solidFill>
                  <a:srgbClr val="000000"/>
                </a:solidFill>
                <a:latin typeface="Arial"/>
              </a:endParaRPr>
            </a:p>
          </p:txBody>
        </p:sp>
        <p:sp>
          <p:nvSpPr>
            <p:cNvPr id="9922" name="Oval 137"/>
            <p:cNvSpPr/>
            <p:nvPr/>
          </p:nvSpPr>
          <p:spPr>
            <a:xfrm>
              <a:off x="1246320" y="4438800"/>
              <a:ext cx="1198440" cy="622080"/>
            </a:xfrm>
            <a:prstGeom prst="ellipse">
              <a:avLst/>
            </a:prstGeom>
            <a:noFill/>
            <a:ln w="12600">
              <a:solidFill>
                <a:srgbClr val="4066b2"/>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23" name="Text Box 138"/>
            <p:cNvSpPr/>
            <p:nvPr/>
          </p:nvSpPr>
          <p:spPr>
            <a:xfrm>
              <a:off x="582480" y="178596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24" name="Text Box 139"/>
            <p:cNvSpPr/>
            <p:nvPr/>
          </p:nvSpPr>
          <p:spPr>
            <a:xfrm>
              <a:off x="582480" y="235440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25" name="Text Box 140"/>
            <p:cNvSpPr/>
            <p:nvPr/>
          </p:nvSpPr>
          <p:spPr>
            <a:xfrm>
              <a:off x="582480" y="29224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26" name="Text Box 141"/>
            <p:cNvSpPr/>
            <p:nvPr/>
          </p:nvSpPr>
          <p:spPr>
            <a:xfrm>
              <a:off x="582480" y="349092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27" name="Text Box 142"/>
            <p:cNvSpPr/>
            <p:nvPr/>
          </p:nvSpPr>
          <p:spPr>
            <a:xfrm>
              <a:off x="582480" y="405936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28" name="Text Box 143"/>
            <p:cNvSpPr/>
            <p:nvPr/>
          </p:nvSpPr>
          <p:spPr>
            <a:xfrm>
              <a:off x="582480" y="462744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29" name="Text Box 144"/>
            <p:cNvSpPr/>
            <p:nvPr/>
          </p:nvSpPr>
          <p:spPr>
            <a:xfrm>
              <a:off x="582480" y="51958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30" name="Text Box 145"/>
            <p:cNvSpPr/>
            <p:nvPr/>
          </p:nvSpPr>
          <p:spPr>
            <a:xfrm>
              <a:off x="582480" y="576432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9931" name="Rectangle 146"/>
            <p:cNvSpPr/>
            <p:nvPr/>
          </p:nvSpPr>
          <p:spPr>
            <a:xfrm>
              <a:off x="2379600" y="4267800"/>
              <a:ext cx="1063800" cy="243360"/>
            </a:xfrm>
            <a:prstGeom prst="rect">
              <a:avLst/>
            </a:prstGeom>
            <a:noFill/>
            <a:ln w="0">
              <a:noFill/>
            </a:ln>
          </p:spPr>
          <p:style>
            <a:lnRef idx="0"/>
            <a:fillRef idx="0"/>
            <a:effectRef idx="0"/>
            <a:fontRef idx="minor"/>
          </p:style>
          <p:txBody>
            <a:bodyPr lIns="90000" rIns="90000" tIns="46800" bIns="46800" anchor="ctr">
              <a:sp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32" name="Rectangle 147"/>
            <p:cNvSpPr/>
            <p:nvPr/>
          </p:nvSpPr>
          <p:spPr>
            <a:xfrm>
              <a:off x="2460600" y="3083040"/>
              <a:ext cx="76824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33" name="Rectangle 148"/>
            <p:cNvSpPr/>
            <p:nvPr/>
          </p:nvSpPr>
          <p:spPr>
            <a:xfrm>
              <a:off x="1481040" y="5396040"/>
              <a:ext cx="77004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34" name="Rectangle 149"/>
            <p:cNvSpPr/>
            <p:nvPr/>
          </p:nvSpPr>
          <p:spPr>
            <a:xfrm>
              <a:off x="4405320" y="5384880"/>
              <a:ext cx="7714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35" name="Rectangle 150"/>
            <p:cNvSpPr/>
            <p:nvPr/>
          </p:nvSpPr>
          <p:spPr>
            <a:xfrm>
              <a:off x="3440160" y="3043080"/>
              <a:ext cx="77292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36" name="Rectangle 151"/>
            <p:cNvSpPr/>
            <p:nvPr/>
          </p:nvSpPr>
          <p:spPr>
            <a:xfrm>
              <a:off x="1481040" y="3036960"/>
              <a:ext cx="7714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37" name="Rectangle 152"/>
            <p:cNvSpPr/>
            <p:nvPr/>
          </p:nvSpPr>
          <p:spPr>
            <a:xfrm>
              <a:off x="1582560" y="283680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38" name="Rectangle 153"/>
            <p:cNvSpPr/>
            <p:nvPr/>
          </p:nvSpPr>
          <p:spPr>
            <a:xfrm>
              <a:off x="2513160" y="283680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39" name="Rectangle 154"/>
            <p:cNvSpPr/>
            <p:nvPr/>
          </p:nvSpPr>
          <p:spPr>
            <a:xfrm>
              <a:off x="1582560" y="5167440"/>
              <a:ext cx="26532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40" name="Rectangle 155"/>
            <p:cNvSpPr/>
            <p:nvPr/>
          </p:nvSpPr>
          <p:spPr>
            <a:xfrm>
              <a:off x="2459160" y="3703680"/>
              <a:ext cx="7696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41" name="Rectangle 156"/>
            <p:cNvSpPr/>
            <p:nvPr/>
          </p:nvSpPr>
          <p:spPr>
            <a:xfrm>
              <a:off x="1481040" y="3703680"/>
              <a:ext cx="7714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42" name="Rectangle 157"/>
            <p:cNvSpPr/>
            <p:nvPr/>
          </p:nvSpPr>
          <p:spPr>
            <a:xfrm>
              <a:off x="2459160" y="4267080"/>
              <a:ext cx="769680" cy="23832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43" name="Rectangle 158"/>
            <p:cNvSpPr/>
            <p:nvPr/>
          </p:nvSpPr>
          <p:spPr>
            <a:xfrm>
              <a:off x="2459160" y="3691080"/>
              <a:ext cx="7696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44" name="Rectangle 159"/>
            <p:cNvSpPr/>
            <p:nvPr/>
          </p:nvSpPr>
          <p:spPr>
            <a:xfrm>
              <a:off x="2459160" y="5384880"/>
              <a:ext cx="7714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45" name="Rectangle 160"/>
            <p:cNvSpPr/>
            <p:nvPr/>
          </p:nvSpPr>
          <p:spPr>
            <a:xfrm>
              <a:off x="3440160" y="5384880"/>
              <a:ext cx="77292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46" name="Rectangle 161"/>
            <p:cNvSpPr/>
            <p:nvPr/>
          </p:nvSpPr>
          <p:spPr>
            <a:xfrm>
              <a:off x="1582560" y="4033800"/>
              <a:ext cx="26532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47" name="Rectangle 162"/>
            <p:cNvSpPr/>
            <p:nvPr/>
          </p:nvSpPr>
          <p:spPr>
            <a:xfrm>
              <a:off x="2459160" y="4245120"/>
              <a:ext cx="7696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48" name="Rectangle 163"/>
            <p:cNvSpPr/>
            <p:nvPr/>
          </p:nvSpPr>
          <p:spPr>
            <a:xfrm>
              <a:off x="1481040" y="4245120"/>
              <a:ext cx="7714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49" name="Rectangle 164"/>
            <p:cNvSpPr/>
            <p:nvPr/>
          </p:nvSpPr>
          <p:spPr>
            <a:xfrm>
              <a:off x="2513160" y="5780160"/>
              <a:ext cx="264960" cy="21600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0" name="Rectangle 165"/>
            <p:cNvSpPr/>
            <p:nvPr/>
          </p:nvSpPr>
          <p:spPr>
            <a:xfrm>
              <a:off x="3508200" y="2827440"/>
              <a:ext cx="265320" cy="21564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1" name="Rectangle 166"/>
            <p:cNvSpPr/>
            <p:nvPr/>
          </p:nvSpPr>
          <p:spPr>
            <a:xfrm>
              <a:off x="2513160" y="347508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2" name="Rectangle 167"/>
            <p:cNvSpPr/>
            <p:nvPr/>
          </p:nvSpPr>
          <p:spPr>
            <a:xfrm>
              <a:off x="2513160" y="4051440"/>
              <a:ext cx="264960" cy="2156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3" name="Rectangle 168"/>
            <p:cNvSpPr/>
            <p:nvPr/>
          </p:nvSpPr>
          <p:spPr>
            <a:xfrm>
              <a:off x="2513160" y="520380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4" name="Rectangle 169"/>
            <p:cNvSpPr/>
            <p:nvPr/>
          </p:nvSpPr>
          <p:spPr>
            <a:xfrm>
              <a:off x="3508200" y="5203800"/>
              <a:ext cx="26532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5" name="Rectangle 170"/>
            <p:cNvSpPr/>
            <p:nvPr/>
          </p:nvSpPr>
          <p:spPr>
            <a:xfrm>
              <a:off x="4438800" y="520380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6" name="Rectangle 171"/>
            <p:cNvSpPr/>
            <p:nvPr/>
          </p:nvSpPr>
          <p:spPr>
            <a:xfrm>
              <a:off x="1582560" y="578016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7" name="Rectangle 172"/>
            <p:cNvSpPr/>
            <p:nvPr/>
          </p:nvSpPr>
          <p:spPr>
            <a:xfrm>
              <a:off x="3508200" y="5780160"/>
              <a:ext cx="265320" cy="21600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8" name="Rectangle 173"/>
            <p:cNvSpPr/>
            <p:nvPr/>
          </p:nvSpPr>
          <p:spPr>
            <a:xfrm>
              <a:off x="1582560" y="3475080"/>
              <a:ext cx="26532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59" name="Rectangle 174"/>
            <p:cNvSpPr/>
            <p:nvPr/>
          </p:nvSpPr>
          <p:spPr>
            <a:xfrm>
              <a:off x="1482840" y="1962000"/>
              <a:ext cx="769680" cy="23832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a:t>
              </a:r>
              <a:endParaRPr b="1" lang="en-US" sz="1000" spc="-1" strike="noStrike">
                <a:solidFill>
                  <a:srgbClr val="000000"/>
                </a:solidFill>
                <a:latin typeface="Arial"/>
              </a:endParaRPr>
            </a:p>
          </p:txBody>
        </p:sp>
        <p:sp>
          <p:nvSpPr>
            <p:cNvPr id="9960" name="Rectangle 175"/>
            <p:cNvSpPr/>
            <p:nvPr/>
          </p:nvSpPr>
          <p:spPr>
            <a:xfrm>
              <a:off x="1582560" y="1746360"/>
              <a:ext cx="265320" cy="2156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61" name="Rectangle 176"/>
            <p:cNvSpPr/>
            <p:nvPr/>
          </p:nvSpPr>
          <p:spPr>
            <a:xfrm>
              <a:off x="2513160" y="1746360"/>
              <a:ext cx="264960" cy="2156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62" name="Rectangle 177"/>
            <p:cNvSpPr/>
            <p:nvPr/>
          </p:nvSpPr>
          <p:spPr>
            <a:xfrm>
              <a:off x="2460600" y="1962000"/>
              <a:ext cx="768240" cy="23832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63" name="Rectangle 178"/>
            <p:cNvSpPr/>
            <p:nvPr/>
          </p:nvSpPr>
          <p:spPr>
            <a:xfrm>
              <a:off x="3443400" y="1962000"/>
              <a:ext cx="768240" cy="23832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64" name="Rectangle 179"/>
            <p:cNvSpPr/>
            <p:nvPr/>
          </p:nvSpPr>
          <p:spPr>
            <a:xfrm>
              <a:off x="3510000" y="1746360"/>
              <a:ext cx="26496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65" name="Rectangle 180"/>
            <p:cNvSpPr/>
            <p:nvPr/>
          </p:nvSpPr>
          <p:spPr>
            <a:xfrm>
              <a:off x="4440240" y="1746360"/>
              <a:ext cx="264960" cy="2156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66" name="Rectangle 181"/>
            <p:cNvSpPr/>
            <p:nvPr/>
          </p:nvSpPr>
          <p:spPr>
            <a:xfrm>
              <a:off x="4406760" y="1962000"/>
              <a:ext cx="770040" cy="23832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67" name="Rectangle 182"/>
            <p:cNvSpPr/>
            <p:nvPr/>
          </p:nvSpPr>
          <p:spPr>
            <a:xfrm>
              <a:off x="1482840" y="2467080"/>
              <a:ext cx="7696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68" name="Rectangle 183"/>
            <p:cNvSpPr/>
            <p:nvPr/>
          </p:nvSpPr>
          <p:spPr>
            <a:xfrm>
              <a:off x="1582560" y="2251080"/>
              <a:ext cx="26532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69" name="Rectangle 184"/>
            <p:cNvSpPr/>
            <p:nvPr/>
          </p:nvSpPr>
          <p:spPr>
            <a:xfrm>
              <a:off x="2513160" y="225108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0" name="Rectangle 185"/>
            <p:cNvSpPr/>
            <p:nvPr/>
          </p:nvSpPr>
          <p:spPr>
            <a:xfrm>
              <a:off x="2460600" y="2467080"/>
              <a:ext cx="76824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71" name="Rectangle 186"/>
            <p:cNvSpPr/>
            <p:nvPr/>
          </p:nvSpPr>
          <p:spPr>
            <a:xfrm>
              <a:off x="3443400" y="2467080"/>
              <a:ext cx="76824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72" name="Rectangle 187"/>
            <p:cNvSpPr/>
            <p:nvPr/>
          </p:nvSpPr>
          <p:spPr>
            <a:xfrm>
              <a:off x="3510000" y="2251080"/>
              <a:ext cx="26496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3" name="Rectangle 188"/>
            <p:cNvSpPr/>
            <p:nvPr/>
          </p:nvSpPr>
          <p:spPr>
            <a:xfrm>
              <a:off x="4440240" y="225108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4" name="Rectangle 189"/>
            <p:cNvSpPr/>
            <p:nvPr/>
          </p:nvSpPr>
          <p:spPr>
            <a:xfrm>
              <a:off x="1847880" y="283680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5" name="Rectangle 190"/>
            <p:cNvSpPr/>
            <p:nvPr/>
          </p:nvSpPr>
          <p:spPr>
            <a:xfrm>
              <a:off x="2778120" y="283680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6" name="Rectangle 191"/>
            <p:cNvSpPr/>
            <p:nvPr/>
          </p:nvSpPr>
          <p:spPr>
            <a:xfrm>
              <a:off x="1847880" y="5167440"/>
              <a:ext cx="26496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7" name="Rectangle 192"/>
            <p:cNvSpPr/>
            <p:nvPr/>
          </p:nvSpPr>
          <p:spPr>
            <a:xfrm>
              <a:off x="2778120" y="578016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8" name="Rectangle 193"/>
            <p:cNvSpPr/>
            <p:nvPr/>
          </p:nvSpPr>
          <p:spPr>
            <a:xfrm>
              <a:off x="3774960" y="2827440"/>
              <a:ext cx="265320" cy="21564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79" name="Rectangle 194"/>
            <p:cNvSpPr/>
            <p:nvPr/>
          </p:nvSpPr>
          <p:spPr>
            <a:xfrm>
              <a:off x="2778120" y="5203800"/>
              <a:ext cx="26496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0" name="Rectangle 195"/>
            <p:cNvSpPr/>
            <p:nvPr/>
          </p:nvSpPr>
          <p:spPr>
            <a:xfrm>
              <a:off x="3774960" y="5203800"/>
              <a:ext cx="26532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1" name="Rectangle 196"/>
            <p:cNvSpPr/>
            <p:nvPr/>
          </p:nvSpPr>
          <p:spPr>
            <a:xfrm>
              <a:off x="4705200" y="5203800"/>
              <a:ext cx="26532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2" name="Rectangle 197"/>
            <p:cNvSpPr/>
            <p:nvPr/>
          </p:nvSpPr>
          <p:spPr>
            <a:xfrm>
              <a:off x="1847880" y="578016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3" name="Rectangle 198"/>
            <p:cNvSpPr/>
            <p:nvPr/>
          </p:nvSpPr>
          <p:spPr>
            <a:xfrm>
              <a:off x="3774960" y="578016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4" name="Rectangle 199"/>
            <p:cNvSpPr/>
            <p:nvPr/>
          </p:nvSpPr>
          <p:spPr>
            <a:xfrm>
              <a:off x="1847880" y="1746360"/>
              <a:ext cx="264960" cy="21564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5" name="Rectangle 200"/>
            <p:cNvSpPr/>
            <p:nvPr/>
          </p:nvSpPr>
          <p:spPr>
            <a:xfrm>
              <a:off x="2778120" y="1746360"/>
              <a:ext cx="26496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6" name="Rectangle 201"/>
            <p:cNvSpPr/>
            <p:nvPr/>
          </p:nvSpPr>
          <p:spPr>
            <a:xfrm>
              <a:off x="3776760" y="1746360"/>
              <a:ext cx="26496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7" name="Rectangle 202"/>
            <p:cNvSpPr/>
            <p:nvPr/>
          </p:nvSpPr>
          <p:spPr>
            <a:xfrm>
              <a:off x="4707000" y="1746360"/>
              <a:ext cx="264960" cy="21564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8" name="Rectangle 203"/>
            <p:cNvSpPr/>
            <p:nvPr/>
          </p:nvSpPr>
          <p:spPr>
            <a:xfrm>
              <a:off x="1847880" y="2251080"/>
              <a:ext cx="26496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89" name="Rectangle 204"/>
            <p:cNvSpPr/>
            <p:nvPr/>
          </p:nvSpPr>
          <p:spPr>
            <a:xfrm>
              <a:off x="2778120" y="225108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90" name="Rectangle 205"/>
            <p:cNvSpPr/>
            <p:nvPr/>
          </p:nvSpPr>
          <p:spPr>
            <a:xfrm>
              <a:off x="3776760" y="225108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91" name="Rectangle 206"/>
            <p:cNvSpPr/>
            <p:nvPr/>
          </p:nvSpPr>
          <p:spPr>
            <a:xfrm>
              <a:off x="4707000" y="2251080"/>
              <a:ext cx="26496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92" name="Rectangle 207"/>
            <p:cNvSpPr/>
            <p:nvPr/>
          </p:nvSpPr>
          <p:spPr>
            <a:xfrm>
              <a:off x="2460600" y="4844880"/>
              <a:ext cx="76824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93" name="Rectangle 208"/>
            <p:cNvSpPr/>
            <p:nvPr/>
          </p:nvSpPr>
          <p:spPr>
            <a:xfrm>
              <a:off x="3443400" y="4846680"/>
              <a:ext cx="76824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94" name="Rectangle 209"/>
            <p:cNvSpPr/>
            <p:nvPr/>
          </p:nvSpPr>
          <p:spPr>
            <a:xfrm>
              <a:off x="4405320" y="4846680"/>
              <a:ext cx="7714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95" name="Rectangle 210"/>
            <p:cNvSpPr/>
            <p:nvPr/>
          </p:nvSpPr>
          <p:spPr>
            <a:xfrm>
              <a:off x="1481040" y="4844880"/>
              <a:ext cx="7714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96" name="Rectangle 211"/>
            <p:cNvSpPr/>
            <p:nvPr/>
          </p:nvSpPr>
          <p:spPr>
            <a:xfrm>
              <a:off x="5338800" y="4854600"/>
              <a:ext cx="771480" cy="2379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9997" name="Rectangle 212"/>
            <p:cNvSpPr/>
            <p:nvPr/>
          </p:nvSpPr>
          <p:spPr>
            <a:xfrm>
              <a:off x="1582560" y="4616280"/>
              <a:ext cx="26532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98" name="Rectangle 213"/>
            <p:cNvSpPr/>
            <p:nvPr/>
          </p:nvSpPr>
          <p:spPr>
            <a:xfrm>
              <a:off x="2513160" y="461628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9999" name="Rectangle 214"/>
            <p:cNvSpPr/>
            <p:nvPr/>
          </p:nvSpPr>
          <p:spPr>
            <a:xfrm>
              <a:off x="3508200" y="4616280"/>
              <a:ext cx="26532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0" name="Rectangle 215"/>
            <p:cNvSpPr/>
            <p:nvPr/>
          </p:nvSpPr>
          <p:spPr>
            <a:xfrm>
              <a:off x="6300720" y="4848120"/>
              <a:ext cx="77004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10001" name="Rectangle 216"/>
            <p:cNvSpPr/>
            <p:nvPr/>
          </p:nvSpPr>
          <p:spPr>
            <a:xfrm>
              <a:off x="4438800" y="461952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2" name="Rectangle 217"/>
            <p:cNvSpPr/>
            <p:nvPr/>
          </p:nvSpPr>
          <p:spPr>
            <a:xfrm>
              <a:off x="5438880" y="4630680"/>
              <a:ext cx="26496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3" name="Rectangle 218"/>
            <p:cNvSpPr/>
            <p:nvPr/>
          </p:nvSpPr>
          <p:spPr>
            <a:xfrm>
              <a:off x="6369120" y="4630680"/>
              <a:ext cx="26496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4" name="Rectangle 219"/>
            <p:cNvSpPr/>
            <p:nvPr/>
          </p:nvSpPr>
          <p:spPr>
            <a:xfrm>
              <a:off x="1847880" y="4616280"/>
              <a:ext cx="26496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5" name="Rectangle 220"/>
            <p:cNvSpPr/>
            <p:nvPr/>
          </p:nvSpPr>
          <p:spPr>
            <a:xfrm>
              <a:off x="2778120" y="461628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6" name="Rectangle 221"/>
            <p:cNvSpPr/>
            <p:nvPr/>
          </p:nvSpPr>
          <p:spPr>
            <a:xfrm>
              <a:off x="3774960" y="461628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7" name="Rectangle 222"/>
            <p:cNvSpPr/>
            <p:nvPr/>
          </p:nvSpPr>
          <p:spPr>
            <a:xfrm>
              <a:off x="4705200" y="461952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8" name="Rectangle 223"/>
            <p:cNvSpPr/>
            <p:nvPr/>
          </p:nvSpPr>
          <p:spPr>
            <a:xfrm>
              <a:off x="5703840" y="463068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09" name="Rectangle 224"/>
            <p:cNvSpPr/>
            <p:nvPr/>
          </p:nvSpPr>
          <p:spPr>
            <a:xfrm>
              <a:off x="6634080" y="4630680"/>
              <a:ext cx="2653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0" name="Rectangle 225"/>
            <p:cNvSpPr/>
            <p:nvPr/>
          </p:nvSpPr>
          <p:spPr>
            <a:xfrm>
              <a:off x="6921360" y="1646280"/>
              <a:ext cx="26352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1" name="Rectangle 226"/>
            <p:cNvSpPr/>
            <p:nvPr/>
          </p:nvSpPr>
          <p:spPr>
            <a:xfrm>
              <a:off x="6921360" y="2216160"/>
              <a:ext cx="26352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2" name="Text Box 227"/>
            <p:cNvSpPr/>
            <p:nvPr/>
          </p:nvSpPr>
          <p:spPr>
            <a:xfrm>
              <a:off x="7308720" y="1622520"/>
              <a:ext cx="184320" cy="260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3" name="Rectangle 228"/>
            <p:cNvSpPr/>
            <p:nvPr/>
          </p:nvSpPr>
          <p:spPr>
            <a:xfrm>
              <a:off x="6921360" y="2509920"/>
              <a:ext cx="263520" cy="21564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4" name="Text Box 229"/>
            <p:cNvSpPr/>
            <p:nvPr/>
          </p:nvSpPr>
          <p:spPr>
            <a:xfrm>
              <a:off x="7203960" y="2490840"/>
              <a:ext cx="3985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NM</a:t>
              </a:r>
              <a:endParaRPr b="1" lang="en-US" sz="1100" spc="-1" strike="noStrike">
                <a:solidFill>
                  <a:srgbClr val="000000"/>
                </a:solidFill>
                <a:latin typeface="Arial"/>
              </a:endParaRPr>
            </a:p>
          </p:txBody>
        </p:sp>
        <p:sp>
          <p:nvSpPr>
            <p:cNvPr id="10015" name="Rectangle 230"/>
            <p:cNvSpPr/>
            <p:nvPr/>
          </p:nvSpPr>
          <p:spPr>
            <a:xfrm>
              <a:off x="6921360" y="1928880"/>
              <a:ext cx="26352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6" name="Rectangle 231"/>
            <p:cNvSpPr/>
            <p:nvPr/>
          </p:nvSpPr>
          <p:spPr>
            <a:xfrm>
              <a:off x="6654960" y="2216160"/>
              <a:ext cx="266400" cy="21600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7" name="Rectangle 232"/>
            <p:cNvSpPr/>
            <p:nvPr/>
          </p:nvSpPr>
          <p:spPr>
            <a:xfrm>
              <a:off x="6654960" y="2509920"/>
              <a:ext cx="266400" cy="215640"/>
            </a:xfrm>
            <a:prstGeom prst="rect">
              <a:avLst/>
            </a:prstGeom>
            <a:solidFill>
              <a:srgbClr val="ffffff"/>
            </a:solidFill>
            <a:ln w="1260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8" name="Rectangle 233"/>
            <p:cNvSpPr/>
            <p:nvPr/>
          </p:nvSpPr>
          <p:spPr>
            <a:xfrm>
              <a:off x="6654960" y="1928880"/>
              <a:ext cx="26640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19" name="Rectangle 234"/>
            <p:cNvSpPr/>
            <p:nvPr/>
          </p:nvSpPr>
          <p:spPr>
            <a:xfrm>
              <a:off x="6642720" y="1254240"/>
              <a:ext cx="273600" cy="261720"/>
            </a:xfrm>
            <a:prstGeom prst="rect">
              <a:avLst/>
            </a:prstGeom>
            <a:noFill/>
            <a:ln w="0">
              <a:noFill/>
            </a:ln>
          </p:spPr>
          <p:style>
            <a:lnRef idx="0"/>
            <a:fillRef idx="0"/>
            <a:effectRef idx="0"/>
            <a:fontRef idx="minor"/>
          </p:style>
          <p:txBody>
            <a:bodyPr wrap="none" lIns="90000" rIns="90000" tIns="46800" bIns="4680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a:t>
              </a:r>
              <a:endParaRPr b="1" lang="en-US" sz="1100" spc="-1" strike="noStrike">
                <a:solidFill>
                  <a:srgbClr val="000000"/>
                </a:solidFill>
                <a:latin typeface="Arial"/>
              </a:endParaRPr>
            </a:p>
          </p:txBody>
        </p:sp>
        <p:sp>
          <p:nvSpPr>
            <p:cNvPr id="10020" name="Text Box 235"/>
            <p:cNvSpPr/>
            <p:nvPr/>
          </p:nvSpPr>
          <p:spPr>
            <a:xfrm>
              <a:off x="7203960" y="1914480"/>
              <a:ext cx="7020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Average</a:t>
              </a:r>
              <a:endParaRPr b="1" lang="en-US" sz="1100" spc="-1" strike="noStrike">
                <a:solidFill>
                  <a:srgbClr val="000000"/>
                </a:solidFill>
                <a:latin typeface="Arial"/>
              </a:endParaRPr>
            </a:p>
          </p:txBody>
        </p:sp>
        <p:sp>
          <p:nvSpPr>
            <p:cNvPr id="10021" name="Rectangle 236"/>
            <p:cNvSpPr/>
            <p:nvPr/>
          </p:nvSpPr>
          <p:spPr>
            <a:xfrm>
              <a:off x="5370480" y="5383080"/>
              <a:ext cx="7732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10022" name="Rectangle 237"/>
            <p:cNvSpPr/>
            <p:nvPr/>
          </p:nvSpPr>
          <p:spPr>
            <a:xfrm>
              <a:off x="5438880" y="5229360"/>
              <a:ext cx="26496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23" name="Rectangle 238"/>
            <p:cNvSpPr/>
            <p:nvPr/>
          </p:nvSpPr>
          <p:spPr>
            <a:xfrm>
              <a:off x="5705640" y="5229360"/>
              <a:ext cx="26640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24" name="Rectangle 239"/>
            <p:cNvSpPr/>
            <p:nvPr/>
          </p:nvSpPr>
          <p:spPr>
            <a:xfrm>
              <a:off x="6272280" y="5392800"/>
              <a:ext cx="771480" cy="239760"/>
            </a:xfrm>
            <a:prstGeom prst="rect">
              <a:avLst/>
            </a:prstGeom>
            <a:noFill/>
            <a:ln w="0">
              <a:noFill/>
            </a:ln>
          </p:spPr>
          <p:style>
            <a:lnRef idx="0"/>
            <a:fillRef idx="0"/>
            <a:effectRef idx="0"/>
            <a:fontRef idx="minor"/>
          </p:style>
          <p:txBody>
            <a:bodyPr wrap="none" lIns="90000" rIns="90000" tIns="46800" bIns="10800" anchor="ctr">
              <a:noAutofit/>
            </a:bodyPr>
            <a:p>
              <a:pPr algn="ctr">
                <a:lnSpc>
                  <a:spcPct val="7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400" spc="-1" strike="noStrike">
                  <a:solidFill>
                    <a:srgbClr val="000000"/>
                  </a:solidFill>
                  <a:latin typeface="Arial"/>
                </a:rPr>
                <a:t>.....</a:t>
              </a:r>
              <a:endParaRPr b="1" lang="en-US" sz="1400" spc="-1" strike="noStrike">
                <a:solidFill>
                  <a:srgbClr val="000000"/>
                </a:solidFill>
                <a:latin typeface="Arial"/>
              </a:endParaRPr>
            </a:p>
          </p:txBody>
        </p:sp>
        <p:sp>
          <p:nvSpPr>
            <p:cNvPr id="10025" name="Rectangle 240"/>
            <p:cNvSpPr/>
            <p:nvPr/>
          </p:nvSpPr>
          <p:spPr>
            <a:xfrm>
              <a:off x="6367320" y="5229360"/>
              <a:ext cx="265320" cy="21564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26" name="Rectangle 241"/>
            <p:cNvSpPr/>
            <p:nvPr/>
          </p:nvSpPr>
          <p:spPr>
            <a:xfrm>
              <a:off x="6634080" y="5229360"/>
              <a:ext cx="26532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27" name="Oval 242"/>
            <p:cNvSpPr/>
            <p:nvPr/>
          </p:nvSpPr>
          <p:spPr>
            <a:xfrm>
              <a:off x="5114880" y="5084640"/>
              <a:ext cx="1198440" cy="622440"/>
            </a:xfrm>
            <a:prstGeom prst="ellipse">
              <a:avLst/>
            </a:prstGeom>
            <a:noFill/>
            <a:ln w="12600">
              <a:solidFill>
                <a:srgbClr val="0099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28" name="Rectangle 243"/>
            <p:cNvSpPr/>
            <p:nvPr/>
          </p:nvSpPr>
          <p:spPr>
            <a:xfrm>
              <a:off x="1847880" y="403380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29" name="Rectangle 244"/>
            <p:cNvSpPr/>
            <p:nvPr/>
          </p:nvSpPr>
          <p:spPr>
            <a:xfrm>
              <a:off x="1847880" y="347508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0" name="Rectangle 245"/>
            <p:cNvSpPr/>
            <p:nvPr/>
          </p:nvSpPr>
          <p:spPr>
            <a:xfrm>
              <a:off x="2778120" y="3475080"/>
              <a:ext cx="264960" cy="21600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1" name="Rectangle 246"/>
            <p:cNvSpPr/>
            <p:nvPr/>
          </p:nvSpPr>
          <p:spPr>
            <a:xfrm>
              <a:off x="2778120" y="4051440"/>
              <a:ext cx="264960" cy="215640"/>
            </a:xfrm>
            <a:prstGeom prst="rect">
              <a:avLst/>
            </a:prstGeom>
            <a:solidFill>
              <a:srgbClr val="80cc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2" name="Oval 247"/>
            <p:cNvSpPr/>
            <p:nvPr/>
          </p:nvSpPr>
          <p:spPr>
            <a:xfrm>
              <a:off x="3176640" y="2133720"/>
              <a:ext cx="1198440" cy="622080"/>
            </a:xfrm>
            <a:prstGeom prst="ellipse">
              <a:avLst/>
            </a:prstGeom>
            <a:noFill/>
            <a:ln w="12600">
              <a:solidFill>
                <a:srgbClr val="0099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3" name="Oval 248"/>
            <p:cNvSpPr/>
            <p:nvPr/>
          </p:nvSpPr>
          <p:spPr>
            <a:xfrm>
              <a:off x="6026040" y="4438800"/>
              <a:ext cx="1198800" cy="622080"/>
            </a:xfrm>
            <a:prstGeom prst="ellipse">
              <a:avLst/>
            </a:prstGeom>
            <a:noFill/>
            <a:ln w="12600">
              <a:solidFill>
                <a:srgbClr val="4066b2"/>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4" name="Oval 249"/>
            <p:cNvSpPr/>
            <p:nvPr/>
          </p:nvSpPr>
          <p:spPr>
            <a:xfrm>
              <a:off x="5067360" y="4438800"/>
              <a:ext cx="1198440" cy="622080"/>
            </a:xfrm>
            <a:prstGeom prst="ellipse">
              <a:avLst/>
            </a:prstGeom>
            <a:noFill/>
            <a:ln w="12600">
              <a:solidFill>
                <a:srgbClr val="4066b2"/>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5" name="Oval 250"/>
            <p:cNvSpPr/>
            <p:nvPr/>
          </p:nvSpPr>
          <p:spPr>
            <a:xfrm>
              <a:off x="2168640" y="5084640"/>
              <a:ext cx="1198440" cy="622440"/>
            </a:xfrm>
            <a:prstGeom prst="ellipse">
              <a:avLst/>
            </a:prstGeom>
            <a:noFill/>
            <a:ln w="12600">
              <a:solidFill>
                <a:srgbClr val="0099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6" name="Oval 251"/>
            <p:cNvSpPr/>
            <p:nvPr/>
          </p:nvSpPr>
          <p:spPr>
            <a:xfrm>
              <a:off x="3159000" y="5084640"/>
              <a:ext cx="1198800" cy="622440"/>
            </a:xfrm>
            <a:prstGeom prst="ellipse">
              <a:avLst/>
            </a:prstGeom>
            <a:noFill/>
            <a:ln w="12600">
              <a:solidFill>
                <a:srgbClr val="0099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7" name="Oval 252"/>
            <p:cNvSpPr/>
            <p:nvPr/>
          </p:nvSpPr>
          <p:spPr>
            <a:xfrm>
              <a:off x="4137120" y="5084640"/>
              <a:ext cx="1198440" cy="622440"/>
            </a:xfrm>
            <a:prstGeom prst="ellipse">
              <a:avLst/>
            </a:prstGeom>
            <a:noFill/>
            <a:ln w="12600">
              <a:solidFill>
                <a:srgbClr val="0099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8" name="Oval 253"/>
            <p:cNvSpPr/>
            <p:nvPr/>
          </p:nvSpPr>
          <p:spPr>
            <a:xfrm>
              <a:off x="4106880" y="4438800"/>
              <a:ext cx="1198440" cy="622080"/>
            </a:xfrm>
            <a:prstGeom prst="ellipse">
              <a:avLst/>
            </a:prstGeom>
            <a:noFill/>
            <a:ln w="12600">
              <a:solidFill>
                <a:srgbClr val="4066b2"/>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39" name="Oval 254"/>
            <p:cNvSpPr/>
            <p:nvPr/>
          </p:nvSpPr>
          <p:spPr>
            <a:xfrm>
              <a:off x="2181240" y="4438800"/>
              <a:ext cx="1198440" cy="622080"/>
            </a:xfrm>
            <a:prstGeom prst="ellipse">
              <a:avLst/>
            </a:prstGeom>
            <a:noFill/>
            <a:ln w="12600">
              <a:solidFill>
                <a:srgbClr val="4066b2"/>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40" name="Rectangle 255"/>
            <p:cNvSpPr/>
            <p:nvPr/>
          </p:nvSpPr>
          <p:spPr>
            <a:xfrm>
              <a:off x="6654960" y="1646280"/>
              <a:ext cx="263520" cy="216000"/>
            </a:xfrm>
            <a:prstGeom prst="rect">
              <a:avLst/>
            </a:prstGeom>
            <a:solidFill>
              <a:srgbClr val="8099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41" name="Rectangle 256"/>
            <p:cNvSpPr/>
            <p:nvPr/>
          </p:nvSpPr>
          <p:spPr>
            <a:xfrm>
              <a:off x="6910920" y="1254240"/>
              <a:ext cx="2736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B</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04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7986528-42BE-4DC0-AABE-93FA5D25D5B6}"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04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Activity Map - Synergy Summary</a:t>
            </a:r>
            <a:endParaRPr b="1" lang="en-US" sz="1600" spc="-1" strike="noStrike">
              <a:solidFill>
                <a:srgbClr val="000000"/>
              </a:solidFill>
              <a:latin typeface="Arial"/>
            </a:endParaRPr>
          </a:p>
        </p:txBody>
      </p:sp>
      <p:grpSp>
        <p:nvGrpSpPr>
          <p:cNvPr id="10045" name="Group 50"/>
          <p:cNvGrpSpPr/>
          <p:nvPr/>
        </p:nvGrpSpPr>
        <p:grpSpPr>
          <a:xfrm>
            <a:off x="1049400" y="1585800"/>
            <a:ext cx="7615440" cy="4079880"/>
            <a:chOff x="1049400" y="1585800"/>
            <a:chExt cx="7615440" cy="4079880"/>
          </a:xfrm>
        </p:grpSpPr>
        <p:sp>
          <p:nvSpPr>
            <p:cNvPr id="10046" name="Rectangle 3"/>
            <p:cNvSpPr/>
            <p:nvPr/>
          </p:nvSpPr>
          <p:spPr>
            <a:xfrm>
              <a:off x="1782720" y="2060640"/>
              <a:ext cx="731880" cy="216000"/>
            </a:xfrm>
            <a:prstGeom prst="rect">
              <a:avLst/>
            </a:prstGeom>
            <a:solidFill>
              <a:srgbClr val="8099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47" name="Rectangle 4"/>
            <p:cNvSpPr/>
            <p:nvPr/>
          </p:nvSpPr>
          <p:spPr>
            <a:xfrm>
              <a:off x="1782720" y="3753000"/>
              <a:ext cx="731880" cy="21564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48" name="Rectangle 5"/>
            <p:cNvSpPr/>
            <p:nvPr/>
          </p:nvSpPr>
          <p:spPr>
            <a:xfrm>
              <a:off x="1782720" y="4175280"/>
              <a:ext cx="731880" cy="21564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49" name="Rectangle 6"/>
            <p:cNvSpPr/>
            <p:nvPr/>
          </p:nvSpPr>
          <p:spPr>
            <a:xfrm>
              <a:off x="3294000" y="2060640"/>
              <a:ext cx="731880" cy="216000"/>
            </a:xfrm>
            <a:prstGeom prst="rect">
              <a:avLst/>
            </a:prstGeom>
            <a:solidFill>
              <a:srgbClr val="8099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0" name="Rectangle 7"/>
            <p:cNvSpPr/>
            <p:nvPr/>
          </p:nvSpPr>
          <p:spPr>
            <a:xfrm>
              <a:off x="3294000" y="3753000"/>
              <a:ext cx="731880" cy="21564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1" name="Rectangle 8"/>
            <p:cNvSpPr/>
            <p:nvPr/>
          </p:nvSpPr>
          <p:spPr>
            <a:xfrm>
              <a:off x="3294000" y="4175280"/>
              <a:ext cx="731880" cy="21564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2" name="Rectangle 9"/>
            <p:cNvSpPr/>
            <p:nvPr/>
          </p:nvSpPr>
          <p:spPr>
            <a:xfrm>
              <a:off x="1782720" y="4599000"/>
              <a:ext cx="73188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3" name="Rectangle 10"/>
            <p:cNvSpPr/>
            <p:nvPr/>
          </p:nvSpPr>
          <p:spPr>
            <a:xfrm>
              <a:off x="1782720" y="5021280"/>
              <a:ext cx="73188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4" name="Rectangle 11"/>
            <p:cNvSpPr/>
            <p:nvPr/>
          </p:nvSpPr>
          <p:spPr>
            <a:xfrm>
              <a:off x="3294000" y="5445000"/>
              <a:ext cx="731880" cy="216000"/>
            </a:xfrm>
            <a:prstGeom prst="rect">
              <a:avLst/>
            </a:prstGeom>
            <a:solidFill>
              <a:srgbClr val="8099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5" name="Rectangle 12"/>
            <p:cNvSpPr/>
            <p:nvPr/>
          </p:nvSpPr>
          <p:spPr>
            <a:xfrm>
              <a:off x="5038560" y="2060640"/>
              <a:ext cx="730440" cy="21600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6" name="Rectangle 13"/>
            <p:cNvSpPr/>
            <p:nvPr/>
          </p:nvSpPr>
          <p:spPr>
            <a:xfrm>
              <a:off x="5038560" y="2482920"/>
              <a:ext cx="73044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7" name="Rectangle 14"/>
            <p:cNvSpPr/>
            <p:nvPr/>
          </p:nvSpPr>
          <p:spPr>
            <a:xfrm>
              <a:off x="5038560" y="2906640"/>
              <a:ext cx="73044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8" name="Rectangle 15"/>
            <p:cNvSpPr/>
            <p:nvPr/>
          </p:nvSpPr>
          <p:spPr>
            <a:xfrm>
              <a:off x="5038560" y="3328920"/>
              <a:ext cx="730440" cy="21600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59" name="Rectangle 16"/>
            <p:cNvSpPr/>
            <p:nvPr/>
          </p:nvSpPr>
          <p:spPr>
            <a:xfrm>
              <a:off x="5038560" y="3753000"/>
              <a:ext cx="730440" cy="21564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60" name="Rectangle 17"/>
            <p:cNvSpPr/>
            <p:nvPr/>
          </p:nvSpPr>
          <p:spPr>
            <a:xfrm>
              <a:off x="5038560" y="4175280"/>
              <a:ext cx="730440" cy="21564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61" name="Rectangle 18"/>
            <p:cNvSpPr/>
            <p:nvPr/>
          </p:nvSpPr>
          <p:spPr>
            <a:xfrm>
              <a:off x="5038560" y="4599000"/>
              <a:ext cx="73044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62" name="Rectangle 19"/>
            <p:cNvSpPr/>
            <p:nvPr/>
          </p:nvSpPr>
          <p:spPr>
            <a:xfrm>
              <a:off x="5038560" y="5021280"/>
              <a:ext cx="73044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63" name="Rectangle 20"/>
            <p:cNvSpPr/>
            <p:nvPr/>
          </p:nvSpPr>
          <p:spPr>
            <a:xfrm>
              <a:off x="5038560" y="5445000"/>
              <a:ext cx="730440" cy="21600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64" name="Text Box 21"/>
            <p:cNvSpPr/>
            <p:nvPr/>
          </p:nvSpPr>
          <p:spPr>
            <a:xfrm>
              <a:off x="2008800" y="1585800"/>
              <a:ext cx="2811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A</a:t>
              </a:r>
              <a:endParaRPr b="1" lang="en-US" sz="1100" spc="-1" strike="noStrike">
                <a:solidFill>
                  <a:srgbClr val="000000"/>
                </a:solidFill>
                <a:latin typeface="Arial"/>
              </a:endParaRPr>
            </a:p>
          </p:txBody>
        </p:sp>
        <p:sp>
          <p:nvSpPr>
            <p:cNvPr id="10065" name="Text Box 22"/>
            <p:cNvSpPr/>
            <p:nvPr/>
          </p:nvSpPr>
          <p:spPr>
            <a:xfrm>
              <a:off x="3518640" y="1587600"/>
              <a:ext cx="2811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B</a:t>
              </a:r>
              <a:endParaRPr b="1" lang="en-US" sz="1100" spc="-1" strike="noStrike">
                <a:solidFill>
                  <a:srgbClr val="000000"/>
                </a:solidFill>
                <a:latin typeface="Arial"/>
              </a:endParaRPr>
            </a:p>
          </p:txBody>
        </p:sp>
        <p:sp>
          <p:nvSpPr>
            <p:cNvPr id="10066" name="Text Box 23"/>
            <p:cNvSpPr/>
            <p:nvPr/>
          </p:nvSpPr>
          <p:spPr>
            <a:xfrm>
              <a:off x="5113440" y="1587600"/>
              <a:ext cx="65484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pc="-1" strike="noStrike">
                  <a:solidFill>
                    <a:srgbClr val="000000"/>
                  </a:solidFill>
                  <a:latin typeface="Arial"/>
                </a:rPr>
                <a:t>NewCo</a:t>
              </a:r>
              <a:endParaRPr b="1" lang="en-US" sz="1100" spc="-1" strike="noStrike">
                <a:solidFill>
                  <a:srgbClr val="000000"/>
                </a:solidFill>
                <a:latin typeface="Arial"/>
              </a:endParaRPr>
            </a:p>
          </p:txBody>
        </p:sp>
        <p:sp>
          <p:nvSpPr>
            <p:cNvPr id="10067" name="Text Box 24"/>
            <p:cNvSpPr/>
            <p:nvPr/>
          </p:nvSpPr>
          <p:spPr>
            <a:xfrm>
              <a:off x="2713680" y="3448080"/>
              <a:ext cx="506880" cy="764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pc="-1" strike="noStrike">
                  <a:solidFill>
                    <a:srgbClr val="000000"/>
                  </a:solidFill>
                  <a:latin typeface="Arial"/>
                </a:rPr>
                <a:t>+</a:t>
              </a:r>
              <a:endParaRPr b="1" lang="en-US" sz="4400" spc="-1" strike="noStrike">
                <a:solidFill>
                  <a:srgbClr val="000000"/>
                </a:solidFill>
                <a:latin typeface="Arial"/>
              </a:endParaRPr>
            </a:p>
          </p:txBody>
        </p:sp>
        <p:sp>
          <p:nvSpPr>
            <p:cNvPr id="10068" name="Text Box 25"/>
            <p:cNvSpPr/>
            <p:nvPr/>
          </p:nvSpPr>
          <p:spPr>
            <a:xfrm>
              <a:off x="4309200" y="3448080"/>
              <a:ext cx="506880" cy="764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4400" spc="-1" strike="noStrike">
                  <a:solidFill>
                    <a:srgbClr val="000000"/>
                  </a:solidFill>
                  <a:latin typeface="Arial"/>
                </a:rPr>
                <a:t>=</a:t>
              </a:r>
              <a:endParaRPr b="1" lang="en-US" sz="4400" spc="-1" strike="noStrike">
                <a:solidFill>
                  <a:srgbClr val="000000"/>
                </a:solidFill>
                <a:latin typeface="Arial"/>
              </a:endParaRPr>
            </a:p>
          </p:txBody>
        </p:sp>
        <p:sp>
          <p:nvSpPr>
            <p:cNvPr id="10069" name="Rectangle 26"/>
            <p:cNvSpPr/>
            <p:nvPr/>
          </p:nvSpPr>
          <p:spPr>
            <a:xfrm>
              <a:off x="3295800" y="2482920"/>
              <a:ext cx="73152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0" name="Rectangle 27"/>
            <p:cNvSpPr/>
            <p:nvPr/>
          </p:nvSpPr>
          <p:spPr>
            <a:xfrm>
              <a:off x="3295800" y="2906640"/>
              <a:ext cx="731520" cy="216000"/>
            </a:xfrm>
            <a:prstGeom prst="rect">
              <a:avLst/>
            </a:prstGeom>
            <a:no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1" name="Rectangle 28"/>
            <p:cNvSpPr/>
            <p:nvPr/>
          </p:nvSpPr>
          <p:spPr>
            <a:xfrm>
              <a:off x="3295800" y="3328920"/>
              <a:ext cx="731520" cy="21600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2" name="Rectangle 29"/>
            <p:cNvSpPr/>
            <p:nvPr/>
          </p:nvSpPr>
          <p:spPr>
            <a:xfrm>
              <a:off x="1781280" y="5445000"/>
              <a:ext cx="730080" cy="216000"/>
            </a:xfrm>
            <a:prstGeom prst="rect">
              <a:avLst/>
            </a:prstGeom>
            <a:solidFill>
              <a:srgbClr val="8099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3" name="Rectangle 30"/>
            <p:cNvSpPr/>
            <p:nvPr/>
          </p:nvSpPr>
          <p:spPr>
            <a:xfrm>
              <a:off x="6978600" y="1646280"/>
              <a:ext cx="552600" cy="216000"/>
            </a:xfrm>
            <a:prstGeom prst="rect">
              <a:avLst/>
            </a:prstGeom>
            <a:solidFill>
              <a:srgbClr val="8099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4" name="Rectangle 31"/>
            <p:cNvSpPr/>
            <p:nvPr/>
          </p:nvSpPr>
          <p:spPr>
            <a:xfrm>
              <a:off x="6978600" y="2216160"/>
              <a:ext cx="552600" cy="216000"/>
            </a:xfrm>
            <a:prstGeom prst="rect">
              <a:avLst/>
            </a:prstGeom>
            <a:solidFill>
              <a:srgbClr val="ffffff"/>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5" name="Text Box 32"/>
            <p:cNvSpPr/>
            <p:nvPr/>
          </p:nvSpPr>
          <p:spPr>
            <a:xfrm>
              <a:off x="7655040" y="1622520"/>
              <a:ext cx="183960" cy="26028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6" name="Text Box 33"/>
            <p:cNvSpPr/>
            <p:nvPr/>
          </p:nvSpPr>
          <p:spPr>
            <a:xfrm>
              <a:off x="7548840" y="1628640"/>
              <a:ext cx="929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Advantaged</a:t>
              </a:r>
              <a:endParaRPr b="1" lang="en-US" sz="1100" spc="-1" strike="noStrike">
                <a:solidFill>
                  <a:srgbClr val="000000"/>
                </a:solidFill>
                <a:latin typeface="Arial"/>
              </a:endParaRPr>
            </a:p>
          </p:txBody>
        </p:sp>
        <p:sp>
          <p:nvSpPr>
            <p:cNvPr id="10077" name="Text Box 34"/>
            <p:cNvSpPr/>
            <p:nvPr/>
          </p:nvSpPr>
          <p:spPr>
            <a:xfrm>
              <a:off x="7549920" y="2197080"/>
              <a:ext cx="11149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100" spc="-1" strike="noStrike">
                  <a:solidFill>
                    <a:srgbClr val="000000"/>
                  </a:solidFill>
                  <a:latin typeface="Arial"/>
                </a:rPr>
                <a:t>Disadvantaged</a:t>
              </a:r>
              <a:endParaRPr b="1" lang="en-US" sz="1100" spc="-1" strike="noStrike">
                <a:solidFill>
                  <a:srgbClr val="000000"/>
                </a:solidFill>
                <a:latin typeface="Arial"/>
              </a:endParaRPr>
            </a:p>
          </p:txBody>
        </p:sp>
        <p:sp>
          <p:nvSpPr>
            <p:cNvPr id="10078" name="Rectangle 35"/>
            <p:cNvSpPr/>
            <p:nvPr/>
          </p:nvSpPr>
          <p:spPr>
            <a:xfrm>
              <a:off x="6978600" y="2509920"/>
              <a:ext cx="552600" cy="215640"/>
            </a:xfrm>
            <a:prstGeom prst="rect">
              <a:avLst/>
            </a:prstGeom>
            <a:solidFill>
              <a:srgbClr val="ffffff"/>
            </a:solidFill>
            <a:ln w="9360">
              <a:solidFill>
                <a:srgbClr val="003399"/>
              </a:solidFill>
              <a:prstDash val="dash"/>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79" name="Text Box 36"/>
            <p:cNvSpPr/>
            <p:nvPr/>
          </p:nvSpPr>
          <p:spPr>
            <a:xfrm>
              <a:off x="7549920" y="2490840"/>
              <a:ext cx="3985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NM</a:t>
              </a:r>
              <a:endParaRPr b="1" lang="en-US" sz="1100" spc="-1" strike="noStrike">
                <a:solidFill>
                  <a:srgbClr val="000000"/>
                </a:solidFill>
                <a:latin typeface="Arial"/>
              </a:endParaRPr>
            </a:p>
          </p:txBody>
        </p:sp>
        <p:sp>
          <p:nvSpPr>
            <p:cNvPr id="10080" name="Rectangle 37"/>
            <p:cNvSpPr/>
            <p:nvPr/>
          </p:nvSpPr>
          <p:spPr>
            <a:xfrm>
              <a:off x="6978600" y="1928880"/>
              <a:ext cx="552600" cy="216000"/>
            </a:xfrm>
            <a:prstGeom prst="rect">
              <a:avLst/>
            </a:prstGeom>
            <a:solidFill>
              <a:srgbClr val="80cccc"/>
            </a:solidFill>
            <a:ln w="936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081" name="Text Box 38"/>
            <p:cNvSpPr/>
            <p:nvPr/>
          </p:nvSpPr>
          <p:spPr>
            <a:xfrm>
              <a:off x="7549920" y="1914480"/>
              <a:ext cx="7020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Average</a:t>
              </a:r>
              <a:endParaRPr b="1" lang="en-US" sz="1100" spc="-1" strike="noStrike">
                <a:solidFill>
                  <a:srgbClr val="000000"/>
                </a:solidFill>
                <a:latin typeface="Arial"/>
              </a:endParaRPr>
            </a:p>
          </p:txBody>
        </p:sp>
        <p:sp>
          <p:nvSpPr>
            <p:cNvPr id="10082" name="Text Box 39"/>
            <p:cNvSpPr/>
            <p:nvPr/>
          </p:nvSpPr>
          <p:spPr>
            <a:xfrm>
              <a:off x="1049400" y="201924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3" name="Text Box 40"/>
            <p:cNvSpPr/>
            <p:nvPr/>
          </p:nvSpPr>
          <p:spPr>
            <a:xfrm>
              <a:off x="1049400" y="244152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4" name="Text Box 41"/>
            <p:cNvSpPr/>
            <p:nvPr/>
          </p:nvSpPr>
          <p:spPr>
            <a:xfrm>
              <a:off x="1049400" y="286560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5" name="Text Box 42"/>
            <p:cNvSpPr/>
            <p:nvPr/>
          </p:nvSpPr>
          <p:spPr>
            <a:xfrm>
              <a:off x="1049400" y="32878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6" name="Text Box 43"/>
            <p:cNvSpPr/>
            <p:nvPr/>
          </p:nvSpPr>
          <p:spPr>
            <a:xfrm>
              <a:off x="1049400" y="371160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7" name="Text Box 44"/>
            <p:cNvSpPr/>
            <p:nvPr/>
          </p:nvSpPr>
          <p:spPr>
            <a:xfrm>
              <a:off x="1049400" y="41338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8" name="Text Box 45"/>
            <p:cNvSpPr/>
            <p:nvPr/>
          </p:nvSpPr>
          <p:spPr>
            <a:xfrm>
              <a:off x="1049400" y="455760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89" name="Text Box 46"/>
            <p:cNvSpPr/>
            <p:nvPr/>
          </p:nvSpPr>
          <p:spPr>
            <a:xfrm>
              <a:off x="1049400" y="497988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90" name="Text Box 47"/>
            <p:cNvSpPr/>
            <p:nvPr/>
          </p:nvSpPr>
          <p:spPr>
            <a:xfrm>
              <a:off x="1049400" y="5403960"/>
              <a:ext cx="3744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1"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092"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CF5543-69D9-4C01-BBB8-E05AC680989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093"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Activity Map - Ranges of Activities Across Value Chain</a:t>
            </a:r>
            <a:endParaRPr b="1" lang="en-US" sz="1600" spc="-1" strike="noStrike">
              <a:solidFill>
                <a:srgbClr val="000000"/>
              </a:solidFill>
              <a:latin typeface="Arial"/>
            </a:endParaRPr>
          </a:p>
        </p:txBody>
      </p:sp>
      <p:sp>
        <p:nvSpPr>
          <p:cNvPr id="10094" name="Rectangle 3"/>
          <p:cNvSpPr/>
          <p:nvPr/>
        </p:nvSpPr>
        <p:spPr>
          <a:xfrm>
            <a:off x="1371600" y="3122640"/>
            <a:ext cx="17114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95" name="Rectangle 4"/>
          <p:cNvSpPr/>
          <p:nvPr/>
        </p:nvSpPr>
        <p:spPr>
          <a:xfrm>
            <a:off x="3279600" y="3124080"/>
            <a:ext cx="17132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96" name="Rectangle 5"/>
          <p:cNvSpPr/>
          <p:nvPr/>
        </p:nvSpPr>
        <p:spPr>
          <a:xfrm>
            <a:off x="5189400" y="3124080"/>
            <a:ext cx="171000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97" name="Rectangle 6"/>
          <p:cNvSpPr/>
          <p:nvPr/>
        </p:nvSpPr>
        <p:spPr>
          <a:xfrm>
            <a:off x="7032600" y="3124080"/>
            <a:ext cx="17114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98" name="Rectangle 7"/>
          <p:cNvSpPr/>
          <p:nvPr/>
        </p:nvSpPr>
        <p:spPr>
          <a:xfrm>
            <a:off x="1371600" y="3798720"/>
            <a:ext cx="23036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099" name="Rectangle 8"/>
          <p:cNvSpPr/>
          <p:nvPr/>
        </p:nvSpPr>
        <p:spPr>
          <a:xfrm>
            <a:off x="3903840" y="3800520"/>
            <a:ext cx="2304720" cy="420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0" name="Rectangle 9"/>
          <p:cNvSpPr/>
          <p:nvPr/>
        </p:nvSpPr>
        <p:spPr>
          <a:xfrm>
            <a:off x="6438960" y="3800520"/>
            <a:ext cx="2305080" cy="420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1" name="Rectangle 10"/>
          <p:cNvSpPr/>
          <p:nvPr/>
        </p:nvSpPr>
        <p:spPr>
          <a:xfrm>
            <a:off x="5913360" y="2446200"/>
            <a:ext cx="131616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2" name="Rectangle 11"/>
          <p:cNvSpPr/>
          <p:nvPr/>
        </p:nvSpPr>
        <p:spPr>
          <a:xfrm>
            <a:off x="4398840" y="2446200"/>
            <a:ext cx="131760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3" name="Rectangle 12"/>
          <p:cNvSpPr/>
          <p:nvPr/>
        </p:nvSpPr>
        <p:spPr>
          <a:xfrm>
            <a:off x="2884320" y="2446200"/>
            <a:ext cx="131796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4" name="Rectangle 13"/>
          <p:cNvSpPr/>
          <p:nvPr/>
        </p:nvSpPr>
        <p:spPr>
          <a:xfrm>
            <a:off x="1371600" y="2446200"/>
            <a:ext cx="13190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5" name="Rectangle 14"/>
          <p:cNvSpPr/>
          <p:nvPr/>
        </p:nvSpPr>
        <p:spPr>
          <a:xfrm>
            <a:off x="7756560" y="1747800"/>
            <a:ext cx="98748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6" name="Rectangle 15"/>
          <p:cNvSpPr/>
          <p:nvPr/>
        </p:nvSpPr>
        <p:spPr>
          <a:xfrm>
            <a:off x="6691320" y="1747800"/>
            <a:ext cx="98748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7" name="Rectangle 16"/>
          <p:cNvSpPr/>
          <p:nvPr/>
        </p:nvSpPr>
        <p:spPr>
          <a:xfrm>
            <a:off x="2435400" y="1747800"/>
            <a:ext cx="98712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8" name="Rectangle 17"/>
          <p:cNvSpPr/>
          <p:nvPr/>
        </p:nvSpPr>
        <p:spPr>
          <a:xfrm>
            <a:off x="1371600" y="1747800"/>
            <a:ext cx="98748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09" name="Rectangle 18"/>
          <p:cNvSpPr/>
          <p:nvPr/>
        </p:nvSpPr>
        <p:spPr>
          <a:xfrm>
            <a:off x="5627520" y="1747800"/>
            <a:ext cx="98748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10" name="Rectangle 19"/>
          <p:cNvSpPr/>
          <p:nvPr/>
        </p:nvSpPr>
        <p:spPr>
          <a:xfrm>
            <a:off x="1371600" y="4448160"/>
            <a:ext cx="355428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11" name="Rectangle 20"/>
          <p:cNvSpPr/>
          <p:nvPr/>
        </p:nvSpPr>
        <p:spPr>
          <a:xfrm>
            <a:off x="5189400" y="4448160"/>
            <a:ext cx="35546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12" name="Text Box 21"/>
          <p:cNvSpPr/>
          <p:nvPr/>
        </p:nvSpPr>
        <p:spPr>
          <a:xfrm>
            <a:off x="384120" y="1859040"/>
            <a:ext cx="6638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Stage ..</a:t>
            </a:r>
            <a:endParaRPr b="1" lang="en-US" sz="1100" spc="-1" strike="noStrike">
              <a:solidFill>
                <a:srgbClr val="000000"/>
              </a:solidFill>
              <a:latin typeface="Arial"/>
            </a:endParaRPr>
          </a:p>
        </p:txBody>
      </p:sp>
      <p:sp>
        <p:nvSpPr>
          <p:cNvPr id="10113" name="Line 22"/>
          <p:cNvSpPr/>
          <p:nvPr/>
        </p:nvSpPr>
        <p:spPr>
          <a:xfrm>
            <a:off x="384120" y="2276640"/>
            <a:ext cx="83599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14" name="Line 23"/>
          <p:cNvSpPr/>
          <p:nvPr/>
        </p:nvSpPr>
        <p:spPr>
          <a:xfrm>
            <a:off x="384120" y="2967120"/>
            <a:ext cx="83599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15" name="Line 24"/>
          <p:cNvSpPr/>
          <p:nvPr/>
        </p:nvSpPr>
        <p:spPr>
          <a:xfrm>
            <a:off x="384120" y="3645000"/>
            <a:ext cx="83599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16" name="Line 25"/>
          <p:cNvSpPr/>
          <p:nvPr/>
        </p:nvSpPr>
        <p:spPr>
          <a:xfrm>
            <a:off x="384120" y="4363920"/>
            <a:ext cx="83599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17" name="Rectangle 26"/>
          <p:cNvSpPr/>
          <p:nvPr/>
        </p:nvSpPr>
        <p:spPr>
          <a:xfrm>
            <a:off x="1371600" y="5154480"/>
            <a:ext cx="17114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18" name="Rectangle 27"/>
          <p:cNvSpPr/>
          <p:nvPr/>
        </p:nvSpPr>
        <p:spPr>
          <a:xfrm>
            <a:off x="3279600" y="5156280"/>
            <a:ext cx="1713240" cy="420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19" name="Rectangle 28"/>
          <p:cNvSpPr/>
          <p:nvPr/>
        </p:nvSpPr>
        <p:spPr>
          <a:xfrm>
            <a:off x="5189400" y="5156280"/>
            <a:ext cx="1710000" cy="420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20" name="Rectangle 29"/>
          <p:cNvSpPr/>
          <p:nvPr/>
        </p:nvSpPr>
        <p:spPr>
          <a:xfrm>
            <a:off x="7032600" y="5156280"/>
            <a:ext cx="1711440" cy="42048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21" name="Line 30"/>
          <p:cNvSpPr/>
          <p:nvPr/>
        </p:nvSpPr>
        <p:spPr>
          <a:xfrm>
            <a:off x="384120" y="4998960"/>
            <a:ext cx="8359920" cy="0"/>
          </a:xfrm>
          <a:prstGeom prst="line">
            <a:avLst/>
          </a:prstGeom>
          <a:ln w="12600">
            <a:solidFill>
              <a:srgbClr val="003399"/>
            </a:solidFill>
            <a:prstDash val="dash"/>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22" name="Rectangle 31"/>
          <p:cNvSpPr/>
          <p:nvPr/>
        </p:nvSpPr>
        <p:spPr>
          <a:xfrm>
            <a:off x="7426440" y="2446200"/>
            <a:ext cx="131760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23" name="Text Box 32"/>
          <p:cNvSpPr/>
          <p:nvPr/>
        </p:nvSpPr>
        <p:spPr>
          <a:xfrm>
            <a:off x="384120" y="2522520"/>
            <a:ext cx="6638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Stage ..</a:t>
            </a:r>
            <a:endParaRPr b="1" lang="en-US" sz="1100" spc="-1" strike="noStrike">
              <a:solidFill>
                <a:srgbClr val="000000"/>
              </a:solidFill>
              <a:latin typeface="Arial"/>
            </a:endParaRPr>
          </a:p>
        </p:txBody>
      </p:sp>
      <p:sp>
        <p:nvSpPr>
          <p:cNvPr id="10124" name="Text Box 33"/>
          <p:cNvSpPr/>
          <p:nvPr/>
        </p:nvSpPr>
        <p:spPr>
          <a:xfrm>
            <a:off x="384120" y="3171960"/>
            <a:ext cx="6638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Stage ..</a:t>
            </a:r>
            <a:endParaRPr b="1" lang="en-US" sz="1100" spc="-1" strike="noStrike">
              <a:solidFill>
                <a:srgbClr val="000000"/>
              </a:solidFill>
              <a:latin typeface="Arial"/>
            </a:endParaRPr>
          </a:p>
        </p:txBody>
      </p:sp>
      <p:sp>
        <p:nvSpPr>
          <p:cNvPr id="10125" name="Text Box 34"/>
          <p:cNvSpPr/>
          <p:nvPr/>
        </p:nvSpPr>
        <p:spPr>
          <a:xfrm>
            <a:off x="384120" y="3890880"/>
            <a:ext cx="6638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Stage ..</a:t>
            </a:r>
            <a:endParaRPr b="1" lang="en-US" sz="1100" spc="-1" strike="noStrike">
              <a:solidFill>
                <a:srgbClr val="000000"/>
              </a:solidFill>
              <a:latin typeface="Arial"/>
            </a:endParaRPr>
          </a:p>
        </p:txBody>
      </p:sp>
      <p:sp>
        <p:nvSpPr>
          <p:cNvPr id="10126" name="Text Box 35"/>
          <p:cNvSpPr/>
          <p:nvPr/>
        </p:nvSpPr>
        <p:spPr>
          <a:xfrm>
            <a:off x="384120" y="4538520"/>
            <a:ext cx="6638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Stage ..</a:t>
            </a:r>
            <a:endParaRPr b="1" lang="en-US" sz="1100" spc="-1" strike="noStrike">
              <a:solidFill>
                <a:srgbClr val="000000"/>
              </a:solidFill>
              <a:latin typeface="Arial"/>
            </a:endParaRPr>
          </a:p>
        </p:txBody>
      </p:sp>
      <p:sp>
        <p:nvSpPr>
          <p:cNvPr id="10127" name="Text Box 36"/>
          <p:cNvSpPr/>
          <p:nvPr/>
        </p:nvSpPr>
        <p:spPr>
          <a:xfrm>
            <a:off x="384120" y="5187960"/>
            <a:ext cx="6638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Stage ..</a:t>
            </a:r>
            <a:endParaRPr b="1" lang="en-US" sz="1100" spc="-1" strike="noStrike">
              <a:solidFill>
                <a:srgbClr val="000000"/>
              </a:solidFill>
              <a:latin typeface="Arial"/>
            </a:endParaRPr>
          </a:p>
        </p:txBody>
      </p:sp>
      <p:sp>
        <p:nvSpPr>
          <p:cNvPr id="10128" name="Rectangle 37"/>
          <p:cNvSpPr/>
          <p:nvPr/>
        </p:nvSpPr>
        <p:spPr>
          <a:xfrm>
            <a:off x="3500280" y="1747800"/>
            <a:ext cx="98424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
        <p:nvSpPr>
          <p:cNvPr id="10129" name="Rectangle 38"/>
          <p:cNvSpPr/>
          <p:nvPr/>
        </p:nvSpPr>
        <p:spPr>
          <a:xfrm>
            <a:off x="4564080" y="1747800"/>
            <a:ext cx="987480" cy="420840"/>
          </a:xfrm>
          <a:prstGeom prst="rect">
            <a:avLst/>
          </a:prstGeom>
          <a:solidFill>
            <a:srgbClr val="ffffff"/>
          </a:solidFill>
          <a:ln w="12600">
            <a:solidFill>
              <a:srgbClr val="003399"/>
            </a:solidFill>
            <a:miter/>
          </a:ln>
        </p:spPr>
        <p:style>
          <a:lnRef idx="0"/>
          <a:fillRef idx="0"/>
          <a:effectRef idx="0"/>
          <a:fontRef idx="minor"/>
        </p:style>
        <p:txBody>
          <a:bodyPr lIns="90000" rIns="90000" tIns="91440" bIns="91440" anchor="ctr">
            <a:noAutofit/>
          </a:bodyPr>
          <a:p>
            <a:pPr marL="106200" indent="-106200" algn="ctr">
              <a:lnSpc>
                <a:spcPct val="100000"/>
              </a:lnSpc>
              <a:buClr>
                <a:srgbClr val="ffffff"/>
              </a:buClr>
              <a:buFont typeface="Arial"/>
              <a:buChar char=" "/>
              <a:tabLst>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t>
            </a:r>
            <a:endParaRPr b="1"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0"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131"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35F35B7-DFC3-405F-A4A9-77BA21D4F8E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132"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Activity Map - Competitive Groups</a:t>
            </a:r>
            <a:endParaRPr b="1" lang="en-US" sz="1600" spc="-1" strike="noStrike">
              <a:solidFill>
                <a:srgbClr val="000000"/>
              </a:solidFill>
              <a:latin typeface="Arial"/>
            </a:endParaRPr>
          </a:p>
        </p:txBody>
      </p:sp>
      <p:grpSp>
        <p:nvGrpSpPr>
          <p:cNvPr id="10133" name="Group 244"/>
          <p:cNvGrpSpPr/>
          <p:nvPr/>
        </p:nvGrpSpPr>
        <p:grpSpPr>
          <a:xfrm>
            <a:off x="438840" y="1494000"/>
            <a:ext cx="8305200" cy="4686120"/>
            <a:chOff x="438840" y="1494000"/>
            <a:chExt cx="8305200" cy="4686120"/>
          </a:xfrm>
        </p:grpSpPr>
        <p:sp>
          <p:nvSpPr>
            <p:cNvPr id="10134" name="Text Box 245"/>
            <p:cNvSpPr/>
            <p:nvPr/>
          </p:nvSpPr>
          <p:spPr>
            <a:xfrm>
              <a:off x="438840" y="3376440"/>
              <a:ext cx="16149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Competitive advantage</a:t>
              </a:r>
              <a:endParaRPr b="1" lang="en-US" sz="1100" spc="-1" strike="noStrike">
                <a:solidFill>
                  <a:srgbClr val="000000"/>
                </a:solidFill>
                <a:latin typeface="Arial"/>
              </a:endParaRPr>
            </a:p>
          </p:txBody>
        </p:sp>
        <p:sp>
          <p:nvSpPr>
            <p:cNvPr id="10135" name="Text Box 246"/>
            <p:cNvSpPr/>
            <p:nvPr/>
          </p:nvSpPr>
          <p:spPr>
            <a:xfrm>
              <a:off x="438840" y="5896080"/>
              <a:ext cx="1614960" cy="26172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Competitive advantage</a:t>
              </a:r>
              <a:endParaRPr b="1" lang="en-US" sz="1100" spc="-1" strike="noStrike">
                <a:solidFill>
                  <a:srgbClr val="000000"/>
                </a:solidFill>
                <a:latin typeface="Arial"/>
              </a:endParaRPr>
            </a:p>
          </p:txBody>
        </p:sp>
        <p:sp>
          <p:nvSpPr>
            <p:cNvPr id="10136" name="Rectangle 247"/>
            <p:cNvSpPr/>
            <p:nvPr/>
          </p:nvSpPr>
          <p:spPr>
            <a:xfrm>
              <a:off x="2078640" y="229248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37" name="Text Box 248"/>
            <p:cNvSpPr/>
            <p:nvPr/>
          </p:nvSpPr>
          <p:spPr>
            <a:xfrm>
              <a:off x="2774160" y="1504800"/>
              <a:ext cx="152784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Competitive Group</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(sample companies)</a:t>
              </a:r>
              <a:endParaRPr b="1" lang="en-US" sz="1100" spc="-1" strike="noStrike">
                <a:solidFill>
                  <a:srgbClr val="000000"/>
                </a:solidFill>
                <a:latin typeface="Arial"/>
              </a:endParaRPr>
            </a:p>
          </p:txBody>
        </p:sp>
        <p:sp>
          <p:nvSpPr>
            <p:cNvPr id="10138" name="Rectangle 249"/>
            <p:cNvSpPr/>
            <p:nvPr/>
          </p:nvSpPr>
          <p:spPr>
            <a:xfrm>
              <a:off x="2079720" y="1494000"/>
              <a:ext cx="2900160" cy="179856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39" name="Line 250"/>
            <p:cNvSpPr/>
            <p:nvPr/>
          </p:nvSpPr>
          <p:spPr>
            <a:xfrm>
              <a:off x="2035080" y="3525840"/>
              <a:ext cx="265320" cy="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40" name="Rectangle 251"/>
            <p:cNvSpPr/>
            <p:nvPr/>
          </p:nvSpPr>
          <p:spPr>
            <a:xfrm>
              <a:off x="2078640" y="253692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1" name="Rectangle 252"/>
            <p:cNvSpPr/>
            <p:nvPr/>
          </p:nvSpPr>
          <p:spPr>
            <a:xfrm>
              <a:off x="2078640" y="278136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2" name="Rectangle 253"/>
            <p:cNvSpPr/>
            <p:nvPr/>
          </p:nvSpPr>
          <p:spPr>
            <a:xfrm>
              <a:off x="2078640" y="302724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3" name="Rectangle 254"/>
            <p:cNvSpPr/>
            <p:nvPr/>
          </p:nvSpPr>
          <p:spPr>
            <a:xfrm>
              <a:off x="2078640" y="204804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4" name="Rectangle 255"/>
            <p:cNvSpPr/>
            <p:nvPr/>
          </p:nvSpPr>
          <p:spPr>
            <a:xfrm>
              <a:off x="5842440" y="229248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5" name="Text Box 256"/>
            <p:cNvSpPr/>
            <p:nvPr/>
          </p:nvSpPr>
          <p:spPr>
            <a:xfrm>
              <a:off x="6537960" y="1504800"/>
              <a:ext cx="152784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Competitive Group</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(sample companies)</a:t>
              </a:r>
              <a:endParaRPr b="1" lang="en-US" sz="1100" spc="-1" strike="noStrike">
                <a:solidFill>
                  <a:srgbClr val="000000"/>
                </a:solidFill>
                <a:latin typeface="Arial"/>
              </a:endParaRPr>
            </a:p>
          </p:txBody>
        </p:sp>
        <p:sp>
          <p:nvSpPr>
            <p:cNvPr id="10146" name="Rectangle 257"/>
            <p:cNvSpPr/>
            <p:nvPr/>
          </p:nvSpPr>
          <p:spPr>
            <a:xfrm>
              <a:off x="5843520" y="1494000"/>
              <a:ext cx="2900520" cy="179856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47" name="Rectangle 258"/>
            <p:cNvSpPr/>
            <p:nvPr/>
          </p:nvSpPr>
          <p:spPr>
            <a:xfrm>
              <a:off x="5842440" y="253692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8" name="Rectangle 259"/>
            <p:cNvSpPr/>
            <p:nvPr/>
          </p:nvSpPr>
          <p:spPr>
            <a:xfrm>
              <a:off x="5842440" y="278136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49" name="Rectangle 260"/>
            <p:cNvSpPr/>
            <p:nvPr/>
          </p:nvSpPr>
          <p:spPr>
            <a:xfrm>
              <a:off x="5842440" y="302724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0" name="Rectangle 261"/>
            <p:cNvSpPr/>
            <p:nvPr/>
          </p:nvSpPr>
          <p:spPr>
            <a:xfrm>
              <a:off x="5842440" y="204804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1" name="Rectangle 262"/>
            <p:cNvSpPr/>
            <p:nvPr/>
          </p:nvSpPr>
          <p:spPr>
            <a:xfrm>
              <a:off x="2078640" y="481176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2" name="Text Box 263"/>
            <p:cNvSpPr/>
            <p:nvPr/>
          </p:nvSpPr>
          <p:spPr>
            <a:xfrm>
              <a:off x="2774160" y="4024440"/>
              <a:ext cx="152784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Competitive Group</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(sample companies)</a:t>
              </a:r>
              <a:endParaRPr b="1" lang="en-US" sz="1100" spc="-1" strike="noStrike">
                <a:solidFill>
                  <a:srgbClr val="000000"/>
                </a:solidFill>
                <a:latin typeface="Arial"/>
              </a:endParaRPr>
            </a:p>
          </p:txBody>
        </p:sp>
        <p:sp>
          <p:nvSpPr>
            <p:cNvPr id="10153" name="Rectangle 264"/>
            <p:cNvSpPr/>
            <p:nvPr/>
          </p:nvSpPr>
          <p:spPr>
            <a:xfrm>
              <a:off x="2079720" y="4013280"/>
              <a:ext cx="2900160" cy="179856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54" name="Line 265"/>
            <p:cNvSpPr/>
            <p:nvPr/>
          </p:nvSpPr>
          <p:spPr>
            <a:xfrm>
              <a:off x="2035080" y="6045120"/>
              <a:ext cx="265320" cy="0"/>
            </a:xfrm>
            <a:prstGeom prst="line">
              <a:avLst/>
            </a:prstGeom>
            <a:ln w="12600">
              <a:solidFill>
                <a:srgbClr val="000000"/>
              </a:solidFill>
              <a:miter/>
              <a:tailEnd len="med" type="triangle" w="med"/>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55" name="Rectangle 266"/>
            <p:cNvSpPr/>
            <p:nvPr/>
          </p:nvSpPr>
          <p:spPr>
            <a:xfrm>
              <a:off x="2078640" y="505620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6" name="Rectangle 267"/>
            <p:cNvSpPr/>
            <p:nvPr/>
          </p:nvSpPr>
          <p:spPr>
            <a:xfrm>
              <a:off x="2078640" y="530064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7" name="Rectangle 268"/>
            <p:cNvSpPr/>
            <p:nvPr/>
          </p:nvSpPr>
          <p:spPr>
            <a:xfrm>
              <a:off x="2078640" y="554688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8" name="Rectangle 269"/>
            <p:cNvSpPr/>
            <p:nvPr/>
          </p:nvSpPr>
          <p:spPr>
            <a:xfrm>
              <a:off x="2078640" y="456732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59" name="Rectangle 270"/>
            <p:cNvSpPr/>
            <p:nvPr/>
          </p:nvSpPr>
          <p:spPr>
            <a:xfrm>
              <a:off x="5842440" y="481176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60" name="Text Box 271"/>
            <p:cNvSpPr/>
            <p:nvPr/>
          </p:nvSpPr>
          <p:spPr>
            <a:xfrm>
              <a:off x="6537960" y="4024440"/>
              <a:ext cx="1527840" cy="429480"/>
            </a:xfrm>
            <a:prstGeom prst="rect">
              <a:avLst/>
            </a:prstGeom>
            <a:noFill/>
            <a:ln w="0">
              <a:noFill/>
            </a:ln>
          </p:spPr>
          <p:style>
            <a:lnRef idx="0"/>
            <a:fillRef idx="0"/>
            <a:effectRef idx="0"/>
            <a:fontRef idx="minor"/>
          </p:style>
          <p:txBody>
            <a:bodyPr wrap="none" lIns="90000" rIns="90000" tIns="46800" bIns="4680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Competitive Group</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(sample companies)</a:t>
              </a:r>
              <a:endParaRPr b="1" lang="en-US" sz="1100" spc="-1" strike="noStrike">
                <a:solidFill>
                  <a:srgbClr val="000000"/>
                </a:solidFill>
                <a:latin typeface="Arial"/>
              </a:endParaRPr>
            </a:p>
          </p:txBody>
        </p:sp>
        <p:sp>
          <p:nvSpPr>
            <p:cNvPr id="10161" name="Rectangle 272"/>
            <p:cNvSpPr/>
            <p:nvPr/>
          </p:nvSpPr>
          <p:spPr>
            <a:xfrm>
              <a:off x="5843520" y="4013280"/>
              <a:ext cx="2900520" cy="1798560"/>
            </a:xfrm>
            <a:prstGeom prst="rect">
              <a:avLst/>
            </a:prstGeom>
            <a:noFill/>
            <a:ln w="12600">
              <a:solidFill>
                <a:srgbClr val="003399"/>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62" name="Rectangle 273"/>
            <p:cNvSpPr/>
            <p:nvPr/>
          </p:nvSpPr>
          <p:spPr>
            <a:xfrm>
              <a:off x="5842440" y="505620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63" name="Rectangle 274"/>
            <p:cNvSpPr/>
            <p:nvPr/>
          </p:nvSpPr>
          <p:spPr>
            <a:xfrm>
              <a:off x="5842440" y="530064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64" name="Rectangle 275"/>
            <p:cNvSpPr/>
            <p:nvPr/>
          </p:nvSpPr>
          <p:spPr>
            <a:xfrm>
              <a:off x="5842440" y="554688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sp>
          <p:nvSpPr>
            <p:cNvPr id="10165" name="Rectangle 276"/>
            <p:cNvSpPr/>
            <p:nvPr/>
          </p:nvSpPr>
          <p:spPr>
            <a:xfrm>
              <a:off x="5842440" y="4567320"/>
              <a:ext cx="588240" cy="168120"/>
            </a:xfrm>
            <a:prstGeom prst="rect">
              <a:avLst/>
            </a:prstGeom>
            <a:noFill/>
            <a:ln w="0">
              <a:noFill/>
            </a:ln>
          </p:spPr>
          <p:style>
            <a:lnRef idx="0"/>
            <a:fillRef idx="0"/>
            <a:effectRef idx="0"/>
            <a:fontRef idx="minor"/>
          </p:style>
          <p:txBody>
            <a:bodyPr wrap="none" lIns="72000" rIns="7200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Activity</a:t>
              </a:r>
              <a:endParaRPr b="1" lang="en-US" sz="1100" spc="-1" strike="noStrike">
                <a:solidFill>
                  <a:srgbClr val="000000"/>
                </a:solidFill>
                <a:latin typeface="Arial"/>
              </a:endParaRPr>
            </a:p>
          </p:txBody>
        </p:sp>
        <p:grpSp>
          <p:nvGrpSpPr>
            <p:cNvPr id="10166" name="Group 277"/>
            <p:cNvGrpSpPr/>
            <p:nvPr/>
          </p:nvGrpSpPr>
          <p:grpSpPr>
            <a:xfrm>
              <a:off x="6696000" y="4581360"/>
              <a:ext cx="1681200" cy="1133640"/>
              <a:chOff x="6696000" y="4581360"/>
              <a:chExt cx="1681200" cy="1133640"/>
            </a:xfrm>
          </p:grpSpPr>
          <p:sp>
            <p:nvSpPr>
              <p:cNvPr id="10167" name="Rectangle 278"/>
              <p:cNvSpPr/>
              <p:nvPr/>
            </p:nvSpPr>
            <p:spPr>
              <a:xfrm>
                <a:off x="6696000" y="48261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68" name="Rectangle 279"/>
              <p:cNvSpPr/>
              <p:nvPr/>
            </p:nvSpPr>
            <p:spPr>
              <a:xfrm>
                <a:off x="6696000" y="507060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69" name="Rectangle 280"/>
              <p:cNvSpPr/>
              <p:nvPr/>
            </p:nvSpPr>
            <p:spPr>
              <a:xfrm>
                <a:off x="6696000" y="531504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0" name="Rectangle 281"/>
              <p:cNvSpPr/>
              <p:nvPr/>
            </p:nvSpPr>
            <p:spPr>
              <a:xfrm>
                <a:off x="6696000" y="556092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1" name="Rectangle 282"/>
              <p:cNvSpPr/>
              <p:nvPr/>
            </p:nvSpPr>
            <p:spPr>
              <a:xfrm>
                <a:off x="6696000" y="458136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2" name="Rectangle 283"/>
              <p:cNvSpPr/>
              <p:nvPr/>
            </p:nvSpPr>
            <p:spPr>
              <a:xfrm>
                <a:off x="7157880" y="48261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3" name="Rectangle 284"/>
              <p:cNvSpPr/>
              <p:nvPr/>
            </p:nvSpPr>
            <p:spPr>
              <a:xfrm>
                <a:off x="7157880" y="507060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4" name="Rectangle 285"/>
              <p:cNvSpPr/>
              <p:nvPr/>
            </p:nvSpPr>
            <p:spPr>
              <a:xfrm>
                <a:off x="7157880" y="531504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5" name="Rectangle 286"/>
              <p:cNvSpPr/>
              <p:nvPr/>
            </p:nvSpPr>
            <p:spPr>
              <a:xfrm>
                <a:off x="7159680" y="556092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6" name="Rectangle 287"/>
              <p:cNvSpPr/>
              <p:nvPr/>
            </p:nvSpPr>
            <p:spPr>
              <a:xfrm>
                <a:off x="7159680" y="458136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7" name="Rectangle 288"/>
              <p:cNvSpPr/>
              <p:nvPr/>
            </p:nvSpPr>
            <p:spPr>
              <a:xfrm>
                <a:off x="7621560" y="48261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8" name="Rectangle 289"/>
              <p:cNvSpPr/>
              <p:nvPr/>
            </p:nvSpPr>
            <p:spPr>
              <a:xfrm>
                <a:off x="7621560" y="507060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79" name="Rectangle 290"/>
              <p:cNvSpPr/>
              <p:nvPr/>
            </p:nvSpPr>
            <p:spPr>
              <a:xfrm>
                <a:off x="7621560" y="531504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0" name="Rectangle 291"/>
              <p:cNvSpPr/>
              <p:nvPr/>
            </p:nvSpPr>
            <p:spPr>
              <a:xfrm>
                <a:off x="7621560" y="556092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1" name="Rectangle 292"/>
              <p:cNvSpPr/>
              <p:nvPr/>
            </p:nvSpPr>
            <p:spPr>
              <a:xfrm>
                <a:off x="7621560" y="458136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2" name="Rectangle 293"/>
              <p:cNvSpPr/>
              <p:nvPr/>
            </p:nvSpPr>
            <p:spPr>
              <a:xfrm>
                <a:off x="8085240" y="48261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3" name="Rectangle 294"/>
              <p:cNvSpPr/>
              <p:nvPr/>
            </p:nvSpPr>
            <p:spPr>
              <a:xfrm>
                <a:off x="8085240" y="507060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4" name="Rectangle 295"/>
              <p:cNvSpPr/>
              <p:nvPr/>
            </p:nvSpPr>
            <p:spPr>
              <a:xfrm>
                <a:off x="8085240" y="531504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5" name="Rectangle 296"/>
              <p:cNvSpPr/>
              <p:nvPr/>
            </p:nvSpPr>
            <p:spPr>
              <a:xfrm>
                <a:off x="8085240" y="556092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86" name="Rectangle 297"/>
              <p:cNvSpPr/>
              <p:nvPr/>
            </p:nvSpPr>
            <p:spPr>
              <a:xfrm>
                <a:off x="8085240" y="458136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
          <p:nvSpPr>
            <p:cNvPr id="10187" name="Rectangle 298"/>
            <p:cNvSpPr/>
            <p:nvPr/>
          </p:nvSpPr>
          <p:spPr>
            <a:xfrm>
              <a:off x="2739960" y="336852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10188" name="Rectangle 299"/>
            <p:cNvSpPr/>
            <p:nvPr/>
          </p:nvSpPr>
          <p:spPr>
            <a:xfrm>
              <a:off x="6504120" y="336852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10189" name="Rectangle 300"/>
            <p:cNvSpPr/>
            <p:nvPr/>
          </p:nvSpPr>
          <p:spPr>
            <a:xfrm>
              <a:off x="2867040" y="5883120"/>
              <a:ext cx="181440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sp>
          <p:nvSpPr>
            <p:cNvPr id="10190" name="Rectangle 301"/>
            <p:cNvSpPr/>
            <p:nvPr/>
          </p:nvSpPr>
          <p:spPr>
            <a:xfrm>
              <a:off x="6630840" y="5883120"/>
              <a:ext cx="1814760" cy="297000"/>
            </a:xfrm>
            <a:prstGeom prst="rect">
              <a:avLst/>
            </a:prstGeom>
            <a:noFill/>
            <a:ln w="0">
              <a:noFill/>
            </a:ln>
          </p:spPr>
          <p:style>
            <a:lnRef idx="0"/>
            <a:fillRef idx="0"/>
            <a:effectRef idx="0"/>
            <a:fontRef idx="minor"/>
          </p:style>
          <p:txBody>
            <a:bodyPr lIns="0" rIns="0" tIns="0" bIns="0" anchor="t">
              <a:noAutofit/>
            </a:bodyPr>
            <a:p>
              <a:pPr lvl="1" marL="169920" indent="-168480">
                <a:lnSpc>
                  <a:spcPct val="106000"/>
                </a:lnSpc>
                <a:spcBef>
                  <a:spcPts val="1100"/>
                </a:spcBef>
                <a:buClr>
                  <a:srgbClr val="000000"/>
                </a:buClr>
                <a:buFont typeface="Wingdings 2"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pc="-1" strike="noStrike">
                  <a:solidFill>
                    <a:srgbClr val="000000"/>
                  </a:solidFill>
                  <a:latin typeface="Arial"/>
                  <a:ea typeface="ＭＳ Ｐゴシック"/>
                </a:rPr>
                <a:t>Bullet text</a:t>
              </a:r>
              <a:endParaRPr b="1" lang="en-US" sz="1100" spc="-1" strike="noStrike">
                <a:solidFill>
                  <a:srgbClr val="000000"/>
                </a:solidFill>
                <a:latin typeface="Arial"/>
              </a:endParaRPr>
            </a:p>
          </p:txBody>
        </p:sp>
        <p:grpSp>
          <p:nvGrpSpPr>
            <p:cNvPr id="10191" name="Group 302"/>
            <p:cNvGrpSpPr/>
            <p:nvPr/>
          </p:nvGrpSpPr>
          <p:grpSpPr>
            <a:xfrm>
              <a:off x="6696000" y="2062080"/>
              <a:ext cx="1681200" cy="1133640"/>
              <a:chOff x="6696000" y="2062080"/>
              <a:chExt cx="1681200" cy="1133640"/>
            </a:xfrm>
          </p:grpSpPr>
          <p:sp>
            <p:nvSpPr>
              <p:cNvPr id="10192" name="Rectangle 303"/>
              <p:cNvSpPr/>
              <p:nvPr/>
            </p:nvSpPr>
            <p:spPr>
              <a:xfrm>
                <a:off x="6696000" y="230688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3" name="Rectangle 304"/>
              <p:cNvSpPr/>
              <p:nvPr/>
            </p:nvSpPr>
            <p:spPr>
              <a:xfrm>
                <a:off x="6696000" y="255132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4" name="Rectangle 305"/>
              <p:cNvSpPr/>
              <p:nvPr/>
            </p:nvSpPr>
            <p:spPr>
              <a:xfrm>
                <a:off x="6696000" y="27957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5" name="Rectangle 306"/>
              <p:cNvSpPr/>
              <p:nvPr/>
            </p:nvSpPr>
            <p:spPr>
              <a:xfrm>
                <a:off x="6696000" y="304164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6" name="Rectangle 307"/>
              <p:cNvSpPr/>
              <p:nvPr/>
            </p:nvSpPr>
            <p:spPr>
              <a:xfrm>
                <a:off x="6696000" y="206208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7" name="Rectangle 308"/>
              <p:cNvSpPr/>
              <p:nvPr/>
            </p:nvSpPr>
            <p:spPr>
              <a:xfrm>
                <a:off x="7157880" y="230688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8" name="Rectangle 309"/>
              <p:cNvSpPr/>
              <p:nvPr/>
            </p:nvSpPr>
            <p:spPr>
              <a:xfrm>
                <a:off x="7157880" y="255132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199" name="Rectangle 310"/>
              <p:cNvSpPr/>
              <p:nvPr/>
            </p:nvSpPr>
            <p:spPr>
              <a:xfrm>
                <a:off x="7157880" y="27957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0" name="Rectangle 311"/>
              <p:cNvSpPr/>
              <p:nvPr/>
            </p:nvSpPr>
            <p:spPr>
              <a:xfrm>
                <a:off x="7159680" y="304164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1" name="Rectangle 312"/>
              <p:cNvSpPr/>
              <p:nvPr/>
            </p:nvSpPr>
            <p:spPr>
              <a:xfrm>
                <a:off x="7159680" y="206208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2" name="Rectangle 313"/>
              <p:cNvSpPr/>
              <p:nvPr/>
            </p:nvSpPr>
            <p:spPr>
              <a:xfrm>
                <a:off x="7621560" y="230688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3" name="Rectangle 314"/>
              <p:cNvSpPr/>
              <p:nvPr/>
            </p:nvSpPr>
            <p:spPr>
              <a:xfrm>
                <a:off x="7621560" y="255132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4" name="Rectangle 315"/>
              <p:cNvSpPr/>
              <p:nvPr/>
            </p:nvSpPr>
            <p:spPr>
              <a:xfrm>
                <a:off x="7621560" y="27957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5" name="Rectangle 316"/>
              <p:cNvSpPr/>
              <p:nvPr/>
            </p:nvSpPr>
            <p:spPr>
              <a:xfrm>
                <a:off x="7621560" y="304164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6" name="Rectangle 317"/>
              <p:cNvSpPr/>
              <p:nvPr/>
            </p:nvSpPr>
            <p:spPr>
              <a:xfrm>
                <a:off x="7621560" y="206208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7" name="Rectangle 318"/>
              <p:cNvSpPr/>
              <p:nvPr/>
            </p:nvSpPr>
            <p:spPr>
              <a:xfrm>
                <a:off x="8085240" y="230688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8" name="Rectangle 319"/>
              <p:cNvSpPr/>
              <p:nvPr/>
            </p:nvSpPr>
            <p:spPr>
              <a:xfrm>
                <a:off x="8085240" y="255132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09" name="Rectangle 320"/>
              <p:cNvSpPr/>
              <p:nvPr/>
            </p:nvSpPr>
            <p:spPr>
              <a:xfrm>
                <a:off x="8085240" y="27957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0" name="Rectangle 321"/>
              <p:cNvSpPr/>
              <p:nvPr/>
            </p:nvSpPr>
            <p:spPr>
              <a:xfrm>
                <a:off x="8085240" y="304164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1" name="Rectangle 322"/>
              <p:cNvSpPr/>
              <p:nvPr/>
            </p:nvSpPr>
            <p:spPr>
              <a:xfrm>
                <a:off x="8085240" y="206208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0212" name="Group 323"/>
            <p:cNvGrpSpPr/>
            <p:nvPr/>
          </p:nvGrpSpPr>
          <p:grpSpPr>
            <a:xfrm>
              <a:off x="2932200" y="2062080"/>
              <a:ext cx="1681200" cy="1133640"/>
              <a:chOff x="2932200" y="2062080"/>
              <a:chExt cx="1681200" cy="1133640"/>
            </a:xfrm>
          </p:grpSpPr>
          <p:sp>
            <p:nvSpPr>
              <p:cNvPr id="10213" name="Rectangle 324"/>
              <p:cNvSpPr/>
              <p:nvPr/>
            </p:nvSpPr>
            <p:spPr>
              <a:xfrm>
                <a:off x="2932200" y="230688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4" name="Rectangle 325"/>
              <p:cNvSpPr/>
              <p:nvPr/>
            </p:nvSpPr>
            <p:spPr>
              <a:xfrm>
                <a:off x="2932200" y="255132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5" name="Rectangle 326"/>
              <p:cNvSpPr/>
              <p:nvPr/>
            </p:nvSpPr>
            <p:spPr>
              <a:xfrm>
                <a:off x="2932200" y="27957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6" name="Rectangle 327"/>
              <p:cNvSpPr/>
              <p:nvPr/>
            </p:nvSpPr>
            <p:spPr>
              <a:xfrm>
                <a:off x="2932200" y="304164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7" name="Rectangle 328"/>
              <p:cNvSpPr/>
              <p:nvPr/>
            </p:nvSpPr>
            <p:spPr>
              <a:xfrm>
                <a:off x="2932200" y="206208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8" name="Rectangle 329"/>
              <p:cNvSpPr/>
              <p:nvPr/>
            </p:nvSpPr>
            <p:spPr>
              <a:xfrm>
                <a:off x="3394080" y="230688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19" name="Rectangle 330"/>
              <p:cNvSpPr/>
              <p:nvPr/>
            </p:nvSpPr>
            <p:spPr>
              <a:xfrm>
                <a:off x="3394080" y="255132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0" name="Rectangle 331"/>
              <p:cNvSpPr/>
              <p:nvPr/>
            </p:nvSpPr>
            <p:spPr>
              <a:xfrm>
                <a:off x="3394080" y="27957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1" name="Rectangle 332"/>
              <p:cNvSpPr/>
              <p:nvPr/>
            </p:nvSpPr>
            <p:spPr>
              <a:xfrm>
                <a:off x="3395880" y="304164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2" name="Rectangle 333"/>
              <p:cNvSpPr/>
              <p:nvPr/>
            </p:nvSpPr>
            <p:spPr>
              <a:xfrm>
                <a:off x="3395880" y="206208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3" name="Rectangle 334"/>
              <p:cNvSpPr/>
              <p:nvPr/>
            </p:nvSpPr>
            <p:spPr>
              <a:xfrm>
                <a:off x="3857760" y="230688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4" name="Rectangle 335"/>
              <p:cNvSpPr/>
              <p:nvPr/>
            </p:nvSpPr>
            <p:spPr>
              <a:xfrm>
                <a:off x="3857760" y="255132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5" name="Rectangle 336"/>
              <p:cNvSpPr/>
              <p:nvPr/>
            </p:nvSpPr>
            <p:spPr>
              <a:xfrm>
                <a:off x="3857760" y="27957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6" name="Rectangle 337"/>
              <p:cNvSpPr/>
              <p:nvPr/>
            </p:nvSpPr>
            <p:spPr>
              <a:xfrm>
                <a:off x="3857760" y="304164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7" name="Rectangle 338"/>
              <p:cNvSpPr/>
              <p:nvPr/>
            </p:nvSpPr>
            <p:spPr>
              <a:xfrm>
                <a:off x="3857760" y="206208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8" name="Rectangle 339"/>
              <p:cNvSpPr/>
              <p:nvPr/>
            </p:nvSpPr>
            <p:spPr>
              <a:xfrm>
                <a:off x="4321440" y="230688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29" name="Rectangle 340"/>
              <p:cNvSpPr/>
              <p:nvPr/>
            </p:nvSpPr>
            <p:spPr>
              <a:xfrm>
                <a:off x="4321440" y="255132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0" name="Rectangle 341"/>
              <p:cNvSpPr/>
              <p:nvPr/>
            </p:nvSpPr>
            <p:spPr>
              <a:xfrm>
                <a:off x="4321440" y="27957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1" name="Rectangle 342"/>
              <p:cNvSpPr/>
              <p:nvPr/>
            </p:nvSpPr>
            <p:spPr>
              <a:xfrm>
                <a:off x="4321440" y="304164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2" name="Rectangle 343"/>
              <p:cNvSpPr/>
              <p:nvPr/>
            </p:nvSpPr>
            <p:spPr>
              <a:xfrm>
                <a:off x="4321440" y="206208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nvGrpSpPr>
            <p:cNvPr id="10233" name="Group 344"/>
            <p:cNvGrpSpPr/>
            <p:nvPr/>
          </p:nvGrpSpPr>
          <p:grpSpPr>
            <a:xfrm>
              <a:off x="2932200" y="4581360"/>
              <a:ext cx="1681200" cy="1133640"/>
              <a:chOff x="2932200" y="4581360"/>
              <a:chExt cx="1681200" cy="1133640"/>
            </a:xfrm>
          </p:grpSpPr>
          <p:sp>
            <p:nvSpPr>
              <p:cNvPr id="10234" name="Rectangle 345"/>
              <p:cNvSpPr/>
              <p:nvPr/>
            </p:nvSpPr>
            <p:spPr>
              <a:xfrm>
                <a:off x="2932200" y="48261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5" name="Rectangle 346"/>
              <p:cNvSpPr/>
              <p:nvPr/>
            </p:nvSpPr>
            <p:spPr>
              <a:xfrm>
                <a:off x="2932200" y="507060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6" name="Rectangle 347"/>
              <p:cNvSpPr/>
              <p:nvPr/>
            </p:nvSpPr>
            <p:spPr>
              <a:xfrm>
                <a:off x="2932200" y="531504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7" name="Rectangle 348"/>
              <p:cNvSpPr/>
              <p:nvPr/>
            </p:nvSpPr>
            <p:spPr>
              <a:xfrm>
                <a:off x="2932200" y="556092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8" name="Rectangle 349"/>
              <p:cNvSpPr/>
              <p:nvPr/>
            </p:nvSpPr>
            <p:spPr>
              <a:xfrm>
                <a:off x="2932200" y="4581360"/>
                <a:ext cx="29232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39" name="Rectangle 350"/>
              <p:cNvSpPr/>
              <p:nvPr/>
            </p:nvSpPr>
            <p:spPr>
              <a:xfrm>
                <a:off x="3394080" y="482616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0" name="Rectangle 351"/>
              <p:cNvSpPr/>
              <p:nvPr/>
            </p:nvSpPr>
            <p:spPr>
              <a:xfrm>
                <a:off x="3394080" y="507060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1" name="Rectangle 352"/>
              <p:cNvSpPr/>
              <p:nvPr/>
            </p:nvSpPr>
            <p:spPr>
              <a:xfrm>
                <a:off x="3394080" y="5315040"/>
                <a:ext cx="29232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2" name="Rectangle 353"/>
              <p:cNvSpPr/>
              <p:nvPr/>
            </p:nvSpPr>
            <p:spPr>
              <a:xfrm>
                <a:off x="3395880" y="556092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3" name="Rectangle 354"/>
              <p:cNvSpPr/>
              <p:nvPr/>
            </p:nvSpPr>
            <p:spPr>
              <a:xfrm>
                <a:off x="3395880" y="458136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4" name="Rectangle 355"/>
              <p:cNvSpPr/>
              <p:nvPr/>
            </p:nvSpPr>
            <p:spPr>
              <a:xfrm>
                <a:off x="3857760" y="48261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5" name="Rectangle 356"/>
              <p:cNvSpPr/>
              <p:nvPr/>
            </p:nvSpPr>
            <p:spPr>
              <a:xfrm>
                <a:off x="3857760" y="507060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6" name="Rectangle 357"/>
              <p:cNvSpPr/>
              <p:nvPr/>
            </p:nvSpPr>
            <p:spPr>
              <a:xfrm>
                <a:off x="3857760" y="531504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7" name="Rectangle 358"/>
              <p:cNvSpPr/>
              <p:nvPr/>
            </p:nvSpPr>
            <p:spPr>
              <a:xfrm>
                <a:off x="3857760" y="556092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8" name="Rectangle 359"/>
              <p:cNvSpPr/>
              <p:nvPr/>
            </p:nvSpPr>
            <p:spPr>
              <a:xfrm>
                <a:off x="3857760" y="458136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49" name="Rectangle 360"/>
              <p:cNvSpPr/>
              <p:nvPr/>
            </p:nvSpPr>
            <p:spPr>
              <a:xfrm>
                <a:off x="4321440" y="482616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50" name="Rectangle 361"/>
              <p:cNvSpPr/>
              <p:nvPr/>
            </p:nvSpPr>
            <p:spPr>
              <a:xfrm>
                <a:off x="4321440" y="507060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51" name="Rectangle 362"/>
              <p:cNvSpPr/>
              <p:nvPr/>
            </p:nvSpPr>
            <p:spPr>
              <a:xfrm>
                <a:off x="4321440" y="5315040"/>
                <a:ext cx="291960" cy="15372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52" name="Rectangle 363"/>
              <p:cNvSpPr/>
              <p:nvPr/>
            </p:nvSpPr>
            <p:spPr>
              <a:xfrm>
                <a:off x="4321440" y="556092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53" name="Rectangle 364"/>
              <p:cNvSpPr/>
              <p:nvPr/>
            </p:nvSpPr>
            <p:spPr>
              <a:xfrm>
                <a:off x="4321440" y="4581360"/>
                <a:ext cx="291960" cy="154080"/>
              </a:xfrm>
              <a:prstGeom prst="rect">
                <a:avLst/>
              </a:prstGeom>
              <a:solidFill>
                <a:srgbClr val="ffffff"/>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grpSp>
    </p:spTree>
  </p:cSld>
  <mc:AlternateContent>
    <mc:Choice Requires="p14">
      <p:transition spd="slow" p14:dur="2000"/>
    </mc:Choice>
    <mc:Fallback>
      <p:transition spd="slow"/>
    </mc:Fallback>
  </mc:AlternateContent>
</p:sld>
</file>

<file path=ppt/slides/slide3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4"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255"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6D72CB-FDF8-4882-9814-68B9803BCE97}"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256"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Portfolio Matrix</a:t>
            </a:r>
            <a:endParaRPr b="1" lang="en-US" sz="1600" spc="-1" strike="noStrike">
              <a:solidFill>
                <a:srgbClr val="000000"/>
              </a:solidFill>
              <a:latin typeface="Arial"/>
            </a:endParaRPr>
          </a:p>
        </p:txBody>
      </p:sp>
      <p:grpSp>
        <p:nvGrpSpPr>
          <p:cNvPr id="10257" name="Group 19"/>
          <p:cNvGrpSpPr/>
          <p:nvPr/>
        </p:nvGrpSpPr>
        <p:grpSpPr>
          <a:xfrm>
            <a:off x="2492280" y="1635120"/>
            <a:ext cx="4152960" cy="4134600"/>
            <a:chOff x="2492280" y="1635120"/>
            <a:chExt cx="4152960" cy="4134600"/>
          </a:xfrm>
        </p:grpSpPr>
        <p:sp>
          <p:nvSpPr>
            <p:cNvPr id="10258" name="Rectangle 20"/>
            <p:cNvSpPr/>
            <p:nvPr/>
          </p:nvSpPr>
          <p:spPr>
            <a:xfrm>
              <a:off x="3696120" y="5433840"/>
              <a:ext cx="2501640" cy="335880"/>
            </a:xfrm>
            <a:prstGeom prst="rect">
              <a:avLst/>
            </a:prstGeom>
            <a:noFill/>
            <a:ln w="0">
              <a:noFill/>
            </a:ln>
          </p:spPr>
          <p:style>
            <a:lnRef idx="0"/>
            <a:fillRef idx="0"/>
            <a:effectRef idx="0"/>
            <a:fontRef idx="minor"/>
          </p:style>
          <p:txBody>
            <a:bodyPr wrap="none"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Competitive Position</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(Returns compared to Industry Average)</a:t>
              </a:r>
              <a:endParaRPr b="1" lang="en-US" sz="1100" spc="-1" strike="noStrike">
                <a:solidFill>
                  <a:srgbClr val="000000"/>
                </a:solidFill>
                <a:latin typeface="Arial"/>
              </a:endParaRPr>
            </a:p>
          </p:txBody>
        </p:sp>
        <p:sp>
          <p:nvSpPr>
            <p:cNvPr id="10259" name="Text Box 21"/>
            <p:cNvSpPr/>
            <p:nvPr/>
          </p:nvSpPr>
          <p:spPr>
            <a:xfrm>
              <a:off x="3493080" y="5106960"/>
              <a:ext cx="3909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low</a:t>
              </a:r>
              <a:endParaRPr b="1" lang="en-US" sz="1100" spc="-1" strike="noStrike">
                <a:solidFill>
                  <a:srgbClr val="000000"/>
                </a:solidFill>
                <a:latin typeface="Arial"/>
              </a:endParaRPr>
            </a:p>
          </p:txBody>
        </p:sp>
        <p:sp>
          <p:nvSpPr>
            <p:cNvPr id="10260" name="Text Box 22"/>
            <p:cNvSpPr/>
            <p:nvPr/>
          </p:nvSpPr>
          <p:spPr>
            <a:xfrm>
              <a:off x="6009480" y="5106960"/>
              <a:ext cx="4442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high</a:t>
              </a:r>
              <a:endParaRPr b="1" lang="en-US" sz="1100" spc="-1" strike="noStrike">
                <a:solidFill>
                  <a:srgbClr val="000000"/>
                </a:solidFill>
                <a:latin typeface="Arial"/>
              </a:endParaRPr>
            </a:p>
          </p:txBody>
        </p:sp>
        <p:sp>
          <p:nvSpPr>
            <p:cNvPr id="10261" name="AutoShape 23"/>
            <p:cNvSpPr/>
            <p:nvPr/>
          </p:nvSpPr>
          <p:spPr>
            <a:xfrm flipH="1" flipV="1">
              <a:off x="3460680" y="2049480"/>
              <a:ext cx="2944800" cy="2943360"/>
            </a:xfrm>
            <a:prstGeom prst="rtTriangle">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62" name="Rectangle 24"/>
            <p:cNvSpPr/>
            <p:nvPr/>
          </p:nvSpPr>
          <p:spPr>
            <a:xfrm rot="16200000">
              <a:off x="1663200" y="3305520"/>
              <a:ext cx="2305080" cy="5036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Market Attractiveness</a:t>
              </a:r>
              <a:endParaRPr b="1" lang="en-US" sz="1100" spc="-1" strike="noStrike">
                <a:solidFill>
                  <a:srgbClr val="000000"/>
                </a:solidFill>
                <a:latin typeface="Arial"/>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(Industry Average Returns above Cost of Capital)</a:t>
              </a:r>
              <a:endParaRPr b="1" lang="en-US" sz="1100" spc="-1" strike="noStrike">
                <a:solidFill>
                  <a:srgbClr val="000000"/>
                </a:solidFill>
                <a:latin typeface="Arial"/>
              </a:endParaRPr>
            </a:p>
          </p:txBody>
        </p:sp>
        <p:sp>
          <p:nvSpPr>
            <p:cNvPr id="10263" name="Rectangle 25"/>
            <p:cNvSpPr/>
            <p:nvPr/>
          </p:nvSpPr>
          <p:spPr>
            <a:xfrm>
              <a:off x="3463920" y="2049480"/>
              <a:ext cx="2946240" cy="2941560"/>
            </a:xfrm>
            <a:prstGeom prst="rect">
              <a:avLst/>
            </a:prstGeom>
            <a:noFill/>
            <a:ln w="12600">
              <a:solidFill>
                <a:srgbClr val="003399"/>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64" name="Line 26"/>
            <p:cNvSpPr/>
            <p:nvPr/>
          </p:nvSpPr>
          <p:spPr>
            <a:xfrm>
              <a:off x="4943520" y="2049480"/>
              <a:ext cx="0" cy="2941560"/>
            </a:xfrm>
            <a:prstGeom prst="line">
              <a:avLst/>
            </a:prstGeom>
            <a:ln w="12600">
              <a:solidFill>
                <a:srgbClr val="003399"/>
              </a:solidFill>
              <a:miter/>
            </a:ln>
          </p:spPr>
          <p:style>
            <a:lnRef idx="0"/>
            <a:fillRef idx="0"/>
            <a:effectRef idx="0"/>
            <a:fontRef idx="minor"/>
          </p:style>
          <p:txBody>
            <a:bodyPr lIns="90000" rIns="90000" tIns="46800" bIns="468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65" name="Line 27"/>
            <p:cNvSpPr/>
            <p:nvPr/>
          </p:nvSpPr>
          <p:spPr>
            <a:xfrm>
              <a:off x="3463920" y="3538440"/>
              <a:ext cx="2946240" cy="1800"/>
            </a:xfrm>
            <a:prstGeom prst="line">
              <a:avLst/>
            </a:prstGeom>
            <a:ln w="12600">
              <a:solidFill>
                <a:srgbClr val="003399"/>
              </a:solidFill>
              <a:miter/>
            </a:ln>
          </p:spPr>
          <p:style>
            <a:lnRef idx="0"/>
            <a:fillRef idx="0"/>
            <a:effectRef idx="0"/>
            <a:fontRef idx="minor"/>
          </p:style>
          <p:txBody>
            <a:bodyPr lIns="90000" rIns="90000" tIns="-45000" bIns="-4500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66" name="Text Box 28"/>
            <p:cNvSpPr/>
            <p:nvPr/>
          </p:nvSpPr>
          <p:spPr>
            <a:xfrm>
              <a:off x="5702400" y="2048040"/>
              <a:ext cx="9428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ROCE &gt; CoC</a:t>
              </a:r>
              <a:endParaRPr b="1" lang="en-US" sz="1000" spc="-1" strike="noStrike">
                <a:solidFill>
                  <a:srgbClr val="000000"/>
                </a:solidFill>
                <a:latin typeface="Arial"/>
              </a:endParaRPr>
            </a:p>
          </p:txBody>
        </p:sp>
        <p:sp>
          <p:nvSpPr>
            <p:cNvPr id="10267" name="Text Box 29"/>
            <p:cNvSpPr/>
            <p:nvPr/>
          </p:nvSpPr>
          <p:spPr>
            <a:xfrm>
              <a:off x="3436920" y="4716360"/>
              <a:ext cx="9428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ROCE &lt; CoC</a:t>
              </a:r>
              <a:endParaRPr b="1" lang="en-US" sz="1000" spc="-1" strike="noStrike">
                <a:solidFill>
                  <a:srgbClr val="000000"/>
                </a:solidFill>
                <a:latin typeface="Arial"/>
              </a:endParaRPr>
            </a:p>
          </p:txBody>
        </p:sp>
        <p:sp>
          <p:nvSpPr>
            <p:cNvPr id="10268" name="Text Box 30"/>
            <p:cNvSpPr/>
            <p:nvPr/>
          </p:nvSpPr>
          <p:spPr>
            <a:xfrm rot="2586600">
              <a:off x="5664600" y="4709880"/>
              <a:ext cx="942840" cy="2466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000" spc="-1" strike="noStrike">
                  <a:solidFill>
                    <a:srgbClr val="000000"/>
                  </a:solidFill>
                  <a:latin typeface="Arial"/>
                </a:rPr>
                <a:t>ROCE = CoC</a:t>
              </a:r>
              <a:endParaRPr b="1" lang="en-US" sz="1000" spc="-1" strike="noStrike">
                <a:solidFill>
                  <a:srgbClr val="000000"/>
                </a:solidFill>
                <a:latin typeface="Arial"/>
              </a:endParaRPr>
            </a:p>
          </p:txBody>
        </p:sp>
        <p:sp>
          <p:nvSpPr>
            <p:cNvPr id="10269" name="Text Box 31"/>
            <p:cNvSpPr/>
            <p:nvPr/>
          </p:nvSpPr>
          <p:spPr>
            <a:xfrm>
              <a:off x="2988720" y="2068560"/>
              <a:ext cx="4442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high</a:t>
              </a:r>
              <a:endParaRPr b="1" lang="en-US" sz="1100" spc="-1" strike="noStrike">
                <a:solidFill>
                  <a:srgbClr val="000000"/>
                </a:solidFill>
                <a:latin typeface="Arial"/>
              </a:endParaRPr>
            </a:p>
          </p:txBody>
        </p:sp>
        <p:sp>
          <p:nvSpPr>
            <p:cNvPr id="10270" name="Text Box 32"/>
            <p:cNvSpPr/>
            <p:nvPr/>
          </p:nvSpPr>
          <p:spPr>
            <a:xfrm>
              <a:off x="2988360" y="4751280"/>
              <a:ext cx="3909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low</a:t>
              </a:r>
              <a:endParaRPr b="1" lang="en-US" sz="1100" spc="-1" strike="noStrike">
                <a:solidFill>
                  <a:srgbClr val="000000"/>
                </a:solidFill>
                <a:latin typeface="Arial"/>
              </a:endParaRPr>
            </a:p>
          </p:txBody>
        </p:sp>
        <p:sp>
          <p:nvSpPr>
            <p:cNvPr id="10271" name="Text Box 33"/>
            <p:cNvSpPr/>
            <p:nvPr/>
          </p:nvSpPr>
          <p:spPr>
            <a:xfrm>
              <a:off x="2492280" y="1635120"/>
              <a:ext cx="161316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100" spc="-1" strike="noStrike">
                  <a:solidFill>
                    <a:srgbClr val="000000"/>
                  </a:solidFill>
                  <a:latin typeface="Arial"/>
                </a:rPr>
                <a:t>Charttitle comes here</a:t>
              </a:r>
              <a:endParaRPr b="1" lang="en-US" sz="11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2"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273"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93F2178-73B2-4801-9D77-6F66F6F93A24}"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274"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Bussiness portfolio 3x3</a:t>
            </a:r>
            <a:endParaRPr b="1" lang="en-US" sz="1600" spc="-1" strike="noStrike">
              <a:solidFill>
                <a:srgbClr val="000000"/>
              </a:solidFill>
              <a:latin typeface="Arial"/>
            </a:endParaRPr>
          </a:p>
        </p:txBody>
      </p:sp>
      <p:grpSp>
        <p:nvGrpSpPr>
          <p:cNvPr id="10275" name="Group 23"/>
          <p:cNvGrpSpPr/>
          <p:nvPr/>
        </p:nvGrpSpPr>
        <p:grpSpPr>
          <a:xfrm>
            <a:off x="2378160" y="1574640"/>
            <a:ext cx="4371840" cy="4358880"/>
            <a:chOff x="2378160" y="1574640"/>
            <a:chExt cx="4371840" cy="4358880"/>
          </a:xfrm>
        </p:grpSpPr>
        <p:sp>
          <p:nvSpPr>
            <p:cNvPr id="10276" name="Line 3"/>
            <p:cNvSpPr/>
            <p:nvPr/>
          </p:nvSpPr>
          <p:spPr>
            <a:xfrm>
              <a:off x="2655720" y="1658880"/>
              <a:ext cx="0" cy="363996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77" name="Rectangle 4"/>
            <p:cNvSpPr/>
            <p:nvPr/>
          </p:nvSpPr>
          <p:spPr>
            <a:xfrm rot="16200000">
              <a:off x="675000" y="3399120"/>
              <a:ext cx="3565800" cy="159840"/>
            </a:xfrm>
            <a:prstGeom prst="rect">
              <a:avLst/>
            </a:prstGeom>
            <a:noFill/>
            <a:ln w="0">
              <a:noFill/>
            </a:ln>
          </p:spPr>
          <p:style>
            <a:lnRef idx="0"/>
            <a:fillRef idx="0"/>
            <a:effectRef idx="0"/>
            <a:fontRef idx="minor"/>
          </p:style>
          <p:txBody>
            <a:bodyPr lIns="0" rIns="0" tIns="0" bIns="0" anchor="ctr"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1" lang="de-DE" sz="1100" spc="-1" strike="noStrike">
                  <a:solidFill>
                    <a:srgbClr val="000000"/>
                  </a:solidFill>
                  <a:latin typeface="Arial"/>
                </a:rPr>
                <a:t>Competitive position</a:t>
              </a:r>
              <a:endParaRPr b="1" lang="en-US" sz="1100" spc="-1" strike="noStrike">
                <a:solidFill>
                  <a:srgbClr val="000000"/>
                </a:solidFill>
                <a:latin typeface="Arial"/>
              </a:endParaRPr>
            </a:p>
          </p:txBody>
        </p:sp>
        <p:sp>
          <p:nvSpPr>
            <p:cNvPr id="10278" name="Rectangle 5"/>
            <p:cNvSpPr/>
            <p:nvPr/>
          </p:nvSpPr>
          <p:spPr>
            <a:xfrm rot="16200000">
              <a:off x="2247480" y="4569840"/>
              <a:ext cx="110628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0" lang="de-DE" sz="1100" spc="-1" strike="noStrike">
                  <a:solidFill>
                    <a:srgbClr val="000000"/>
                  </a:solidFill>
                  <a:latin typeface="Arial"/>
                </a:rPr>
                <a:t>Low</a:t>
              </a:r>
              <a:endParaRPr b="1" lang="en-US" sz="1100" spc="-1" strike="noStrike">
                <a:solidFill>
                  <a:srgbClr val="000000"/>
                </a:solidFill>
                <a:latin typeface="Arial"/>
              </a:endParaRPr>
            </a:p>
          </p:txBody>
        </p:sp>
        <p:sp>
          <p:nvSpPr>
            <p:cNvPr id="10279" name="Rectangle 6"/>
            <p:cNvSpPr/>
            <p:nvPr/>
          </p:nvSpPr>
          <p:spPr>
            <a:xfrm rot="16200000">
              <a:off x="2262600" y="3339360"/>
              <a:ext cx="107640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0" lang="de-DE" sz="1100" spc="-1" strike="noStrike">
                  <a:solidFill>
                    <a:srgbClr val="000000"/>
                  </a:solidFill>
                  <a:latin typeface="Arial"/>
                </a:rPr>
                <a:t>Medium</a:t>
              </a:r>
              <a:endParaRPr b="1" lang="en-US" sz="1100" spc="-1" strike="noStrike">
                <a:solidFill>
                  <a:srgbClr val="000000"/>
                </a:solidFill>
                <a:latin typeface="Arial"/>
              </a:endParaRPr>
            </a:p>
          </p:txBody>
        </p:sp>
        <p:sp>
          <p:nvSpPr>
            <p:cNvPr id="10280" name="Rectangle 7"/>
            <p:cNvSpPr/>
            <p:nvPr/>
          </p:nvSpPr>
          <p:spPr>
            <a:xfrm rot="16200000">
              <a:off x="2243520" y="2089440"/>
              <a:ext cx="113364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0" lang="de-DE" sz="1100" spc="-1" strike="noStrike">
                  <a:solidFill>
                    <a:srgbClr val="000000"/>
                  </a:solidFill>
                  <a:latin typeface="Arial"/>
                </a:rPr>
                <a:t>High</a:t>
              </a:r>
              <a:endParaRPr b="1" lang="en-US" sz="1100" spc="-1" strike="noStrike">
                <a:solidFill>
                  <a:srgbClr val="000000"/>
                </a:solidFill>
                <a:latin typeface="Arial"/>
              </a:endParaRPr>
            </a:p>
          </p:txBody>
        </p:sp>
        <p:sp>
          <p:nvSpPr>
            <p:cNvPr id="10281" name="Rectangle 8"/>
            <p:cNvSpPr/>
            <p:nvPr/>
          </p:nvSpPr>
          <p:spPr>
            <a:xfrm>
              <a:off x="2982960" y="5773680"/>
              <a:ext cx="376704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1" lang="de-DE" sz="1100" spc="-1" strike="noStrike">
                  <a:solidFill>
                    <a:srgbClr val="000000"/>
                  </a:solidFill>
                  <a:latin typeface="Arial"/>
                </a:rPr>
                <a:t>Product/market attractiveness</a:t>
              </a:r>
              <a:endParaRPr b="1" lang="en-US" sz="1100" spc="-1" strike="noStrike">
                <a:solidFill>
                  <a:srgbClr val="000000"/>
                </a:solidFill>
                <a:latin typeface="Arial"/>
              </a:endParaRPr>
            </a:p>
          </p:txBody>
        </p:sp>
        <p:sp>
          <p:nvSpPr>
            <p:cNvPr id="10282" name="Rectangle 9"/>
            <p:cNvSpPr/>
            <p:nvPr/>
          </p:nvSpPr>
          <p:spPr>
            <a:xfrm>
              <a:off x="3030480" y="5344920"/>
              <a:ext cx="110664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0" lang="de-DE" sz="1100" spc="-1" strike="noStrike">
                  <a:solidFill>
                    <a:srgbClr val="000000"/>
                  </a:solidFill>
                  <a:latin typeface="Arial"/>
                </a:rPr>
                <a:t>Low</a:t>
              </a:r>
              <a:endParaRPr b="1" lang="en-US" sz="1100" spc="-1" strike="noStrike">
                <a:solidFill>
                  <a:srgbClr val="000000"/>
                </a:solidFill>
                <a:latin typeface="Arial"/>
              </a:endParaRPr>
            </a:p>
          </p:txBody>
        </p:sp>
        <p:sp>
          <p:nvSpPr>
            <p:cNvPr id="10283" name="Rectangle 10"/>
            <p:cNvSpPr/>
            <p:nvPr/>
          </p:nvSpPr>
          <p:spPr>
            <a:xfrm>
              <a:off x="4325760" y="5344920"/>
              <a:ext cx="107820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0" lang="de-DE" sz="1100" spc="-1" strike="noStrike">
                  <a:solidFill>
                    <a:srgbClr val="000000"/>
                  </a:solidFill>
                  <a:latin typeface="Arial"/>
                </a:rPr>
                <a:t>Medium</a:t>
              </a:r>
              <a:endParaRPr b="1" lang="en-US" sz="1100" spc="-1" strike="noStrike">
                <a:solidFill>
                  <a:srgbClr val="000000"/>
                </a:solidFill>
                <a:latin typeface="Arial"/>
              </a:endParaRPr>
            </a:p>
          </p:txBody>
        </p:sp>
        <p:sp>
          <p:nvSpPr>
            <p:cNvPr id="10284" name="Rectangle 11"/>
            <p:cNvSpPr/>
            <p:nvPr/>
          </p:nvSpPr>
          <p:spPr>
            <a:xfrm>
              <a:off x="5608440" y="5344920"/>
              <a:ext cx="1003320" cy="15984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92080"/>
                  <a:tab algn="l" pos="1784520"/>
                  <a:tab algn="l" pos="2676600"/>
                  <a:tab algn="l" pos="3568680"/>
                  <a:tab algn="l" pos="4460760"/>
                  <a:tab algn="l" pos="5353200"/>
                  <a:tab algn="l" pos="6245280"/>
                  <a:tab algn="l" pos="7137360"/>
                  <a:tab algn="l" pos="8029440"/>
                  <a:tab algn="l" pos="8921880"/>
                  <a:tab algn="l" pos="9813960"/>
                  <a:tab algn="l" pos="10706040"/>
                </a:tabLst>
              </a:pPr>
              <a:r>
                <a:rPr b="0" lang="de-DE" sz="1100" spc="-1" strike="noStrike">
                  <a:solidFill>
                    <a:srgbClr val="000000"/>
                  </a:solidFill>
                  <a:latin typeface="Arial"/>
                </a:rPr>
                <a:t>High</a:t>
              </a:r>
              <a:endParaRPr b="1" lang="en-US" sz="1100" spc="-1" strike="noStrike">
                <a:solidFill>
                  <a:srgbClr val="000000"/>
                </a:solidFill>
                <a:latin typeface="Arial"/>
              </a:endParaRPr>
            </a:p>
          </p:txBody>
        </p:sp>
        <p:sp>
          <p:nvSpPr>
            <p:cNvPr id="10285" name="Rectangle 12"/>
            <p:cNvSpPr/>
            <p:nvPr/>
          </p:nvSpPr>
          <p:spPr>
            <a:xfrm>
              <a:off x="2984400" y="1574640"/>
              <a:ext cx="1238400" cy="12319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86" name="Line 13"/>
            <p:cNvSpPr/>
            <p:nvPr/>
          </p:nvSpPr>
          <p:spPr>
            <a:xfrm>
              <a:off x="2955960" y="5649840"/>
              <a:ext cx="3754440" cy="0"/>
            </a:xfrm>
            <a:prstGeom prst="line">
              <a:avLst/>
            </a:prstGeom>
            <a:ln w="12600">
              <a:solidFill>
                <a:srgbClr val="003399"/>
              </a:solidFill>
              <a:miter/>
            </a:ln>
          </p:spPr>
          <p:style>
            <a:lnRef idx="0"/>
            <a:fillRef idx="0"/>
            <a:effectRef idx="0"/>
            <a:fontRef idx="minor"/>
          </p:style>
          <p:txBody>
            <a:bodyPr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87" name="Rectangle 14"/>
            <p:cNvSpPr/>
            <p:nvPr/>
          </p:nvSpPr>
          <p:spPr>
            <a:xfrm>
              <a:off x="4203720" y="1574640"/>
              <a:ext cx="1238040" cy="12319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88" name="Rectangle 15"/>
            <p:cNvSpPr/>
            <p:nvPr/>
          </p:nvSpPr>
          <p:spPr>
            <a:xfrm>
              <a:off x="5429160" y="1574640"/>
              <a:ext cx="1236600" cy="12319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89" name="Rectangle 16"/>
            <p:cNvSpPr/>
            <p:nvPr/>
          </p:nvSpPr>
          <p:spPr>
            <a:xfrm>
              <a:off x="2984400" y="2804760"/>
              <a:ext cx="1238400" cy="12319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90" name="Rectangle 17"/>
            <p:cNvSpPr/>
            <p:nvPr/>
          </p:nvSpPr>
          <p:spPr>
            <a:xfrm>
              <a:off x="4203720" y="2804760"/>
              <a:ext cx="1238040" cy="12319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91" name="Rectangle 18"/>
            <p:cNvSpPr/>
            <p:nvPr/>
          </p:nvSpPr>
          <p:spPr>
            <a:xfrm>
              <a:off x="5429160" y="2804760"/>
              <a:ext cx="1236600" cy="123192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92" name="Rectangle 19"/>
            <p:cNvSpPr/>
            <p:nvPr/>
          </p:nvSpPr>
          <p:spPr>
            <a:xfrm>
              <a:off x="2984400" y="4032000"/>
              <a:ext cx="1238400" cy="123336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93" name="Rectangle 20"/>
            <p:cNvSpPr/>
            <p:nvPr/>
          </p:nvSpPr>
          <p:spPr>
            <a:xfrm>
              <a:off x="4203720" y="4032000"/>
              <a:ext cx="1238040" cy="123336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294" name="Rectangle 21"/>
            <p:cNvSpPr/>
            <p:nvPr/>
          </p:nvSpPr>
          <p:spPr>
            <a:xfrm>
              <a:off x="5429160" y="4032000"/>
              <a:ext cx="1236600" cy="1233360"/>
            </a:xfrm>
            <a:prstGeom prst="rect">
              <a:avLst/>
            </a:prstGeom>
            <a:solidFill>
              <a:srgbClr val="8099cc"/>
            </a:solidFill>
            <a:ln w="12600">
              <a:solidFill>
                <a:srgbClr val="003399"/>
              </a:solidFill>
              <a:miter/>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5"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296"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44DAC3-7328-4550-9152-B24A78029F7C}"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297"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de-DE" sz="1600" spc="-1" strike="noStrike">
                <a:solidFill>
                  <a:srgbClr val="000000"/>
                </a:solidFill>
                <a:latin typeface="Arial"/>
                <a:ea typeface="ＭＳ Ｐゴシック"/>
              </a:rPr>
              <a:t>Bussiness portfolio 3x3</a:t>
            </a:r>
            <a:endParaRPr b="1" lang="en-US" sz="1600" spc="-1" strike="noStrike">
              <a:solidFill>
                <a:srgbClr val="000000"/>
              </a:solidFill>
              <a:latin typeface="Arial"/>
            </a:endParaRPr>
          </a:p>
        </p:txBody>
      </p:sp>
      <p:grpSp>
        <p:nvGrpSpPr>
          <p:cNvPr id="10298" name="Group 14"/>
          <p:cNvGrpSpPr/>
          <p:nvPr/>
        </p:nvGrpSpPr>
        <p:grpSpPr>
          <a:xfrm>
            <a:off x="2909880" y="1989000"/>
            <a:ext cx="3078000" cy="3738240"/>
            <a:chOff x="2909880" y="1989000"/>
            <a:chExt cx="3078000" cy="3738240"/>
          </a:xfrm>
        </p:grpSpPr>
        <p:sp>
          <p:nvSpPr>
            <p:cNvPr id="10299" name="Rectangle 15"/>
            <p:cNvSpPr/>
            <p:nvPr/>
          </p:nvSpPr>
          <p:spPr>
            <a:xfrm>
              <a:off x="2938320" y="2276640"/>
              <a:ext cx="3022920" cy="3179520"/>
            </a:xfrm>
            <a:prstGeom prst="rect">
              <a:avLst/>
            </a:prstGeom>
            <a:solidFill>
              <a:srgbClr val="80cccc"/>
            </a:solidFill>
            <a:ln w="12600">
              <a:solidFill>
                <a:srgbClr val="003399"/>
              </a:solidFill>
              <a:miter/>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00" name="Freeform 16"/>
            <p:cNvSpPr/>
            <p:nvPr/>
          </p:nvSpPr>
          <p:spPr>
            <a:xfrm>
              <a:off x="2932200" y="2279520"/>
              <a:ext cx="3039840" cy="3203640"/>
            </a:xfrm>
            <a:prstGeom prst="pie">
              <a:avLst/>
            </a:prstGeom>
            <a:solidFill>
              <a:srgbClr val="ffffff"/>
            </a:solidFill>
            <a:ln cap="rnd" w="12600">
              <a:solidFill>
                <a:srgbClr val="003399"/>
              </a:solidFill>
              <a:round/>
            </a:ln>
          </p:spPr>
          <p:style>
            <a:lnRef idx="0"/>
            <a:fillRef idx="0"/>
            <a:effectRef idx="0"/>
            <a:fontRef idx="minor"/>
          </p:style>
          <p:txBody>
            <a:bodyPr lIns="0" rIns="0" tIns="0" bIns="0" anchor="t">
              <a:sp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01" name="Rectangle 17"/>
            <p:cNvSpPr/>
            <p:nvPr/>
          </p:nvSpPr>
          <p:spPr>
            <a:xfrm>
              <a:off x="2909880" y="1989000"/>
              <a:ext cx="1015920" cy="159840"/>
            </a:xfrm>
            <a:prstGeom prst="rect">
              <a:avLst/>
            </a:prstGeom>
            <a:noFill/>
            <a:ln w="0">
              <a:noFill/>
            </a:ln>
          </p:spPr>
          <p:style>
            <a:lnRef idx="0"/>
            <a:fillRef idx="0"/>
            <a:effectRef idx="0"/>
            <a:fontRef idx="minor"/>
          </p:style>
          <p:txBody>
            <a:bodyPr lIns="0" rIns="0" tIns="0" bIns="0" anchor="t">
              <a:spAutoFit/>
            </a:bodyPr>
            <a:p>
              <a:pP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Benefit</a:t>
              </a:r>
              <a:endParaRPr b="1" lang="en-US" sz="1100" spc="-1" strike="noStrike">
                <a:solidFill>
                  <a:srgbClr val="000000"/>
                </a:solidFill>
                <a:latin typeface="Arial"/>
              </a:endParaRPr>
            </a:p>
          </p:txBody>
        </p:sp>
        <p:sp>
          <p:nvSpPr>
            <p:cNvPr id="10302" name="Rectangle 18"/>
            <p:cNvSpPr/>
            <p:nvPr/>
          </p:nvSpPr>
          <p:spPr>
            <a:xfrm>
              <a:off x="2913120" y="5567400"/>
              <a:ext cx="3057480" cy="159840"/>
            </a:xfrm>
            <a:prstGeom prst="rect">
              <a:avLst/>
            </a:prstGeom>
            <a:noFill/>
            <a:ln w="0">
              <a:noFill/>
            </a:ln>
          </p:spPr>
          <p:style>
            <a:lnRef idx="0"/>
            <a:fillRef idx="0"/>
            <a:effectRef idx="0"/>
            <a:fontRef idx="minor"/>
          </p:style>
          <p:txBody>
            <a:bodyPr lIns="0" rIns="0" tIns="0" bIns="0" anchor="t">
              <a:spAutoFit/>
            </a:bodyPr>
            <a:p>
              <a:pPr algn="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Price </a:t>
              </a:r>
              <a:endParaRPr b="1" lang="en-US" sz="1100" spc="-1" strike="noStrike">
                <a:solidFill>
                  <a:srgbClr val="000000"/>
                </a:solidFill>
                <a:latin typeface="Arial"/>
              </a:endParaRPr>
            </a:p>
          </p:txBody>
        </p:sp>
        <p:sp>
          <p:nvSpPr>
            <p:cNvPr id="10303" name="Rectangle 19"/>
            <p:cNvSpPr/>
            <p:nvPr/>
          </p:nvSpPr>
          <p:spPr>
            <a:xfrm>
              <a:off x="4491000" y="4757760"/>
              <a:ext cx="1301760" cy="31932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Competitive</a:t>
              </a:r>
              <a:br>
                <a:rPr sz="1100"/>
              </a:br>
              <a:r>
                <a:rPr b="0" lang="de-DE" sz="1100" spc="-1" strike="noStrike">
                  <a:solidFill>
                    <a:srgbClr val="000000"/>
                  </a:solidFill>
                  <a:latin typeface="Arial"/>
                </a:rPr>
                <a:t>disadvantage </a:t>
              </a:r>
              <a:endParaRPr b="1" lang="en-US" sz="1100" spc="-1" strike="noStrike">
                <a:solidFill>
                  <a:srgbClr val="000000"/>
                </a:solidFill>
                <a:latin typeface="Arial"/>
              </a:endParaRPr>
            </a:p>
          </p:txBody>
        </p:sp>
        <p:sp>
          <p:nvSpPr>
            <p:cNvPr id="10304" name="Rectangle 20"/>
            <p:cNvSpPr/>
            <p:nvPr/>
          </p:nvSpPr>
          <p:spPr>
            <a:xfrm>
              <a:off x="3200400" y="2625840"/>
              <a:ext cx="1192320" cy="319320"/>
            </a:xfrm>
            <a:prstGeom prst="rect">
              <a:avLst/>
            </a:prstGeom>
            <a:noFill/>
            <a:ln w="0">
              <a:noFill/>
            </a:ln>
          </p:spPr>
          <p:style>
            <a:lnRef idx="0"/>
            <a:fillRef idx="0"/>
            <a:effectRef idx="0"/>
            <a:fontRef idx="minor"/>
          </p:style>
          <p:txBody>
            <a:bodyPr lIns="0" rIns="0" tIns="0" bIns="0" anchor="t" anchorCtr="1">
              <a:spAutoFit/>
            </a:bodyPr>
            <a:p>
              <a:pPr>
                <a:lnSpc>
                  <a:spcPct val="95000"/>
                </a:lnSpc>
                <a:spcAft>
                  <a:spcPts val="499"/>
                </a:spcAft>
                <a:tabLst>
                  <a:tab algn="l" pos="0"/>
                  <a:tab algn="l" pos="820800"/>
                  <a:tab algn="l" pos="1641600"/>
                  <a:tab algn="l" pos="2462040"/>
                  <a:tab algn="l" pos="3282840"/>
                  <a:tab algn="l" pos="4103640"/>
                  <a:tab algn="l" pos="4924440"/>
                  <a:tab algn="l" pos="5745240"/>
                  <a:tab algn="l" pos="6566040"/>
                  <a:tab algn="l" pos="7386480"/>
                  <a:tab algn="l" pos="8207280"/>
                  <a:tab algn="l" pos="9028080"/>
                  <a:tab algn="l" pos="9848880"/>
                  <a:tab algn="l" pos="10669680"/>
                </a:tabLst>
              </a:pPr>
              <a:r>
                <a:rPr b="0" lang="de-DE" sz="1100" spc="-1" strike="noStrike">
                  <a:solidFill>
                    <a:srgbClr val="000000"/>
                  </a:solidFill>
                  <a:latin typeface="Arial"/>
                </a:rPr>
                <a:t>Competitive</a:t>
              </a:r>
              <a:br>
                <a:rPr sz="1100"/>
              </a:br>
              <a:r>
                <a:rPr b="0" lang="de-DE" sz="1100" spc="-1" strike="noStrike">
                  <a:solidFill>
                    <a:srgbClr val="000000"/>
                  </a:solidFill>
                  <a:latin typeface="Arial"/>
                </a:rPr>
                <a:t>advantage </a:t>
              </a:r>
              <a:endParaRPr b="1" lang="en-US" sz="1100" spc="-1" strike="noStrike">
                <a:solidFill>
                  <a:srgbClr val="000000"/>
                </a:solidFill>
                <a:latin typeface="Arial"/>
              </a:endParaRPr>
            </a:p>
          </p:txBody>
        </p:sp>
        <p:sp>
          <p:nvSpPr>
            <p:cNvPr id="10305" name="Line 21"/>
            <p:cNvSpPr/>
            <p:nvPr/>
          </p:nvSpPr>
          <p:spPr>
            <a:xfrm>
              <a:off x="4071960" y="3362400"/>
              <a:ext cx="830160" cy="938160"/>
            </a:xfrm>
            <a:prstGeom prst="line">
              <a:avLst/>
            </a:prstGeom>
            <a:ln w="12600">
              <a:solidFill>
                <a:srgbClr val="003399"/>
              </a:solidFill>
              <a:miter/>
              <a:headEnd len="lg" type="triangle" w="med"/>
              <a:tailEnd len="lg" type="triangle" w="med"/>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06" name="Line 22"/>
            <p:cNvSpPr/>
            <p:nvPr/>
          </p:nvSpPr>
          <p:spPr>
            <a:xfrm flipV="1">
              <a:off x="2935440" y="2289240"/>
              <a:ext cx="3028680" cy="3184560"/>
            </a:xfrm>
            <a:prstGeom prst="line">
              <a:avLst/>
            </a:prstGeom>
            <a:ln w="12600">
              <a:solidFill>
                <a:srgbClr val="003399"/>
              </a:solidFill>
              <a:miter/>
            </a:ln>
          </p:spPr>
          <p:style>
            <a:lnRef idx="0"/>
            <a:fillRef idx="0"/>
            <a:effectRef idx="0"/>
            <a:fontRef idx="minor"/>
          </p:style>
          <p:txBody>
            <a:bodyPr lIns="0" rIns="0" tIns="0" bIns="0" anchor="t">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07" name="Line 23"/>
            <p:cNvSpPr/>
            <p:nvPr/>
          </p:nvSpPr>
          <p:spPr>
            <a:xfrm>
              <a:off x="2932200" y="5487840"/>
              <a:ext cx="3055680" cy="0"/>
            </a:xfrm>
            <a:prstGeom prst="line">
              <a:avLst/>
            </a:prstGeom>
            <a:ln w="12600">
              <a:solidFill>
                <a:srgbClr val="003399"/>
              </a:solidFill>
              <a:miter/>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08" name="Line 24"/>
            <p:cNvSpPr/>
            <p:nvPr/>
          </p:nvSpPr>
          <p:spPr>
            <a:xfrm flipV="1">
              <a:off x="2936880" y="2273400"/>
              <a:ext cx="0" cy="3216240"/>
            </a:xfrm>
            <a:prstGeom prst="line">
              <a:avLst/>
            </a:prstGeom>
            <a:ln w="12600">
              <a:solidFill>
                <a:srgbClr val="003399"/>
              </a:solidFill>
              <a:miter/>
              <a:tailEnd len="lg" type="triangle" w="med"/>
            </a:ln>
          </p:spPr>
          <p:style>
            <a:lnRef idx="0"/>
            <a:fillRef idx="0"/>
            <a:effectRef idx="0"/>
            <a:fontRef idx="minor"/>
          </p:style>
          <p:txBody>
            <a:bodyPr lIns="0" rIns="0" tIns="0" bIns="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3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9" name="フッター プレースホルダ 2"/>
          <p:cNvSpPr/>
          <p:nvPr/>
        </p:nvSpPr>
        <p:spPr>
          <a:xfrm>
            <a:off x="698400" y="6661440"/>
            <a:ext cx="404172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800" spc="-1" strike="noStrike">
                <a:solidFill>
                  <a:srgbClr val="000066"/>
                </a:solidFill>
                <a:latin typeface="Arial"/>
              </a:rPr>
              <a:t>Power Library</a:t>
            </a:r>
            <a:endParaRPr b="1" lang="en-US" sz="800" spc="-1" strike="noStrike">
              <a:solidFill>
                <a:srgbClr val="000000"/>
              </a:solidFill>
              <a:latin typeface="Arial"/>
            </a:endParaRPr>
          </a:p>
        </p:txBody>
      </p:sp>
      <p:sp>
        <p:nvSpPr>
          <p:cNvPr id="10310" name="スライド番号プレースホルダ 3"/>
          <p:cNvSpPr/>
          <p:nvPr/>
        </p:nvSpPr>
        <p:spPr>
          <a:xfrm>
            <a:off x="414360" y="6674040"/>
            <a:ext cx="295200" cy="1220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81D794A-921E-4229-A21E-3801800DC9CE}" type="slidenum">
              <a:rPr b="0" lang="en-GB" sz="800" spc="-1" strike="noStrike">
                <a:solidFill>
                  <a:srgbClr val="000066"/>
                </a:solidFill>
                <a:latin typeface="Arial"/>
              </a:rPr>
              <a:t>&lt;number&gt;</a:t>
            </a:fld>
            <a:endParaRPr b="1" lang="en-US" sz="800" spc="-1" strike="noStrike">
              <a:solidFill>
                <a:srgbClr val="000000"/>
              </a:solidFill>
              <a:latin typeface="Arial"/>
            </a:endParaRPr>
          </a:p>
        </p:txBody>
      </p:sp>
      <p:sp>
        <p:nvSpPr>
          <p:cNvPr id="10311" name="PlaceHolder 1"/>
          <p:cNvSpPr>
            <a:spLocks noGrp="1"/>
          </p:cNvSpPr>
          <p:nvPr>
            <p:ph type="title"/>
          </p:nvPr>
        </p:nvSpPr>
        <p:spPr>
          <a:xfrm>
            <a:off x="401760" y="514080"/>
            <a:ext cx="8345520" cy="258840"/>
          </a:xfrm>
          <a:prstGeom prst="rect">
            <a:avLst/>
          </a:prstGeom>
          <a:noFill/>
          <a:ln w="0">
            <a:noFill/>
          </a:ln>
        </p:spPr>
        <p:txBody>
          <a:bodyPr lIns="0" rIns="0" tIns="0" bIns="0" anchor="b">
            <a:noAutofit/>
          </a:bodyPr>
          <a:p>
            <a:pPr indent="0">
              <a:lnSpc>
                <a:spcPct val="106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nl-NL" sz="1600" spc="-1" strike="noStrike">
                <a:solidFill>
                  <a:srgbClr val="000000"/>
                </a:solidFill>
                <a:latin typeface="Arial"/>
                <a:ea typeface="ＭＳ Ｐゴシック"/>
              </a:rPr>
              <a:t>Five Forces</a:t>
            </a:r>
            <a:endParaRPr b="1" lang="en-US" sz="1600" spc="-1" strike="noStrike">
              <a:solidFill>
                <a:srgbClr val="000000"/>
              </a:solidFill>
              <a:latin typeface="Arial"/>
            </a:endParaRPr>
          </a:p>
        </p:txBody>
      </p:sp>
      <p:sp>
        <p:nvSpPr>
          <p:cNvPr id="10312" name="AutoShape 13"/>
          <p:cNvSpPr/>
          <p:nvPr/>
        </p:nvSpPr>
        <p:spPr>
          <a:xfrm flipH="1" flipV="1" rot="16200000">
            <a:off x="7518960" y="1677600"/>
            <a:ext cx="387360" cy="196920"/>
          </a:xfrm>
          <a:prstGeom prst="upArrow">
            <a:avLst>
              <a:gd name="adj1" fmla="val 46694"/>
              <a:gd name="adj2" fmla="val 52602"/>
            </a:avLst>
          </a:prstGeom>
          <a:solidFill>
            <a:srgbClr val="4066b2"/>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13" name="AutoShape 14"/>
          <p:cNvSpPr/>
          <p:nvPr/>
        </p:nvSpPr>
        <p:spPr>
          <a:xfrm flipH="1" flipV="1" rot="16200000">
            <a:off x="7518960" y="2180880"/>
            <a:ext cx="387360" cy="196920"/>
          </a:xfrm>
          <a:prstGeom prst="upArrow">
            <a:avLst>
              <a:gd name="adj1" fmla="val 46694"/>
              <a:gd name="adj2" fmla="val 52602"/>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14" name="AutoShape 15"/>
          <p:cNvSpPr/>
          <p:nvPr/>
        </p:nvSpPr>
        <p:spPr>
          <a:xfrm flipH="1" flipV="1" rot="16200000">
            <a:off x="7518960" y="2685960"/>
            <a:ext cx="387360" cy="196920"/>
          </a:xfrm>
          <a:prstGeom prst="upArrow">
            <a:avLst>
              <a:gd name="adj1" fmla="val 46694"/>
              <a:gd name="adj2" fmla="val 52602"/>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15" name="Text Box 16"/>
          <p:cNvSpPr/>
          <p:nvPr/>
        </p:nvSpPr>
        <p:spPr>
          <a:xfrm>
            <a:off x="7812720" y="1668600"/>
            <a:ext cx="59364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Strong</a:t>
            </a:r>
            <a:endParaRPr b="1" lang="en-US" sz="1100" spc="-1" strike="noStrike">
              <a:solidFill>
                <a:srgbClr val="000000"/>
              </a:solidFill>
              <a:latin typeface="Arial"/>
            </a:endParaRPr>
          </a:p>
        </p:txBody>
      </p:sp>
      <p:sp>
        <p:nvSpPr>
          <p:cNvPr id="10316" name="Text Box 17"/>
          <p:cNvSpPr/>
          <p:nvPr/>
        </p:nvSpPr>
        <p:spPr>
          <a:xfrm>
            <a:off x="7812360" y="2179800"/>
            <a:ext cx="77220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Moderate</a:t>
            </a:r>
            <a:endParaRPr b="1" lang="en-US" sz="1100" spc="-1" strike="noStrike">
              <a:solidFill>
                <a:srgbClr val="000000"/>
              </a:solidFill>
              <a:latin typeface="Arial"/>
            </a:endParaRPr>
          </a:p>
        </p:txBody>
      </p:sp>
      <p:sp>
        <p:nvSpPr>
          <p:cNvPr id="10317" name="Text Box 18"/>
          <p:cNvSpPr/>
          <p:nvPr/>
        </p:nvSpPr>
        <p:spPr>
          <a:xfrm>
            <a:off x="7813080" y="2692440"/>
            <a:ext cx="538920" cy="2617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l-NL" sz="1100" spc="-1" strike="noStrike">
                <a:solidFill>
                  <a:srgbClr val="000000"/>
                </a:solidFill>
                <a:latin typeface="Arial"/>
              </a:rPr>
              <a:t>Weak</a:t>
            </a:r>
            <a:endParaRPr b="1" lang="en-US" sz="1100" spc="-1" strike="noStrike">
              <a:solidFill>
                <a:srgbClr val="000000"/>
              </a:solidFill>
              <a:latin typeface="Arial"/>
            </a:endParaRPr>
          </a:p>
        </p:txBody>
      </p:sp>
      <p:grpSp>
        <p:nvGrpSpPr>
          <p:cNvPr id="10318" name="Group 30"/>
          <p:cNvGrpSpPr/>
          <p:nvPr/>
        </p:nvGrpSpPr>
        <p:grpSpPr>
          <a:xfrm>
            <a:off x="2062080" y="1978200"/>
            <a:ext cx="4965480" cy="3504600"/>
            <a:chOff x="2062080" y="1978200"/>
            <a:chExt cx="4965480" cy="3504600"/>
          </a:xfrm>
        </p:grpSpPr>
        <p:sp>
          <p:nvSpPr>
            <p:cNvPr id="10319" name="Rectangle 24"/>
            <p:cNvSpPr/>
            <p:nvPr/>
          </p:nvSpPr>
          <p:spPr>
            <a:xfrm>
              <a:off x="3908160" y="4659120"/>
              <a:ext cx="1266840" cy="8236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GB" sz="1100" spc="-1" strike="noStrike">
                  <a:solidFill>
                    <a:srgbClr val="000000"/>
                  </a:solidFill>
                  <a:latin typeface="Arial"/>
                </a:rPr>
                <a:t>Substitutes</a:t>
              </a:r>
              <a:endParaRPr b="1" lang="en-US" sz="1100" spc="-1" strike="noStrike">
                <a:solidFill>
                  <a:srgbClr val="000000"/>
                </a:solidFill>
                <a:latin typeface="Arial"/>
              </a:endParaRPr>
            </a:p>
          </p:txBody>
        </p:sp>
        <p:sp>
          <p:nvSpPr>
            <p:cNvPr id="10320" name="Rectangle 23"/>
            <p:cNvSpPr/>
            <p:nvPr/>
          </p:nvSpPr>
          <p:spPr>
            <a:xfrm>
              <a:off x="5760720" y="3317760"/>
              <a:ext cx="1266840" cy="8236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GB" sz="1100" spc="-1" strike="noStrike">
                  <a:solidFill>
                    <a:srgbClr val="000000"/>
                  </a:solidFill>
                  <a:latin typeface="Arial"/>
                </a:rPr>
                <a:t>Customers</a:t>
              </a:r>
              <a:endParaRPr b="1" lang="en-US" sz="1100" spc="-1" strike="noStrike">
                <a:solidFill>
                  <a:srgbClr val="000000"/>
                </a:solidFill>
                <a:latin typeface="Arial"/>
              </a:endParaRPr>
            </a:p>
          </p:txBody>
        </p:sp>
        <p:sp>
          <p:nvSpPr>
            <p:cNvPr id="10321" name="Rectangle 22"/>
            <p:cNvSpPr/>
            <p:nvPr/>
          </p:nvSpPr>
          <p:spPr>
            <a:xfrm>
              <a:off x="3908160" y="1978200"/>
              <a:ext cx="1266840" cy="8236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GB" sz="1100" spc="-1" strike="noStrike">
                  <a:solidFill>
                    <a:srgbClr val="000000"/>
                  </a:solidFill>
                  <a:latin typeface="Arial"/>
                </a:rPr>
                <a:t>New Entrants</a:t>
              </a:r>
              <a:endParaRPr b="1" lang="en-US" sz="1100" spc="-1" strike="noStrike">
                <a:solidFill>
                  <a:srgbClr val="000000"/>
                </a:solidFill>
                <a:latin typeface="Arial"/>
              </a:endParaRPr>
            </a:p>
          </p:txBody>
        </p:sp>
        <p:sp>
          <p:nvSpPr>
            <p:cNvPr id="10322" name="Rectangle 21"/>
            <p:cNvSpPr/>
            <p:nvPr/>
          </p:nvSpPr>
          <p:spPr>
            <a:xfrm>
              <a:off x="2062080" y="3317760"/>
              <a:ext cx="1266840" cy="823680"/>
            </a:xfrm>
            <a:prstGeom prst="rect">
              <a:avLst/>
            </a:prstGeom>
            <a:solidFill>
              <a:srgbClr val="ffffff"/>
            </a:solidFill>
            <a:ln w="12600">
              <a:solidFill>
                <a:srgbClr val="003399"/>
              </a:solidFill>
              <a:miter/>
            </a:ln>
          </p:spPr>
          <p:style>
            <a:lnRef idx="0"/>
            <a:fillRef idx="0"/>
            <a:effectRef idx="0"/>
            <a:fontRef idx="minor"/>
          </p:style>
          <p:txBody>
            <a:bodyPr wrap="none" lIns="0" rIns="0" tIns="0" bIns="0" anchor="ctr">
              <a:noAutofit/>
            </a:bodyPr>
            <a:p>
              <a:pPr algn="ctr">
                <a:lnSpc>
                  <a:spcPct val="95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GB" sz="1100" spc="-1" strike="noStrike">
                  <a:solidFill>
                    <a:srgbClr val="000000"/>
                  </a:solidFill>
                  <a:latin typeface="Arial"/>
                </a:rPr>
                <a:t>Suppliers</a:t>
              </a:r>
              <a:endParaRPr b="1" lang="en-US" sz="1100" spc="-1" strike="noStrike">
                <a:solidFill>
                  <a:srgbClr val="000000"/>
                </a:solidFill>
                <a:latin typeface="Arial"/>
              </a:endParaRPr>
            </a:p>
          </p:txBody>
        </p:sp>
        <p:sp>
          <p:nvSpPr>
            <p:cNvPr id="10323" name="AutoShape 8"/>
            <p:cNvSpPr/>
            <p:nvPr/>
          </p:nvSpPr>
          <p:spPr>
            <a:xfrm>
              <a:off x="4213080" y="4248000"/>
              <a:ext cx="622440" cy="274320"/>
            </a:xfrm>
            <a:prstGeom prst="upArrow">
              <a:avLst>
                <a:gd name="adj1" fmla="val 46694"/>
                <a:gd name="adj2" fmla="val 52602"/>
              </a:avLst>
            </a:prstGeom>
            <a:solidFill>
              <a:srgbClr val="4066b2"/>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24" name="AutoShape 9"/>
            <p:cNvSpPr/>
            <p:nvPr/>
          </p:nvSpPr>
          <p:spPr>
            <a:xfrm flipV="1">
              <a:off x="4213080" y="2913120"/>
              <a:ext cx="622440" cy="274320"/>
            </a:xfrm>
            <a:prstGeom prst="upArrow">
              <a:avLst>
                <a:gd name="adj1" fmla="val 46694"/>
                <a:gd name="adj2" fmla="val 52602"/>
              </a:avLst>
            </a:prstGeom>
            <a:solidFill>
              <a:srgbClr val="80cc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25" name="AutoShape 10"/>
            <p:cNvSpPr/>
            <p:nvPr/>
          </p:nvSpPr>
          <p:spPr>
            <a:xfrm flipV="1" rot="5400000">
              <a:off x="5140080" y="3602160"/>
              <a:ext cx="672840" cy="254160"/>
            </a:xfrm>
            <a:prstGeom prst="upArrow">
              <a:avLst>
                <a:gd name="adj1" fmla="val 46694"/>
                <a:gd name="adj2" fmla="val 52602"/>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26" name="AutoShape 11"/>
            <p:cNvSpPr/>
            <p:nvPr/>
          </p:nvSpPr>
          <p:spPr>
            <a:xfrm flipH="1" flipV="1" rot="16200000">
              <a:off x="3229560" y="3602880"/>
              <a:ext cx="672840" cy="252720"/>
            </a:xfrm>
            <a:prstGeom prst="upArrow">
              <a:avLst>
                <a:gd name="adj1" fmla="val 46694"/>
                <a:gd name="adj2" fmla="val 52602"/>
              </a:avLst>
            </a:prstGeom>
            <a:solidFill>
              <a:srgbClr val="4066b2"/>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sp>
          <p:nvSpPr>
            <p:cNvPr id="10327" name="Rectangle 27"/>
            <p:cNvSpPr/>
            <p:nvPr/>
          </p:nvSpPr>
          <p:spPr>
            <a:xfrm>
              <a:off x="3890880" y="3330360"/>
              <a:ext cx="1301760" cy="846000"/>
            </a:xfrm>
            <a:prstGeom prst="rect">
              <a:avLst/>
            </a:prstGeom>
            <a:solidFill>
              <a:srgbClr val="003399"/>
            </a:solidFill>
            <a:ln w="12600">
              <a:solidFill>
                <a:srgbClr val="003399"/>
              </a:solidFill>
              <a:miter/>
            </a:ln>
          </p:spPr>
          <p:style>
            <a:lnRef idx="0"/>
            <a:fillRef idx="0"/>
            <a:effectRef idx="0"/>
            <a:fontRef idx="minor"/>
          </p:style>
          <p:txBody>
            <a:bodyPr wrap="none" lIns="0" rIns="0" tIns="0" bIns="0" anchor="ctr">
              <a:noAutofit/>
            </a:bodyPr>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1" lang="en-GB" sz="1100" spc="-1" strike="noStrike">
                  <a:solidFill>
                    <a:srgbClr val="ffffff"/>
                  </a:solidFill>
                  <a:latin typeface="Arial"/>
                </a:rPr>
                <a:t>Competitors</a:t>
              </a:r>
              <a:endParaRPr b="1" lang="en-US" sz="1100" spc="-1" strike="noStrike">
                <a:solidFill>
                  <a:srgbClr val="000000"/>
                </a:solidFill>
                <a:latin typeface="Arial"/>
              </a:endParaRPr>
            </a:p>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100" spc="-1" strike="noStrike">
                <a:solidFill>
                  <a:srgbClr val="000000"/>
                </a:solidFill>
                <a:latin typeface="Arial"/>
              </a:endParaRPr>
            </a:p>
            <a:p>
              <a:pPr algn="ct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endParaRPr b="1" lang="en-US" sz="1100" spc="-1" strike="noStrike">
                <a:solidFill>
                  <a:srgbClr val="000000"/>
                </a:solidFill>
                <a:latin typeface="Arial"/>
              </a:endParaRPr>
            </a:p>
          </p:txBody>
        </p:sp>
        <p:sp>
          <p:nvSpPr>
            <p:cNvPr id="10328" name="Freeform 28"/>
            <p:cNvSpPr/>
            <p:nvPr/>
          </p:nvSpPr>
          <p:spPr>
            <a:xfrm rot="6101400">
              <a:off x="4294080" y="3583800"/>
              <a:ext cx="367920" cy="581040"/>
            </a:xfrm>
            <a:prstGeom prst="pie">
              <a:avLst/>
            </a:prstGeom>
            <a:solidFill>
              <a:srgbClr val="8099cc"/>
            </a:solidFill>
            <a:ln w="0">
              <a:noFill/>
            </a:ln>
          </p:spPr>
          <p:style>
            <a:lnRef idx="0"/>
            <a:fillRef idx="0"/>
            <a:effectRef idx="0"/>
            <a:fontRef idx="minor"/>
          </p:style>
          <p:txBody>
            <a:bodyPr wrap="none" lIns="90000" rIns="90000" tIns="46800" bIns="46800" anchor="ctr">
              <a:noAutofit/>
            </a:bodyPr>
            <a:p>
              <a:pPr algn="ctr">
                <a:lnSpc>
                  <a:spcPct val="95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en-US" sz="12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3806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2006-12-25T00:12:01Z</dcterms:created>
  <dc:creator>DTC Template</dc:creator>
  <dc:description/>
  <dc:language>en-US</dc:language>
  <cp:lastModifiedBy>Tomoko Murata</cp:lastModifiedBy>
  <cp:lastPrinted>2000-05-15T09:48:35Z</cp:lastPrinted>
  <dcterms:modified xsi:type="dcterms:W3CDTF">2009-01-05T04:58:55Z</dcterms:modified>
  <cp:revision>335</cp:revision>
  <dc:subject/>
  <dc:title>Title sentence case 18-pt Arial bold, line spacing 22 points (two lines max.)</dc:title>
</cp:coreProperties>
</file>